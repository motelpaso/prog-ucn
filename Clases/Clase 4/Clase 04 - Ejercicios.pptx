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oppi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BAFJM+kG3qcq6Na808ozCuyHe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Italic.fntdata"/><Relationship Id="rId21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oppins-regular.fntdata"/><Relationship Id="rId16" Type="http://schemas.openxmlformats.org/officeDocument/2006/relationships/slide" Target="slides/slide12.xml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7" name="Google Shape;3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4" name="Google Shape;33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8_Title Slide">
  <p:cSld name="28_Title Slid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5"/>
          <p:cNvSpPr/>
          <p:nvPr>
            <p:ph idx="2" type="pic"/>
          </p:nvPr>
        </p:nvSpPr>
        <p:spPr>
          <a:xfrm>
            <a:off x="6719886" y="0"/>
            <a:ext cx="3828041" cy="6858000"/>
          </a:xfrm>
          <a:prstGeom prst="roundRect">
            <a:avLst>
              <a:gd fmla="val 86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2" name="Google Shape;12;p1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1_Custom Layout">
  <p:cSld name="21_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8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/>
          <p:nvPr>
            <p:ph idx="2" type="pic"/>
          </p:nvPr>
        </p:nvSpPr>
        <p:spPr>
          <a:xfrm>
            <a:off x="11049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1" name="Google Shape;21;p19"/>
          <p:cNvSpPr/>
          <p:nvPr>
            <p:ph idx="3" type="pic"/>
          </p:nvPr>
        </p:nvSpPr>
        <p:spPr>
          <a:xfrm>
            <a:off x="42386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2" name="Google Shape;22;p19"/>
          <p:cNvSpPr/>
          <p:nvPr>
            <p:ph idx="4" type="pic"/>
          </p:nvPr>
        </p:nvSpPr>
        <p:spPr>
          <a:xfrm>
            <a:off x="737235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3" name="Google Shape;23;p19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0"/>
          <p:cNvSpPr/>
          <p:nvPr>
            <p:ph idx="2" type="pic"/>
          </p:nvPr>
        </p:nvSpPr>
        <p:spPr>
          <a:xfrm>
            <a:off x="212407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20"/>
          <p:cNvSpPr/>
          <p:nvPr>
            <p:ph idx="3" type="pic"/>
          </p:nvPr>
        </p:nvSpPr>
        <p:spPr>
          <a:xfrm>
            <a:off x="5257800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20"/>
          <p:cNvSpPr/>
          <p:nvPr>
            <p:ph idx="4" type="pic"/>
          </p:nvPr>
        </p:nvSpPr>
        <p:spPr>
          <a:xfrm>
            <a:off x="8391525" y="1390909"/>
            <a:ext cx="2691687" cy="2938495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8" name="Google Shape;28;p20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/>
          <p:nvPr>
            <p:ph idx="2" type="pic"/>
          </p:nvPr>
        </p:nvSpPr>
        <p:spPr>
          <a:xfrm>
            <a:off x="1514475" y="1733809"/>
            <a:ext cx="9172575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31" name="Google Shape;31;p21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/>
          <p:nvPr>
            <p:ph idx="2" type="pic"/>
          </p:nvPr>
        </p:nvSpPr>
        <p:spPr>
          <a:xfrm>
            <a:off x="2130295" y="2789853"/>
            <a:ext cx="1928521" cy="2567862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34" name="Google Shape;34;p22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22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fmla="val 6759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22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/>
          <p:nvPr>
            <p:ph idx="2" type="pic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4"/>
          <p:cNvSpPr/>
          <p:nvPr>
            <p:ph idx="2" type="pic"/>
          </p:nvPr>
        </p:nvSpPr>
        <p:spPr>
          <a:xfrm>
            <a:off x="110490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2" name="Google Shape;42;p24"/>
          <p:cNvSpPr/>
          <p:nvPr>
            <p:ph idx="3" type="pic"/>
          </p:nvPr>
        </p:nvSpPr>
        <p:spPr>
          <a:xfrm>
            <a:off x="317087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3" name="Google Shape;43;p24"/>
          <p:cNvSpPr/>
          <p:nvPr>
            <p:ph idx="4" type="pic"/>
          </p:nvPr>
        </p:nvSpPr>
        <p:spPr>
          <a:xfrm>
            <a:off x="5236850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4" name="Google Shape;44;p24"/>
          <p:cNvSpPr/>
          <p:nvPr>
            <p:ph idx="5" type="pic"/>
          </p:nvPr>
        </p:nvSpPr>
        <p:spPr>
          <a:xfrm>
            <a:off x="7302825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5" name="Google Shape;45;p24"/>
          <p:cNvSpPr/>
          <p:nvPr>
            <p:ph idx="6" type="pic"/>
          </p:nvPr>
        </p:nvSpPr>
        <p:spPr>
          <a:xfrm>
            <a:off x="9362601" y="2676524"/>
            <a:ext cx="1904999" cy="2181226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5"/>
          <p:cNvSpPr txBox="1"/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/>
          <p:nvPr>
            <p:ph idx="2" type="pic"/>
          </p:nvPr>
        </p:nvSpPr>
        <p:spPr>
          <a:xfrm>
            <a:off x="17673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0" name="Google Shape;50;p25"/>
          <p:cNvSpPr/>
          <p:nvPr>
            <p:ph idx="3" type="pic"/>
          </p:nvPr>
        </p:nvSpPr>
        <p:spPr>
          <a:xfrm>
            <a:off x="40216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1" name="Google Shape;51;p25"/>
          <p:cNvSpPr/>
          <p:nvPr>
            <p:ph idx="4" type="pic"/>
          </p:nvPr>
        </p:nvSpPr>
        <p:spPr>
          <a:xfrm>
            <a:off x="627587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2" name="Google Shape;52;p25"/>
          <p:cNvSpPr/>
          <p:nvPr>
            <p:ph idx="5" type="pic"/>
          </p:nvPr>
        </p:nvSpPr>
        <p:spPr>
          <a:xfrm>
            <a:off x="8530123" y="2349499"/>
            <a:ext cx="1904999" cy="217805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3" name="Google Shape;53;p2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/>
          <p:nvPr>
            <p:ph idx="2" type="pic"/>
          </p:nvPr>
        </p:nvSpPr>
        <p:spPr>
          <a:xfrm>
            <a:off x="7410450" y="1362075"/>
            <a:ext cx="3019425" cy="413385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26"/>
          <p:cNvSpPr/>
          <p:nvPr>
            <p:ph idx="3" type="pic"/>
          </p:nvPr>
        </p:nvSpPr>
        <p:spPr>
          <a:xfrm>
            <a:off x="5943600" y="1957388"/>
            <a:ext cx="1785938" cy="3833812"/>
          </a:xfrm>
          <a:prstGeom prst="roundRect">
            <a:avLst>
              <a:gd fmla="val 8747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/>
          <p:nvPr>
            <p:ph idx="2" type="pic"/>
          </p:nvPr>
        </p:nvSpPr>
        <p:spPr>
          <a:xfrm>
            <a:off x="1104900" y="1016342"/>
            <a:ext cx="10063843" cy="2933441"/>
          </a:xfrm>
          <a:prstGeom prst="roundRect">
            <a:avLst>
              <a:gd fmla="val 6405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8"/>
          <p:cNvSpPr/>
          <p:nvPr>
            <p:ph idx="2" type="pic"/>
          </p:nvPr>
        </p:nvSpPr>
        <p:spPr>
          <a:xfrm>
            <a:off x="6886575" y="0"/>
            <a:ext cx="5885996" cy="6858000"/>
          </a:xfrm>
          <a:prstGeom prst="roundRect">
            <a:avLst>
              <a:gd fmla="val 194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t" dir="5400000" dist="127000">
              <a:srgbClr val="000000">
                <a:alpha val="29411"/>
              </a:srgbClr>
            </a:outerShdw>
          </a:effectLst>
        </p:spPr>
      </p:sp>
      <p:sp>
        <p:nvSpPr>
          <p:cNvPr id="63" name="Google Shape;63;p29"/>
          <p:cNvSpPr txBox="1"/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0"/>
          <p:cNvSpPr/>
          <p:nvPr>
            <p:ph idx="2" type="pic"/>
          </p:nvPr>
        </p:nvSpPr>
        <p:spPr>
          <a:xfrm>
            <a:off x="1" y="-200025"/>
            <a:ext cx="12192000" cy="2847975"/>
          </a:xfrm>
          <a:prstGeom prst="roundRect">
            <a:avLst>
              <a:gd fmla="val 5690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6" name="Google Shape;66;p30"/>
          <p:cNvSpPr/>
          <p:nvPr>
            <p:ph idx="3" type="pic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67" name="Google Shape;67;p30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Custom Layout">
  <p:cSld name="14_Custom Layou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31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31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2" name="Google Shape;72;p31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3" name="Google Shape;73;p31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4" name="Google Shape;74;p31"/>
          <p:cNvSpPr/>
          <p:nvPr>
            <p:ph idx="6" type="pic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31"/>
          <p:cNvSpPr/>
          <p:nvPr>
            <p:ph idx="7" type="pic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31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3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/>
          <p:nvPr>
            <p:ph idx="9" type="pic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Custom Layout">
  <p:cSld name="15_Custom Layou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2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32"/>
          <p:cNvSpPr/>
          <p:nvPr>
            <p:ph idx="2" type="pic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2" name="Google Shape;82;p32"/>
          <p:cNvSpPr/>
          <p:nvPr>
            <p:ph idx="3" type="pic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3" name="Google Shape;83;p32"/>
          <p:cNvSpPr/>
          <p:nvPr>
            <p:ph idx="4" type="pic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4" name="Google Shape;84;p32"/>
          <p:cNvSpPr/>
          <p:nvPr>
            <p:ph idx="5" type="pic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5" name="Google Shape;85;p32"/>
          <p:cNvSpPr/>
          <p:nvPr>
            <p:ph idx="6" type="pic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32"/>
          <p:cNvSpPr/>
          <p:nvPr>
            <p:ph idx="7" type="pic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32"/>
          <p:cNvSpPr/>
          <p:nvPr>
            <p:ph idx="8" type="pic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3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ustom Layout">
  <p:cSld name="16_Custom Layou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3"/>
          <p:cNvSpPr/>
          <p:nvPr>
            <p:ph idx="2" type="pic"/>
          </p:nvPr>
        </p:nvSpPr>
        <p:spPr>
          <a:xfrm>
            <a:off x="11049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33"/>
          <p:cNvSpPr/>
          <p:nvPr>
            <p:ph idx="3" type="pic"/>
          </p:nvPr>
        </p:nvSpPr>
        <p:spPr>
          <a:xfrm>
            <a:off x="11049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3" name="Google Shape;93;p33"/>
          <p:cNvSpPr/>
          <p:nvPr>
            <p:ph idx="4" type="pic"/>
          </p:nvPr>
        </p:nvSpPr>
        <p:spPr>
          <a:xfrm>
            <a:off x="309562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4" name="Google Shape;94;p33"/>
          <p:cNvSpPr/>
          <p:nvPr>
            <p:ph idx="5" type="pic"/>
          </p:nvPr>
        </p:nvSpPr>
        <p:spPr>
          <a:xfrm>
            <a:off x="309562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5" name="Google Shape;95;p33"/>
          <p:cNvSpPr/>
          <p:nvPr>
            <p:ph idx="6" type="pic"/>
          </p:nvPr>
        </p:nvSpPr>
        <p:spPr>
          <a:xfrm>
            <a:off x="508635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33"/>
          <p:cNvSpPr/>
          <p:nvPr>
            <p:ph idx="7" type="pic"/>
          </p:nvPr>
        </p:nvSpPr>
        <p:spPr>
          <a:xfrm>
            <a:off x="508635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33"/>
          <p:cNvSpPr/>
          <p:nvPr>
            <p:ph idx="8" type="pic"/>
          </p:nvPr>
        </p:nvSpPr>
        <p:spPr>
          <a:xfrm>
            <a:off x="7077076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33"/>
          <p:cNvSpPr/>
          <p:nvPr>
            <p:ph idx="9" type="pic"/>
          </p:nvPr>
        </p:nvSpPr>
        <p:spPr>
          <a:xfrm>
            <a:off x="7077076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33"/>
          <p:cNvSpPr/>
          <p:nvPr>
            <p:ph idx="13" type="pic"/>
          </p:nvPr>
        </p:nvSpPr>
        <p:spPr>
          <a:xfrm>
            <a:off x="9067801" y="1787524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33"/>
          <p:cNvSpPr/>
          <p:nvPr>
            <p:ph idx="14" type="pic"/>
          </p:nvPr>
        </p:nvSpPr>
        <p:spPr>
          <a:xfrm>
            <a:off x="9067801" y="4152899"/>
            <a:ext cx="1752600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Custom Layout">
  <p:cSld name="17_Custom Layou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4"/>
          <p:cNvSpPr/>
          <p:nvPr>
            <p:ph idx="2" type="pic"/>
          </p:nvPr>
        </p:nvSpPr>
        <p:spPr>
          <a:xfrm>
            <a:off x="110490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34"/>
          <p:cNvSpPr/>
          <p:nvPr>
            <p:ph idx="3" type="pic"/>
          </p:nvPr>
        </p:nvSpPr>
        <p:spPr>
          <a:xfrm>
            <a:off x="110490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5" name="Google Shape;105;p34"/>
          <p:cNvSpPr/>
          <p:nvPr>
            <p:ph idx="4" type="pic"/>
          </p:nvPr>
        </p:nvSpPr>
        <p:spPr>
          <a:xfrm>
            <a:off x="3371850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6" name="Google Shape;106;p34"/>
          <p:cNvSpPr/>
          <p:nvPr>
            <p:ph idx="5" type="pic"/>
          </p:nvPr>
        </p:nvSpPr>
        <p:spPr>
          <a:xfrm>
            <a:off x="3371850" y="4152899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7" name="Google Shape;107;p34"/>
          <p:cNvSpPr/>
          <p:nvPr>
            <p:ph idx="6" type="pic"/>
          </p:nvPr>
        </p:nvSpPr>
        <p:spPr>
          <a:xfrm>
            <a:off x="5638800" y="1787524"/>
            <a:ext cx="3124200" cy="4543426"/>
          </a:xfrm>
          <a:prstGeom prst="roundRect">
            <a:avLst>
              <a:gd fmla="val 5463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34"/>
          <p:cNvSpPr/>
          <p:nvPr>
            <p:ph idx="7" type="pic"/>
          </p:nvPr>
        </p:nvSpPr>
        <p:spPr>
          <a:xfrm>
            <a:off x="9010651" y="1787524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34"/>
          <p:cNvSpPr/>
          <p:nvPr>
            <p:ph idx="8" type="pic"/>
          </p:nvPr>
        </p:nvSpPr>
        <p:spPr>
          <a:xfrm>
            <a:off x="9010651" y="4152898"/>
            <a:ext cx="2019299" cy="2178051"/>
          </a:xfrm>
          <a:prstGeom prst="roundRect">
            <a:avLst>
              <a:gd fmla="val 9122" name="adj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Custom Layout">
  <p:cSld name="18_Custom Layou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5"/>
          <p:cNvSpPr/>
          <p:nvPr>
            <p:ph idx="2" type="pic"/>
          </p:nvPr>
        </p:nvSpPr>
        <p:spPr>
          <a:xfrm>
            <a:off x="7810498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35"/>
          <p:cNvSpPr/>
          <p:nvPr>
            <p:ph idx="3" type="pic"/>
          </p:nvPr>
        </p:nvSpPr>
        <p:spPr>
          <a:xfrm>
            <a:off x="1943100" y="2291293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35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5"/>
          <p:cNvSpPr/>
          <p:nvPr>
            <p:ph idx="4" type="pic"/>
          </p:nvPr>
        </p:nvSpPr>
        <p:spPr>
          <a:xfrm>
            <a:off x="4876798" y="2034118"/>
            <a:ext cx="2438402" cy="2465914"/>
          </a:xfrm>
          <a:prstGeom prst="roundRect">
            <a:avLst>
              <a:gd fmla="val 7968" name="adj"/>
            </a:avLst>
          </a:prstGeom>
          <a:solidFill>
            <a:srgbClr val="CADDFF"/>
          </a:solidFill>
          <a:ln>
            <a:noFill/>
          </a:ln>
          <a:effectLst>
            <a:outerShdw blurRad="381000" rotWithShape="0" algn="ctr" dir="5400000" dist="127000">
              <a:srgbClr val="000000">
                <a:alpha val="29411"/>
              </a:srgbClr>
            </a:outerShdw>
          </a:effectLst>
        </p:spPr>
      </p:sp>
      <p:sp>
        <p:nvSpPr>
          <p:cNvPr id="115" name="Google Shape;115;p35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35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fmla="val 11698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Custom Layout">
  <p:cSld name="19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6"/>
          <p:cNvSpPr txBox="1"/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6"/>
          <p:cNvSpPr/>
          <p:nvPr>
            <p:ph idx="2" type="pic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0" name="Google Shape;120;p36"/>
          <p:cNvSpPr/>
          <p:nvPr>
            <p:ph idx="3" type="pic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1" name="Google Shape;121;p36"/>
          <p:cNvSpPr/>
          <p:nvPr>
            <p:ph idx="4" type="pic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2" name="Google Shape;122;p36"/>
          <p:cNvSpPr/>
          <p:nvPr>
            <p:ph idx="5" type="pic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3" name="Google Shape;123;p36"/>
          <p:cNvSpPr/>
          <p:nvPr>
            <p:ph idx="6" type="pic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36"/>
          <p:cNvSpPr/>
          <p:nvPr>
            <p:ph idx="7" type="pic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9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9_Title Slide">
  <p:cSld name="29_Title Slide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7"/>
          <p:cNvSpPr/>
          <p:nvPr>
            <p:ph idx="2" type="pic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b="1" i="0" sz="4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2" name="Google Shape;132;p1"/>
            <p:cNvSpPr/>
            <p:nvPr/>
          </p:nvSpPr>
          <p:spPr>
            <a:xfrm>
              <a:off x="5618163" y="3698876"/>
              <a:ext cx="4832350" cy="115888"/>
            </a:xfrm>
            <a:custGeom>
              <a:rect b="b" l="l" r="r" t="t"/>
              <a:pathLst>
                <a:path extrusionOk="0" h="27" w="1136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9229725" y="3698876"/>
              <a:ext cx="1220788" cy="115888"/>
            </a:xfrm>
            <a:custGeom>
              <a:rect b="b" l="l" r="r" t="t"/>
              <a:pathLst>
                <a:path extrusionOk="0" h="27" w="287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172700" y="3814763"/>
              <a:ext cx="153988" cy="2505075"/>
            </a:xfrm>
            <a:custGeom>
              <a:rect b="b" l="l" r="r" t="t"/>
              <a:pathLst>
                <a:path extrusionOk="0" h="1578" w="97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9110663" y="3814763"/>
              <a:ext cx="395288" cy="2505075"/>
            </a:xfrm>
            <a:custGeom>
              <a:rect b="b" l="l" r="r" t="t"/>
              <a:pathLst>
                <a:path extrusionOk="0" h="1578" w="249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557963" y="3814763"/>
              <a:ext cx="157163" cy="2505075"/>
            </a:xfrm>
            <a:custGeom>
              <a:rect b="b" l="l" r="r" t="t"/>
              <a:pathLst>
                <a:path extrusionOk="0" h="1578" w="99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573838" y="4660901"/>
              <a:ext cx="136525" cy="1658938"/>
            </a:xfrm>
            <a:custGeom>
              <a:rect b="b" l="l" r="r" t="t"/>
              <a:pathLst>
                <a:path extrusionOk="0" h="1045" w="86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494338" y="3814763"/>
              <a:ext cx="400050" cy="2505075"/>
            </a:xfrm>
            <a:custGeom>
              <a:rect b="b" l="l" r="r" t="t"/>
              <a:pathLst>
                <a:path extrusionOk="0" h="1578" w="252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10563" y="3209926"/>
              <a:ext cx="349250" cy="488950"/>
            </a:xfrm>
            <a:custGeom>
              <a:rect b="b" l="l" r="r" t="t"/>
              <a:pathLst>
                <a:path extrusionOk="0" h="308" w="22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842250" y="2779713"/>
              <a:ext cx="1263650" cy="822325"/>
            </a:xfrm>
            <a:custGeom>
              <a:rect b="b" l="l" r="r" t="t"/>
              <a:pathLst>
                <a:path extrusionOk="0" h="193" w="297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862888" y="2814638"/>
              <a:ext cx="1192213" cy="752475"/>
            </a:xfrm>
            <a:custGeom>
              <a:rect b="b" l="l" r="r" t="t"/>
              <a:pathLst>
                <a:path extrusionOk="0" h="177" w="28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366125" y="2779713"/>
              <a:ext cx="279400" cy="242888"/>
            </a:xfrm>
            <a:custGeom>
              <a:rect b="b" l="l" r="r" t="t"/>
              <a:pathLst>
                <a:path extrusionOk="0" h="153" w="176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77025" y="2168526"/>
              <a:ext cx="33338" cy="46038"/>
            </a:xfrm>
            <a:custGeom>
              <a:rect b="b" l="l" r="r" t="t"/>
              <a:pathLst>
                <a:path extrusionOk="0" h="11" w="8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92900" y="2214563"/>
              <a:ext cx="55563" cy="111125"/>
            </a:xfrm>
            <a:custGeom>
              <a:rect b="b" l="l" r="r" t="t"/>
              <a:pathLst>
                <a:path extrusionOk="0" h="26" w="13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26225" y="2087563"/>
              <a:ext cx="63500" cy="53975"/>
            </a:xfrm>
            <a:custGeom>
              <a:rect b="b" l="l" r="r" t="t"/>
              <a:pathLst>
                <a:path extrusionOk="0" h="13" w="15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81738" y="2397126"/>
              <a:ext cx="357188" cy="447675"/>
            </a:xfrm>
            <a:custGeom>
              <a:rect b="b" l="l" r="r" t="t"/>
              <a:pathLst>
                <a:path extrusionOk="0" h="105" w="84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175375" y="2619376"/>
              <a:ext cx="531813" cy="160338"/>
            </a:xfrm>
            <a:custGeom>
              <a:rect b="b" l="l" r="r" t="t"/>
              <a:pathLst>
                <a:path extrusionOk="0" h="38" w="125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949950" y="2860676"/>
              <a:ext cx="611188" cy="876300"/>
            </a:xfrm>
            <a:custGeom>
              <a:rect b="b" l="l" r="r" t="t"/>
              <a:pathLst>
                <a:path extrusionOk="0" h="206" w="144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922963" y="2686051"/>
              <a:ext cx="460375" cy="574675"/>
            </a:xfrm>
            <a:custGeom>
              <a:rect b="b" l="l" r="r" t="t"/>
              <a:pathLst>
                <a:path extrusionOk="0" h="135" w="108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477000" y="3559176"/>
              <a:ext cx="280988" cy="203200"/>
            </a:xfrm>
            <a:custGeom>
              <a:rect b="b" l="l" r="r" t="t"/>
              <a:pathLst>
                <a:path extrusionOk="0" h="48" w="66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216650" y="1933576"/>
              <a:ext cx="511175" cy="714375"/>
            </a:xfrm>
            <a:custGeom>
              <a:rect b="b" l="l" r="r" t="t"/>
              <a:pathLst>
                <a:path extrusionOk="0" h="168" w="12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046788" y="1806576"/>
              <a:ext cx="638175" cy="696913"/>
            </a:xfrm>
            <a:custGeom>
              <a:rect b="b" l="l" r="r" t="t"/>
              <a:pathLst>
                <a:path extrusionOk="0" h="164" w="15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459538" y="2206626"/>
              <a:ext cx="153988" cy="182563"/>
            </a:xfrm>
            <a:custGeom>
              <a:rect b="b" l="l" r="r" t="t"/>
              <a:pathLst>
                <a:path extrusionOk="0" h="43" w="36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8016875" y="5702301"/>
              <a:ext cx="255588" cy="425450"/>
            </a:xfrm>
            <a:custGeom>
              <a:rect b="b" l="l" r="r" t="t"/>
              <a:pathLst>
                <a:path extrusionOk="0" h="268" w="161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191500" y="5792788"/>
              <a:ext cx="28575" cy="88900"/>
            </a:xfrm>
            <a:custGeom>
              <a:rect b="b" l="l" r="r" t="t"/>
              <a:pathLst>
                <a:path extrusionOk="0" h="56" w="18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42275" y="5792788"/>
              <a:ext cx="177800" cy="147638"/>
            </a:xfrm>
            <a:custGeom>
              <a:rect b="b" l="l" r="r" t="t"/>
              <a:pathLst>
                <a:path extrusionOk="0" h="93" w="112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075613" y="5975351"/>
              <a:ext cx="506413" cy="268288"/>
            </a:xfrm>
            <a:custGeom>
              <a:rect b="b" l="l" r="r" t="t"/>
              <a:pathLst>
                <a:path extrusionOk="0" h="63" w="119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54750" y="4005263"/>
              <a:ext cx="1974850" cy="1854200"/>
            </a:xfrm>
            <a:custGeom>
              <a:rect b="b" l="l" r="r" t="t"/>
              <a:pathLst>
                <a:path extrusionOk="0" h="436" w="464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7931150" y="5686426"/>
              <a:ext cx="341313" cy="228600"/>
            </a:xfrm>
            <a:custGeom>
              <a:rect b="b" l="l" r="r" t="t"/>
              <a:pathLst>
                <a:path extrusionOk="0" h="144" w="215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275638" y="5965826"/>
              <a:ext cx="77788" cy="55563"/>
            </a:xfrm>
            <a:custGeom>
              <a:rect b="b" l="l" r="r" t="t"/>
              <a:pathLst>
                <a:path extrusionOk="0" h="13" w="18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259763" y="5940426"/>
              <a:ext cx="46038" cy="80963"/>
            </a:xfrm>
            <a:custGeom>
              <a:rect b="b" l="l" r="r" t="t"/>
              <a:pathLst>
                <a:path extrusionOk="0" h="19" w="11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315200" y="5846763"/>
              <a:ext cx="187325" cy="387350"/>
            </a:xfrm>
            <a:custGeom>
              <a:rect b="b" l="l" r="r" t="t"/>
              <a:pathLst>
                <a:path extrusionOk="0" h="244" w="118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7267575" y="6191251"/>
              <a:ext cx="485775" cy="196850"/>
            </a:xfrm>
            <a:custGeom>
              <a:rect b="b" l="l" r="r" t="t"/>
              <a:pathLst>
                <a:path extrusionOk="0" h="46" w="114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7489825" y="6183313"/>
              <a:ext cx="84138" cy="47625"/>
            </a:xfrm>
            <a:custGeom>
              <a:rect b="b" l="l" r="r" t="t"/>
              <a:pathLst>
                <a:path extrusionOk="0" h="11" w="2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485063" y="6149976"/>
              <a:ext cx="50800" cy="71438"/>
            </a:xfrm>
            <a:custGeom>
              <a:rect b="b" l="l" r="r" t="t"/>
              <a:pathLst>
                <a:path extrusionOk="0" h="17" w="12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323138" y="5995988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323138" y="5992813"/>
              <a:ext cx="166688" cy="71438"/>
            </a:xfrm>
            <a:custGeom>
              <a:rect b="b" l="l" r="r" t="t"/>
              <a:pathLst>
                <a:path extrusionOk="0" h="45" w="105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5919788" y="3992563"/>
              <a:ext cx="1841500" cy="2003425"/>
            </a:xfrm>
            <a:custGeom>
              <a:rect b="b" l="l" r="r" t="t"/>
              <a:pathLst>
                <a:path extrusionOk="0" h="471" w="433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246938" y="5856288"/>
              <a:ext cx="322263" cy="157163"/>
            </a:xfrm>
            <a:custGeom>
              <a:rect b="b" l="l" r="r" t="t"/>
              <a:pathLst>
                <a:path extrusionOk="0" h="99" w="203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00750" y="2690813"/>
              <a:ext cx="904875" cy="1339850"/>
            </a:xfrm>
            <a:custGeom>
              <a:rect b="b" l="l" r="r" t="t"/>
              <a:pathLst>
                <a:path extrusionOk="0" h="315" w="213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13450" y="2698751"/>
              <a:ext cx="892175" cy="1331913"/>
            </a:xfrm>
            <a:custGeom>
              <a:rect b="b" l="l" r="r" t="t"/>
              <a:pathLst>
                <a:path extrusionOk="0" h="313" w="21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29400" y="2878138"/>
              <a:ext cx="804863" cy="858838"/>
            </a:xfrm>
            <a:custGeom>
              <a:rect b="b" l="l" r="r" t="t"/>
              <a:pathLst>
                <a:path extrusionOk="0" h="202" w="189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497638" y="2665413"/>
              <a:ext cx="514350" cy="630238"/>
            </a:xfrm>
            <a:custGeom>
              <a:rect b="b" l="l" r="r" t="t"/>
              <a:pathLst>
                <a:path extrusionOk="0" h="148" w="121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48538" y="3559176"/>
              <a:ext cx="280988" cy="207963"/>
            </a:xfrm>
            <a:custGeom>
              <a:rect b="b" l="l" r="r" t="t"/>
              <a:pathLst>
                <a:path extrusionOk="0" h="49" w="66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46788" y="4503738"/>
              <a:ext cx="1177925" cy="157163"/>
            </a:xfrm>
            <a:custGeom>
              <a:rect b="b" l="l" r="r" t="t"/>
              <a:pathLst>
                <a:path extrusionOk="0" h="37" w="277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046788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467475" y="4660901"/>
              <a:ext cx="119063" cy="1747838"/>
            </a:xfrm>
            <a:custGeom>
              <a:rect b="b" l="l" r="r" t="t"/>
              <a:pathLst>
                <a:path extrusionOk="0" h="1101" w="75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84963" y="4660901"/>
              <a:ext cx="123825" cy="1747838"/>
            </a:xfrm>
            <a:custGeom>
              <a:rect b="b" l="l" r="r" t="t"/>
              <a:pathLst>
                <a:path extrusionOk="0" h="1101" w="78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804025" y="4660901"/>
              <a:ext cx="4763" cy="68263"/>
            </a:xfrm>
            <a:custGeom>
              <a:rect b="b" l="l" r="r" t="t"/>
              <a:pathLst>
                <a:path extrusionOk="0" h="43" w="3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7102475" y="4660901"/>
              <a:ext cx="122238" cy="1747838"/>
            </a:xfrm>
            <a:custGeom>
              <a:rect b="b" l="l" r="r" t="t"/>
              <a:pathLst>
                <a:path extrusionOk="0" h="1101" w="77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05650" y="4737101"/>
              <a:ext cx="119063" cy="1671638"/>
            </a:xfrm>
            <a:custGeom>
              <a:rect b="b" l="l" r="r" t="t"/>
              <a:pathLst>
                <a:path extrusionOk="0" h="1053" w="75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102350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735763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02475" y="4660901"/>
              <a:ext cx="68263" cy="0"/>
            </a:xfrm>
            <a:custGeom>
              <a:rect b="b" l="l" r="r" t="t"/>
              <a:pathLst>
                <a:path extrusionOk="0" h="120000" w="43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rect b="b" l="l" r="r" t="t"/>
              <a:pathLst>
                <a:path extrusionOk="0" h="48" w="43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527925" y="474663"/>
              <a:ext cx="3168650" cy="2051050"/>
            </a:xfrm>
            <a:custGeom>
              <a:rect b="b" l="l" r="r" t="t"/>
              <a:pathLst>
                <a:path extrusionOk="0" h="482" w="745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8050213" y="2163763"/>
              <a:ext cx="995363" cy="858838"/>
            </a:xfrm>
            <a:custGeom>
              <a:rect b="b" l="l" r="r" t="t"/>
              <a:pathLst>
                <a:path extrusionOk="0" h="541" w="627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8701088" y="682626"/>
              <a:ext cx="1736725" cy="1149350"/>
            </a:xfrm>
            <a:custGeom>
              <a:rect b="b" l="l" r="r" t="t"/>
              <a:pathLst>
                <a:path extrusionOk="0" h="270" w="408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847013" y="1100138"/>
              <a:ext cx="1730375" cy="1147763"/>
            </a:xfrm>
            <a:custGeom>
              <a:rect b="b" l="l" r="r" t="t"/>
              <a:pathLst>
                <a:path extrusionOk="0" h="270" w="407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561975" cy="84138"/>
            </a:xfrm>
            <a:custGeom>
              <a:rect b="b" l="l" r="r" t="t"/>
              <a:pathLst>
                <a:path extrusionOk="0" h="20" w="132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680450" y="1100138"/>
              <a:ext cx="939800" cy="731838"/>
            </a:xfrm>
            <a:custGeom>
              <a:rect b="b" l="l" r="r" t="t"/>
              <a:pathLst>
                <a:path extrusionOk="0" h="172" w="221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1613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986713" y="573088"/>
              <a:ext cx="98425" cy="101600"/>
            </a:xfrm>
            <a:custGeom>
              <a:rect b="b" l="l" r="r" t="t"/>
              <a:pathLst>
                <a:path extrusionOk="0" h="24" w="23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156575" y="573088"/>
              <a:ext cx="93663" cy="101600"/>
            </a:xfrm>
            <a:custGeom>
              <a:rect b="b" l="l" r="r" t="t"/>
              <a:pathLst>
                <a:path extrusionOk="0" h="24" w="22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05700" y="449263"/>
              <a:ext cx="3144838" cy="2036763"/>
            </a:xfrm>
            <a:custGeom>
              <a:rect b="b" l="l" r="r" t="t"/>
              <a:pathLst>
                <a:path extrusionOk="0" h="479" w="739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148638" y="2503488"/>
              <a:ext cx="600075" cy="9525"/>
            </a:xfrm>
            <a:custGeom>
              <a:rect b="b" l="l" r="r" t="t"/>
              <a:pathLst>
                <a:path extrusionOk="0" h="2" w="141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199438" y="1317626"/>
              <a:ext cx="739775" cy="782638"/>
            </a:xfrm>
            <a:custGeom>
              <a:rect b="b" l="l" r="r" t="t"/>
              <a:pathLst>
                <a:path extrusionOk="0" h="184" w="174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31175" y="1465263"/>
              <a:ext cx="182563" cy="153988"/>
            </a:xfrm>
            <a:custGeom>
              <a:rect b="b" l="l" r="r" t="t"/>
              <a:pathLst>
                <a:path extrusionOk="0" h="36" w="43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097838" y="1419226"/>
              <a:ext cx="122238" cy="139700"/>
            </a:xfrm>
            <a:custGeom>
              <a:rect b="b" l="l" r="r" t="t"/>
              <a:pathLst>
                <a:path extrusionOk="0" h="33" w="29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632825" y="1317626"/>
              <a:ext cx="838200" cy="1147763"/>
            </a:xfrm>
            <a:custGeom>
              <a:rect b="b" l="l" r="r" t="t"/>
              <a:pathLst>
                <a:path extrusionOk="0" h="270" w="197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578850" y="1317626"/>
              <a:ext cx="914400" cy="1190625"/>
            </a:xfrm>
            <a:custGeom>
              <a:rect b="b" l="l" r="r" t="t"/>
              <a:pathLst>
                <a:path extrusionOk="0" h="280" w="215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923338" y="1993901"/>
              <a:ext cx="38100" cy="476250"/>
            </a:xfrm>
            <a:custGeom>
              <a:rect b="b" l="l" r="r" t="t"/>
              <a:pathLst>
                <a:path extrusionOk="0" h="112" w="9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9399588" y="1831976"/>
              <a:ext cx="30163" cy="238125"/>
            </a:xfrm>
            <a:custGeom>
              <a:rect b="b" l="l" r="r" t="t"/>
              <a:pathLst>
                <a:path extrusionOk="0" h="56" w="7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9429750" y="1512888"/>
              <a:ext cx="46038" cy="319088"/>
            </a:xfrm>
            <a:custGeom>
              <a:rect b="b" l="l" r="r" t="t"/>
              <a:pathLst>
                <a:path extrusionOk="0" h="75" w="11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9356725" y="1503363"/>
              <a:ext cx="119063" cy="566738"/>
            </a:xfrm>
            <a:custGeom>
              <a:rect b="b" l="l" r="r" t="t"/>
              <a:pathLst>
                <a:path extrusionOk="0" h="133" w="28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18575" y="989013"/>
              <a:ext cx="331788" cy="430213"/>
            </a:xfrm>
            <a:custGeom>
              <a:rect b="b" l="l" r="r" t="t"/>
              <a:pathLst>
                <a:path extrusionOk="0" h="101" w="78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058275" y="1384301"/>
              <a:ext cx="77788" cy="55563"/>
            </a:xfrm>
            <a:custGeom>
              <a:rect b="b" l="l" r="r" t="t"/>
              <a:pathLst>
                <a:path extrusionOk="0" h="35" w="49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083675" y="1300163"/>
              <a:ext cx="212725" cy="177800"/>
            </a:xfrm>
            <a:custGeom>
              <a:rect b="b" l="l" r="r" t="t"/>
              <a:pathLst>
                <a:path extrusionOk="0" h="42" w="5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977313" y="1381126"/>
              <a:ext cx="80963" cy="33338"/>
            </a:xfrm>
            <a:custGeom>
              <a:rect b="b" l="l" r="r" t="t"/>
              <a:pathLst>
                <a:path extrusionOk="0" h="21" w="51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870950" y="1304926"/>
              <a:ext cx="171450" cy="152400"/>
            </a:xfrm>
            <a:custGeom>
              <a:rect b="b" l="l" r="r" t="t"/>
              <a:pathLst>
                <a:path extrusionOk="0" h="36" w="4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93200" y="1052513"/>
              <a:ext cx="55563" cy="47625"/>
            </a:xfrm>
            <a:custGeom>
              <a:rect b="b" l="l" r="r" t="t"/>
              <a:pathLst>
                <a:path extrusionOk="0" h="30" w="35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037638" y="1100138"/>
              <a:ext cx="55563" cy="42863"/>
            </a:xfrm>
            <a:custGeom>
              <a:rect b="b" l="l" r="r" t="t"/>
              <a:pathLst>
                <a:path extrusionOk="0" h="10" w="13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037638" y="1052513"/>
              <a:ext cx="114300" cy="136525"/>
            </a:xfrm>
            <a:custGeom>
              <a:rect b="b" l="l" r="r" t="t"/>
              <a:pathLst>
                <a:path extrusionOk="0" h="32" w="27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867775" y="611188"/>
              <a:ext cx="169863" cy="314325"/>
            </a:xfrm>
            <a:custGeom>
              <a:rect b="b" l="l" r="r" t="t"/>
              <a:pathLst>
                <a:path extrusionOk="0" h="74" w="4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867775" y="593726"/>
              <a:ext cx="407988" cy="617538"/>
            </a:xfrm>
            <a:custGeom>
              <a:rect b="b" l="l" r="r" t="t"/>
              <a:pathLst>
                <a:path extrusionOk="0" h="145" w="96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118600" y="682626"/>
              <a:ext cx="369888" cy="361950"/>
            </a:xfrm>
            <a:custGeom>
              <a:rect b="b" l="l" r="r" t="t"/>
              <a:pathLst>
                <a:path extrusionOk="0" h="85" w="87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855075" y="538163"/>
              <a:ext cx="496888" cy="247650"/>
            </a:xfrm>
            <a:custGeom>
              <a:rect b="b" l="l" r="r" t="t"/>
              <a:pathLst>
                <a:path extrusionOk="0" h="58" w="117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9288463" y="588963"/>
              <a:ext cx="98425" cy="128588"/>
            </a:xfrm>
            <a:custGeom>
              <a:rect b="b" l="l" r="r" t="t"/>
              <a:pathLst>
                <a:path extrusionOk="0" h="30" w="23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9194800" y="857251"/>
              <a:ext cx="119063" cy="144463"/>
            </a:xfrm>
            <a:custGeom>
              <a:rect b="b" l="l" r="r" t="t"/>
              <a:pathLst>
                <a:path extrusionOk="0" h="34" w="28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32875" y="844551"/>
              <a:ext cx="25400" cy="42863"/>
            </a:xfrm>
            <a:custGeom>
              <a:rect b="b" l="l" r="r" t="t"/>
              <a:pathLst>
                <a:path extrusionOk="0" h="10" w="6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931275" y="869951"/>
              <a:ext cx="50800" cy="111125"/>
            </a:xfrm>
            <a:custGeom>
              <a:rect b="b" l="l" r="r" t="t"/>
              <a:pathLst>
                <a:path extrusionOk="0" h="26" w="12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07475" y="958851"/>
              <a:ext cx="80963" cy="42863"/>
            </a:xfrm>
            <a:custGeom>
              <a:rect b="b" l="l" r="r" t="t"/>
              <a:pathLst>
                <a:path extrusionOk="0" h="10" w="19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63038" y="785813"/>
              <a:ext cx="60325" cy="38100"/>
            </a:xfrm>
            <a:custGeom>
              <a:rect b="b" l="l" r="r" t="t"/>
              <a:pathLst>
                <a:path extrusionOk="0" h="9" w="14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80475" y="781051"/>
              <a:ext cx="55563" cy="46038"/>
            </a:xfrm>
            <a:custGeom>
              <a:rect b="b" l="l" r="r" t="t"/>
              <a:pathLst>
                <a:path extrusionOk="0" h="11" w="13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217025" y="1330326"/>
              <a:ext cx="479425" cy="1003300"/>
            </a:xfrm>
            <a:custGeom>
              <a:rect b="b" l="l" r="r" t="t"/>
              <a:pathLst>
                <a:path extrusionOk="0" h="236" w="113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139238" y="2244726"/>
              <a:ext cx="217488" cy="96838"/>
            </a:xfrm>
            <a:custGeom>
              <a:rect b="b" l="l" r="r" t="t"/>
              <a:pathLst>
                <a:path extrusionOk="0" h="23" w="51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110663" y="2295526"/>
              <a:ext cx="160338" cy="106363"/>
            </a:xfrm>
            <a:custGeom>
              <a:rect b="b" l="l" r="r" t="t"/>
              <a:pathLst>
                <a:path extrusionOk="0" h="25" w="38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5" name="Google Shape;265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ES" sz="60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268" name="Google Shape;26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fmla="val 12488" name="adj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rotWithShape="0" algn="ctr" dir="5400000" dist="127000">
                <a:srgbClr val="000000">
                  <a:alpha val="9411"/>
                </a:srgbClr>
              </a:outerShdw>
            </a:effectLst>
          </p:spPr>
          <p:txBody>
            <a:bodyPr anchorCtr="0" anchor="b" bIns="180000" lIns="216000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1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b="1" i="0" lang="es-ES" sz="5400" u="none" cap="none" strike="noStrik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previo 0.1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1104902" y="1600201"/>
            <a:ext cx="4909644" cy="4792716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Antes de hacer cualquier calculo, intentemos solamente obtener la información.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 obtendremos la edad de las personas del archivo.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archivo tiene una edad por cada registro.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"/>
          <p:cNvSpPr/>
          <p:nvPr/>
        </p:nvSpPr>
        <p:spPr>
          <a:xfrm>
            <a:off x="6177456" y="4698124"/>
            <a:ext cx="5261077" cy="1738914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Abre Spyder, crea este archivo en la misma carpeta que tu archivo .py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78" name="Google Shape;27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5939" y="185138"/>
            <a:ext cx="4104110" cy="4387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previo 0.2</a:t>
            </a:r>
            <a:endParaRPr/>
          </a:p>
        </p:txBody>
      </p:sp>
      <p:sp>
        <p:nvSpPr>
          <p:cNvPr id="284" name="Google Shape;284;p3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3"/>
          <p:cNvSpPr/>
          <p:nvPr/>
        </p:nvSpPr>
        <p:spPr>
          <a:xfrm>
            <a:off x="1104902" y="1600201"/>
            <a:ext cx="4909644" cy="2936173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Probemos otra cosa.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archivo tiene como primer registro la cantidad de edades que vienen después.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6" name="Google Shape;286;p3"/>
          <p:cNvGrpSpPr/>
          <p:nvPr/>
        </p:nvGrpSpPr>
        <p:grpSpPr>
          <a:xfrm>
            <a:off x="6420591" y="1190177"/>
            <a:ext cx="4568045" cy="4110940"/>
            <a:chOff x="6420591" y="1190177"/>
            <a:chExt cx="4568045" cy="4110940"/>
          </a:xfrm>
        </p:grpSpPr>
        <p:pic>
          <p:nvPicPr>
            <p:cNvPr id="287" name="Google Shape;287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545498" y="1190177"/>
              <a:ext cx="4443138" cy="41109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3"/>
            <p:cNvSpPr/>
            <p:nvPr/>
          </p:nvSpPr>
          <p:spPr>
            <a:xfrm>
              <a:off x="7077692" y="2232559"/>
              <a:ext cx="597725" cy="368135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89" name="Google Shape;289;p3"/>
            <p:cNvSpPr/>
            <p:nvPr/>
          </p:nvSpPr>
          <p:spPr>
            <a:xfrm>
              <a:off x="6788727" y="2656114"/>
              <a:ext cx="356260" cy="1650670"/>
            </a:xfrm>
            <a:prstGeom prst="leftBrace">
              <a:avLst>
                <a:gd fmla="val 67222" name="adj1"/>
                <a:gd fmla="val 50000" name="adj2"/>
              </a:avLst>
            </a:prstGeom>
            <a:noFill/>
            <a:ln cap="flat" cmpd="sng" w="3810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90" name="Google Shape;290;p3"/>
            <p:cNvSpPr txBox="1"/>
            <p:nvPr/>
          </p:nvSpPr>
          <p:spPr>
            <a:xfrm>
              <a:off x="6420591" y="3325091"/>
              <a:ext cx="288967" cy="380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s-ES" sz="1800" u="none" cap="none" strike="noStrike">
                  <a:solidFill>
                    <a:srgbClr val="FF0000"/>
                  </a:solidFill>
                  <a:latin typeface="Poppins"/>
                  <a:ea typeface="Poppins"/>
                  <a:cs typeface="Poppins"/>
                  <a:sym typeface="Poppins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previo 0.3</a:t>
            </a:r>
            <a:endParaRPr/>
          </a:p>
        </p:txBody>
      </p:sp>
      <p:sp>
        <p:nvSpPr>
          <p:cNvPr id="296" name="Google Shape;296;p4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1104902" y="1600200"/>
            <a:ext cx="4909644" cy="3854531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otro tiene diferentes edades, pero son correctas hasta antes de la palabra fin. El resto son datos incorrectos.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Obtén solo los registro válidos.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01964" y="929886"/>
            <a:ext cx="3709580" cy="420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previo 0.4</a:t>
            </a:r>
            <a:endParaRPr/>
          </a:p>
        </p:txBody>
      </p:sp>
      <p:sp>
        <p:nvSpPr>
          <p:cNvPr id="304" name="Google Shape;304;p5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1104902" y="1600201"/>
            <a:ext cx="5509654" cy="4641845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Aquí el primer registro nos dice la cantidad de personas que habrá, luego aparecen sus nombres y al final las edades relacionadas a cada nombre anterior.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Enfócate solo en obtener la edad. El nombre no importa en esta ocasión.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8759" y="914740"/>
            <a:ext cx="4031991" cy="5028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previo 0.5</a:t>
            </a:r>
            <a:endParaRPr/>
          </a:p>
        </p:txBody>
      </p:sp>
      <p:sp>
        <p:nvSpPr>
          <p:cNvPr id="312" name="Google Shape;312;p6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1104902" y="1600202"/>
            <a:ext cx="4881670" cy="3193472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caso hay un solo registro. El primer campo indica la cantidad de personas y luego aparece el nombre y edad de cada 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7425" y="1671479"/>
            <a:ext cx="5740083" cy="3050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7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1</a:t>
            </a:r>
            <a:endParaRPr/>
          </a:p>
        </p:txBody>
      </p:sp>
      <p:sp>
        <p:nvSpPr>
          <p:cNvPr id="320" name="Google Shape;320;p7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7"/>
          <p:cNvSpPr/>
          <p:nvPr/>
        </p:nvSpPr>
        <p:spPr>
          <a:xfrm>
            <a:off x="1104902" y="1600201"/>
            <a:ext cx="4909644" cy="4792716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archivo aparece por cada registro: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Número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 pide: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el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el promedio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el máximo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Calcular el mínimo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2" name="Google Shape;322;p7"/>
          <p:cNvPicPr preferRelativeResize="0"/>
          <p:nvPr/>
        </p:nvPicPr>
        <p:blipFill rotWithShape="1">
          <a:blip r:embed="rId3">
            <a:alphaModFix/>
          </a:blip>
          <a:srcRect b="1888" l="2175" r="1737" t="1980"/>
          <a:stretch/>
        </p:blipFill>
        <p:spPr>
          <a:xfrm>
            <a:off x="6761755" y="615954"/>
            <a:ext cx="4092478" cy="3852894"/>
          </a:xfrm>
          <a:prstGeom prst="roundRect">
            <a:avLst>
              <a:gd fmla="val 2304" name="adj"/>
            </a:avLst>
          </a:prstGeom>
          <a:noFill/>
          <a:ln>
            <a:noFill/>
          </a:ln>
        </p:spPr>
      </p:pic>
      <p:sp>
        <p:nvSpPr>
          <p:cNvPr id="323" name="Google Shape;323;p7"/>
          <p:cNvSpPr/>
          <p:nvPr/>
        </p:nvSpPr>
        <p:spPr>
          <a:xfrm>
            <a:off x="6177456" y="4698124"/>
            <a:ext cx="5261077" cy="1738914"/>
          </a:xfrm>
          <a:prstGeom prst="roundRect">
            <a:avLst>
              <a:gd fmla="val 17701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180000" spcFirstLastPara="1" rIns="18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Abre Spyder, crea este archivo en la misma carpeta que tu archivo .py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8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2</a:t>
            </a:r>
            <a:endParaRPr/>
          </a:p>
        </p:txBody>
      </p:sp>
      <p:sp>
        <p:nvSpPr>
          <p:cNvPr id="329" name="Google Shape;329;p8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1104902" y="1824125"/>
            <a:ext cx="4909644" cy="4344867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este archivo tenemos la </a:t>
            </a:r>
            <a:r>
              <a:rPr b="1" i="0" lang="es-ES" sz="2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información de vuelos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donde aparece por cada registro: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Ciudad origen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Ciudad destino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Cantidad de pasajeros transportados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8"/>
          <p:cNvPicPr preferRelativeResize="0"/>
          <p:nvPr/>
        </p:nvPicPr>
        <p:blipFill rotWithShape="1">
          <a:blip r:embed="rId3">
            <a:alphaModFix/>
          </a:blip>
          <a:srcRect b="1276" l="1374" r="675" t="2201"/>
          <a:stretch/>
        </p:blipFill>
        <p:spPr>
          <a:xfrm>
            <a:off x="6376496" y="1824125"/>
            <a:ext cx="4653454" cy="4344867"/>
          </a:xfrm>
          <a:prstGeom prst="roundRect">
            <a:avLst>
              <a:gd fmla="val 1782" name="adj"/>
            </a:avLst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9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2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1104900" y="1600201"/>
            <a:ext cx="9925049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Según el archivo </a:t>
            </a:r>
            <a:r>
              <a:rPr b="1" i="0" lang="es-ES" sz="18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vuelos</a:t>
            </a: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crea un programa que determine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Cantidad total de vuelos realizados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Cantidad de vuelos realizados hacia la ciudad de Santiago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Promedio de pasajeros transportados en los vuelos cuyo origen fue Antofagasta o Santiago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¿Cuál fue el nombre de la ciudad de destino del viaje con más pasajeros? Considera que es una 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¿Cuál fue el nombre de la ciudad de origen con el viaje con menos pasajeros? Considera que es una sola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AutoNum type="arabicPeriod"/>
            </a:pPr>
            <a:r>
              <a:rPr b="0" i="0" lang="es-E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Porcentaje de vuelos que transportaron menos de 100 personas con respecto al total de vuelos</a:t>
            </a:r>
            <a:endParaRPr b="0" i="0" sz="2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698068" y="2439999"/>
            <a:ext cx="5408082" cy="3244828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Este archivo contiene la información de los empleados (nombre y edad) de las </a:t>
            </a:r>
            <a:r>
              <a:rPr b="1" i="0" lang="es-ES" sz="2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sucursales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</a:t>
            </a:r>
            <a:r>
              <a:rPr b="1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Antofagasta</a:t>
            </a: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</a:t>
            </a:r>
            <a:r>
              <a:rPr b="1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Calama y La Serena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6" name="Google Shape;346;p10"/>
          <p:cNvPicPr preferRelativeResize="0"/>
          <p:nvPr/>
        </p:nvPicPr>
        <p:blipFill rotWithShape="1">
          <a:blip r:embed="rId3">
            <a:alphaModFix/>
          </a:blip>
          <a:srcRect b="2416" l="3287" r="3590" t="2862"/>
          <a:stretch/>
        </p:blipFill>
        <p:spPr>
          <a:xfrm>
            <a:off x="1266825" y="1924050"/>
            <a:ext cx="2968625" cy="4276726"/>
          </a:xfrm>
          <a:prstGeom prst="roundRect">
            <a:avLst>
              <a:gd fmla="val 2442" name="adj"/>
            </a:avLst>
          </a:prstGeom>
          <a:noFill/>
          <a:ln>
            <a:noFill/>
          </a:ln>
        </p:spPr>
      </p:pic>
      <p:cxnSp>
        <p:nvCxnSpPr>
          <p:cNvPr id="347" name="Google Shape;347;p10"/>
          <p:cNvCxnSpPr/>
          <p:nvPr/>
        </p:nvCxnSpPr>
        <p:spPr>
          <a:xfrm rot="10800000">
            <a:off x="2912533" y="2870200"/>
            <a:ext cx="2277534" cy="211667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8" name="Google Shape;348;p10"/>
          <p:cNvCxnSpPr/>
          <p:nvPr/>
        </p:nvCxnSpPr>
        <p:spPr>
          <a:xfrm flipH="1">
            <a:off x="2751137" y="4251855"/>
            <a:ext cx="2565930" cy="125412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9" name="Google Shape;349;p10"/>
          <p:cNvCxnSpPr/>
          <p:nvPr/>
        </p:nvCxnSpPr>
        <p:spPr>
          <a:xfrm rot="10800000">
            <a:off x="2396067" y="3708400"/>
            <a:ext cx="2438400" cy="67734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1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5719762" y="1132439"/>
            <a:ext cx="5408082" cy="2465101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 la </a:t>
            </a:r>
            <a:r>
              <a:rPr b="1" i="0" lang="es-ES" sz="2400" u="none" cap="none" strike="noStrike">
                <a:solidFill>
                  <a:schemeClr val="accent6"/>
                </a:solidFill>
                <a:latin typeface="Poppins"/>
                <a:ea typeface="Poppins"/>
                <a:cs typeface="Poppins"/>
                <a:sym typeface="Poppins"/>
              </a:rPr>
              <a:t>sucursal</a:t>
            </a: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 Calama hay </a:t>
            </a:r>
            <a:r>
              <a:rPr b="1" i="0" lang="es-ES" sz="24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dos</a:t>
            </a: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trabajadores: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1" i="0" lang="es-ES" sz="2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Ítalo con 24 años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b="1" i="0" lang="es-ES" sz="24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Sebastián con 21 años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p11"/>
          <p:cNvPicPr preferRelativeResize="0"/>
          <p:nvPr/>
        </p:nvPicPr>
        <p:blipFill rotWithShape="1">
          <a:blip r:embed="rId3">
            <a:alphaModFix/>
          </a:blip>
          <a:srcRect b="2416" l="3287" r="3590" t="2862"/>
          <a:stretch/>
        </p:blipFill>
        <p:spPr>
          <a:xfrm>
            <a:off x="1007006" y="1622346"/>
            <a:ext cx="3469746" cy="4998662"/>
          </a:xfrm>
          <a:prstGeom prst="roundRect">
            <a:avLst>
              <a:gd fmla="val 2442" name="adj"/>
            </a:avLst>
          </a:prstGeom>
          <a:noFill/>
          <a:ln>
            <a:noFill/>
          </a:ln>
        </p:spPr>
      </p:pic>
      <p:cxnSp>
        <p:nvCxnSpPr>
          <p:cNvPr id="358" name="Google Shape;358;p11"/>
          <p:cNvCxnSpPr/>
          <p:nvPr/>
        </p:nvCxnSpPr>
        <p:spPr>
          <a:xfrm rot="10800000">
            <a:off x="2662452" y="4189411"/>
            <a:ext cx="910168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9" name="Google Shape;359;p11"/>
          <p:cNvCxnSpPr/>
          <p:nvPr/>
        </p:nvCxnSpPr>
        <p:spPr>
          <a:xfrm rot="10800000">
            <a:off x="2232820" y="3969078"/>
            <a:ext cx="101838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0" name="Google Shape;360;p11"/>
          <p:cNvCxnSpPr/>
          <p:nvPr/>
        </p:nvCxnSpPr>
        <p:spPr>
          <a:xfrm rot="10800000">
            <a:off x="2319867" y="3752224"/>
            <a:ext cx="1339320" cy="6977"/>
          </a:xfrm>
          <a:prstGeom prst="straightConnector1">
            <a:avLst/>
          </a:prstGeom>
          <a:noFill/>
          <a:ln cap="flat" cmpd="sng" w="76200">
            <a:solidFill>
              <a:schemeClr val="accent6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361" name="Google Shape;361;p11"/>
          <p:cNvSpPr/>
          <p:nvPr/>
        </p:nvSpPr>
        <p:spPr>
          <a:xfrm>
            <a:off x="1064156" y="2546978"/>
            <a:ext cx="1799544" cy="1050562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064156" y="4360333"/>
            <a:ext cx="1799544" cy="1580092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lg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5719762" y="3759201"/>
            <a:ext cx="5408082" cy="2465101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ES" sz="2400" u="none" cap="none" strike="noStrik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rPr>
              <a:t>Sí, está un poco difícil de entender. </a:t>
            </a:r>
            <a:r>
              <a:rPr b="0" i="0" lang="es-ES" sz="2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Lee el archivo de texto con detención. Si no entiendes pregúntale al profesor o ayudante.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2"/>
          <p:cNvSpPr txBox="1"/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369" name="Google Shape;369;p12"/>
          <p:cNvSpPr txBox="1"/>
          <p:nvPr/>
        </p:nvSpPr>
        <p:spPr>
          <a:xfrm>
            <a:off x="1112989" y="615954"/>
            <a:ext cx="1549463" cy="3139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04: 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1104900" y="1600201"/>
            <a:ext cx="9925049" cy="4904294"/>
          </a:xfrm>
          <a:prstGeom prst="roundRect">
            <a:avLst>
              <a:gd fmla="val 5915" name="adj"/>
            </a:avLst>
          </a:prstGeom>
          <a:solidFill>
            <a:srgbClr val="FFFFFF"/>
          </a:solidFill>
          <a:ln>
            <a:noFill/>
          </a:ln>
        </p:spPr>
        <p:txBody>
          <a:bodyPr anchorCtr="1" anchor="ctr" bIns="0" lIns="360000" spcFirstLastPara="1" rIns="36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Según el archivo </a:t>
            </a:r>
            <a:r>
              <a:rPr b="1" i="0" lang="es-ES" sz="16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sucursales</a:t>
            </a: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. Crea un programa que determine lo siguiente: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nombre de la sucursal que tiene la mayor cantidad de empleados. Suponga que existe solo una.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Promedio de edad de trabajadores de cada sucursal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nombre del empleado con la edad mayor entre todas las sucursales.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Porcentajes de empleados cuya edad se encuentra entre 25 y 30 años (ambos inclusive)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nombre del empleado que tiene 33 años. Además se debe desplegar en qué sucursal trabaja.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AutoNum type="arabicPeriod"/>
            </a:pPr>
            <a:r>
              <a:rPr b="0" i="0" lang="es-ES" sz="16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Desplegar la sucursal con la ponderación menor. La ponderación de cada sucursal se calcula de la siguiente manera: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ES" sz="1600" u="none" cap="none" strike="noStrik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número de empleados * 10 + promedio de edad de sus trabajadores * 0.5</a:t>
            </a:r>
            <a:endParaRPr b="0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>
    <mc:Choice Requires="p14">
      <p:transition>
        <p14:reveal dir="l"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2020-12-19T16:12:24Z</dcterms:created>
  <dc:creator>Munkhuu</dc:creator>
</cp:coreProperties>
</file>