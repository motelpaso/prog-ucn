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5afcPaww4F4qfecpiiStdBya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16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16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16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17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17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17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1" name="Google Shape;31;p18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4" name="Google Shape;34;p19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19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19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21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21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21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21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2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22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22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22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22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23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9411"/>
              </a:srgbClr>
            </a:outerShdw>
          </a:effectLst>
        </p:spPr>
      </p:sp>
      <p:sp>
        <p:nvSpPr>
          <p:cNvPr id="63" name="Google Shape;63;p26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27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27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28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28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28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28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28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28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28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2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29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29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29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29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29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29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29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2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30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30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30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30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30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30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30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30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30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31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31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31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31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31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31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32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32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2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115" name="Google Shape;115;p32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32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33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33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33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33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33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5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1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104900" y="1600201"/>
            <a:ext cx="9925049" cy="3901965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Crear una función que calcula el factorial de un número.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¿Qué es el factorial?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Cantidad que resulta de la multiplicación de determinado número natural por todos los números naturales que le anteceden excluyendo el cero; se representa por n!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definición el factorial de 0 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factorial de 4 es: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4*3*2*1 =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282" name="Google Shape;282;p3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tiene un archivo de texto llamado “rangos.txt” que contiene por cada registro el rango inicial y el rango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Desplegar la suma de todas las distancias entre todos los rangos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y 3: 1 valor de distancia que es el número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 y 8: 1 valor de distancia que sería el número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9 y 12: 2 valores de distancias (10 y 11)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y 9: 7 valores de distancia (2, 3, 4, 5, 6, 7, 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 suma sería 1 + 1 + 2 + 7 =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4661" y="3791608"/>
            <a:ext cx="1608690" cy="2280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290" name="Google Shape;290;p4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1104900" y="1600201"/>
            <a:ext cx="9925049" cy="395714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lee desde teclado la cantidad de figuras geométricas a procesar.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Luego, por cada figura se pregunta si es un triángulo, un rectángulo o un círculo.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un triángulo se pregunta además la base y la altura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un rectángulo se pregunta su largo y su ancho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un círculo se pregunta su radio, considerando el valor de pi = 3.14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Después de leer todos los datos despliegue el nombre de la figura con el área mayor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4</a:t>
            </a:r>
            <a:endParaRPr/>
          </a:p>
        </p:txBody>
      </p:sp>
      <p:sp>
        <p:nvSpPr>
          <p:cNvPr id="297" name="Google Shape;297;p5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1104900" y="1600201"/>
            <a:ext cx="9925049" cy="2680137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Construya una función llamada “esPrimo” que acepte un número entero como parámetro, y retorne True o False dependiendo si el valor es o no primo.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Después, usando esa función, construya otra función que reciba un número “i” como parámetro, y que retorne el i-ésimo número primo. Para construir esta función (llamada “iesimoPrimo”), use la función que construyó en el paso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5</a:t>
            </a:r>
            <a:endParaRPr/>
          </a:p>
        </p:txBody>
      </p:sp>
      <p:sp>
        <p:nvSpPr>
          <p:cNvPr id="304" name="Google Shape;304;p6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104900" y="1600201"/>
            <a:ext cx="9925049" cy="3050627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Construya una función que reciba un número “n” como parámetro, y calcule un nuevo número “n” de acuerdo a la siguiente regla: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n es par, n=n/2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n es impar, n=3n+1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Repita el proceso hasta que “n” sea igual a 1 y retorne la cantidad de iteraciones que hubo que realizar hasta llegar a “1”.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6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1104900" y="1600202"/>
            <a:ext cx="9925049" cy="3373820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Construya una función que calcule la distancia recorrida por un vehículo a partir de su velocidad y tiempo transcurrido: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def distancia(vel, tiempo)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la función para generar una tabla con distancia recorrida desde el tiempo 0 hasta el tiempo N, leyendo N desde el teclado.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*Considere que el vehículo no acelera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7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1104900" y="1600202"/>
            <a:ext cx="9925049" cy="3105805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Construya una función que calcule la distancia recorrida por un vehículo a partir de su velocidad inicial, aceleración y tiempo transcurrido: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def distancia(vel, acc, tiempo)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la función para generar una tabla con distancia recorrida desde el tiempo 0 hasta el tiempo N, leyendo ACC y N desde el teclado.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8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1112989" y="615954"/>
            <a:ext cx="1551066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07: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1104900" y="1805152"/>
            <a:ext cx="4436679" cy="2900855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las funciones anteriores para imprimir una tabla con posiciones para un objeto que se dispara con ángulo A y se mueve bajo la influencia de la gravedad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&#10;&#10;Description automatically generated" id="327" name="Google Shape;327;p9"/>
          <p:cNvPicPr preferRelativeResize="0"/>
          <p:nvPr/>
        </p:nvPicPr>
        <p:blipFill rotWithShape="1">
          <a:blip r:embed="rId3">
            <a:alphaModFix/>
          </a:blip>
          <a:srcRect b="3061" l="960" r="841" t="1944"/>
          <a:stretch/>
        </p:blipFill>
        <p:spPr>
          <a:xfrm>
            <a:off x="5833242" y="1805152"/>
            <a:ext cx="5651937" cy="2695903"/>
          </a:xfrm>
          <a:prstGeom prst="roundRect">
            <a:avLst>
              <a:gd fmla="val 8144" name="adj"/>
            </a:avLst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