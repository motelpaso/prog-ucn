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6858000" cx="12192000"/>
  <p:notesSz cx="6858000" cy="9144000"/>
  <p:embeddedFontLst>
    <p:embeddedFont>
      <p:font typeface="Poppins"/>
      <p:bold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0" roundtripDataSignature="AMtx7mjbRR0VD3Zh+9nKbHoVxmdYdUkR2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1C95931-710A-48D2-B5DE-7CCCB03A2430}">
  <a:tblStyle styleId="{41C95931-710A-48D2-B5DE-7CCCB03A2430}" styleName="Table_0">
    <a:wholeTbl>
      <a:tcTxStyle b="off" i="off">
        <a:font>
          <a:latin typeface="Poppins"/>
          <a:ea typeface="Poppins"/>
          <a:cs typeface="Poppins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6E9FE"/>
          </a:solidFill>
        </a:fill>
      </a:tcStyle>
    </a:wholeTbl>
    <a:band1H>
      <a:tcTxStyle/>
      <a:tcStyle>
        <a:fill>
          <a:solidFill>
            <a:srgbClr val="CAD1FD"/>
          </a:solidFill>
        </a:fill>
      </a:tcStyle>
    </a:band1H>
    <a:band2H>
      <a:tcTxStyle/>
    </a:band2H>
    <a:band1V>
      <a:tcTxStyle/>
      <a:tcStyle>
        <a:fill>
          <a:solidFill>
            <a:srgbClr val="CAD1FD"/>
          </a:solidFill>
        </a:fill>
      </a:tcStyle>
    </a:band1V>
    <a:band2V>
      <a:tcTxStyle/>
    </a:band2V>
    <a:lastCol>
      <a:tcTxStyle b="on" i="off">
        <a:font>
          <a:latin typeface="Poppins"/>
          <a:ea typeface="Poppins"/>
          <a:cs typeface="Poppins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Poppins"/>
          <a:ea typeface="Poppins"/>
          <a:cs typeface="Poppins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Poppins"/>
          <a:ea typeface="Poppins"/>
          <a:cs typeface="Poppins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Poppins"/>
          <a:ea typeface="Poppins"/>
          <a:cs typeface="Poppins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Poppins-bold.fntdata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Poppins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8_Title Slide">
  <p:cSld name="28_Title Slid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5"/>
          <p:cNvSpPr/>
          <p:nvPr>
            <p:ph idx="2" type="pic"/>
          </p:nvPr>
        </p:nvSpPr>
        <p:spPr>
          <a:xfrm>
            <a:off x="6719886" y="0"/>
            <a:ext cx="3828041" cy="6858000"/>
          </a:xfrm>
          <a:prstGeom prst="roundRect">
            <a:avLst>
              <a:gd fmla="val 8622" name="adj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12" name="Google Shape;12;p25"/>
          <p:cNvSpPr txBox="1"/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6"/>
          <p:cNvSpPr txBox="1"/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1_Custom Layout">
  <p:cSld name="21_Custom Layou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7"/>
          <p:cNvSpPr txBox="1"/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_Custom Layout">
  <p:cSld name="12_Custom Layou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8"/>
          <p:cNvSpPr txBox="1"/>
          <p:nvPr>
            <p:ph type="title"/>
          </p:nvPr>
        </p:nvSpPr>
        <p:spPr>
          <a:xfrm>
            <a:off x="1119187" y="724094"/>
            <a:ext cx="9953625" cy="9618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oppins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ustom Layout">
  <p:cSld name="1_Custom Layou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9"/>
          <p:cNvSpPr/>
          <p:nvPr>
            <p:ph idx="2" type="pic"/>
          </p:nvPr>
        </p:nvSpPr>
        <p:spPr>
          <a:xfrm>
            <a:off x="1104900" y="1390909"/>
            <a:ext cx="2691687" cy="2938495"/>
          </a:xfrm>
          <a:prstGeom prst="roundRect">
            <a:avLst>
              <a:gd fmla="val 6405" name="adj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21" name="Google Shape;21;p29"/>
          <p:cNvSpPr/>
          <p:nvPr>
            <p:ph idx="3" type="pic"/>
          </p:nvPr>
        </p:nvSpPr>
        <p:spPr>
          <a:xfrm>
            <a:off x="4238625" y="1390909"/>
            <a:ext cx="2691687" cy="2938495"/>
          </a:xfrm>
          <a:prstGeom prst="roundRect">
            <a:avLst>
              <a:gd fmla="val 6405" name="adj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22" name="Google Shape;22;p29"/>
          <p:cNvSpPr/>
          <p:nvPr>
            <p:ph idx="4" type="pic"/>
          </p:nvPr>
        </p:nvSpPr>
        <p:spPr>
          <a:xfrm>
            <a:off x="7372350" y="1390909"/>
            <a:ext cx="2691687" cy="2938495"/>
          </a:xfrm>
          <a:prstGeom prst="roundRect">
            <a:avLst>
              <a:gd fmla="val 6405" name="adj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23" name="Google Shape;23;p29"/>
          <p:cNvSpPr/>
          <p:nvPr/>
        </p:nvSpPr>
        <p:spPr>
          <a:xfrm>
            <a:off x="10506075" y="1390909"/>
            <a:ext cx="2089863" cy="2938495"/>
          </a:xfrm>
          <a:prstGeom prst="roundRect">
            <a:avLst>
              <a:gd fmla="val 6759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Custom Layout">
  <p:cSld name="2_Custom Layou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0"/>
          <p:cNvSpPr/>
          <p:nvPr>
            <p:ph idx="2" type="pic"/>
          </p:nvPr>
        </p:nvSpPr>
        <p:spPr>
          <a:xfrm>
            <a:off x="2124075" y="1390909"/>
            <a:ext cx="2691687" cy="2938495"/>
          </a:xfrm>
          <a:prstGeom prst="roundRect">
            <a:avLst>
              <a:gd fmla="val 6405" name="adj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26" name="Google Shape;26;p30"/>
          <p:cNvSpPr/>
          <p:nvPr>
            <p:ph idx="3" type="pic"/>
          </p:nvPr>
        </p:nvSpPr>
        <p:spPr>
          <a:xfrm>
            <a:off x="5257800" y="1390909"/>
            <a:ext cx="2691687" cy="2938495"/>
          </a:xfrm>
          <a:prstGeom prst="roundRect">
            <a:avLst>
              <a:gd fmla="val 6405" name="adj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27" name="Google Shape;27;p30"/>
          <p:cNvSpPr/>
          <p:nvPr>
            <p:ph idx="4" type="pic"/>
          </p:nvPr>
        </p:nvSpPr>
        <p:spPr>
          <a:xfrm>
            <a:off x="8391525" y="1390909"/>
            <a:ext cx="2691687" cy="2938495"/>
          </a:xfrm>
          <a:prstGeom prst="roundRect">
            <a:avLst>
              <a:gd fmla="val 6405" name="adj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28" name="Google Shape;28;p30"/>
          <p:cNvSpPr/>
          <p:nvPr/>
        </p:nvSpPr>
        <p:spPr>
          <a:xfrm>
            <a:off x="-407826" y="1390908"/>
            <a:ext cx="2089863" cy="2938495"/>
          </a:xfrm>
          <a:prstGeom prst="roundRect">
            <a:avLst>
              <a:gd fmla="val 6759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Custom Layout">
  <p:cSld name="3_Custom Layou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1"/>
          <p:cNvSpPr/>
          <p:nvPr>
            <p:ph idx="2" type="pic"/>
          </p:nvPr>
        </p:nvSpPr>
        <p:spPr>
          <a:xfrm>
            <a:off x="1514475" y="1733809"/>
            <a:ext cx="9172575" cy="2933441"/>
          </a:xfrm>
          <a:prstGeom prst="roundRect">
            <a:avLst>
              <a:gd fmla="val 6405" name="adj"/>
            </a:avLst>
          </a:prstGeom>
          <a:solidFill>
            <a:srgbClr val="CADDFF"/>
          </a:solidFill>
          <a:ln>
            <a:noFill/>
          </a:ln>
          <a:effectLst>
            <a:outerShdw blurRad="381000" rotWithShape="0" algn="ctr" dir="5400000" dist="127000">
              <a:srgbClr val="000000">
                <a:alpha val="29803"/>
              </a:srgbClr>
            </a:outerShdw>
          </a:effectLst>
        </p:spPr>
      </p:sp>
      <p:sp>
        <p:nvSpPr>
          <p:cNvPr id="31" name="Google Shape;31;p31"/>
          <p:cNvSpPr/>
          <p:nvPr/>
        </p:nvSpPr>
        <p:spPr>
          <a:xfrm>
            <a:off x="4481511" y="-247650"/>
            <a:ext cx="3228975" cy="1152784"/>
          </a:xfrm>
          <a:prstGeom prst="roundRect">
            <a:avLst>
              <a:gd fmla="val 6759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Custom Layout">
  <p:cSld name="4_Custom Layou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2"/>
          <p:cNvSpPr/>
          <p:nvPr>
            <p:ph idx="2" type="pic"/>
          </p:nvPr>
        </p:nvSpPr>
        <p:spPr>
          <a:xfrm>
            <a:off x="2130295" y="2789853"/>
            <a:ext cx="1928521" cy="2567862"/>
          </a:xfrm>
          <a:prstGeom prst="roundRect">
            <a:avLst>
              <a:gd fmla="val 6405" name="adj"/>
            </a:avLst>
          </a:prstGeom>
          <a:solidFill>
            <a:srgbClr val="CADDFF"/>
          </a:solidFill>
          <a:ln>
            <a:noFill/>
          </a:ln>
          <a:effectLst>
            <a:outerShdw blurRad="381000" rotWithShape="0" algn="ctr" dir="5400000" dist="127000">
              <a:srgbClr val="000000">
                <a:alpha val="29803"/>
              </a:srgbClr>
            </a:outerShdw>
          </a:effectLst>
        </p:spPr>
      </p:sp>
      <p:sp>
        <p:nvSpPr>
          <p:cNvPr id="34" name="Google Shape;34;p32"/>
          <p:cNvSpPr/>
          <p:nvPr/>
        </p:nvSpPr>
        <p:spPr>
          <a:xfrm>
            <a:off x="-547591" y="2789853"/>
            <a:ext cx="1928521" cy="2567862"/>
          </a:xfrm>
          <a:prstGeom prst="roundRect">
            <a:avLst>
              <a:gd fmla="val 6759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5" name="Google Shape;35;p32"/>
          <p:cNvSpPr/>
          <p:nvPr/>
        </p:nvSpPr>
        <p:spPr>
          <a:xfrm>
            <a:off x="11663005" y="2789853"/>
            <a:ext cx="1928521" cy="2567862"/>
          </a:xfrm>
          <a:prstGeom prst="roundRect">
            <a:avLst>
              <a:gd fmla="val 6759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6" name="Google Shape;36;p32"/>
          <p:cNvSpPr txBox="1"/>
          <p:nvPr>
            <p:ph type="title"/>
          </p:nvPr>
        </p:nvSpPr>
        <p:spPr>
          <a:xfrm>
            <a:off x="1119187" y="1019369"/>
            <a:ext cx="9953625" cy="9618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oppins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Custom Layout">
  <p:cSld name="5_Custom Layou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3"/>
          <p:cNvSpPr/>
          <p:nvPr>
            <p:ph idx="2" type="pic"/>
          </p:nvPr>
        </p:nvSpPr>
        <p:spPr>
          <a:xfrm>
            <a:off x="0" y="0"/>
            <a:ext cx="10544175" cy="3924300"/>
          </a:xfrm>
          <a:prstGeom prst="rect">
            <a:avLst/>
          </a:prstGeom>
          <a:solidFill>
            <a:srgbClr val="CADDFF"/>
          </a:solidFill>
          <a:ln>
            <a:noFill/>
          </a:ln>
          <a:effectLst>
            <a:outerShdw blurRad="381000" rotWithShape="0" algn="ctr" dir="5400000" dist="127000">
              <a:srgbClr val="000000">
                <a:alpha val="29803"/>
              </a:srgbClr>
            </a:outerShdw>
          </a:effectLst>
        </p:spPr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25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Custom Layout">
  <p:cSld name="6_Custom Layou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4"/>
          <p:cNvSpPr txBox="1"/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34"/>
          <p:cNvSpPr/>
          <p:nvPr>
            <p:ph idx="2" type="pic"/>
          </p:nvPr>
        </p:nvSpPr>
        <p:spPr>
          <a:xfrm>
            <a:off x="1104900" y="2676524"/>
            <a:ext cx="1904999" cy="2181226"/>
          </a:xfrm>
          <a:prstGeom prst="roundRect">
            <a:avLst>
              <a:gd fmla="val 6405" name="adj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42" name="Google Shape;42;p34"/>
          <p:cNvSpPr/>
          <p:nvPr>
            <p:ph idx="3" type="pic"/>
          </p:nvPr>
        </p:nvSpPr>
        <p:spPr>
          <a:xfrm>
            <a:off x="3170875" y="2676524"/>
            <a:ext cx="1904999" cy="2181226"/>
          </a:xfrm>
          <a:prstGeom prst="roundRect">
            <a:avLst>
              <a:gd fmla="val 6405" name="adj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43" name="Google Shape;43;p34"/>
          <p:cNvSpPr/>
          <p:nvPr>
            <p:ph idx="4" type="pic"/>
          </p:nvPr>
        </p:nvSpPr>
        <p:spPr>
          <a:xfrm>
            <a:off x="5236850" y="2676524"/>
            <a:ext cx="1904999" cy="2181226"/>
          </a:xfrm>
          <a:prstGeom prst="roundRect">
            <a:avLst>
              <a:gd fmla="val 6405" name="adj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44" name="Google Shape;44;p34"/>
          <p:cNvSpPr/>
          <p:nvPr>
            <p:ph idx="5" type="pic"/>
          </p:nvPr>
        </p:nvSpPr>
        <p:spPr>
          <a:xfrm>
            <a:off x="7302825" y="2676524"/>
            <a:ext cx="1904999" cy="2181226"/>
          </a:xfrm>
          <a:prstGeom prst="roundRect">
            <a:avLst>
              <a:gd fmla="val 6405" name="adj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45" name="Google Shape;45;p34"/>
          <p:cNvSpPr/>
          <p:nvPr>
            <p:ph idx="6" type="pic"/>
          </p:nvPr>
        </p:nvSpPr>
        <p:spPr>
          <a:xfrm>
            <a:off x="9362601" y="2676524"/>
            <a:ext cx="1904999" cy="2181226"/>
          </a:xfrm>
          <a:prstGeom prst="roundRect">
            <a:avLst>
              <a:gd fmla="val 6405" name="adj"/>
            </a:avLst>
          </a:prstGeom>
          <a:solidFill>
            <a:srgbClr val="CADDFF"/>
          </a:solidFill>
          <a:ln>
            <a:noFill/>
          </a:ln>
        </p:spPr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2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7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2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Custom Layout">
  <p:cSld name="7_Custom Layou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47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2108058"/>
            <a:ext cx="12192000" cy="2172372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35"/>
          <p:cNvSpPr txBox="1"/>
          <p:nvPr>
            <p:ph type="title"/>
          </p:nvPr>
        </p:nvSpPr>
        <p:spPr>
          <a:xfrm>
            <a:off x="1119187" y="1019369"/>
            <a:ext cx="9953625" cy="9618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oppins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35"/>
          <p:cNvSpPr/>
          <p:nvPr>
            <p:ph idx="2" type="pic"/>
          </p:nvPr>
        </p:nvSpPr>
        <p:spPr>
          <a:xfrm>
            <a:off x="1767373" y="2349499"/>
            <a:ext cx="1904999" cy="2178051"/>
          </a:xfrm>
          <a:prstGeom prst="roundRect">
            <a:avLst>
              <a:gd fmla="val 6405" name="adj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50" name="Google Shape;50;p35"/>
          <p:cNvSpPr/>
          <p:nvPr>
            <p:ph idx="3" type="pic"/>
          </p:nvPr>
        </p:nvSpPr>
        <p:spPr>
          <a:xfrm>
            <a:off x="4021623" y="2349499"/>
            <a:ext cx="1904999" cy="2178051"/>
          </a:xfrm>
          <a:prstGeom prst="roundRect">
            <a:avLst>
              <a:gd fmla="val 6405" name="adj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51" name="Google Shape;51;p35"/>
          <p:cNvSpPr/>
          <p:nvPr>
            <p:ph idx="4" type="pic"/>
          </p:nvPr>
        </p:nvSpPr>
        <p:spPr>
          <a:xfrm>
            <a:off x="6275873" y="2349499"/>
            <a:ext cx="1904999" cy="2178051"/>
          </a:xfrm>
          <a:prstGeom prst="roundRect">
            <a:avLst>
              <a:gd fmla="val 6405" name="adj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52" name="Google Shape;52;p35"/>
          <p:cNvSpPr/>
          <p:nvPr>
            <p:ph idx="5" type="pic"/>
          </p:nvPr>
        </p:nvSpPr>
        <p:spPr>
          <a:xfrm>
            <a:off x="8530123" y="2349499"/>
            <a:ext cx="1904999" cy="2178051"/>
          </a:xfrm>
          <a:prstGeom prst="roundRect">
            <a:avLst>
              <a:gd fmla="val 6405" name="adj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53" name="Google Shape;53;p35"/>
          <p:cNvSpPr/>
          <p:nvPr/>
        </p:nvSpPr>
        <p:spPr>
          <a:xfrm>
            <a:off x="0" y="176213"/>
            <a:ext cx="12192000" cy="2174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Custom Layout">
  <p:cSld name="8_Custom Layou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6"/>
          <p:cNvSpPr/>
          <p:nvPr>
            <p:ph idx="2" type="pic"/>
          </p:nvPr>
        </p:nvSpPr>
        <p:spPr>
          <a:xfrm>
            <a:off x="7410450" y="1362075"/>
            <a:ext cx="3019425" cy="413385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56" name="Google Shape;56;p36"/>
          <p:cNvSpPr/>
          <p:nvPr>
            <p:ph idx="3" type="pic"/>
          </p:nvPr>
        </p:nvSpPr>
        <p:spPr>
          <a:xfrm>
            <a:off x="5943600" y="1957388"/>
            <a:ext cx="1785938" cy="3833812"/>
          </a:xfrm>
          <a:prstGeom prst="roundRect">
            <a:avLst>
              <a:gd fmla="val 8747" name="adj"/>
            </a:avLst>
          </a:prstGeom>
          <a:solidFill>
            <a:srgbClr val="CADDFF"/>
          </a:solidFill>
          <a:ln>
            <a:noFill/>
          </a:ln>
        </p:spPr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Custom Layout">
  <p:cSld name="9_Custom Layou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7"/>
          <p:cNvSpPr/>
          <p:nvPr>
            <p:ph idx="2" type="pic"/>
          </p:nvPr>
        </p:nvSpPr>
        <p:spPr>
          <a:xfrm>
            <a:off x="1104900" y="1016342"/>
            <a:ext cx="10063843" cy="2933441"/>
          </a:xfrm>
          <a:prstGeom prst="roundRect">
            <a:avLst>
              <a:gd fmla="val 6405" name="adj"/>
            </a:avLst>
          </a:prstGeom>
          <a:solidFill>
            <a:srgbClr val="CADDFF"/>
          </a:solidFill>
          <a:ln>
            <a:noFill/>
          </a:ln>
        </p:spPr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Custom Layout">
  <p:cSld name="10_Custom Layou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8"/>
          <p:cNvSpPr/>
          <p:nvPr>
            <p:ph idx="2" type="pic"/>
          </p:nvPr>
        </p:nvSpPr>
        <p:spPr>
          <a:xfrm>
            <a:off x="6886575" y="0"/>
            <a:ext cx="5885996" cy="6858000"/>
          </a:xfrm>
          <a:prstGeom prst="roundRect">
            <a:avLst>
              <a:gd fmla="val 1942" name="adj"/>
            </a:avLst>
          </a:prstGeom>
          <a:solidFill>
            <a:srgbClr val="CADDFF"/>
          </a:solidFill>
          <a:ln>
            <a:noFill/>
          </a:ln>
        </p:spPr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Custom Layout">
  <p:cSld name="11_Custom Layou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9"/>
          <p:cNvSpPr/>
          <p:nvPr>
            <p:ph idx="2" type="pic"/>
          </p:nvPr>
        </p:nvSpPr>
        <p:spPr>
          <a:xfrm>
            <a:off x="1" y="-200025"/>
            <a:ext cx="12192000" cy="2847975"/>
          </a:xfrm>
          <a:prstGeom prst="roundRect">
            <a:avLst>
              <a:gd fmla="val 5690" name="adj"/>
            </a:avLst>
          </a:prstGeom>
          <a:solidFill>
            <a:srgbClr val="CADDFF"/>
          </a:solidFill>
          <a:ln>
            <a:noFill/>
          </a:ln>
          <a:effectLst>
            <a:outerShdw blurRad="381000" rotWithShape="0" algn="t" dir="5400000" dist="127000">
              <a:srgbClr val="000000">
                <a:alpha val="29803"/>
              </a:srgbClr>
            </a:outerShdw>
          </a:effectLst>
        </p:spPr>
      </p:sp>
      <p:sp>
        <p:nvSpPr>
          <p:cNvPr id="63" name="Google Shape;63;p39"/>
          <p:cNvSpPr txBox="1"/>
          <p:nvPr>
            <p:ph type="title"/>
          </p:nvPr>
        </p:nvSpPr>
        <p:spPr>
          <a:xfrm>
            <a:off x="1119187" y="443105"/>
            <a:ext cx="9953625" cy="9618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Poppins"/>
              <a:buNone/>
              <a:defRPr sz="36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Custom Layout">
  <p:cSld name="13_Custom Layou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0"/>
          <p:cNvSpPr/>
          <p:nvPr>
            <p:ph idx="2" type="pic"/>
          </p:nvPr>
        </p:nvSpPr>
        <p:spPr>
          <a:xfrm>
            <a:off x="1" y="-200025"/>
            <a:ext cx="12192000" cy="2847975"/>
          </a:xfrm>
          <a:prstGeom prst="roundRect">
            <a:avLst>
              <a:gd fmla="val 5690" name="adj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66" name="Google Shape;66;p40"/>
          <p:cNvSpPr/>
          <p:nvPr>
            <p:ph idx="3" type="pic"/>
          </p:nvPr>
        </p:nvSpPr>
        <p:spPr>
          <a:xfrm>
            <a:off x="5421745" y="1673769"/>
            <a:ext cx="1348510" cy="1354638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67" name="Google Shape;67;p40"/>
          <p:cNvSpPr/>
          <p:nvPr/>
        </p:nvSpPr>
        <p:spPr>
          <a:xfrm>
            <a:off x="0" y="176213"/>
            <a:ext cx="12192000" cy="2174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Custom Layout">
  <p:cSld name="14_Custom Layou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1"/>
          <p:cNvSpPr/>
          <p:nvPr/>
        </p:nvSpPr>
        <p:spPr>
          <a:xfrm>
            <a:off x="0" y="176213"/>
            <a:ext cx="12192000" cy="2174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0" name="Google Shape;70;p41"/>
          <p:cNvSpPr/>
          <p:nvPr>
            <p:ph idx="2" type="pic"/>
          </p:nvPr>
        </p:nvSpPr>
        <p:spPr>
          <a:xfrm>
            <a:off x="1860550" y="2101678"/>
            <a:ext cx="774700" cy="778220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71" name="Google Shape;71;p41"/>
          <p:cNvSpPr/>
          <p:nvPr>
            <p:ph idx="3" type="pic"/>
          </p:nvPr>
        </p:nvSpPr>
        <p:spPr>
          <a:xfrm>
            <a:off x="1860550" y="4544974"/>
            <a:ext cx="774700" cy="778220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72" name="Google Shape;72;p41"/>
          <p:cNvSpPr/>
          <p:nvPr>
            <p:ph idx="4" type="pic"/>
          </p:nvPr>
        </p:nvSpPr>
        <p:spPr>
          <a:xfrm>
            <a:off x="4441825" y="2101678"/>
            <a:ext cx="774700" cy="778220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73" name="Google Shape;73;p41"/>
          <p:cNvSpPr/>
          <p:nvPr>
            <p:ph idx="5" type="pic"/>
          </p:nvPr>
        </p:nvSpPr>
        <p:spPr>
          <a:xfrm>
            <a:off x="4441825" y="4544974"/>
            <a:ext cx="774700" cy="778220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74" name="Google Shape;74;p41"/>
          <p:cNvSpPr/>
          <p:nvPr>
            <p:ph idx="6" type="pic"/>
          </p:nvPr>
        </p:nvSpPr>
        <p:spPr>
          <a:xfrm>
            <a:off x="7013575" y="1928395"/>
            <a:ext cx="774700" cy="778220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75" name="Google Shape;75;p41"/>
          <p:cNvSpPr/>
          <p:nvPr>
            <p:ph idx="7" type="pic"/>
          </p:nvPr>
        </p:nvSpPr>
        <p:spPr>
          <a:xfrm>
            <a:off x="7013575" y="4544974"/>
            <a:ext cx="774700" cy="778220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76" name="Google Shape;76;p41"/>
          <p:cNvSpPr/>
          <p:nvPr>
            <p:ph idx="8" type="pic"/>
          </p:nvPr>
        </p:nvSpPr>
        <p:spPr>
          <a:xfrm>
            <a:off x="9556750" y="2101678"/>
            <a:ext cx="774700" cy="778220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77" name="Google Shape;77;p41"/>
          <p:cNvSpPr txBox="1"/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41"/>
          <p:cNvSpPr/>
          <p:nvPr>
            <p:ph idx="9" type="pic"/>
          </p:nvPr>
        </p:nvSpPr>
        <p:spPr>
          <a:xfrm>
            <a:off x="9556750" y="4544974"/>
            <a:ext cx="774700" cy="778220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5_Custom Layout">
  <p:cSld name="15_Custom Layou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2"/>
          <p:cNvSpPr/>
          <p:nvPr/>
        </p:nvSpPr>
        <p:spPr>
          <a:xfrm>
            <a:off x="0" y="176213"/>
            <a:ext cx="12192000" cy="2174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" name="Google Shape;81;p42"/>
          <p:cNvSpPr/>
          <p:nvPr>
            <p:ph idx="2" type="pic"/>
          </p:nvPr>
        </p:nvSpPr>
        <p:spPr>
          <a:xfrm>
            <a:off x="1860550" y="2101678"/>
            <a:ext cx="774700" cy="778220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82" name="Google Shape;82;p42"/>
          <p:cNvSpPr/>
          <p:nvPr>
            <p:ph idx="3" type="pic"/>
          </p:nvPr>
        </p:nvSpPr>
        <p:spPr>
          <a:xfrm>
            <a:off x="1860550" y="4544974"/>
            <a:ext cx="774700" cy="778220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83" name="Google Shape;83;p42"/>
          <p:cNvSpPr/>
          <p:nvPr>
            <p:ph idx="4" type="pic"/>
          </p:nvPr>
        </p:nvSpPr>
        <p:spPr>
          <a:xfrm>
            <a:off x="4441825" y="2101678"/>
            <a:ext cx="774700" cy="778220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84" name="Google Shape;84;p42"/>
          <p:cNvSpPr/>
          <p:nvPr>
            <p:ph idx="5" type="pic"/>
          </p:nvPr>
        </p:nvSpPr>
        <p:spPr>
          <a:xfrm>
            <a:off x="4441825" y="4544974"/>
            <a:ext cx="774700" cy="778220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85" name="Google Shape;85;p42"/>
          <p:cNvSpPr/>
          <p:nvPr>
            <p:ph idx="6" type="pic"/>
          </p:nvPr>
        </p:nvSpPr>
        <p:spPr>
          <a:xfrm>
            <a:off x="7013575" y="2101678"/>
            <a:ext cx="774700" cy="778220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86" name="Google Shape;86;p42"/>
          <p:cNvSpPr/>
          <p:nvPr>
            <p:ph idx="7" type="pic"/>
          </p:nvPr>
        </p:nvSpPr>
        <p:spPr>
          <a:xfrm>
            <a:off x="6775450" y="4544974"/>
            <a:ext cx="774700" cy="778220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87" name="Google Shape;87;p42"/>
          <p:cNvSpPr/>
          <p:nvPr>
            <p:ph idx="8" type="pic"/>
          </p:nvPr>
        </p:nvSpPr>
        <p:spPr>
          <a:xfrm>
            <a:off x="9556750" y="2101678"/>
            <a:ext cx="774700" cy="778220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88" name="Google Shape;88;p42"/>
          <p:cNvSpPr txBox="1"/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6_Custom Layout">
  <p:cSld name="16_Custom Layout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43"/>
          <p:cNvSpPr txBox="1"/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43"/>
          <p:cNvSpPr/>
          <p:nvPr>
            <p:ph idx="2" type="pic"/>
          </p:nvPr>
        </p:nvSpPr>
        <p:spPr>
          <a:xfrm>
            <a:off x="1104901" y="1787524"/>
            <a:ext cx="1752600" cy="2178051"/>
          </a:xfrm>
          <a:prstGeom prst="roundRect">
            <a:avLst>
              <a:gd fmla="val 9122" name="adj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92" name="Google Shape;92;p43"/>
          <p:cNvSpPr/>
          <p:nvPr>
            <p:ph idx="3" type="pic"/>
          </p:nvPr>
        </p:nvSpPr>
        <p:spPr>
          <a:xfrm>
            <a:off x="1104901" y="4152899"/>
            <a:ext cx="1752600" cy="2178051"/>
          </a:xfrm>
          <a:prstGeom prst="roundRect">
            <a:avLst>
              <a:gd fmla="val 9122" name="adj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93" name="Google Shape;93;p43"/>
          <p:cNvSpPr/>
          <p:nvPr>
            <p:ph idx="4" type="pic"/>
          </p:nvPr>
        </p:nvSpPr>
        <p:spPr>
          <a:xfrm>
            <a:off x="3095626" y="1787524"/>
            <a:ext cx="1752600" cy="2178051"/>
          </a:xfrm>
          <a:prstGeom prst="roundRect">
            <a:avLst>
              <a:gd fmla="val 9122" name="adj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94" name="Google Shape;94;p43"/>
          <p:cNvSpPr/>
          <p:nvPr>
            <p:ph idx="5" type="pic"/>
          </p:nvPr>
        </p:nvSpPr>
        <p:spPr>
          <a:xfrm>
            <a:off x="3095626" y="4152899"/>
            <a:ext cx="1752600" cy="2178051"/>
          </a:xfrm>
          <a:prstGeom prst="roundRect">
            <a:avLst>
              <a:gd fmla="val 9122" name="adj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95" name="Google Shape;95;p43"/>
          <p:cNvSpPr/>
          <p:nvPr>
            <p:ph idx="6" type="pic"/>
          </p:nvPr>
        </p:nvSpPr>
        <p:spPr>
          <a:xfrm>
            <a:off x="5086351" y="1787524"/>
            <a:ext cx="1752600" cy="2178051"/>
          </a:xfrm>
          <a:prstGeom prst="roundRect">
            <a:avLst>
              <a:gd fmla="val 9122" name="adj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96" name="Google Shape;96;p43"/>
          <p:cNvSpPr/>
          <p:nvPr>
            <p:ph idx="7" type="pic"/>
          </p:nvPr>
        </p:nvSpPr>
        <p:spPr>
          <a:xfrm>
            <a:off x="5086351" y="4152899"/>
            <a:ext cx="1752600" cy="2178051"/>
          </a:xfrm>
          <a:prstGeom prst="roundRect">
            <a:avLst>
              <a:gd fmla="val 9122" name="adj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97" name="Google Shape;97;p43"/>
          <p:cNvSpPr/>
          <p:nvPr>
            <p:ph idx="8" type="pic"/>
          </p:nvPr>
        </p:nvSpPr>
        <p:spPr>
          <a:xfrm>
            <a:off x="7077076" y="1787524"/>
            <a:ext cx="1752600" cy="2178051"/>
          </a:xfrm>
          <a:prstGeom prst="roundRect">
            <a:avLst>
              <a:gd fmla="val 9122" name="adj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98" name="Google Shape;98;p43"/>
          <p:cNvSpPr/>
          <p:nvPr>
            <p:ph idx="9" type="pic"/>
          </p:nvPr>
        </p:nvSpPr>
        <p:spPr>
          <a:xfrm>
            <a:off x="7077076" y="4152899"/>
            <a:ext cx="1752600" cy="2178051"/>
          </a:xfrm>
          <a:prstGeom prst="roundRect">
            <a:avLst>
              <a:gd fmla="val 9122" name="adj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99" name="Google Shape;99;p43"/>
          <p:cNvSpPr/>
          <p:nvPr>
            <p:ph idx="13" type="pic"/>
          </p:nvPr>
        </p:nvSpPr>
        <p:spPr>
          <a:xfrm>
            <a:off x="9067801" y="1787524"/>
            <a:ext cx="1752600" cy="2178051"/>
          </a:xfrm>
          <a:prstGeom prst="roundRect">
            <a:avLst>
              <a:gd fmla="val 9122" name="adj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100" name="Google Shape;100;p43"/>
          <p:cNvSpPr/>
          <p:nvPr>
            <p:ph idx="14" type="pic"/>
          </p:nvPr>
        </p:nvSpPr>
        <p:spPr>
          <a:xfrm>
            <a:off x="9067801" y="4152899"/>
            <a:ext cx="1752600" cy="2178051"/>
          </a:xfrm>
          <a:prstGeom prst="roundRect">
            <a:avLst>
              <a:gd fmla="val 9122" name="adj"/>
            </a:avLst>
          </a:prstGeom>
          <a:solidFill>
            <a:srgbClr val="CADDFF"/>
          </a:solidFill>
          <a:ln>
            <a:noFill/>
          </a:ln>
        </p:spPr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7_Custom Layout">
  <p:cSld name="17_Custom Layou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4"/>
          <p:cNvSpPr txBox="1"/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44"/>
          <p:cNvSpPr/>
          <p:nvPr>
            <p:ph idx="2" type="pic"/>
          </p:nvPr>
        </p:nvSpPr>
        <p:spPr>
          <a:xfrm>
            <a:off x="1104900" y="1787524"/>
            <a:ext cx="2019299" cy="2178051"/>
          </a:xfrm>
          <a:prstGeom prst="roundRect">
            <a:avLst>
              <a:gd fmla="val 9122" name="adj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104" name="Google Shape;104;p44"/>
          <p:cNvSpPr/>
          <p:nvPr>
            <p:ph idx="3" type="pic"/>
          </p:nvPr>
        </p:nvSpPr>
        <p:spPr>
          <a:xfrm>
            <a:off x="1104900" y="4152899"/>
            <a:ext cx="2019299" cy="2178051"/>
          </a:xfrm>
          <a:prstGeom prst="roundRect">
            <a:avLst>
              <a:gd fmla="val 9122" name="adj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105" name="Google Shape;105;p44"/>
          <p:cNvSpPr/>
          <p:nvPr>
            <p:ph idx="4" type="pic"/>
          </p:nvPr>
        </p:nvSpPr>
        <p:spPr>
          <a:xfrm>
            <a:off x="3371850" y="1787524"/>
            <a:ext cx="2019299" cy="2178051"/>
          </a:xfrm>
          <a:prstGeom prst="roundRect">
            <a:avLst>
              <a:gd fmla="val 9122" name="adj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106" name="Google Shape;106;p44"/>
          <p:cNvSpPr/>
          <p:nvPr>
            <p:ph idx="5" type="pic"/>
          </p:nvPr>
        </p:nvSpPr>
        <p:spPr>
          <a:xfrm>
            <a:off x="3371850" y="4152899"/>
            <a:ext cx="2019299" cy="2178051"/>
          </a:xfrm>
          <a:prstGeom prst="roundRect">
            <a:avLst>
              <a:gd fmla="val 9122" name="adj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107" name="Google Shape;107;p44"/>
          <p:cNvSpPr/>
          <p:nvPr>
            <p:ph idx="6" type="pic"/>
          </p:nvPr>
        </p:nvSpPr>
        <p:spPr>
          <a:xfrm>
            <a:off x="5638800" y="1787524"/>
            <a:ext cx="3124200" cy="4543426"/>
          </a:xfrm>
          <a:prstGeom prst="roundRect">
            <a:avLst>
              <a:gd fmla="val 5463" name="adj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108" name="Google Shape;108;p44"/>
          <p:cNvSpPr/>
          <p:nvPr>
            <p:ph idx="7" type="pic"/>
          </p:nvPr>
        </p:nvSpPr>
        <p:spPr>
          <a:xfrm>
            <a:off x="9010651" y="1787524"/>
            <a:ext cx="2019299" cy="2178051"/>
          </a:xfrm>
          <a:prstGeom prst="roundRect">
            <a:avLst>
              <a:gd fmla="val 9122" name="adj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109" name="Google Shape;109;p44"/>
          <p:cNvSpPr/>
          <p:nvPr>
            <p:ph idx="8" type="pic"/>
          </p:nvPr>
        </p:nvSpPr>
        <p:spPr>
          <a:xfrm>
            <a:off x="9010651" y="4152898"/>
            <a:ext cx="2019299" cy="2178051"/>
          </a:xfrm>
          <a:prstGeom prst="roundRect">
            <a:avLst>
              <a:gd fmla="val 9122" name="adj"/>
            </a:avLst>
          </a:prstGeom>
          <a:solidFill>
            <a:srgbClr val="CADDFF"/>
          </a:solidFill>
          <a:ln>
            <a:noFill/>
          </a:ln>
        </p:spPr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8_Custom Layout">
  <p:cSld name="18_Custom Layout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5"/>
          <p:cNvSpPr/>
          <p:nvPr>
            <p:ph idx="2" type="pic"/>
          </p:nvPr>
        </p:nvSpPr>
        <p:spPr>
          <a:xfrm>
            <a:off x="7810498" y="2291293"/>
            <a:ext cx="2438402" cy="2465914"/>
          </a:xfrm>
          <a:prstGeom prst="roundRect">
            <a:avLst>
              <a:gd fmla="val 7968" name="adj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112" name="Google Shape;112;p45"/>
          <p:cNvSpPr/>
          <p:nvPr>
            <p:ph idx="3" type="pic"/>
          </p:nvPr>
        </p:nvSpPr>
        <p:spPr>
          <a:xfrm>
            <a:off x="1943100" y="2291293"/>
            <a:ext cx="2438402" cy="2465914"/>
          </a:xfrm>
          <a:prstGeom prst="roundRect">
            <a:avLst>
              <a:gd fmla="val 7968" name="adj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113" name="Google Shape;113;p45"/>
          <p:cNvSpPr txBox="1"/>
          <p:nvPr>
            <p:ph type="title"/>
          </p:nvPr>
        </p:nvSpPr>
        <p:spPr>
          <a:xfrm>
            <a:off x="1119187" y="724094"/>
            <a:ext cx="9953625" cy="9618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oppins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45"/>
          <p:cNvSpPr/>
          <p:nvPr>
            <p:ph idx="4" type="pic"/>
          </p:nvPr>
        </p:nvSpPr>
        <p:spPr>
          <a:xfrm>
            <a:off x="4876798" y="2034118"/>
            <a:ext cx="2438402" cy="2465914"/>
          </a:xfrm>
          <a:prstGeom prst="roundRect">
            <a:avLst>
              <a:gd fmla="val 7968" name="adj"/>
            </a:avLst>
          </a:prstGeom>
          <a:solidFill>
            <a:srgbClr val="CADDFF"/>
          </a:solidFill>
          <a:ln>
            <a:noFill/>
          </a:ln>
          <a:effectLst>
            <a:outerShdw blurRad="381000" rotWithShape="0" algn="ctr" dir="5400000" dist="127000">
              <a:srgbClr val="000000">
                <a:alpha val="29803"/>
              </a:srgbClr>
            </a:outerShdw>
          </a:effectLst>
        </p:spPr>
      </p:sp>
      <p:sp>
        <p:nvSpPr>
          <p:cNvPr id="115" name="Google Shape;115;p45"/>
          <p:cNvSpPr/>
          <p:nvPr/>
        </p:nvSpPr>
        <p:spPr>
          <a:xfrm>
            <a:off x="-547591" y="2291293"/>
            <a:ext cx="1928521" cy="2465914"/>
          </a:xfrm>
          <a:prstGeom prst="roundRect">
            <a:avLst>
              <a:gd fmla="val 11698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6" name="Google Shape;116;p45"/>
          <p:cNvSpPr/>
          <p:nvPr/>
        </p:nvSpPr>
        <p:spPr>
          <a:xfrm>
            <a:off x="10811068" y="2291293"/>
            <a:ext cx="1928521" cy="2465914"/>
          </a:xfrm>
          <a:prstGeom prst="roundRect">
            <a:avLst>
              <a:gd fmla="val 11698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9_Custom Layout">
  <p:cSld name="19_Custom Layout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6"/>
          <p:cNvSpPr txBox="1"/>
          <p:nvPr>
            <p:ph type="title"/>
          </p:nvPr>
        </p:nvSpPr>
        <p:spPr>
          <a:xfrm>
            <a:off x="1119187" y="724094"/>
            <a:ext cx="9953625" cy="9618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oppins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46"/>
          <p:cNvSpPr/>
          <p:nvPr>
            <p:ph idx="2" type="pic"/>
          </p:nvPr>
        </p:nvSpPr>
        <p:spPr>
          <a:xfrm>
            <a:off x="2889160" y="3222611"/>
            <a:ext cx="310777" cy="312189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120" name="Google Shape;120;p46"/>
          <p:cNvSpPr/>
          <p:nvPr>
            <p:ph idx="3" type="pic"/>
          </p:nvPr>
        </p:nvSpPr>
        <p:spPr>
          <a:xfrm>
            <a:off x="8313412" y="3059889"/>
            <a:ext cx="310777" cy="312189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121" name="Google Shape;121;p46"/>
          <p:cNvSpPr/>
          <p:nvPr>
            <p:ph idx="4" type="pic"/>
          </p:nvPr>
        </p:nvSpPr>
        <p:spPr>
          <a:xfrm>
            <a:off x="6633174" y="2167735"/>
            <a:ext cx="676812" cy="679886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122" name="Google Shape;122;p46"/>
          <p:cNvSpPr/>
          <p:nvPr>
            <p:ph idx="5" type="pic"/>
          </p:nvPr>
        </p:nvSpPr>
        <p:spPr>
          <a:xfrm>
            <a:off x="9484342" y="4275365"/>
            <a:ext cx="676812" cy="679886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123" name="Google Shape;123;p46"/>
          <p:cNvSpPr/>
          <p:nvPr>
            <p:ph idx="6" type="pic"/>
          </p:nvPr>
        </p:nvSpPr>
        <p:spPr>
          <a:xfrm>
            <a:off x="5237804" y="2920768"/>
            <a:ext cx="676812" cy="679886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124" name="Google Shape;124;p46"/>
          <p:cNvSpPr/>
          <p:nvPr>
            <p:ph idx="7" type="pic"/>
          </p:nvPr>
        </p:nvSpPr>
        <p:spPr>
          <a:xfrm>
            <a:off x="6543231" y="3999763"/>
            <a:ext cx="310777" cy="312189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9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9_Title Slide">
  <p:cSld name="29_Title Slide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7"/>
          <p:cNvSpPr/>
          <p:nvPr>
            <p:ph idx="2" type="pic"/>
          </p:nvPr>
        </p:nvSpPr>
        <p:spPr>
          <a:xfrm>
            <a:off x="5876925" y="1466849"/>
            <a:ext cx="6315075" cy="5391151"/>
          </a:xfrm>
          <a:prstGeom prst="rect">
            <a:avLst/>
          </a:prstGeom>
          <a:solidFill>
            <a:srgbClr val="CADDFF"/>
          </a:solidFill>
          <a:ln>
            <a:noFill/>
          </a:ln>
        </p:spPr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5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3"/>
          <p:cNvSpPr txBox="1"/>
          <p:nvPr>
            <p:ph type="title"/>
          </p:nvPr>
        </p:nvSpPr>
        <p:spPr>
          <a:xfrm>
            <a:off x="1104900" y="365125"/>
            <a:ext cx="1022985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oppins"/>
              <a:buNone/>
              <a:defRPr b="1" i="0" sz="4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3"/>
          <p:cNvSpPr txBox="1"/>
          <p:nvPr>
            <p:ph idx="1" type="body"/>
          </p:nvPr>
        </p:nvSpPr>
        <p:spPr>
          <a:xfrm>
            <a:off x="1104900" y="1825625"/>
            <a:ext cx="10229850" cy="28525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8" name="Google Shape;8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</p:sldLayoutIdLst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69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1" name="Google Shape;131;p1"/>
          <p:cNvGrpSpPr/>
          <p:nvPr/>
        </p:nvGrpSpPr>
        <p:grpSpPr>
          <a:xfrm>
            <a:off x="5957405" y="620387"/>
            <a:ext cx="5603412" cy="6419046"/>
            <a:chOff x="5494338" y="449263"/>
            <a:chExt cx="5202237" cy="5959476"/>
          </a:xfrm>
        </p:grpSpPr>
        <p:sp>
          <p:nvSpPr>
            <p:cNvPr id="132" name="Google Shape;132;p1"/>
            <p:cNvSpPr/>
            <p:nvPr/>
          </p:nvSpPr>
          <p:spPr>
            <a:xfrm>
              <a:off x="5618163" y="3698876"/>
              <a:ext cx="4832350" cy="115888"/>
            </a:xfrm>
            <a:custGeom>
              <a:rect b="b" l="l" r="r" t="t"/>
              <a:pathLst>
                <a:path extrusionOk="0" h="27" w="1136">
                  <a:moveTo>
                    <a:pt x="1122" y="27"/>
                  </a:moveTo>
                  <a:cubicBezTo>
                    <a:pt x="13" y="27"/>
                    <a:pt x="13" y="27"/>
                    <a:pt x="13" y="27"/>
                  </a:cubicBezTo>
                  <a:cubicBezTo>
                    <a:pt x="6" y="27"/>
                    <a:pt x="0" y="21"/>
                    <a:pt x="0" y="14"/>
                  </a:cubicBezTo>
                  <a:cubicBezTo>
                    <a:pt x="0" y="6"/>
                    <a:pt x="6" y="0"/>
                    <a:pt x="13" y="0"/>
                  </a:cubicBezTo>
                  <a:cubicBezTo>
                    <a:pt x="1122" y="0"/>
                    <a:pt x="1122" y="0"/>
                    <a:pt x="1122" y="0"/>
                  </a:cubicBezTo>
                  <a:cubicBezTo>
                    <a:pt x="1130" y="0"/>
                    <a:pt x="1136" y="6"/>
                    <a:pt x="1136" y="14"/>
                  </a:cubicBezTo>
                  <a:cubicBezTo>
                    <a:pt x="1136" y="21"/>
                    <a:pt x="1130" y="27"/>
                    <a:pt x="1122" y="27"/>
                  </a:cubicBezTo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33" name="Google Shape;133;p1"/>
            <p:cNvSpPr/>
            <p:nvPr/>
          </p:nvSpPr>
          <p:spPr>
            <a:xfrm>
              <a:off x="9229725" y="3698876"/>
              <a:ext cx="1220788" cy="115888"/>
            </a:xfrm>
            <a:custGeom>
              <a:rect b="b" l="l" r="r" t="t"/>
              <a:pathLst>
                <a:path extrusionOk="0" h="27" w="287">
                  <a:moveTo>
                    <a:pt x="273" y="0"/>
                  </a:moveTo>
                  <a:cubicBezTo>
                    <a:pt x="14" y="0"/>
                    <a:pt x="14" y="0"/>
                    <a:pt x="14" y="0"/>
                  </a:cubicBezTo>
                  <a:cubicBezTo>
                    <a:pt x="6" y="0"/>
                    <a:pt x="0" y="6"/>
                    <a:pt x="0" y="14"/>
                  </a:cubicBezTo>
                  <a:cubicBezTo>
                    <a:pt x="0" y="21"/>
                    <a:pt x="6" y="27"/>
                    <a:pt x="14" y="27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65" y="27"/>
                    <a:pt x="65" y="27"/>
                    <a:pt x="65" y="27"/>
                  </a:cubicBezTo>
                  <a:cubicBezTo>
                    <a:pt x="222" y="27"/>
                    <a:pt x="222" y="27"/>
                    <a:pt x="222" y="27"/>
                  </a:cubicBezTo>
                  <a:cubicBezTo>
                    <a:pt x="257" y="27"/>
                    <a:pt x="257" y="27"/>
                    <a:pt x="257" y="27"/>
                  </a:cubicBezTo>
                  <a:cubicBezTo>
                    <a:pt x="273" y="27"/>
                    <a:pt x="273" y="27"/>
                    <a:pt x="273" y="27"/>
                  </a:cubicBezTo>
                  <a:cubicBezTo>
                    <a:pt x="281" y="27"/>
                    <a:pt x="287" y="21"/>
                    <a:pt x="287" y="14"/>
                  </a:cubicBezTo>
                  <a:cubicBezTo>
                    <a:pt x="287" y="6"/>
                    <a:pt x="281" y="0"/>
                    <a:pt x="273" y="0"/>
                  </a:cubicBezTo>
                </a:path>
              </a:pathLst>
            </a:custGeom>
            <a:solidFill>
              <a:srgbClr val="3865C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34" name="Google Shape;134;p1"/>
            <p:cNvSpPr/>
            <p:nvPr/>
          </p:nvSpPr>
          <p:spPr>
            <a:xfrm>
              <a:off x="6642100" y="3954463"/>
              <a:ext cx="3629025" cy="395288"/>
            </a:xfrm>
            <a:prstGeom prst="rect">
              <a:avLst/>
            </a:pr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35" name="Google Shape;135;p1"/>
            <p:cNvSpPr/>
            <p:nvPr/>
          </p:nvSpPr>
          <p:spPr>
            <a:xfrm>
              <a:off x="6642100" y="3954463"/>
              <a:ext cx="3629025" cy="395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36" name="Google Shape;136;p1"/>
            <p:cNvSpPr/>
            <p:nvPr/>
          </p:nvSpPr>
          <p:spPr>
            <a:xfrm>
              <a:off x="10172700" y="3814763"/>
              <a:ext cx="153988" cy="2505075"/>
            </a:xfrm>
            <a:custGeom>
              <a:rect b="b" l="l" r="r" t="t"/>
              <a:pathLst>
                <a:path extrusionOk="0" h="1578" w="97">
                  <a:moveTo>
                    <a:pt x="30" y="1578"/>
                  </a:moveTo>
                  <a:lnTo>
                    <a:pt x="97" y="1578"/>
                  </a:lnTo>
                  <a:lnTo>
                    <a:pt x="94" y="0"/>
                  </a:lnTo>
                  <a:lnTo>
                    <a:pt x="0" y="0"/>
                  </a:lnTo>
                  <a:lnTo>
                    <a:pt x="30" y="1578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37" name="Google Shape;137;p1"/>
            <p:cNvSpPr/>
            <p:nvPr/>
          </p:nvSpPr>
          <p:spPr>
            <a:xfrm>
              <a:off x="10172700" y="3814763"/>
              <a:ext cx="153988" cy="2505075"/>
            </a:xfrm>
            <a:custGeom>
              <a:rect b="b" l="l" r="r" t="t"/>
              <a:pathLst>
                <a:path extrusionOk="0" h="1578" w="97">
                  <a:moveTo>
                    <a:pt x="30" y="1578"/>
                  </a:moveTo>
                  <a:lnTo>
                    <a:pt x="97" y="1578"/>
                  </a:lnTo>
                  <a:lnTo>
                    <a:pt x="94" y="0"/>
                  </a:lnTo>
                  <a:lnTo>
                    <a:pt x="0" y="0"/>
                  </a:lnTo>
                  <a:lnTo>
                    <a:pt x="30" y="1578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38" name="Google Shape;138;p1"/>
            <p:cNvSpPr/>
            <p:nvPr/>
          </p:nvSpPr>
          <p:spPr>
            <a:xfrm>
              <a:off x="10172700" y="3814763"/>
              <a:ext cx="153988" cy="2505075"/>
            </a:xfrm>
            <a:custGeom>
              <a:rect b="b" l="l" r="r" t="t"/>
              <a:pathLst>
                <a:path extrusionOk="0" h="1578" w="97">
                  <a:moveTo>
                    <a:pt x="94" y="0"/>
                  </a:moveTo>
                  <a:lnTo>
                    <a:pt x="0" y="0"/>
                  </a:lnTo>
                  <a:lnTo>
                    <a:pt x="30" y="1578"/>
                  </a:lnTo>
                  <a:lnTo>
                    <a:pt x="97" y="1578"/>
                  </a:lnTo>
                  <a:lnTo>
                    <a:pt x="94" y="0"/>
                  </a:lnTo>
                  <a:close/>
                </a:path>
              </a:pathLst>
            </a:custGeom>
            <a:solidFill>
              <a:srgbClr val="3C474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39" name="Google Shape;139;p1"/>
            <p:cNvSpPr/>
            <p:nvPr/>
          </p:nvSpPr>
          <p:spPr>
            <a:xfrm>
              <a:off x="9110663" y="3814763"/>
              <a:ext cx="395288" cy="2505075"/>
            </a:xfrm>
            <a:custGeom>
              <a:rect b="b" l="l" r="r" t="t"/>
              <a:pathLst>
                <a:path extrusionOk="0" h="1578" w="249">
                  <a:moveTo>
                    <a:pt x="69" y="1578"/>
                  </a:moveTo>
                  <a:lnTo>
                    <a:pt x="0" y="1578"/>
                  </a:lnTo>
                  <a:lnTo>
                    <a:pt x="155" y="0"/>
                  </a:lnTo>
                  <a:lnTo>
                    <a:pt x="249" y="0"/>
                  </a:lnTo>
                  <a:lnTo>
                    <a:pt x="69" y="1578"/>
                  </a:lnTo>
                  <a:close/>
                </a:path>
              </a:pathLst>
            </a:custGeom>
            <a:solidFill>
              <a:srgbClr val="263238">
                <a:alpha val="8000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40" name="Google Shape;140;p1"/>
            <p:cNvSpPr/>
            <p:nvPr/>
          </p:nvSpPr>
          <p:spPr>
            <a:xfrm>
              <a:off x="9110663" y="3814763"/>
              <a:ext cx="395288" cy="2505075"/>
            </a:xfrm>
            <a:custGeom>
              <a:rect b="b" l="l" r="r" t="t"/>
              <a:pathLst>
                <a:path extrusionOk="0" h="1578" w="249">
                  <a:moveTo>
                    <a:pt x="69" y="1578"/>
                  </a:moveTo>
                  <a:lnTo>
                    <a:pt x="0" y="1578"/>
                  </a:lnTo>
                  <a:lnTo>
                    <a:pt x="155" y="0"/>
                  </a:lnTo>
                  <a:lnTo>
                    <a:pt x="249" y="0"/>
                  </a:lnTo>
                  <a:lnTo>
                    <a:pt x="69" y="1578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41" name="Google Shape;141;p1"/>
            <p:cNvSpPr/>
            <p:nvPr/>
          </p:nvSpPr>
          <p:spPr>
            <a:xfrm>
              <a:off x="9110663" y="3814763"/>
              <a:ext cx="395288" cy="2505075"/>
            </a:xfrm>
            <a:custGeom>
              <a:rect b="b" l="l" r="r" t="t"/>
              <a:pathLst>
                <a:path extrusionOk="0" h="1578" w="249">
                  <a:moveTo>
                    <a:pt x="249" y="0"/>
                  </a:moveTo>
                  <a:lnTo>
                    <a:pt x="155" y="0"/>
                  </a:lnTo>
                  <a:lnTo>
                    <a:pt x="0" y="1578"/>
                  </a:lnTo>
                  <a:lnTo>
                    <a:pt x="69" y="1578"/>
                  </a:lnTo>
                  <a:lnTo>
                    <a:pt x="249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42" name="Google Shape;142;p1"/>
            <p:cNvSpPr/>
            <p:nvPr/>
          </p:nvSpPr>
          <p:spPr>
            <a:xfrm>
              <a:off x="6557963" y="3814763"/>
              <a:ext cx="157163" cy="2505075"/>
            </a:xfrm>
            <a:custGeom>
              <a:rect b="b" l="l" r="r" t="t"/>
              <a:pathLst>
                <a:path extrusionOk="0" h="1578" w="99">
                  <a:moveTo>
                    <a:pt x="29" y="1578"/>
                  </a:moveTo>
                  <a:lnTo>
                    <a:pt x="99" y="1578"/>
                  </a:lnTo>
                  <a:lnTo>
                    <a:pt x="96" y="0"/>
                  </a:lnTo>
                  <a:lnTo>
                    <a:pt x="0" y="0"/>
                  </a:lnTo>
                  <a:lnTo>
                    <a:pt x="29" y="1578"/>
                  </a:lnTo>
                  <a:close/>
                </a:path>
              </a:pathLst>
            </a:custGeom>
            <a:solidFill>
              <a:srgbClr val="263238">
                <a:alpha val="8000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43" name="Google Shape;143;p1"/>
            <p:cNvSpPr/>
            <p:nvPr/>
          </p:nvSpPr>
          <p:spPr>
            <a:xfrm>
              <a:off x="6557963" y="3814763"/>
              <a:ext cx="157163" cy="2505075"/>
            </a:xfrm>
            <a:custGeom>
              <a:rect b="b" l="l" r="r" t="t"/>
              <a:pathLst>
                <a:path extrusionOk="0" h="1578" w="99">
                  <a:moveTo>
                    <a:pt x="29" y="1578"/>
                  </a:moveTo>
                  <a:lnTo>
                    <a:pt x="99" y="1578"/>
                  </a:lnTo>
                  <a:lnTo>
                    <a:pt x="96" y="0"/>
                  </a:lnTo>
                  <a:lnTo>
                    <a:pt x="0" y="0"/>
                  </a:lnTo>
                  <a:lnTo>
                    <a:pt x="29" y="1578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44" name="Google Shape;144;p1"/>
            <p:cNvSpPr/>
            <p:nvPr/>
          </p:nvSpPr>
          <p:spPr>
            <a:xfrm>
              <a:off x="6573838" y="4660901"/>
              <a:ext cx="136525" cy="1658938"/>
            </a:xfrm>
            <a:custGeom>
              <a:rect b="b" l="l" r="r" t="t"/>
              <a:pathLst>
                <a:path extrusionOk="0" h="1045" w="86">
                  <a:moveTo>
                    <a:pt x="86" y="0"/>
                  </a:moveTo>
                  <a:lnTo>
                    <a:pt x="0" y="0"/>
                  </a:lnTo>
                  <a:lnTo>
                    <a:pt x="19" y="1045"/>
                  </a:lnTo>
                  <a:lnTo>
                    <a:pt x="70" y="1045"/>
                  </a:lnTo>
                  <a:lnTo>
                    <a:pt x="86" y="536"/>
                  </a:lnTo>
                  <a:lnTo>
                    <a:pt x="86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45" name="Google Shape;145;p1"/>
            <p:cNvSpPr/>
            <p:nvPr/>
          </p:nvSpPr>
          <p:spPr>
            <a:xfrm>
              <a:off x="5494338" y="3814763"/>
              <a:ext cx="400050" cy="2505075"/>
            </a:xfrm>
            <a:custGeom>
              <a:rect b="b" l="l" r="r" t="t"/>
              <a:pathLst>
                <a:path extrusionOk="0" h="1578" w="252">
                  <a:moveTo>
                    <a:pt x="69" y="1578"/>
                  </a:moveTo>
                  <a:lnTo>
                    <a:pt x="0" y="1578"/>
                  </a:lnTo>
                  <a:lnTo>
                    <a:pt x="155" y="0"/>
                  </a:lnTo>
                  <a:lnTo>
                    <a:pt x="252" y="0"/>
                  </a:lnTo>
                  <a:lnTo>
                    <a:pt x="69" y="1578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46" name="Google Shape;146;p1"/>
            <p:cNvSpPr/>
            <p:nvPr/>
          </p:nvSpPr>
          <p:spPr>
            <a:xfrm>
              <a:off x="5494338" y="3814763"/>
              <a:ext cx="400050" cy="2505075"/>
            </a:xfrm>
            <a:custGeom>
              <a:rect b="b" l="l" r="r" t="t"/>
              <a:pathLst>
                <a:path extrusionOk="0" h="1578" w="252">
                  <a:moveTo>
                    <a:pt x="69" y="1578"/>
                  </a:moveTo>
                  <a:lnTo>
                    <a:pt x="0" y="1578"/>
                  </a:lnTo>
                  <a:lnTo>
                    <a:pt x="155" y="0"/>
                  </a:lnTo>
                  <a:lnTo>
                    <a:pt x="252" y="0"/>
                  </a:lnTo>
                  <a:lnTo>
                    <a:pt x="69" y="1578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47" name="Google Shape;147;p1"/>
            <p:cNvSpPr/>
            <p:nvPr/>
          </p:nvSpPr>
          <p:spPr>
            <a:xfrm>
              <a:off x="5494338" y="3814763"/>
              <a:ext cx="400050" cy="2505075"/>
            </a:xfrm>
            <a:custGeom>
              <a:rect b="b" l="l" r="r" t="t"/>
              <a:pathLst>
                <a:path extrusionOk="0" h="1578" w="252">
                  <a:moveTo>
                    <a:pt x="252" y="0"/>
                  </a:moveTo>
                  <a:lnTo>
                    <a:pt x="155" y="0"/>
                  </a:lnTo>
                  <a:lnTo>
                    <a:pt x="0" y="1578"/>
                  </a:lnTo>
                  <a:lnTo>
                    <a:pt x="69" y="1578"/>
                  </a:lnTo>
                  <a:lnTo>
                    <a:pt x="252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48" name="Google Shape;148;p1"/>
            <p:cNvSpPr/>
            <p:nvPr/>
          </p:nvSpPr>
          <p:spPr>
            <a:xfrm>
              <a:off x="8310563" y="3209926"/>
              <a:ext cx="349250" cy="488950"/>
            </a:xfrm>
            <a:custGeom>
              <a:rect b="b" l="l" r="r" t="t"/>
              <a:pathLst>
                <a:path extrusionOk="0" h="308" w="220">
                  <a:moveTo>
                    <a:pt x="220" y="308"/>
                  </a:moveTo>
                  <a:lnTo>
                    <a:pt x="64" y="308"/>
                  </a:lnTo>
                  <a:lnTo>
                    <a:pt x="0" y="0"/>
                  </a:lnTo>
                  <a:lnTo>
                    <a:pt x="158" y="0"/>
                  </a:lnTo>
                  <a:lnTo>
                    <a:pt x="220" y="308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49" name="Google Shape;149;p1"/>
            <p:cNvSpPr/>
            <p:nvPr/>
          </p:nvSpPr>
          <p:spPr>
            <a:xfrm>
              <a:off x="7842250" y="2779713"/>
              <a:ext cx="1263650" cy="822325"/>
            </a:xfrm>
            <a:custGeom>
              <a:rect b="b" l="l" r="r" t="t"/>
              <a:pathLst>
                <a:path extrusionOk="0" h="193" w="297">
                  <a:moveTo>
                    <a:pt x="271" y="193"/>
                  </a:moveTo>
                  <a:cubicBezTo>
                    <a:pt x="15" y="193"/>
                    <a:pt x="15" y="193"/>
                    <a:pt x="15" y="193"/>
                  </a:cubicBezTo>
                  <a:cubicBezTo>
                    <a:pt x="7" y="193"/>
                    <a:pt x="0" y="186"/>
                    <a:pt x="1" y="177"/>
                  </a:cubicBezTo>
                  <a:cubicBezTo>
                    <a:pt x="10" y="15"/>
                    <a:pt x="10" y="15"/>
                    <a:pt x="10" y="15"/>
                  </a:cubicBezTo>
                  <a:cubicBezTo>
                    <a:pt x="11" y="7"/>
                    <a:pt x="18" y="0"/>
                    <a:pt x="27" y="0"/>
                  </a:cubicBezTo>
                  <a:cubicBezTo>
                    <a:pt x="282" y="0"/>
                    <a:pt x="282" y="0"/>
                    <a:pt x="282" y="0"/>
                  </a:cubicBezTo>
                  <a:cubicBezTo>
                    <a:pt x="291" y="0"/>
                    <a:pt x="297" y="7"/>
                    <a:pt x="297" y="15"/>
                  </a:cubicBezTo>
                  <a:cubicBezTo>
                    <a:pt x="287" y="177"/>
                    <a:pt x="287" y="177"/>
                    <a:pt x="287" y="177"/>
                  </a:cubicBezTo>
                  <a:cubicBezTo>
                    <a:pt x="286" y="186"/>
                    <a:pt x="279" y="193"/>
                    <a:pt x="271" y="193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50" name="Google Shape;150;p1"/>
            <p:cNvSpPr/>
            <p:nvPr/>
          </p:nvSpPr>
          <p:spPr>
            <a:xfrm>
              <a:off x="7862888" y="2814638"/>
              <a:ext cx="1192213" cy="752475"/>
            </a:xfrm>
            <a:custGeom>
              <a:rect b="b" l="l" r="r" t="t"/>
              <a:pathLst>
                <a:path extrusionOk="0" h="177" w="280">
                  <a:moveTo>
                    <a:pt x="6" y="177"/>
                  </a:moveTo>
                  <a:cubicBezTo>
                    <a:pt x="4" y="177"/>
                    <a:pt x="3" y="176"/>
                    <a:pt x="1" y="175"/>
                  </a:cubicBezTo>
                  <a:cubicBezTo>
                    <a:pt x="0" y="173"/>
                    <a:pt x="0" y="171"/>
                    <a:pt x="0" y="170"/>
                  </a:cubicBezTo>
                  <a:cubicBezTo>
                    <a:pt x="9" y="8"/>
                    <a:pt x="9" y="8"/>
                    <a:pt x="9" y="8"/>
                  </a:cubicBezTo>
                  <a:cubicBezTo>
                    <a:pt x="10" y="4"/>
                    <a:pt x="13" y="0"/>
                    <a:pt x="18" y="0"/>
                  </a:cubicBezTo>
                  <a:cubicBezTo>
                    <a:pt x="273" y="0"/>
                    <a:pt x="273" y="0"/>
                    <a:pt x="273" y="0"/>
                  </a:cubicBezTo>
                  <a:cubicBezTo>
                    <a:pt x="275" y="0"/>
                    <a:pt x="277" y="1"/>
                    <a:pt x="278" y="2"/>
                  </a:cubicBezTo>
                  <a:cubicBezTo>
                    <a:pt x="279" y="3"/>
                    <a:pt x="280" y="5"/>
                    <a:pt x="280" y="7"/>
                  </a:cubicBezTo>
                  <a:cubicBezTo>
                    <a:pt x="270" y="169"/>
                    <a:pt x="270" y="169"/>
                    <a:pt x="270" y="169"/>
                  </a:cubicBezTo>
                  <a:cubicBezTo>
                    <a:pt x="270" y="173"/>
                    <a:pt x="266" y="177"/>
                    <a:pt x="262" y="177"/>
                  </a:cubicBezTo>
                  <a:lnTo>
                    <a:pt x="6" y="17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51" name="Google Shape;151;p1"/>
            <p:cNvSpPr/>
            <p:nvPr/>
          </p:nvSpPr>
          <p:spPr>
            <a:xfrm>
              <a:off x="8366125" y="2779713"/>
              <a:ext cx="279400" cy="242888"/>
            </a:xfrm>
            <a:custGeom>
              <a:rect b="b" l="l" r="r" t="t"/>
              <a:pathLst>
                <a:path extrusionOk="0" h="153" w="176">
                  <a:moveTo>
                    <a:pt x="0" y="0"/>
                  </a:moveTo>
                  <a:lnTo>
                    <a:pt x="45" y="153"/>
                  </a:lnTo>
                  <a:lnTo>
                    <a:pt x="17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52" name="Google Shape;152;p1"/>
            <p:cNvSpPr/>
            <p:nvPr/>
          </p:nvSpPr>
          <p:spPr>
            <a:xfrm>
              <a:off x="6677025" y="2168526"/>
              <a:ext cx="33338" cy="46038"/>
            </a:xfrm>
            <a:custGeom>
              <a:rect b="b" l="l" r="r" t="t"/>
              <a:pathLst>
                <a:path extrusionOk="0" h="11" w="8">
                  <a:moveTo>
                    <a:pt x="0" y="6"/>
                  </a:moveTo>
                  <a:cubicBezTo>
                    <a:pt x="1" y="9"/>
                    <a:pt x="3" y="11"/>
                    <a:pt x="5" y="11"/>
                  </a:cubicBezTo>
                  <a:cubicBezTo>
                    <a:pt x="7" y="11"/>
                    <a:pt x="8" y="9"/>
                    <a:pt x="7" y="5"/>
                  </a:cubicBezTo>
                  <a:cubicBezTo>
                    <a:pt x="7" y="2"/>
                    <a:pt x="5" y="0"/>
                    <a:pt x="3" y="0"/>
                  </a:cubicBezTo>
                  <a:cubicBezTo>
                    <a:pt x="1" y="0"/>
                    <a:pt x="0" y="3"/>
                    <a:pt x="0" y="6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53" name="Google Shape;153;p1"/>
            <p:cNvSpPr/>
            <p:nvPr/>
          </p:nvSpPr>
          <p:spPr>
            <a:xfrm>
              <a:off x="6692900" y="2214563"/>
              <a:ext cx="55563" cy="111125"/>
            </a:xfrm>
            <a:custGeom>
              <a:rect b="b" l="l" r="r" t="t"/>
              <a:pathLst>
                <a:path extrusionOk="0" h="26" w="13">
                  <a:moveTo>
                    <a:pt x="0" y="0"/>
                  </a:moveTo>
                  <a:cubicBezTo>
                    <a:pt x="0" y="0"/>
                    <a:pt x="6" y="15"/>
                    <a:pt x="13" y="22"/>
                  </a:cubicBezTo>
                  <a:cubicBezTo>
                    <a:pt x="9" y="26"/>
                    <a:pt x="1" y="24"/>
                    <a:pt x="1" y="2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A0272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54" name="Google Shape;154;p1"/>
            <p:cNvSpPr/>
            <p:nvPr/>
          </p:nvSpPr>
          <p:spPr>
            <a:xfrm>
              <a:off x="6626225" y="2087563"/>
              <a:ext cx="63500" cy="53975"/>
            </a:xfrm>
            <a:custGeom>
              <a:rect b="b" l="l" r="r" t="t"/>
              <a:pathLst>
                <a:path extrusionOk="0" h="13" w="15">
                  <a:moveTo>
                    <a:pt x="2" y="13"/>
                  </a:moveTo>
                  <a:cubicBezTo>
                    <a:pt x="1" y="13"/>
                    <a:pt x="1" y="13"/>
                    <a:pt x="1" y="13"/>
                  </a:cubicBezTo>
                  <a:cubicBezTo>
                    <a:pt x="0" y="13"/>
                    <a:pt x="0" y="12"/>
                    <a:pt x="0" y="11"/>
                  </a:cubicBezTo>
                  <a:cubicBezTo>
                    <a:pt x="4" y="2"/>
                    <a:pt x="12" y="0"/>
                    <a:pt x="13" y="0"/>
                  </a:cubicBezTo>
                  <a:cubicBezTo>
                    <a:pt x="14" y="0"/>
                    <a:pt x="15" y="1"/>
                    <a:pt x="15" y="1"/>
                  </a:cubicBezTo>
                  <a:cubicBezTo>
                    <a:pt x="15" y="2"/>
                    <a:pt x="14" y="3"/>
                    <a:pt x="13" y="4"/>
                  </a:cubicBezTo>
                  <a:cubicBezTo>
                    <a:pt x="13" y="4"/>
                    <a:pt x="7" y="5"/>
                    <a:pt x="4" y="12"/>
                  </a:cubicBezTo>
                  <a:cubicBezTo>
                    <a:pt x="3" y="13"/>
                    <a:pt x="3" y="13"/>
                    <a:pt x="2" y="13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55" name="Google Shape;155;p1"/>
            <p:cNvSpPr/>
            <p:nvPr/>
          </p:nvSpPr>
          <p:spPr>
            <a:xfrm>
              <a:off x="6281738" y="2397126"/>
              <a:ext cx="357188" cy="447675"/>
            </a:xfrm>
            <a:custGeom>
              <a:rect b="b" l="l" r="r" t="t"/>
              <a:pathLst>
                <a:path extrusionOk="0" h="105" w="84">
                  <a:moveTo>
                    <a:pt x="3" y="0"/>
                  </a:moveTo>
                  <a:cubicBezTo>
                    <a:pt x="27" y="19"/>
                    <a:pt x="27" y="19"/>
                    <a:pt x="27" y="19"/>
                  </a:cubicBezTo>
                  <a:cubicBezTo>
                    <a:pt x="59" y="44"/>
                    <a:pt x="59" y="44"/>
                    <a:pt x="59" y="44"/>
                  </a:cubicBezTo>
                  <a:cubicBezTo>
                    <a:pt x="58" y="45"/>
                    <a:pt x="57" y="51"/>
                    <a:pt x="56" y="56"/>
                  </a:cubicBezTo>
                  <a:cubicBezTo>
                    <a:pt x="55" y="65"/>
                    <a:pt x="54" y="72"/>
                    <a:pt x="74" y="77"/>
                  </a:cubicBezTo>
                  <a:cubicBezTo>
                    <a:pt x="79" y="79"/>
                    <a:pt x="82" y="82"/>
                    <a:pt x="83" y="86"/>
                  </a:cubicBezTo>
                  <a:cubicBezTo>
                    <a:pt x="84" y="92"/>
                    <a:pt x="80" y="99"/>
                    <a:pt x="62" y="102"/>
                  </a:cubicBezTo>
                  <a:cubicBezTo>
                    <a:pt x="40" y="105"/>
                    <a:pt x="22" y="99"/>
                    <a:pt x="8" y="93"/>
                  </a:cubicBezTo>
                  <a:cubicBezTo>
                    <a:pt x="0" y="89"/>
                    <a:pt x="0" y="84"/>
                    <a:pt x="4" y="76"/>
                  </a:cubicBezTo>
                  <a:cubicBezTo>
                    <a:pt x="14" y="53"/>
                    <a:pt x="9" y="23"/>
                    <a:pt x="3" y="0"/>
                  </a:cubicBezTo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56" name="Google Shape;156;p1"/>
            <p:cNvSpPr/>
            <p:nvPr/>
          </p:nvSpPr>
          <p:spPr>
            <a:xfrm>
              <a:off x="6175375" y="2619376"/>
              <a:ext cx="531813" cy="160338"/>
            </a:xfrm>
            <a:custGeom>
              <a:rect b="b" l="l" r="r" t="t"/>
              <a:pathLst>
                <a:path extrusionOk="0" h="38" w="125">
                  <a:moveTo>
                    <a:pt x="0" y="31"/>
                  </a:moveTo>
                  <a:cubicBezTo>
                    <a:pt x="8" y="15"/>
                    <a:pt x="11" y="3"/>
                    <a:pt x="11" y="3"/>
                  </a:cubicBezTo>
                  <a:cubicBezTo>
                    <a:pt x="11" y="3"/>
                    <a:pt x="72" y="0"/>
                    <a:pt x="92" y="6"/>
                  </a:cubicBezTo>
                  <a:cubicBezTo>
                    <a:pt x="112" y="12"/>
                    <a:pt x="125" y="38"/>
                    <a:pt x="125" y="38"/>
                  </a:cubicBezTo>
                  <a:cubicBezTo>
                    <a:pt x="0" y="31"/>
                    <a:pt x="0" y="31"/>
                    <a:pt x="0" y="31"/>
                  </a:cubicBezTo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57" name="Google Shape;157;p1"/>
            <p:cNvSpPr/>
            <p:nvPr/>
          </p:nvSpPr>
          <p:spPr>
            <a:xfrm>
              <a:off x="5949950" y="2860676"/>
              <a:ext cx="611188" cy="876300"/>
            </a:xfrm>
            <a:custGeom>
              <a:rect b="b" l="l" r="r" t="t"/>
              <a:pathLst>
                <a:path extrusionOk="0" h="206" w="144">
                  <a:moveTo>
                    <a:pt x="78" y="19"/>
                  </a:moveTo>
                  <a:cubicBezTo>
                    <a:pt x="77" y="24"/>
                    <a:pt x="75" y="29"/>
                    <a:pt x="74" y="34"/>
                  </a:cubicBezTo>
                  <a:cubicBezTo>
                    <a:pt x="69" y="50"/>
                    <a:pt x="69" y="50"/>
                    <a:pt x="69" y="50"/>
                  </a:cubicBezTo>
                  <a:cubicBezTo>
                    <a:pt x="66" y="60"/>
                    <a:pt x="64" y="71"/>
                    <a:pt x="62" y="81"/>
                  </a:cubicBezTo>
                  <a:cubicBezTo>
                    <a:pt x="59" y="91"/>
                    <a:pt x="58" y="102"/>
                    <a:pt x="56" y="112"/>
                  </a:cubicBezTo>
                  <a:cubicBezTo>
                    <a:pt x="55" y="122"/>
                    <a:pt x="55" y="132"/>
                    <a:pt x="56" y="141"/>
                  </a:cubicBezTo>
                  <a:cubicBezTo>
                    <a:pt x="56" y="145"/>
                    <a:pt x="57" y="149"/>
                    <a:pt x="57" y="152"/>
                  </a:cubicBezTo>
                  <a:cubicBezTo>
                    <a:pt x="58" y="153"/>
                    <a:pt x="58" y="154"/>
                    <a:pt x="58" y="155"/>
                  </a:cubicBezTo>
                  <a:cubicBezTo>
                    <a:pt x="58" y="156"/>
                    <a:pt x="59" y="156"/>
                    <a:pt x="59" y="157"/>
                  </a:cubicBezTo>
                  <a:cubicBezTo>
                    <a:pt x="59" y="157"/>
                    <a:pt x="59" y="157"/>
                    <a:pt x="59" y="157"/>
                  </a:cubicBezTo>
                  <a:cubicBezTo>
                    <a:pt x="59" y="157"/>
                    <a:pt x="59" y="157"/>
                    <a:pt x="59" y="157"/>
                  </a:cubicBezTo>
                  <a:cubicBezTo>
                    <a:pt x="59" y="157"/>
                    <a:pt x="58" y="156"/>
                    <a:pt x="58" y="156"/>
                  </a:cubicBezTo>
                  <a:cubicBezTo>
                    <a:pt x="58" y="155"/>
                    <a:pt x="57" y="155"/>
                    <a:pt x="57" y="154"/>
                  </a:cubicBezTo>
                  <a:cubicBezTo>
                    <a:pt x="56" y="153"/>
                    <a:pt x="55" y="153"/>
                    <a:pt x="55" y="153"/>
                  </a:cubicBezTo>
                  <a:cubicBezTo>
                    <a:pt x="54" y="152"/>
                    <a:pt x="54" y="152"/>
                    <a:pt x="54" y="152"/>
                  </a:cubicBezTo>
                  <a:cubicBezTo>
                    <a:pt x="55" y="153"/>
                    <a:pt x="56" y="154"/>
                    <a:pt x="58" y="154"/>
                  </a:cubicBezTo>
                  <a:cubicBezTo>
                    <a:pt x="60" y="155"/>
                    <a:pt x="62" y="156"/>
                    <a:pt x="64" y="157"/>
                  </a:cubicBezTo>
                  <a:cubicBezTo>
                    <a:pt x="69" y="158"/>
                    <a:pt x="74" y="160"/>
                    <a:pt x="79" y="161"/>
                  </a:cubicBezTo>
                  <a:cubicBezTo>
                    <a:pt x="100" y="166"/>
                    <a:pt x="122" y="170"/>
                    <a:pt x="144" y="175"/>
                  </a:cubicBezTo>
                  <a:cubicBezTo>
                    <a:pt x="143" y="203"/>
                    <a:pt x="143" y="203"/>
                    <a:pt x="143" y="203"/>
                  </a:cubicBezTo>
                  <a:cubicBezTo>
                    <a:pt x="131" y="204"/>
                    <a:pt x="120" y="205"/>
                    <a:pt x="108" y="206"/>
                  </a:cubicBezTo>
                  <a:cubicBezTo>
                    <a:pt x="96" y="206"/>
                    <a:pt x="84" y="206"/>
                    <a:pt x="72" y="205"/>
                  </a:cubicBezTo>
                  <a:cubicBezTo>
                    <a:pt x="66" y="205"/>
                    <a:pt x="60" y="204"/>
                    <a:pt x="53" y="203"/>
                  </a:cubicBezTo>
                  <a:cubicBezTo>
                    <a:pt x="50" y="202"/>
                    <a:pt x="46" y="201"/>
                    <a:pt x="43" y="200"/>
                  </a:cubicBezTo>
                  <a:cubicBezTo>
                    <a:pt x="39" y="199"/>
                    <a:pt x="35" y="198"/>
                    <a:pt x="31" y="196"/>
                  </a:cubicBezTo>
                  <a:cubicBezTo>
                    <a:pt x="28" y="195"/>
                    <a:pt x="26" y="193"/>
                    <a:pt x="23" y="191"/>
                  </a:cubicBezTo>
                  <a:cubicBezTo>
                    <a:pt x="21" y="190"/>
                    <a:pt x="20" y="188"/>
                    <a:pt x="18" y="186"/>
                  </a:cubicBezTo>
                  <a:cubicBezTo>
                    <a:pt x="17" y="185"/>
                    <a:pt x="16" y="184"/>
                    <a:pt x="16" y="183"/>
                  </a:cubicBezTo>
                  <a:cubicBezTo>
                    <a:pt x="15" y="182"/>
                    <a:pt x="15" y="182"/>
                    <a:pt x="14" y="181"/>
                  </a:cubicBezTo>
                  <a:cubicBezTo>
                    <a:pt x="14" y="180"/>
                    <a:pt x="14" y="180"/>
                    <a:pt x="14" y="180"/>
                  </a:cubicBezTo>
                  <a:cubicBezTo>
                    <a:pt x="11" y="174"/>
                    <a:pt x="11" y="174"/>
                    <a:pt x="11" y="174"/>
                  </a:cubicBezTo>
                  <a:cubicBezTo>
                    <a:pt x="10" y="172"/>
                    <a:pt x="10" y="171"/>
                    <a:pt x="9" y="169"/>
                  </a:cubicBezTo>
                  <a:cubicBezTo>
                    <a:pt x="6" y="161"/>
                    <a:pt x="4" y="154"/>
                    <a:pt x="3" y="147"/>
                  </a:cubicBezTo>
                  <a:cubicBezTo>
                    <a:pt x="0" y="119"/>
                    <a:pt x="3" y="94"/>
                    <a:pt x="7" y="70"/>
                  </a:cubicBezTo>
                  <a:cubicBezTo>
                    <a:pt x="9" y="58"/>
                    <a:pt x="12" y="47"/>
                    <a:pt x="15" y="35"/>
                  </a:cubicBezTo>
                  <a:cubicBezTo>
                    <a:pt x="16" y="29"/>
                    <a:pt x="18" y="23"/>
                    <a:pt x="20" y="18"/>
                  </a:cubicBezTo>
                  <a:cubicBezTo>
                    <a:pt x="22" y="12"/>
                    <a:pt x="24" y="6"/>
                    <a:pt x="26" y="0"/>
                  </a:cubicBezTo>
                  <a:cubicBezTo>
                    <a:pt x="78" y="19"/>
                    <a:pt x="78" y="19"/>
                    <a:pt x="78" y="19"/>
                  </a:cubicBezTo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58" name="Google Shape;158;p1"/>
            <p:cNvSpPr/>
            <p:nvPr/>
          </p:nvSpPr>
          <p:spPr>
            <a:xfrm>
              <a:off x="5922963" y="2686051"/>
              <a:ext cx="460375" cy="574675"/>
            </a:xfrm>
            <a:custGeom>
              <a:rect b="b" l="l" r="r" t="t"/>
              <a:pathLst>
                <a:path extrusionOk="0" h="135" w="108">
                  <a:moveTo>
                    <a:pt x="47" y="10"/>
                  </a:moveTo>
                  <a:cubicBezTo>
                    <a:pt x="85" y="0"/>
                    <a:pt x="108" y="31"/>
                    <a:pt x="95" y="82"/>
                  </a:cubicBezTo>
                  <a:cubicBezTo>
                    <a:pt x="82" y="133"/>
                    <a:pt x="78" y="135"/>
                    <a:pt x="78" y="135"/>
                  </a:cubicBezTo>
                  <a:cubicBezTo>
                    <a:pt x="0" y="122"/>
                    <a:pt x="0" y="122"/>
                    <a:pt x="0" y="122"/>
                  </a:cubicBezTo>
                  <a:cubicBezTo>
                    <a:pt x="9" y="72"/>
                    <a:pt x="9" y="20"/>
                    <a:pt x="47" y="10"/>
                  </a:cubicBezTo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59" name="Google Shape;159;p1"/>
            <p:cNvSpPr/>
            <p:nvPr/>
          </p:nvSpPr>
          <p:spPr>
            <a:xfrm>
              <a:off x="6477000" y="3559176"/>
              <a:ext cx="280988" cy="203200"/>
            </a:xfrm>
            <a:custGeom>
              <a:rect b="b" l="l" r="r" t="t"/>
              <a:pathLst>
                <a:path extrusionOk="0" h="48" w="66">
                  <a:moveTo>
                    <a:pt x="40" y="0"/>
                  </a:moveTo>
                  <a:cubicBezTo>
                    <a:pt x="34" y="0"/>
                    <a:pt x="34" y="0"/>
                    <a:pt x="34" y="0"/>
                  </a:cubicBezTo>
                  <a:cubicBezTo>
                    <a:pt x="17" y="0"/>
                    <a:pt x="14" y="4"/>
                    <a:pt x="4" y="14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27" y="48"/>
                    <a:pt x="41" y="33"/>
                    <a:pt x="41" y="33"/>
                  </a:cubicBezTo>
                  <a:cubicBezTo>
                    <a:pt x="66" y="33"/>
                    <a:pt x="66" y="33"/>
                    <a:pt x="66" y="33"/>
                  </a:cubicBezTo>
                  <a:cubicBezTo>
                    <a:pt x="58" y="13"/>
                    <a:pt x="58" y="13"/>
                    <a:pt x="58" y="13"/>
                  </a:cubicBezTo>
                  <a:cubicBezTo>
                    <a:pt x="54" y="6"/>
                    <a:pt x="48" y="1"/>
                    <a:pt x="40" y="0"/>
                  </a:cubicBezTo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60" name="Google Shape;160;p1"/>
            <p:cNvSpPr/>
            <p:nvPr/>
          </p:nvSpPr>
          <p:spPr>
            <a:xfrm>
              <a:off x="6216650" y="1933576"/>
              <a:ext cx="511175" cy="714375"/>
            </a:xfrm>
            <a:custGeom>
              <a:rect b="b" l="l" r="r" t="t"/>
              <a:pathLst>
                <a:path extrusionOk="0" h="168" w="120">
                  <a:moveTo>
                    <a:pt x="7" y="69"/>
                  </a:moveTo>
                  <a:cubicBezTo>
                    <a:pt x="14" y="106"/>
                    <a:pt x="16" y="128"/>
                    <a:pt x="37" y="144"/>
                  </a:cubicBezTo>
                  <a:cubicBezTo>
                    <a:pt x="68" y="168"/>
                    <a:pt x="112" y="145"/>
                    <a:pt x="116" y="107"/>
                  </a:cubicBezTo>
                  <a:cubicBezTo>
                    <a:pt x="120" y="73"/>
                    <a:pt x="108" y="19"/>
                    <a:pt x="70" y="10"/>
                  </a:cubicBezTo>
                  <a:cubicBezTo>
                    <a:pt x="33" y="0"/>
                    <a:pt x="0" y="33"/>
                    <a:pt x="7" y="69"/>
                  </a:cubicBez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61" name="Google Shape;161;p1"/>
            <p:cNvSpPr/>
            <p:nvPr/>
          </p:nvSpPr>
          <p:spPr>
            <a:xfrm>
              <a:off x="6046788" y="1806576"/>
              <a:ext cx="638175" cy="696913"/>
            </a:xfrm>
            <a:custGeom>
              <a:rect b="b" l="l" r="r" t="t"/>
              <a:pathLst>
                <a:path extrusionOk="0" h="164" w="150">
                  <a:moveTo>
                    <a:pt x="119" y="112"/>
                  </a:moveTo>
                  <a:cubicBezTo>
                    <a:pt x="145" y="110"/>
                    <a:pt x="138" y="83"/>
                    <a:pt x="130" y="77"/>
                  </a:cubicBezTo>
                  <a:cubicBezTo>
                    <a:pt x="142" y="72"/>
                    <a:pt x="150" y="53"/>
                    <a:pt x="139" y="40"/>
                  </a:cubicBezTo>
                  <a:cubicBezTo>
                    <a:pt x="146" y="22"/>
                    <a:pt x="126" y="0"/>
                    <a:pt x="91" y="3"/>
                  </a:cubicBezTo>
                  <a:cubicBezTo>
                    <a:pt x="66" y="6"/>
                    <a:pt x="63" y="19"/>
                    <a:pt x="63" y="19"/>
                  </a:cubicBezTo>
                  <a:cubicBezTo>
                    <a:pt x="63" y="19"/>
                    <a:pt x="33" y="16"/>
                    <a:pt x="21" y="41"/>
                  </a:cubicBezTo>
                  <a:cubicBezTo>
                    <a:pt x="10" y="62"/>
                    <a:pt x="23" y="74"/>
                    <a:pt x="23" y="74"/>
                  </a:cubicBezTo>
                  <a:cubicBezTo>
                    <a:pt x="23" y="74"/>
                    <a:pt x="0" y="80"/>
                    <a:pt x="6" y="110"/>
                  </a:cubicBezTo>
                  <a:cubicBezTo>
                    <a:pt x="13" y="141"/>
                    <a:pt x="38" y="134"/>
                    <a:pt x="38" y="134"/>
                  </a:cubicBezTo>
                  <a:cubicBezTo>
                    <a:pt x="38" y="134"/>
                    <a:pt x="32" y="163"/>
                    <a:pt x="65" y="164"/>
                  </a:cubicBezTo>
                  <a:cubicBezTo>
                    <a:pt x="94" y="164"/>
                    <a:pt x="94" y="143"/>
                    <a:pt x="94" y="143"/>
                  </a:cubicBezTo>
                  <a:cubicBezTo>
                    <a:pt x="94" y="143"/>
                    <a:pt x="131" y="139"/>
                    <a:pt x="119" y="112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62" name="Google Shape;162;p1"/>
            <p:cNvSpPr/>
            <p:nvPr/>
          </p:nvSpPr>
          <p:spPr>
            <a:xfrm>
              <a:off x="6459538" y="2206626"/>
              <a:ext cx="153988" cy="182563"/>
            </a:xfrm>
            <a:custGeom>
              <a:rect b="b" l="l" r="r" t="t"/>
              <a:pathLst>
                <a:path extrusionOk="0" h="43" w="36">
                  <a:moveTo>
                    <a:pt x="3" y="20"/>
                  </a:moveTo>
                  <a:cubicBezTo>
                    <a:pt x="6" y="29"/>
                    <a:pt x="13" y="35"/>
                    <a:pt x="19" y="38"/>
                  </a:cubicBezTo>
                  <a:cubicBezTo>
                    <a:pt x="28" y="43"/>
                    <a:pt x="36" y="33"/>
                    <a:pt x="34" y="23"/>
                  </a:cubicBezTo>
                  <a:cubicBezTo>
                    <a:pt x="33" y="14"/>
                    <a:pt x="24" y="2"/>
                    <a:pt x="14" y="1"/>
                  </a:cubicBezTo>
                  <a:cubicBezTo>
                    <a:pt x="4" y="0"/>
                    <a:pt x="0" y="11"/>
                    <a:pt x="3" y="20"/>
                  </a:cubicBez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63" name="Google Shape;163;p1"/>
            <p:cNvSpPr/>
            <p:nvPr/>
          </p:nvSpPr>
          <p:spPr>
            <a:xfrm>
              <a:off x="8016875" y="5702301"/>
              <a:ext cx="255588" cy="425450"/>
            </a:xfrm>
            <a:custGeom>
              <a:rect b="b" l="l" r="r" t="t"/>
              <a:pathLst>
                <a:path extrusionOk="0" h="268" w="161">
                  <a:moveTo>
                    <a:pt x="67" y="268"/>
                  </a:moveTo>
                  <a:lnTo>
                    <a:pt x="161" y="228"/>
                  </a:lnTo>
                  <a:lnTo>
                    <a:pt x="94" y="0"/>
                  </a:lnTo>
                  <a:lnTo>
                    <a:pt x="0" y="38"/>
                  </a:lnTo>
                  <a:lnTo>
                    <a:pt x="67" y="268"/>
                  </a:ln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64" name="Google Shape;164;p1"/>
            <p:cNvSpPr/>
            <p:nvPr/>
          </p:nvSpPr>
          <p:spPr>
            <a:xfrm>
              <a:off x="8016875" y="5702301"/>
              <a:ext cx="255588" cy="425450"/>
            </a:xfrm>
            <a:custGeom>
              <a:rect b="b" l="l" r="r" t="t"/>
              <a:pathLst>
                <a:path extrusionOk="0" h="268" w="161">
                  <a:moveTo>
                    <a:pt x="67" y="268"/>
                  </a:moveTo>
                  <a:lnTo>
                    <a:pt x="161" y="228"/>
                  </a:lnTo>
                  <a:lnTo>
                    <a:pt x="94" y="0"/>
                  </a:lnTo>
                  <a:lnTo>
                    <a:pt x="0" y="38"/>
                  </a:lnTo>
                  <a:lnTo>
                    <a:pt x="67" y="268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65" name="Google Shape;165;p1"/>
            <p:cNvSpPr/>
            <p:nvPr/>
          </p:nvSpPr>
          <p:spPr>
            <a:xfrm>
              <a:off x="8191500" y="5792788"/>
              <a:ext cx="28575" cy="88900"/>
            </a:xfrm>
            <a:custGeom>
              <a:rect b="b" l="l" r="r" t="t"/>
              <a:pathLst>
                <a:path extrusionOk="0" h="56" w="18">
                  <a:moveTo>
                    <a:pt x="0" y="0"/>
                  </a:moveTo>
                  <a:lnTo>
                    <a:pt x="0" y="0"/>
                  </a:lnTo>
                  <a:lnTo>
                    <a:pt x="18" y="56"/>
                  </a:lnTo>
                  <a:lnTo>
                    <a:pt x="18" y="5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66" name="Google Shape;166;p1"/>
            <p:cNvSpPr/>
            <p:nvPr/>
          </p:nvSpPr>
          <p:spPr>
            <a:xfrm>
              <a:off x="8191500" y="5792788"/>
              <a:ext cx="28575" cy="88900"/>
            </a:xfrm>
            <a:custGeom>
              <a:rect b="b" l="l" r="r" t="t"/>
              <a:pathLst>
                <a:path extrusionOk="0" h="56" w="18">
                  <a:moveTo>
                    <a:pt x="0" y="0"/>
                  </a:moveTo>
                  <a:lnTo>
                    <a:pt x="0" y="0"/>
                  </a:lnTo>
                  <a:lnTo>
                    <a:pt x="18" y="56"/>
                  </a:lnTo>
                  <a:lnTo>
                    <a:pt x="18" y="56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67" name="Google Shape;167;p1"/>
            <p:cNvSpPr/>
            <p:nvPr/>
          </p:nvSpPr>
          <p:spPr>
            <a:xfrm>
              <a:off x="8042275" y="5792788"/>
              <a:ext cx="177800" cy="147638"/>
            </a:xfrm>
            <a:custGeom>
              <a:rect b="b" l="l" r="r" t="t"/>
              <a:pathLst>
                <a:path extrusionOk="0" h="93" w="112">
                  <a:moveTo>
                    <a:pt x="94" y="0"/>
                  </a:moveTo>
                  <a:lnTo>
                    <a:pt x="0" y="34"/>
                  </a:lnTo>
                  <a:lnTo>
                    <a:pt x="16" y="93"/>
                  </a:lnTo>
                  <a:lnTo>
                    <a:pt x="112" y="56"/>
                  </a:lnTo>
                  <a:lnTo>
                    <a:pt x="94" y="0"/>
                  </a:lnTo>
                  <a:close/>
                </a:path>
              </a:pathLst>
            </a:custGeom>
            <a:solidFill>
              <a:srgbClr val="91494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68" name="Google Shape;168;p1"/>
            <p:cNvSpPr/>
            <p:nvPr/>
          </p:nvSpPr>
          <p:spPr>
            <a:xfrm>
              <a:off x="8042275" y="5792788"/>
              <a:ext cx="177800" cy="147638"/>
            </a:xfrm>
            <a:custGeom>
              <a:rect b="b" l="l" r="r" t="t"/>
              <a:pathLst>
                <a:path extrusionOk="0" h="93" w="112">
                  <a:moveTo>
                    <a:pt x="94" y="0"/>
                  </a:moveTo>
                  <a:lnTo>
                    <a:pt x="0" y="34"/>
                  </a:lnTo>
                  <a:lnTo>
                    <a:pt x="16" y="93"/>
                  </a:lnTo>
                  <a:lnTo>
                    <a:pt x="112" y="56"/>
                  </a:lnTo>
                  <a:lnTo>
                    <a:pt x="94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69" name="Google Shape;169;p1"/>
            <p:cNvSpPr/>
            <p:nvPr/>
          </p:nvSpPr>
          <p:spPr>
            <a:xfrm>
              <a:off x="8075613" y="5975351"/>
              <a:ext cx="506413" cy="268288"/>
            </a:xfrm>
            <a:custGeom>
              <a:rect b="b" l="l" r="r" t="t"/>
              <a:pathLst>
                <a:path extrusionOk="0" h="63" w="119">
                  <a:moveTo>
                    <a:pt x="43" y="7"/>
                  </a:moveTo>
                  <a:cubicBezTo>
                    <a:pt x="3" y="21"/>
                    <a:pt x="3" y="21"/>
                    <a:pt x="3" y="21"/>
                  </a:cubicBezTo>
                  <a:cubicBezTo>
                    <a:pt x="1" y="21"/>
                    <a:pt x="0" y="23"/>
                    <a:pt x="1" y="24"/>
                  </a:cubicBezTo>
                  <a:cubicBezTo>
                    <a:pt x="10" y="57"/>
                    <a:pt x="10" y="57"/>
                    <a:pt x="10" y="57"/>
                  </a:cubicBezTo>
                  <a:cubicBezTo>
                    <a:pt x="11" y="61"/>
                    <a:pt x="15" y="63"/>
                    <a:pt x="19" y="61"/>
                  </a:cubicBezTo>
                  <a:cubicBezTo>
                    <a:pt x="33" y="56"/>
                    <a:pt x="38" y="53"/>
                    <a:pt x="56" y="46"/>
                  </a:cubicBezTo>
                  <a:cubicBezTo>
                    <a:pt x="66" y="41"/>
                    <a:pt x="92" y="30"/>
                    <a:pt x="106" y="22"/>
                  </a:cubicBezTo>
                  <a:cubicBezTo>
                    <a:pt x="119" y="14"/>
                    <a:pt x="111" y="0"/>
                    <a:pt x="105" y="3"/>
                  </a:cubicBezTo>
                  <a:cubicBezTo>
                    <a:pt x="89" y="8"/>
                    <a:pt x="63" y="11"/>
                    <a:pt x="50" y="7"/>
                  </a:cubicBezTo>
                  <a:cubicBezTo>
                    <a:pt x="48" y="6"/>
                    <a:pt x="46" y="6"/>
                    <a:pt x="43" y="7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70" name="Google Shape;170;p1"/>
            <p:cNvSpPr/>
            <p:nvPr/>
          </p:nvSpPr>
          <p:spPr>
            <a:xfrm>
              <a:off x="6254750" y="4005263"/>
              <a:ext cx="1974850" cy="1854200"/>
            </a:xfrm>
            <a:custGeom>
              <a:rect b="b" l="l" r="r" t="t"/>
              <a:pathLst>
                <a:path extrusionOk="0" h="436" w="464">
                  <a:moveTo>
                    <a:pt x="153" y="6"/>
                  </a:moveTo>
                  <a:cubicBezTo>
                    <a:pt x="153" y="6"/>
                    <a:pt x="422" y="30"/>
                    <a:pt x="429" y="107"/>
                  </a:cubicBezTo>
                  <a:cubicBezTo>
                    <a:pt x="443" y="265"/>
                    <a:pt x="464" y="416"/>
                    <a:pt x="464" y="416"/>
                  </a:cubicBezTo>
                  <a:cubicBezTo>
                    <a:pt x="410" y="436"/>
                    <a:pt x="410" y="436"/>
                    <a:pt x="410" y="436"/>
                  </a:cubicBezTo>
                  <a:cubicBezTo>
                    <a:pt x="410" y="436"/>
                    <a:pt x="343" y="263"/>
                    <a:pt x="344" y="140"/>
                  </a:cubicBezTo>
                  <a:cubicBezTo>
                    <a:pt x="266" y="118"/>
                    <a:pt x="62" y="150"/>
                    <a:pt x="29" y="91"/>
                  </a:cubicBezTo>
                  <a:cubicBezTo>
                    <a:pt x="0" y="38"/>
                    <a:pt x="25" y="0"/>
                    <a:pt x="25" y="0"/>
                  </a:cubicBezTo>
                  <a:cubicBezTo>
                    <a:pt x="153" y="6"/>
                    <a:pt x="153" y="6"/>
                    <a:pt x="153" y="6"/>
                  </a:cubicBezTo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71" name="Google Shape;171;p1"/>
            <p:cNvSpPr/>
            <p:nvPr/>
          </p:nvSpPr>
          <p:spPr>
            <a:xfrm>
              <a:off x="7931150" y="5686426"/>
              <a:ext cx="341313" cy="228600"/>
            </a:xfrm>
            <a:custGeom>
              <a:rect b="b" l="l" r="r" t="t"/>
              <a:pathLst>
                <a:path extrusionOk="0" h="144" w="215">
                  <a:moveTo>
                    <a:pt x="32" y="144"/>
                  </a:moveTo>
                  <a:lnTo>
                    <a:pt x="215" y="83"/>
                  </a:lnTo>
                  <a:lnTo>
                    <a:pt x="207" y="0"/>
                  </a:lnTo>
                  <a:lnTo>
                    <a:pt x="0" y="64"/>
                  </a:lnTo>
                  <a:lnTo>
                    <a:pt x="32" y="144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72" name="Google Shape;172;p1"/>
            <p:cNvSpPr/>
            <p:nvPr/>
          </p:nvSpPr>
          <p:spPr>
            <a:xfrm>
              <a:off x="8275638" y="5965826"/>
              <a:ext cx="77788" cy="55563"/>
            </a:xfrm>
            <a:custGeom>
              <a:rect b="b" l="l" r="r" t="t"/>
              <a:pathLst>
                <a:path extrusionOk="0" h="13" w="18">
                  <a:moveTo>
                    <a:pt x="11" y="11"/>
                  </a:moveTo>
                  <a:cubicBezTo>
                    <a:pt x="8" y="12"/>
                    <a:pt x="4" y="12"/>
                    <a:pt x="1" y="13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1" y="10"/>
                    <a:pt x="9" y="0"/>
                    <a:pt x="14" y="0"/>
                  </a:cubicBezTo>
                  <a:cubicBezTo>
                    <a:pt x="15" y="0"/>
                    <a:pt x="16" y="0"/>
                    <a:pt x="17" y="1"/>
                  </a:cubicBezTo>
                  <a:cubicBezTo>
                    <a:pt x="18" y="3"/>
                    <a:pt x="18" y="5"/>
                    <a:pt x="17" y="6"/>
                  </a:cubicBezTo>
                  <a:cubicBezTo>
                    <a:pt x="17" y="8"/>
                    <a:pt x="14" y="10"/>
                    <a:pt x="11" y="11"/>
                  </a:cubicBezTo>
                  <a:close/>
                  <a:moveTo>
                    <a:pt x="3" y="11"/>
                  </a:moveTo>
                  <a:cubicBezTo>
                    <a:pt x="10" y="10"/>
                    <a:pt x="15" y="8"/>
                    <a:pt x="16" y="6"/>
                  </a:cubicBezTo>
                  <a:cubicBezTo>
                    <a:pt x="16" y="5"/>
                    <a:pt x="16" y="4"/>
                    <a:pt x="15" y="2"/>
                  </a:cubicBezTo>
                  <a:cubicBezTo>
                    <a:pt x="15" y="2"/>
                    <a:pt x="15" y="2"/>
                    <a:pt x="14" y="1"/>
                  </a:cubicBezTo>
                  <a:cubicBezTo>
                    <a:pt x="11" y="1"/>
                    <a:pt x="6" y="7"/>
                    <a:pt x="3" y="11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73" name="Google Shape;173;p1"/>
            <p:cNvSpPr/>
            <p:nvPr/>
          </p:nvSpPr>
          <p:spPr>
            <a:xfrm>
              <a:off x="8259763" y="5940426"/>
              <a:ext cx="46038" cy="80963"/>
            </a:xfrm>
            <a:custGeom>
              <a:rect b="b" l="l" r="r" t="t"/>
              <a:pathLst>
                <a:path extrusionOk="0" h="19" w="11">
                  <a:moveTo>
                    <a:pt x="5" y="19"/>
                  </a:moveTo>
                  <a:cubicBezTo>
                    <a:pt x="5" y="19"/>
                    <a:pt x="5" y="19"/>
                    <a:pt x="5" y="19"/>
                  </a:cubicBezTo>
                  <a:cubicBezTo>
                    <a:pt x="4" y="18"/>
                    <a:pt x="4" y="18"/>
                    <a:pt x="4" y="18"/>
                  </a:cubicBezTo>
                  <a:cubicBezTo>
                    <a:pt x="4" y="18"/>
                    <a:pt x="0" y="8"/>
                    <a:pt x="2" y="3"/>
                  </a:cubicBezTo>
                  <a:cubicBezTo>
                    <a:pt x="3" y="2"/>
                    <a:pt x="4" y="1"/>
                    <a:pt x="5" y="0"/>
                  </a:cubicBezTo>
                  <a:cubicBezTo>
                    <a:pt x="7" y="0"/>
                    <a:pt x="8" y="1"/>
                    <a:pt x="9" y="2"/>
                  </a:cubicBezTo>
                  <a:cubicBezTo>
                    <a:pt x="11" y="6"/>
                    <a:pt x="9" y="15"/>
                    <a:pt x="6" y="18"/>
                  </a:cubicBezTo>
                  <a:lnTo>
                    <a:pt x="5" y="19"/>
                  </a:lnTo>
                  <a:close/>
                  <a:moveTo>
                    <a:pt x="5" y="2"/>
                  </a:moveTo>
                  <a:cubicBezTo>
                    <a:pt x="5" y="2"/>
                    <a:pt x="4" y="3"/>
                    <a:pt x="4" y="4"/>
                  </a:cubicBezTo>
                  <a:cubicBezTo>
                    <a:pt x="2" y="6"/>
                    <a:pt x="4" y="13"/>
                    <a:pt x="5" y="16"/>
                  </a:cubicBezTo>
                  <a:cubicBezTo>
                    <a:pt x="8" y="12"/>
                    <a:pt x="9" y="5"/>
                    <a:pt x="8" y="3"/>
                  </a:cubicBezTo>
                  <a:cubicBezTo>
                    <a:pt x="7" y="2"/>
                    <a:pt x="7" y="2"/>
                    <a:pt x="6" y="2"/>
                  </a:cubicBezTo>
                  <a:lnTo>
                    <a:pt x="5" y="2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74" name="Google Shape;174;p1"/>
            <p:cNvSpPr/>
            <p:nvPr/>
          </p:nvSpPr>
          <p:spPr>
            <a:xfrm>
              <a:off x="7315200" y="5846763"/>
              <a:ext cx="187325" cy="387350"/>
            </a:xfrm>
            <a:custGeom>
              <a:rect b="b" l="l" r="r" t="t"/>
              <a:pathLst>
                <a:path extrusionOk="0" h="244" w="118">
                  <a:moveTo>
                    <a:pt x="0" y="244"/>
                  </a:moveTo>
                  <a:lnTo>
                    <a:pt x="102" y="239"/>
                  </a:lnTo>
                  <a:lnTo>
                    <a:pt x="118" y="0"/>
                  </a:lnTo>
                  <a:lnTo>
                    <a:pt x="16" y="3"/>
                  </a:lnTo>
                  <a:lnTo>
                    <a:pt x="0" y="244"/>
                  </a:ln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75" name="Google Shape;175;p1"/>
            <p:cNvSpPr/>
            <p:nvPr/>
          </p:nvSpPr>
          <p:spPr>
            <a:xfrm>
              <a:off x="7315200" y="5846763"/>
              <a:ext cx="187325" cy="387350"/>
            </a:xfrm>
            <a:custGeom>
              <a:rect b="b" l="l" r="r" t="t"/>
              <a:pathLst>
                <a:path extrusionOk="0" h="244" w="118">
                  <a:moveTo>
                    <a:pt x="0" y="244"/>
                  </a:moveTo>
                  <a:lnTo>
                    <a:pt x="102" y="239"/>
                  </a:lnTo>
                  <a:lnTo>
                    <a:pt x="118" y="0"/>
                  </a:lnTo>
                  <a:lnTo>
                    <a:pt x="16" y="3"/>
                  </a:lnTo>
                  <a:lnTo>
                    <a:pt x="0" y="244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76" name="Google Shape;176;p1"/>
            <p:cNvSpPr/>
            <p:nvPr/>
          </p:nvSpPr>
          <p:spPr>
            <a:xfrm>
              <a:off x="7267575" y="6191251"/>
              <a:ext cx="485775" cy="196850"/>
            </a:xfrm>
            <a:custGeom>
              <a:rect b="b" l="l" r="r" t="t"/>
              <a:pathLst>
                <a:path extrusionOk="0" h="46" w="114">
                  <a:moveTo>
                    <a:pt x="49" y="2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5" y="0"/>
                    <a:pt x="4" y="1"/>
                    <a:pt x="4" y="3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40"/>
                    <a:pt x="3" y="44"/>
                    <a:pt x="7" y="44"/>
                  </a:cubicBezTo>
                  <a:cubicBezTo>
                    <a:pt x="22" y="44"/>
                    <a:pt x="29" y="44"/>
                    <a:pt x="48" y="44"/>
                  </a:cubicBezTo>
                  <a:cubicBezTo>
                    <a:pt x="60" y="44"/>
                    <a:pt x="82" y="46"/>
                    <a:pt x="98" y="44"/>
                  </a:cubicBezTo>
                  <a:cubicBezTo>
                    <a:pt x="114" y="42"/>
                    <a:pt x="112" y="26"/>
                    <a:pt x="105" y="26"/>
                  </a:cubicBezTo>
                  <a:cubicBezTo>
                    <a:pt x="89" y="25"/>
                    <a:pt x="67" y="13"/>
                    <a:pt x="56" y="4"/>
                  </a:cubicBezTo>
                  <a:cubicBezTo>
                    <a:pt x="54" y="3"/>
                    <a:pt x="52" y="2"/>
                    <a:pt x="49" y="2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77" name="Google Shape;177;p1"/>
            <p:cNvSpPr/>
            <p:nvPr/>
          </p:nvSpPr>
          <p:spPr>
            <a:xfrm>
              <a:off x="7489825" y="6183313"/>
              <a:ext cx="84138" cy="47625"/>
            </a:xfrm>
            <a:custGeom>
              <a:rect b="b" l="l" r="r" t="t"/>
              <a:pathLst>
                <a:path extrusionOk="0" h="11" w="20">
                  <a:moveTo>
                    <a:pt x="11" y="11"/>
                  </a:moveTo>
                  <a:cubicBezTo>
                    <a:pt x="7" y="11"/>
                    <a:pt x="3" y="10"/>
                    <a:pt x="1" y="9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2" y="7"/>
                    <a:pt x="13" y="0"/>
                    <a:pt x="17" y="2"/>
                  </a:cubicBezTo>
                  <a:cubicBezTo>
                    <a:pt x="18" y="2"/>
                    <a:pt x="19" y="3"/>
                    <a:pt x="19" y="4"/>
                  </a:cubicBezTo>
                  <a:cubicBezTo>
                    <a:pt x="20" y="6"/>
                    <a:pt x="19" y="8"/>
                    <a:pt x="18" y="9"/>
                  </a:cubicBezTo>
                  <a:cubicBezTo>
                    <a:pt x="17" y="11"/>
                    <a:pt x="14" y="11"/>
                    <a:pt x="11" y="11"/>
                  </a:cubicBezTo>
                  <a:close/>
                  <a:moveTo>
                    <a:pt x="3" y="8"/>
                  </a:moveTo>
                  <a:cubicBezTo>
                    <a:pt x="10" y="10"/>
                    <a:pt x="15" y="10"/>
                    <a:pt x="17" y="8"/>
                  </a:cubicBezTo>
                  <a:cubicBezTo>
                    <a:pt x="18" y="7"/>
                    <a:pt x="18" y="6"/>
                    <a:pt x="18" y="5"/>
                  </a:cubicBezTo>
                  <a:cubicBezTo>
                    <a:pt x="17" y="4"/>
                    <a:pt x="17" y="4"/>
                    <a:pt x="17" y="3"/>
                  </a:cubicBezTo>
                  <a:cubicBezTo>
                    <a:pt x="14" y="2"/>
                    <a:pt x="8" y="5"/>
                    <a:pt x="3" y="8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78" name="Google Shape;178;p1"/>
            <p:cNvSpPr/>
            <p:nvPr/>
          </p:nvSpPr>
          <p:spPr>
            <a:xfrm>
              <a:off x="7485063" y="6149976"/>
              <a:ext cx="50800" cy="71438"/>
            </a:xfrm>
            <a:custGeom>
              <a:rect b="b" l="l" r="r" t="t"/>
              <a:pathLst>
                <a:path extrusionOk="0" h="17" w="12">
                  <a:moveTo>
                    <a:pt x="2" y="17"/>
                  </a:moveTo>
                  <a:cubicBezTo>
                    <a:pt x="1" y="17"/>
                    <a:pt x="1" y="17"/>
                    <a:pt x="1" y="17"/>
                  </a:cubicBezTo>
                  <a:cubicBezTo>
                    <a:pt x="1" y="16"/>
                    <a:pt x="1" y="16"/>
                    <a:pt x="1" y="16"/>
                  </a:cubicBezTo>
                  <a:cubicBezTo>
                    <a:pt x="1" y="16"/>
                    <a:pt x="0" y="5"/>
                    <a:pt x="4" y="1"/>
                  </a:cubicBezTo>
                  <a:cubicBezTo>
                    <a:pt x="6" y="0"/>
                    <a:pt x="7" y="0"/>
                    <a:pt x="8" y="0"/>
                  </a:cubicBezTo>
                  <a:cubicBezTo>
                    <a:pt x="10" y="0"/>
                    <a:pt x="11" y="1"/>
                    <a:pt x="11" y="3"/>
                  </a:cubicBezTo>
                  <a:cubicBezTo>
                    <a:pt x="12" y="7"/>
                    <a:pt x="6" y="15"/>
                    <a:pt x="2" y="17"/>
                  </a:cubicBezTo>
                  <a:close/>
                  <a:moveTo>
                    <a:pt x="8" y="2"/>
                  </a:moveTo>
                  <a:cubicBezTo>
                    <a:pt x="7" y="2"/>
                    <a:pt x="6" y="2"/>
                    <a:pt x="6" y="3"/>
                  </a:cubicBezTo>
                  <a:cubicBezTo>
                    <a:pt x="3" y="5"/>
                    <a:pt x="3" y="11"/>
                    <a:pt x="3" y="15"/>
                  </a:cubicBezTo>
                  <a:cubicBezTo>
                    <a:pt x="6" y="12"/>
                    <a:pt x="10" y="6"/>
                    <a:pt x="10" y="3"/>
                  </a:cubicBezTo>
                  <a:cubicBezTo>
                    <a:pt x="10" y="3"/>
                    <a:pt x="9" y="2"/>
                    <a:pt x="8" y="2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79" name="Google Shape;179;p1"/>
            <p:cNvSpPr/>
            <p:nvPr/>
          </p:nvSpPr>
          <p:spPr>
            <a:xfrm>
              <a:off x="7323138" y="5995988"/>
              <a:ext cx="4763" cy="68263"/>
            </a:xfrm>
            <a:custGeom>
              <a:rect b="b" l="l" r="r" t="t"/>
              <a:pathLst>
                <a:path extrusionOk="0" h="43" w="3">
                  <a:moveTo>
                    <a:pt x="3" y="0"/>
                  </a:moveTo>
                  <a:lnTo>
                    <a:pt x="3" y="0"/>
                  </a:lnTo>
                  <a:lnTo>
                    <a:pt x="0" y="43"/>
                  </a:lnTo>
                  <a:lnTo>
                    <a:pt x="0" y="43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80" name="Google Shape;180;p1"/>
            <p:cNvSpPr/>
            <p:nvPr/>
          </p:nvSpPr>
          <p:spPr>
            <a:xfrm>
              <a:off x="7323138" y="5995988"/>
              <a:ext cx="4763" cy="68263"/>
            </a:xfrm>
            <a:custGeom>
              <a:rect b="b" l="l" r="r" t="t"/>
              <a:pathLst>
                <a:path extrusionOk="0" h="43" w="3">
                  <a:moveTo>
                    <a:pt x="3" y="0"/>
                  </a:moveTo>
                  <a:lnTo>
                    <a:pt x="3" y="0"/>
                  </a:lnTo>
                  <a:lnTo>
                    <a:pt x="0" y="43"/>
                  </a:lnTo>
                  <a:lnTo>
                    <a:pt x="0" y="43"/>
                  </a:lnTo>
                  <a:lnTo>
                    <a:pt x="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81" name="Google Shape;181;p1"/>
            <p:cNvSpPr/>
            <p:nvPr/>
          </p:nvSpPr>
          <p:spPr>
            <a:xfrm>
              <a:off x="7323138" y="5992813"/>
              <a:ext cx="166688" cy="71438"/>
            </a:xfrm>
            <a:custGeom>
              <a:rect b="b" l="l" r="r" t="t"/>
              <a:pathLst>
                <a:path extrusionOk="0" h="45" w="105">
                  <a:moveTo>
                    <a:pt x="105" y="0"/>
                  </a:moveTo>
                  <a:lnTo>
                    <a:pt x="3" y="2"/>
                  </a:lnTo>
                  <a:lnTo>
                    <a:pt x="0" y="45"/>
                  </a:lnTo>
                  <a:lnTo>
                    <a:pt x="102" y="45"/>
                  </a:lnTo>
                  <a:lnTo>
                    <a:pt x="105" y="0"/>
                  </a:lnTo>
                  <a:close/>
                </a:path>
              </a:pathLst>
            </a:custGeom>
            <a:solidFill>
              <a:srgbClr val="91494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82" name="Google Shape;182;p1"/>
            <p:cNvSpPr/>
            <p:nvPr/>
          </p:nvSpPr>
          <p:spPr>
            <a:xfrm>
              <a:off x="7323138" y="5992813"/>
              <a:ext cx="166688" cy="71438"/>
            </a:xfrm>
            <a:custGeom>
              <a:rect b="b" l="l" r="r" t="t"/>
              <a:pathLst>
                <a:path extrusionOk="0" h="45" w="105">
                  <a:moveTo>
                    <a:pt x="105" y="0"/>
                  </a:moveTo>
                  <a:lnTo>
                    <a:pt x="3" y="2"/>
                  </a:lnTo>
                  <a:lnTo>
                    <a:pt x="0" y="45"/>
                  </a:lnTo>
                  <a:lnTo>
                    <a:pt x="102" y="45"/>
                  </a:lnTo>
                  <a:lnTo>
                    <a:pt x="105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83" name="Google Shape;183;p1"/>
            <p:cNvSpPr/>
            <p:nvPr/>
          </p:nvSpPr>
          <p:spPr>
            <a:xfrm>
              <a:off x="5919788" y="3992563"/>
              <a:ext cx="1841500" cy="2003425"/>
            </a:xfrm>
            <a:custGeom>
              <a:rect b="b" l="l" r="r" t="t"/>
              <a:pathLst>
                <a:path extrusionOk="0" h="471" w="433">
                  <a:moveTo>
                    <a:pt x="143" y="5"/>
                  </a:moveTo>
                  <a:cubicBezTo>
                    <a:pt x="143" y="5"/>
                    <a:pt x="433" y="49"/>
                    <a:pt x="428" y="116"/>
                  </a:cubicBezTo>
                  <a:cubicBezTo>
                    <a:pt x="420" y="236"/>
                    <a:pt x="379" y="470"/>
                    <a:pt x="379" y="470"/>
                  </a:cubicBezTo>
                  <a:cubicBezTo>
                    <a:pt x="322" y="471"/>
                    <a:pt x="322" y="471"/>
                    <a:pt x="322" y="471"/>
                  </a:cubicBezTo>
                  <a:cubicBezTo>
                    <a:pt x="322" y="471"/>
                    <a:pt x="309" y="230"/>
                    <a:pt x="330" y="143"/>
                  </a:cubicBezTo>
                  <a:cubicBezTo>
                    <a:pt x="259" y="143"/>
                    <a:pt x="58" y="140"/>
                    <a:pt x="31" y="104"/>
                  </a:cubicBezTo>
                  <a:cubicBezTo>
                    <a:pt x="0" y="63"/>
                    <a:pt x="32" y="0"/>
                    <a:pt x="32" y="0"/>
                  </a:cubicBezTo>
                  <a:cubicBezTo>
                    <a:pt x="143" y="5"/>
                    <a:pt x="143" y="5"/>
                    <a:pt x="143" y="5"/>
                  </a:cubicBezTo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84" name="Google Shape;184;p1"/>
            <p:cNvSpPr/>
            <p:nvPr/>
          </p:nvSpPr>
          <p:spPr>
            <a:xfrm>
              <a:off x="7246938" y="5856288"/>
              <a:ext cx="322263" cy="157163"/>
            </a:xfrm>
            <a:custGeom>
              <a:rect b="b" l="l" r="r" t="t"/>
              <a:pathLst>
                <a:path extrusionOk="0" h="99" w="203">
                  <a:moveTo>
                    <a:pt x="11" y="99"/>
                  </a:moveTo>
                  <a:lnTo>
                    <a:pt x="195" y="96"/>
                  </a:lnTo>
                  <a:lnTo>
                    <a:pt x="203" y="0"/>
                  </a:lnTo>
                  <a:lnTo>
                    <a:pt x="0" y="8"/>
                  </a:lnTo>
                  <a:lnTo>
                    <a:pt x="11" y="99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85" name="Google Shape;185;p1"/>
            <p:cNvSpPr/>
            <p:nvPr/>
          </p:nvSpPr>
          <p:spPr>
            <a:xfrm>
              <a:off x="6000750" y="2690813"/>
              <a:ext cx="904875" cy="1339850"/>
            </a:xfrm>
            <a:custGeom>
              <a:rect b="b" l="l" r="r" t="t"/>
              <a:pathLst>
                <a:path extrusionOk="0" h="315" w="213">
                  <a:moveTo>
                    <a:pt x="175" y="5"/>
                  </a:moveTo>
                  <a:cubicBezTo>
                    <a:pt x="152" y="0"/>
                    <a:pt x="47" y="2"/>
                    <a:pt x="47" y="2"/>
                  </a:cubicBezTo>
                  <a:cubicBezTo>
                    <a:pt x="25" y="1"/>
                    <a:pt x="6" y="17"/>
                    <a:pt x="4" y="39"/>
                  </a:cubicBezTo>
                  <a:cubicBezTo>
                    <a:pt x="0" y="71"/>
                    <a:pt x="21" y="144"/>
                    <a:pt x="21" y="181"/>
                  </a:cubicBezTo>
                  <a:cubicBezTo>
                    <a:pt x="22" y="226"/>
                    <a:pt x="13" y="245"/>
                    <a:pt x="13" y="306"/>
                  </a:cubicBezTo>
                  <a:cubicBezTo>
                    <a:pt x="213" y="315"/>
                    <a:pt x="213" y="315"/>
                    <a:pt x="213" y="315"/>
                  </a:cubicBezTo>
                  <a:cubicBezTo>
                    <a:pt x="213" y="192"/>
                    <a:pt x="208" y="90"/>
                    <a:pt x="203" y="41"/>
                  </a:cubicBezTo>
                  <a:cubicBezTo>
                    <a:pt x="201" y="24"/>
                    <a:pt x="198" y="10"/>
                    <a:pt x="175" y="5"/>
                  </a:cubicBezTo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86" name="Google Shape;186;p1"/>
            <p:cNvSpPr/>
            <p:nvPr/>
          </p:nvSpPr>
          <p:spPr>
            <a:xfrm>
              <a:off x="6013450" y="2698751"/>
              <a:ext cx="892175" cy="1331913"/>
            </a:xfrm>
            <a:custGeom>
              <a:rect b="b" l="l" r="r" t="t"/>
              <a:pathLst>
                <a:path extrusionOk="0" h="313" w="210">
                  <a:moveTo>
                    <a:pt x="76" y="0"/>
                  </a:moveTo>
                  <a:cubicBezTo>
                    <a:pt x="57" y="0"/>
                    <a:pt x="44" y="0"/>
                    <a:pt x="44" y="0"/>
                  </a:cubicBezTo>
                  <a:cubicBezTo>
                    <a:pt x="43" y="0"/>
                    <a:pt x="43" y="0"/>
                    <a:pt x="42" y="0"/>
                  </a:cubicBezTo>
                  <a:cubicBezTo>
                    <a:pt x="21" y="0"/>
                    <a:pt x="3" y="16"/>
                    <a:pt x="1" y="37"/>
                  </a:cubicBezTo>
                  <a:cubicBezTo>
                    <a:pt x="0" y="40"/>
                    <a:pt x="0" y="42"/>
                    <a:pt x="0" y="46"/>
                  </a:cubicBezTo>
                  <a:cubicBezTo>
                    <a:pt x="0" y="81"/>
                    <a:pt x="18" y="145"/>
                    <a:pt x="18" y="179"/>
                  </a:cubicBezTo>
                  <a:cubicBezTo>
                    <a:pt x="18" y="181"/>
                    <a:pt x="18" y="183"/>
                    <a:pt x="18" y="185"/>
                  </a:cubicBezTo>
                  <a:cubicBezTo>
                    <a:pt x="18" y="226"/>
                    <a:pt x="10" y="245"/>
                    <a:pt x="10" y="304"/>
                  </a:cubicBezTo>
                  <a:cubicBezTo>
                    <a:pt x="210" y="313"/>
                    <a:pt x="210" y="313"/>
                    <a:pt x="210" y="313"/>
                  </a:cubicBezTo>
                  <a:cubicBezTo>
                    <a:pt x="210" y="307"/>
                    <a:pt x="210" y="301"/>
                    <a:pt x="210" y="295"/>
                  </a:cubicBezTo>
                  <a:cubicBezTo>
                    <a:pt x="210" y="295"/>
                    <a:pt x="210" y="295"/>
                    <a:pt x="210" y="295"/>
                  </a:cubicBezTo>
                  <a:cubicBezTo>
                    <a:pt x="210" y="284"/>
                    <a:pt x="210" y="273"/>
                    <a:pt x="210" y="262"/>
                  </a:cubicBezTo>
                  <a:cubicBezTo>
                    <a:pt x="210" y="253"/>
                    <a:pt x="210" y="244"/>
                    <a:pt x="210" y="235"/>
                  </a:cubicBezTo>
                  <a:cubicBezTo>
                    <a:pt x="208" y="148"/>
                    <a:pt x="204" y="77"/>
                    <a:pt x="200" y="39"/>
                  </a:cubicBezTo>
                  <a:cubicBezTo>
                    <a:pt x="198" y="22"/>
                    <a:pt x="195" y="8"/>
                    <a:pt x="172" y="3"/>
                  </a:cubicBezTo>
                  <a:cubicBezTo>
                    <a:pt x="157" y="0"/>
                    <a:pt x="109" y="0"/>
                    <a:pt x="76" y="0"/>
                  </a:cubicBezTo>
                </a:path>
              </a:pathLst>
            </a:custGeom>
            <a:solidFill>
              <a:srgbClr val="7AA3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87" name="Google Shape;187;p1"/>
            <p:cNvSpPr/>
            <p:nvPr/>
          </p:nvSpPr>
          <p:spPr>
            <a:xfrm>
              <a:off x="6629400" y="2878138"/>
              <a:ext cx="804863" cy="858838"/>
            </a:xfrm>
            <a:custGeom>
              <a:rect b="b" l="l" r="r" t="t"/>
              <a:pathLst>
                <a:path extrusionOk="0" h="202" w="189">
                  <a:moveTo>
                    <a:pt x="54" y="0"/>
                  </a:moveTo>
                  <a:cubicBezTo>
                    <a:pt x="61" y="21"/>
                    <a:pt x="67" y="44"/>
                    <a:pt x="74" y="65"/>
                  </a:cubicBezTo>
                  <a:cubicBezTo>
                    <a:pt x="80" y="87"/>
                    <a:pt x="87" y="109"/>
                    <a:pt x="94" y="129"/>
                  </a:cubicBezTo>
                  <a:cubicBezTo>
                    <a:pt x="96" y="135"/>
                    <a:pt x="98" y="139"/>
                    <a:pt x="100" y="144"/>
                  </a:cubicBezTo>
                  <a:cubicBezTo>
                    <a:pt x="103" y="152"/>
                    <a:pt x="103" y="152"/>
                    <a:pt x="103" y="152"/>
                  </a:cubicBezTo>
                  <a:cubicBezTo>
                    <a:pt x="104" y="152"/>
                    <a:pt x="104" y="152"/>
                    <a:pt x="104" y="152"/>
                  </a:cubicBezTo>
                  <a:cubicBezTo>
                    <a:pt x="104" y="153"/>
                    <a:pt x="104" y="153"/>
                    <a:pt x="104" y="153"/>
                  </a:cubicBezTo>
                  <a:cubicBezTo>
                    <a:pt x="104" y="153"/>
                    <a:pt x="104" y="153"/>
                    <a:pt x="104" y="153"/>
                  </a:cubicBezTo>
                  <a:cubicBezTo>
                    <a:pt x="104" y="153"/>
                    <a:pt x="104" y="153"/>
                    <a:pt x="104" y="153"/>
                  </a:cubicBezTo>
                  <a:cubicBezTo>
                    <a:pt x="104" y="153"/>
                    <a:pt x="104" y="153"/>
                    <a:pt x="104" y="153"/>
                  </a:cubicBezTo>
                  <a:cubicBezTo>
                    <a:pt x="103" y="151"/>
                    <a:pt x="102" y="150"/>
                    <a:pt x="101" y="150"/>
                  </a:cubicBezTo>
                  <a:cubicBezTo>
                    <a:pt x="100" y="148"/>
                    <a:pt x="99" y="148"/>
                    <a:pt x="99" y="148"/>
                  </a:cubicBezTo>
                  <a:cubicBezTo>
                    <a:pt x="99" y="148"/>
                    <a:pt x="100" y="149"/>
                    <a:pt x="102" y="150"/>
                  </a:cubicBezTo>
                  <a:cubicBezTo>
                    <a:pt x="104" y="151"/>
                    <a:pt x="106" y="152"/>
                    <a:pt x="108" y="152"/>
                  </a:cubicBezTo>
                  <a:cubicBezTo>
                    <a:pt x="113" y="154"/>
                    <a:pt x="118" y="155"/>
                    <a:pt x="123" y="157"/>
                  </a:cubicBezTo>
                  <a:cubicBezTo>
                    <a:pt x="144" y="162"/>
                    <a:pt x="167" y="166"/>
                    <a:pt x="189" y="171"/>
                  </a:cubicBezTo>
                  <a:cubicBezTo>
                    <a:pt x="188" y="199"/>
                    <a:pt x="188" y="199"/>
                    <a:pt x="188" y="199"/>
                  </a:cubicBezTo>
                  <a:cubicBezTo>
                    <a:pt x="176" y="200"/>
                    <a:pt x="164" y="201"/>
                    <a:pt x="152" y="202"/>
                  </a:cubicBezTo>
                  <a:cubicBezTo>
                    <a:pt x="140" y="202"/>
                    <a:pt x="128" y="202"/>
                    <a:pt x="116" y="201"/>
                  </a:cubicBezTo>
                  <a:cubicBezTo>
                    <a:pt x="110" y="200"/>
                    <a:pt x="103" y="200"/>
                    <a:pt x="97" y="198"/>
                  </a:cubicBezTo>
                  <a:cubicBezTo>
                    <a:pt x="93" y="198"/>
                    <a:pt x="90" y="197"/>
                    <a:pt x="86" y="196"/>
                  </a:cubicBezTo>
                  <a:cubicBezTo>
                    <a:pt x="82" y="195"/>
                    <a:pt x="78" y="193"/>
                    <a:pt x="73" y="191"/>
                  </a:cubicBezTo>
                  <a:cubicBezTo>
                    <a:pt x="71" y="189"/>
                    <a:pt x="68" y="187"/>
                    <a:pt x="64" y="184"/>
                  </a:cubicBezTo>
                  <a:cubicBezTo>
                    <a:pt x="63" y="182"/>
                    <a:pt x="61" y="180"/>
                    <a:pt x="59" y="177"/>
                  </a:cubicBezTo>
                  <a:cubicBezTo>
                    <a:pt x="58" y="174"/>
                    <a:pt x="58" y="174"/>
                    <a:pt x="58" y="174"/>
                  </a:cubicBezTo>
                  <a:cubicBezTo>
                    <a:pt x="53" y="166"/>
                    <a:pt x="53" y="166"/>
                    <a:pt x="53" y="166"/>
                  </a:cubicBezTo>
                  <a:cubicBezTo>
                    <a:pt x="51" y="160"/>
                    <a:pt x="48" y="155"/>
                    <a:pt x="46" y="149"/>
                  </a:cubicBezTo>
                  <a:cubicBezTo>
                    <a:pt x="41" y="138"/>
                    <a:pt x="36" y="127"/>
                    <a:pt x="32" y="116"/>
                  </a:cubicBezTo>
                  <a:cubicBezTo>
                    <a:pt x="28" y="104"/>
                    <a:pt x="24" y="93"/>
                    <a:pt x="20" y="82"/>
                  </a:cubicBezTo>
                  <a:cubicBezTo>
                    <a:pt x="13" y="60"/>
                    <a:pt x="6" y="37"/>
                    <a:pt x="0" y="14"/>
                  </a:cubicBezTo>
                  <a:lnTo>
                    <a:pt x="54" y="0"/>
                  </a:ln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88" name="Google Shape;188;p1"/>
            <p:cNvSpPr/>
            <p:nvPr/>
          </p:nvSpPr>
          <p:spPr>
            <a:xfrm>
              <a:off x="6497638" y="2665413"/>
              <a:ext cx="514350" cy="630238"/>
            </a:xfrm>
            <a:custGeom>
              <a:rect b="b" l="l" r="r" t="t"/>
              <a:pathLst>
                <a:path extrusionOk="0" h="148" w="121">
                  <a:moveTo>
                    <a:pt x="28" y="27"/>
                  </a:moveTo>
                  <a:cubicBezTo>
                    <a:pt x="56" y="0"/>
                    <a:pt x="91" y="15"/>
                    <a:pt x="106" y="65"/>
                  </a:cubicBezTo>
                  <a:cubicBezTo>
                    <a:pt x="121" y="116"/>
                    <a:pt x="118" y="120"/>
                    <a:pt x="118" y="120"/>
                  </a:cubicBezTo>
                  <a:cubicBezTo>
                    <a:pt x="45" y="148"/>
                    <a:pt x="45" y="148"/>
                    <a:pt x="45" y="148"/>
                  </a:cubicBezTo>
                  <a:cubicBezTo>
                    <a:pt x="27" y="100"/>
                    <a:pt x="0" y="56"/>
                    <a:pt x="28" y="27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89" name="Google Shape;189;p1"/>
            <p:cNvSpPr/>
            <p:nvPr/>
          </p:nvSpPr>
          <p:spPr>
            <a:xfrm>
              <a:off x="7348538" y="3559176"/>
              <a:ext cx="280988" cy="207963"/>
            </a:xfrm>
            <a:custGeom>
              <a:rect b="b" l="l" r="r" t="t"/>
              <a:pathLst>
                <a:path extrusionOk="0" h="49" w="66">
                  <a:moveTo>
                    <a:pt x="39" y="0"/>
                  </a:moveTo>
                  <a:cubicBezTo>
                    <a:pt x="34" y="0"/>
                    <a:pt x="34" y="0"/>
                    <a:pt x="34" y="0"/>
                  </a:cubicBezTo>
                  <a:cubicBezTo>
                    <a:pt x="17" y="0"/>
                    <a:pt x="14" y="4"/>
                    <a:pt x="4" y="14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27" y="49"/>
                    <a:pt x="41" y="33"/>
                    <a:pt x="41" y="33"/>
                  </a:cubicBezTo>
                  <a:cubicBezTo>
                    <a:pt x="66" y="33"/>
                    <a:pt x="66" y="33"/>
                    <a:pt x="66" y="33"/>
                  </a:cubicBezTo>
                  <a:cubicBezTo>
                    <a:pt x="58" y="13"/>
                    <a:pt x="58" y="13"/>
                    <a:pt x="58" y="13"/>
                  </a:cubicBezTo>
                  <a:cubicBezTo>
                    <a:pt x="54" y="6"/>
                    <a:pt x="47" y="1"/>
                    <a:pt x="39" y="0"/>
                  </a:cubicBez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90" name="Google Shape;190;p1"/>
            <p:cNvSpPr/>
            <p:nvPr/>
          </p:nvSpPr>
          <p:spPr>
            <a:xfrm>
              <a:off x="6046788" y="4503738"/>
              <a:ext cx="1177925" cy="157163"/>
            </a:xfrm>
            <a:custGeom>
              <a:rect b="b" l="l" r="r" t="t"/>
              <a:pathLst>
                <a:path extrusionOk="0" h="37" w="277">
                  <a:moveTo>
                    <a:pt x="10" y="37"/>
                  </a:moveTo>
                  <a:cubicBezTo>
                    <a:pt x="267" y="37"/>
                    <a:pt x="267" y="37"/>
                    <a:pt x="267" y="37"/>
                  </a:cubicBezTo>
                  <a:cubicBezTo>
                    <a:pt x="272" y="37"/>
                    <a:pt x="277" y="33"/>
                    <a:pt x="277" y="27"/>
                  </a:cubicBezTo>
                  <a:cubicBezTo>
                    <a:pt x="277" y="11"/>
                    <a:pt x="277" y="11"/>
                    <a:pt x="277" y="11"/>
                  </a:cubicBezTo>
                  <a:cubicBezTo>
                    <a:pt x="277" y="5"/>
                    <a:pt x="272" y="0"/>
                    <a:pt x="267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5" y="0"/>
                    <a:pt x="0" y="5"/>
                    <a:pt x="0" y="11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0" y="33"/>
                    <a:pt x="5" y="37"/>
                    <a:pt x="10" y="37"/>
                  </a:cubicBezTo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91" name="Google Shape;191;p1"/>
            <p:cNvSpPr/>
            <p:nvPr/>
          </p:nvSpPr>
          <p:spPr>
            <a:xfrm>
              <a:off x="6046788" y="4660901"/>
              <a:ext cx="123825" cy="1747838"/>
            </a:xfrm>
            <a:custGeom>
              <a:rect b="b" l="l" r="r" t="t"/>
              <a:pathLst>
                <a:path extrusionOk="0" h="1101" w="78">
                  <a:moveTo>
                    <a:pt x="32" y="1101"/>
                  </a:moveTo>
                  <a:lnTo>
                    <a:pt x="0" y="1101"/>
                  </a:lnTo>
                  <a:lnTo>
                    <a:pt x="35" y="0"/>
                  </a:lnTo>
                  <a:lnTo>
                    <a:pt x="78" y="0"/>
                  </a:lnTo>
                  <a:lnTo>
                    <a:pt x="32" y="1101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92" name="Google Shape;192;p1"/>
            <p:cNvSpPr/>
            <p:nvPr/>
          </p:nvSpPr>
          <p:spPr>
            <a:xfrm>
              <a:off x="6046788" y="4660901"/>
              <a:ext cx="123825" cy="1747838"/>
            </a:xfrm>
            <a:custGeom>
              <a:rect b="b" l="l" r="r" t="t"/>
              <a:pathLst>
                <a:path extrusionOk="0" h="1101" w="78">
                  <a:moveTo>
                    <a:pt x="32" y="1101"/>
                  </a:moveTo>
                  <a:lnTo>
                    <a:pt x="0" y="1101"/>
                  </a:lnTo>
                  <a:lnTo>
                    <a:pt x="35" y="0"/>
                  </a:lnTo>
                  <a:lnTo>
                    <a:pt x="78" y="0"/>
                  </a:lnTo>
                  <a:lnTo>
                    <a:pt x="32" y="110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93" name="Google Shape;193;p1"/>
            <p:cNvSpPr/>
            <p:nvPr/>
          </p:nvSpPr>
          <p:spPr>
            <a:xfrm>
              <a:off x="6467475" y="4660901"/>
              <a:ext cx="119063" cy="1747838"/>
            </a:xfrm>
            <a:custGeom>
              <a:rect b="b" l="l" r="r" t="t"/>
              <a:pathLst>
                <a:path extrusionOk="0" h="1101" w="75">
                  <a:moveTo>
                    <a:pt x="46" y="1101"/>
                  </a:moveTo>
                  <a:lnTo>
                    <a:pt x="75" y="1101"/>
                  </a:lnTo>
                  <a:lnTo>
                    <a:pt x="41" y="0"/>
                  </a:lnTo>
                  <a:lnTo>
                    <a:pt x="0" y="0"/>
                  </a:lnTo>
                  <a:lnTo>
                    <a:pt x="46" y="1101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94" name="Google Shape;194;p1"/>
            <p:cNvSpPr/>
            <p:nvPr/>
          </p:nvSpPr>
          <p:spPr>
            <a:xfrm>
              <a:off x="6467475" y="4660901"/>
              <a:ext cx="119063" cy="1747838"/>
            </a:xfrm>
            <a:custGeom>
              <a:rect b="b" l="l" r="r" t="t"/>
              <a:pathLst>
                <a:path extrusionOk="0" h="1101" w="75">
                  <a:moveTo>
                    <a:pt x="46" y="1101"/>
                  </a:moveTo>
                  <a:lnTo>
                    <a:pt x="75" y="1101"/>
                  </a:lnTo>
                  <a:lnTo>
                    <a:pt x="41" y="0"/>
                  </a:lnTo>
                  <a:lnTo>
                    <a:pt x="0" y="0"/>
                  </a:lnTo>
                  <a:lnTo>
                    <a:pt x="46" y="110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95" name="Google Shape;195;p1"/>
            <p:cNvSpPr/>
            <p:nvPr/>
          </p:nvSpPr>
          <p:spPr>
            <a:xfrm>
              <a:off x="6684963" y="4660901"/>
              <a:ext cx="123825" cy="1747838"/>
            </a:xfrm>
            <a:custGeom>
              <a:rect b="b" l="l" r="r" t="t"/>
              <a:pathLst>
                <a:path extrusionOk="0" h="1101" w="78">
                  <a:moveTo>
                    <a:pt x="30" y="1101"/>
                  </a:moveTo>
                  <a:lnTo>
                    <a:pt x="0" y="1101"/>
                  </a:lnTo>
                  <a:lnTo>
                    <a:pt x="35" y="0"/>
                  </a:lnTo>
                  <a:lnTo>
                    <a:pt x="78" y="0"/>
                  </a:lnTo>
                  <a:lnTo>
                    <a:pt x="30" y="1101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96" name="Google Shape;196;p1"/>
            <p:cNvSpPr/>
            <p:nvPr/>
          </p:nvSpPr>
          <p:spPr>
            <a:xfrm>
              <a:off x="6684963" y="4660901"/>
              <a:ext cx="123825" cy="1747838"/>
            </a:xfrm>
            <a:custGeom>
              <a:rect b="b" l="l" r="r" t="t"/>
              <a:pathLst>
                <a:path extrusionOk="0" h="1101" w="78">
                  <a:moveTo>
                    <a:pt x="30" y="1101"/>
                  </a:moveTo>
                  <a:lnTo>
                    <a:pt x="0" y="1101"/>
                  </a:lnTo>
                  <a:lnTo>
                    <a:pt x="35" y="0"/>
                  </a:lnTo>
                  <a:lnTo>
                    <a:pt x="78" y="0"/>
                  </a:lnTo>
                  <a:lnTo>
                    <a:pt x="30" y="110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97" name="Google Shape;197;p1"/>
            <p:cNvSpPr/>
            <p:nvPr/>
          </p:nvSpPr>
          <p:spPr>
            <a:xfrm>
              <a:off x="6804025" y="4660901"/>
              <a:ext cx="4763" cy="68263"/>
            </a:xfrm>
            <a:custGeom>
              <a:rect b="b" l="l" r="r" t="t"/>
              <a:pathLst>
                <a:path extrusionOk="0" h="43" w="3">
                  <a:moveTo>
                    <a:pt x="3" y="0"/>
                  </a:moveTo>
                  <a:lnTo>
                    <a:pt x="0" y="0"/>
                  </a:lnTo>
                  <a:lnTo>
                    <a:pt x="0" y="43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8CB0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98" name="Google Shape;198;p1"/>
            <p:cNvSpPr/>
            <p:nvPr/>
          </p:nvSpPr>
          <p:spPr>
            <a:xfrm>
              <a:off x="6804025" y="4660901"/>
              <a:ext cx="4763" cy="68263"/>
            </a:xfrm>
            <a:custGeom>
              <a:rect b="b" l="l" r="r" t="t"/>
              <a:pathLst>
                <a:path extrusionOk="0" h="43" w="3">
                  <a:moveTo>
                    <a:pt x="3" y="0"/>
                  </a:moveTo>
                  <a:lnTo>
                    <a:pt x="0" y="0"/>
                  </a:lnTo>
                  <a:lnTo>
                    <a:pt x="0" y="43"/>
                  </a:lnTo>
                  <a:lnTo>
                    <a:pt x="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99" name="Google Shape;199;p1"/>
            <p:cNvSpPr/>
            <p:nvPr/>
          </p:nvSpPr>
          <p:spPr>
            <a:xfrm>
              <a:off x="7102475" y="4660901"/>
              <a:ext cx="122238" cy="1747838"/>
            </a:xfrm>
            <a:custGeom>
              <a:rect b="b" l="l" r="r" t="t"/>
              <a:pathLst>
                <a:path extrusionOk="0" h="1101" w="77">
                  <a:moveTo>
                    <a:pt x="48" y="1101"/>
                  </a:moveTo>
                  <a:lnTo>
                    <a:pt x="77" y="1101"/>
                  </a:lnTo>
                  <a:lnTo>
                    <a:pt x="43" y="0"/>
                  </a:lnTo>
                  <a:lnTo>
                    <a:pt x="0" y="0"/>
                  </a:lnTo>
                  <a:lnTo>
                    <a:pt x="48" y="1101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00" name="Google Shape;200;p1"/>
            <p:cNvSpPr/>
            <p:nvPr/>
          </p:nvSpPr>
          <p:spPr>
            <a:xfrm>
              <a:off x="7102475" y="4660901"/>
              <a:ext cx="122238" cy="1747838"/>
            </a:xfrm>
            <a:custGeom>
              <a:rect b="b" l="l" r="r" t="t"/>
              <a:pathLst>
                <a:path extrusionOk="0" h="1101" w="77">
                  <a:moveTo>
                    <a:pt x="48" y="1101"/>
                  </a:moveTo>
                  <a:lnTo>
                    <a:pt x="77" y="1101"/>
                  </a:lnTo>
                  <a:lnTo>
                    <a:pt x="43" y="0"/>
                  </a:lnTo>
                  <a:lnTo>
                    <a:pt x="0" y="0"/>
                  </a:lnTo>
                  <a:lnTo>
                    <a:pt x="48" y="110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01" name="Google Shape;201;p1"/>
            <p:cNvSpPr/>
            <p:nvPr/>
          </p:nvSpPr>
          <p:spPr>
            <a:xfrm>
              <a:off x="7105650" y="4737101"/>
              <a:ext cx="119063" cy="1671638"/>
            </a:xfrm>
            <a:custGeom>
              <a:rect b="b" l="l" r="r" t="t"/>
              <a:pathLst>
                <a:path extrusionOk="0" h="1053" w="75">
                  <a:moveTo>
                    <a:pt x="41" y="0"/>
                  </a:moveTo>
                  <a:lnTo>
                    <a:pt x="0" y="0"/>
                  </a:lnTo>
                  <a:lnTo>
                    <a:pt x="46" y="1053"/>
                  </a:lnTo>
                  <a:lnTo>
                    <a:pt x="75" y="1053"/>
                  </a:lnTo>
                  <a:lnTo>
                    <a:pt x="4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02" name="Google Shape;202;p1"/>
            <p:cNvSpPr/>
            <p:nvPr/>
          </p:nvSpPr>
          <p:spPr>
            <a:xfrm>
              <a:off x="6102350" y="4660901"/>
              <a:ext cx="68263" cy="76200"/>
            </a:xfrm>
            <a:custGeom>
              <a:rect b="b" l="l" r="r" t="t"/>
              <a:pathLst>
                <a:path extrusionOk="0" h="48" w="43">
                  <a:moveTo>
                    <a:pt x="0" y="0"/>
                  </a:moveTo>
                  <a:lnTo>
                    <a:pt x="0" y="0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0" y="0"/>
                  </a:lnTo>
                  <a:close/>
                  <a:moveTo>
                    <a:pt x="43" y="0"/>
                  </a:moveTo>
                  <a:lnTo>
                    <a:pt x="43" y="0"/>
                  </a:lnTo>
                  <a:lnTo>
                    <a:pt x="40" y="48"/>
                  </a:lnTo>
                  <a:lnTo>
                    <a:pt x="40" y="48"/>
                  </a:lnTo>
                  <a:lnTo>
                    <a:pt x="43" y="0"/>
                  </a:lnTo>
                  <a:close/>
                </a:path>
              </a:pathLst>
            </a:custGeom>
            <a:solidFill>
              <a:srgbClr val="C5D7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03" name="Google Shape;203;p1"/>
            <p:cNvSpPr/>
            <p:nvPr/>
          </p:nvSpPr>
          <p:spPr>
            <a:xfrm>
              <a:off x="6102350" y="4660901"/>
              <a:ext cx="68263" cy="76200"/>
            </a:xfrm>
            <a:custGeom>
              <a:rect b="b" l="l" r="r" t="t"/>
              <a:pathLst>
                <a:path extrusionOk="0" h="48" w="43">
                  <a:moveTo>
                    <a:pt x="0" y="0"/>
                  </a:moveTo>
                  <a:lnTo>
                    <a:pt x="0" y="0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0" y="0"/>
                  </a:lnTo>
                  <a:moveTo>
                    <a:pt x="43" y="0"/>
                  </a:moveTo>
                  <a:lnTo>
                    <a:pt x="43" y="0"/>
                  </a:lnTo>
                  <a:lnTo>
                    <a:pt x="40" y="48"/>
                  </a:lnTo>
                  <a:lnTo>
                    <a:pt x="40" y="48"/>
                  </a:lnTo>
                  <a:lnTo>
                    <a:pt x="4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04" name="Google Shape;204;p1"/>
            <p:cNvSpPr/>
            <p:nvPr/>
          </p:nvSpPr>
          <p:spPr>
            <a:xfrm>
              <a:off x="6102350" y="4660901"/>
              <a:ext cx="68263" cy="0"/>
            </a:xfrm>
            <a:custGeom>
              <a:rect b="b" l="l" r="r" t="t"/>
              <a:pathLst>
                <a:path extrusionOk="0" h="120000" w="43">
                  <a:moveTo>
                    <a:pt x="43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43" y="0"/>
                  </a:lnTo>
                  <a:lnTo>
                    <a:pt x="43" y="0"/>
                  </a:lnTo>
                  <a:lnTo>
                    <a:pt x="43" y="0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05" name="Google Shape;205;p1"/>
            <p:cNvSpPr/>
            <p:nvPr/>
          </p:nvSpPr>
          <p:spPr>
            <a:xfrm>
              <a:off x="6102350" y="4660901"/>
              <a:ext cx="68263" cy="0"/>
            </a:xfrm>
            <a:custGeom>
              <a:rect b="b" l="l" r="r" t="t"/>
              <a:pathLst>
                <a:path extrusionOk="0" h="120000" w="43">
                  <a:moveTo>
                    <a:pt x="43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43" y="0"/>
                  </a:lnTo>
                  <a:lnTo>
                    <a:pt x="43" y="0"/>
                  </a:lnTo>
                  <a:lnTo>
                    <a:pt x="4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06" name="Google Shape;206;p1"/>
            <p:cNvSpPr/>
            <p:nvPr/>
          </p:nvSpPr>
          <p:spPr>
            <a:xfrm>
              <a:off x="6102350" y="4660901"/>
              <a:ext cx="68263" cy="76200"/>
            </a:xfrm>
            <a:custGeom>
              <a:rect b="b" l="l" r="r" t="t"/>
              <a:pathLst>
                <a:path extrusionOk="0" h="48" w="43">
                  <a:moveTo>
                    <a:pt x="43" y="0"/>
                  </a:moveTo>
                  <a:lnTo>
                    <a:pt x="0" y="0"/>
                  </a:lnTo>
                  <a:lnTo>
                    <a:pt x="0" y="48"/>
                  </a:lnTo>
                  <a:lnTo>
                    <a:pt x="40" y="48"/>
                  </a:lnTo>
                  <a:lnTo>
                    <a:pt x="4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07" name="Google Shape;207;p1"/>
            <p:cNvSpPr/>
            <p:nvPr/>
          </p:nvSpPr>
          <p:spPr>
            <a:xfrm>
              <a:off x="6467475" y="4660901"/>
              <a:ext cx="68263" cy="76200"/>
            </a:xfrm>
            <a:custGeom>
              <a:rect b="b" l="l" r="r" t="t"/>
              <a:pathLst>
                <a:path extrusionOk="0" h="48" w="43">
                  <a:moveTo>
                    <a:pt x="0" y="45"/>
                  </a:moveTo>
                  <a:lnTo>
                    <a:pt x="0" y="48"/>
                  </a:lnTo>
                  <a:lnTo>
                    <a:pt x="0" y="45"/>
                  </a:lnTo>
                  <a:close/>
                  <a:moveTo>
                    <a:pt x="41" y="0"/>
                  </a:moveTo>
                  <a:lnTo>
                    <a:pt x="41" y="0"/>
                  </a:lnTo>
                  <a:lnTo>
                    <a:pt x="43" y="48"/>
                  </a:lnTo>
                  <a:lnTo>
                    <a:pt x="43" y="48"/>
                  </a:lnTo>
                  <a:lnTo>
                    <a:pt x="41" y="0"/>
                  </a:lnTo>
                  <a:close/>
                </a:path>
              </a:pathLst>
            </a:custGeom>
            <a:solidFill>
              <a:srgbClr val="C5D7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08" name="Google Shape;208;p1"/>
            <p:cNvSpPr/>
            <p:nvPr/>
          </p:nvSpPr>
          <p:spPr>
            <a:xfrm>
              <a:off x="6467475" y="4660901"/>
              <a:ext cx="68263" cy="76200"/>
            </a:xfrm>
            <a:custGeom>
              <a:rect b="b" l="l" r="r" t="t"/>
              <a:pathLst>
                <a:path extrusionOk="0" h="48" w="43">
                  <a:moveTo>
                    <a:pt x="0" y="45"/>
                  </a:moveTo>
                  <a:lnTo>
                    <a:pt x="0" y="48"/>
                  </a:lnTo>
                  <a:lnTo>
                    <a:pt x="0" y="45"/>
                  </a:lnTo>
                  <a:moveTo>
                    <a:pt x="41" y="0"/>
                  </a:moveTo>
                  <a:lnTo>
                    <a:pt x="41" y="0"/>
                  </a:lnTo>
                  <a:lnTo>
                    <a:pt x="43" y="48"/>
                  </a:lnTo>
                  <a:lnTo>
                    <a:pt x="43" y="48"/>
                  </a:lnTo>
                  <a:lnTo>
                    <a:pt x="4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09" name="Google Shape;209;p1"/>
            <p:cNvSpPr/>
            <p:nvPr/>
          </p:nvSpPr>
          <p:spPr>
            <a:xfrm>
              <a:off x="6467475" y="4660901"/>
              <a:ext cx="65088" cy="1588"/>
            </a:xfrm>
            <a:prstGeom prst="rect">
              <a:avLst/>
            </a:pr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10" name="Google Shape;210;p1"/>
            <p:cNvSpPr/>
            <p:nvPr/>
          </p:nvSpPr>
          <p:spPr>
            <a:xfrm>
              <a:off x="6467475" y="4660901"/>
              <a:ext cx="65088" cy="15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11" name="Google Shape;211;p1"/>
            <p:cNvSpPr/>
            <p:nvPr/>
          </p:nvSpPr>
          <p:spPr>
            <a:xfrm>
              <a:off x="6467475" y="4660901"/>
              <a:ext cx="68263" cy="76200"/>
            </a:xfrm>
            <a:custGeom>
              <a:rect b="b" l="l" r="r" t="t"/>
              <a:pathLst>
                <a:path extrusionOk="0" h="48" w="43">
                  <a:moveTo>
                    <a:pt x="41" y="0"/>
                  </a:moveTo>
                  <a:lnTo>
                    <a:pt x="0" y="0"/>
                  </a:lnTo>
                  <a:lnTo>
                    <a:pt x="0" y="45"/>
                  </a:lnTo>
                  <a:lnTo>
                    <a:pt x="0" y="48"/>
                  </a:lnTo>
                  <a:lnTo>
                    <a:pt x="43" y="48"/>
                  </a:lnTo>
                  <a:lnTo>
                    <a:pt x="4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12" name="Google Shape;212;p1"/>
            <p:cNvSpPr/>
            <p:nvPr/>
          </p:nvSpPr>
          <p:spPr>
            <a:xfrm>
              <a:off x="6740525" y="4660901"/>
              <a:ext cx="63500" cy="1588"/>
            </a:xfrm>
            <a:prstGeom prst="rect">
              <a:avLst/>
            </a:pr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13" name="Google Shape;213;p1"/>
            <p:cNvSpPr/>
            <p:nvPr/>
          </p:nvSpPr>
          <p:spPr>
            <a:xfrm>
              <a:off x="6740525" y="4660901"/>
              <a:ext cx="63500" cy="15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14" name="Google Shape;214;p1"/>
            <p:cNvSpPr/>
            <p:nvPr/>
          </p:nvSpPr>
          <p:spPr>
            <a:xfrm>
              <a:off x="6735763" y="4660901"/>
              <a:ext cx="68263" cy="76200"/>
            </a:xfrm>
            <a:custGeom>
              <a:rect b="b" l="l" r="r" t="t"/>
              <a:pathLst>
                <a:path extrusionOk="0" h="48" w="43">
                  <a:moveTo>
                    <a:pt x="43" y="0"/>
                  </a:moveTo>
                  <a:lnTo>
                    <a:pt x="3" y="0"/>
                  </a:lnTo>
                  <a:lnTo>
                    <a:pt x="0" y="48"/>
                  </a:lnTo>
                  <a:lnTo>
                    <a:pt x="43" y="48"/>
                  </a:lnTo>
                  <a:lnTo>
                    <a:pt x="43" y="43"/>
                  </a:lnTo>
                  <a:lnTo>
                    <a:pt x="4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15" name="Google Shape;215;p1"/>
            <p:cNvSpPr/>
            <p:nvPr/>
          </p:nvSpPr>
          <p:spPr>
            <a:xfrm>
              <a:off x="7102475" y="4660901"/>
              <a:ext cx="68263" cy="76200"/>
            </a:xfrm>
            <a:custGeom>
              <a:rect b="b" l="l" r="r" t="t"/>
              <a:pathLst>
                <a:path extrusionOk="0" h="48" w="43">
                  <a:moveTo>
                    <a:pt x="0" y="0"/>
                  </a:moveTo>
                  <a:lnTo>
                    <a:pt x="0" y="0"/>
                  </a:lnTo>
                  <a:lnTo>
                    <a:pt x="2" y="48"/>
                  </a:lnTo>
                  <a:lnTo>
                    <a:pt x="2" y="48"/>
                  </a:lnTo>
                  <a:lnTo>
                    <a:pt x="0" y="0"/>
                  </a:lnTo>
                  <a:close/>
                  <a:moveTo>
                    <a:pt x="43" y="0"/>
                  </a:moveTo>
                  <a:lnTo>
                    <a:pt x="43" y="0"/>
                  </a:lnTo>
                  <a:lnTo>
                    <a:pt x="43" y="48"/>
                  </a:lnTo>
                  <a:lnTo>
                    <a:pt x="43" y="48"/>
                  </a:lnTo>
                  <a:lnTo>
                    <a:pt x="43" y="0"/>
                  </a:lnTo>
                  <a:close/>
                </a:path>
              </a:pathLst>
            </a:custGeom>
            <a:solidFill>
              <a:srgbClr val="C5D7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16" name="Google Shape;216;p1"/>
            <p:cNvSpPr/>
            <p:nvPr/>
          </p:nvSpPr>
          <p:spPr>
            <a:xfrm>
              <a:off x="7102475" y="4660901"/>
              <a:ext cx="68263" cy="76200"/>
            </a:xfrm>
            <a:custGeom>
              <a:rect b="b" l="l" r="r" t="t"/>
              <a:pathLst>
                <a:path extrusionOk="0" h="48" w="43">
                  <a:moveTo>
                    <a:pt x="0" y="0"/>
                  </a:moveTo>
                  <a:lnTo>
                    <a:pt x="0" y="0"/>
                  </a:lnTo>
                  <a:lnTo>
                    <a:pt x="2" y="48"/>
                  </a:lnTo>
                  <a:lnTo>
                    <a:pt x="2" y="48"/>
                  </a:lnTo>
                  <a:lnTo>
                    <a:pt x="0" y="0"/>
                  </a:lnTo>
                  <a:moveTo>
                    <a:pt x="43" y="0"/>
                  </a:moveTo>
                  <a:lnTo>
                    <a:pt x="43" y="0"/>
                  </a:lnTo>
                  <a:lnTo>
                    <a:pt x="43" y="48"/>
                  </a:lnTo>
                  <a:lnTo>
                    <a:pt x="43" y="48"/>
                  </a:lnTo>
                  <a:lnTo>
                    <a:pt x="4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17" name="Google Shape;217;p1"/>
            <p:cNvSpPr/>
            <p:nvPr/>
          </p:nvSpPr>
          <p:spPr>
            <a:xfrm>
              <a:off x="7102475" y="4660901"/>
              <a:ext cx="68263" cy="0"/>
            </a:xfrm>
            <a:custGeom>
              <a:rect b="b" l="l" r="r" t="t"/>
              <a:pathLst>
                <a:path extrusionOk="0" h="120000" w="43">
                  <a:moveTo>
                    <a:pt x="43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43" y="0"/>
                  </a:lnTo>
                  <a:lnTo>
                    <a:pt x="43" y="0"/>
                  </a:lnTo>
                  <a:lnTo>
                    <a:pt x="43" y="0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18" name="Google Shape;218;p1"/>
            <p:cNvSpPr/>
            <p:nvPr/>
          </p:nvSpPr>
          <p:spPr>
            <a:xfrm>
              <a:off x="7102475" y="4660901"/>
              <a:ext cx="68263" cy="0"/>
            </a:xfrm>
            <a:custGeom>
              <a:rect b="b" l="l" r="r" t="t"/>
              <a:pathLst>
                <a:path extrusionOk="0" h="120000" w="43">
                  <a:moveTo>
                    <a:pt x="43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43" y="0"/>
                  </a:lnTo>
                  <a:lnTo>
                    <a:pt x="43" y="0"/>
                  </a:lnTo>
                  <a:lnTo>
                    <a:pt x="4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19" name="Google Shape;219;p1"/>
            <p:cNvSpPr/>
            <p:nvPr/>
          </p:nvSpPr>
          <p:spPr>
            <a:xfrm>
              <a:off x="7102475" y="4660901"/>
              <a:ext cx="68263" cy="76200"/>
            </a:xfrm>
            <a:custGeom>
              <a:rect b="b" l="l" r="r" t="t"/>
              <a:pathLst>
                <a:path extrusionOk="0" h="48" w="43">
                  <a:moveTo>
                    <a:pt x="43" y="0"/>
                  </a:moveTo>
                  <a:lnTo>
                    <a:pt x="0" y="0"/>
                  </a:lnTo>
                  <a:lnTo>
                    <a:pt x="2" y="48"/>
                  </a:lnTo>
                  <a:lnTo>
                    <a:pt x="43" y="48"/>
                  </a:lnTo>
                  <a:lnTo>
                    <a:pt x="4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20" name="Google Shape;220;p1"/>
            <p:cNvSpPr/>
            <p:nvPr/>
          </p:nvSpPr>
          <p:spPr>
            <a:xfrm>
              <a:off x="7527925" y="474663"/>
              <a:ext cx="3168650" cy="2051050"/>
            </a:xfrm>
            <a:custGeom>
              <a:rect b="b" l="l" r="r" t="t"/>
              <a:pathLst>
                <a:path extrusionOk="0" h="482" w="745">
                  <a:moveTo>
                    <a:pt x="678" y="482"/>
                  </a:moveTo>
                  <a:cubicBezTo>
                    <a:pt x="37" y="482"/>
                    <a:pt x="37" y="482"/>
                    <a:pt x="37" y="482"/>
                  </a:cubicBezTo>
                  <a:cubicBezTo>
                    <a:pt x="16" y="482"/>
                    <a:pt x="0" y="465"/>
                    <a:pt x="1" y="444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7" y="17"/>
                    <a:pt x="45" y="0"/>
                    <a:pt x="66" y="0"/>
                  </a:cubicBezTo>
                  <a:cubicBezTo>
                    <a:pt x="707" y="0"/>
                    <a:pt x="707" y="0"/>
                    <a:pt x="707" y="0"/>
                  </a:cubicBezTo>
                  <a:cubicBezTo>
                    <a:pt x="728" y="0"/>
                    <a:pt x="745" y="17"/>
                    <a:pt x="743" y="38"/>
                  </a:cubicBezTo>
                  <a:cubicBezTo>
                    <a:pt x="719" y="444"/>
                    <a:pt x="719" y="444"/>
                    <a:pt x="719" y="444"/>
                  </a:cubicBezTo>
                  <a:cubicBezTo>
                    <a:pt x="717" y="465"/>
                    <a:pt x="699" y="482"/>
                    <a:pt x="678" y="482"/>
                  </a:cubicBezTo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21" name="Google Shape;221;p1"/>
            <p:cNvSpPr/>
            <p:nvPr/>
          </p:nvSpPr>
          <p:spPr>
            <a:xfrm>
              <a:off x="8050213" y="2163763"/>
              <a:ext cx="995363" cy="858838"/>
            </a:xfrm>
            <a:custGeom>
              <a:rect b="b" l="l" r="r" t="t"/>
              <a:pathLst>
                <a:path extrusionOk="0" h="541" w="627">
                  <a:moveTo>
                    <a:pt x="0" y="0"/>
                  </a:moveTo>
                  <a:lnTo>
                    <a:pt x="158" y="541"/>
                  </a:lnTo>
                  <a:lnTo>
                    <a:pt x="62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22" name="Google Shape;222;p1"/>
            <p:cNvSpPr/>
            <p:nvPr/>
          </p:nvSpPr>
          <p:spPr>
            <a:xfrm>
              <a:off x="8050213" y="2163763"/>
              <a:ext cx="995363" cy="858838"/>
            </a:xfrm>
            <a:custGeom>
              <a:rect b="b" l="l" r="r" t="t"/>
              <a:pathLst>
                <a:path extrusionOk="0" h="541" w="627">
                  <a:moveTo>
                    <a:pt x="0" y="0"/>
                  </a:moveTo>
                  <a:lnTo>
                    <a:pt x="158" y="541"/>
                  </a:lnTo>
                  <a:lnTo>
                    <a:pt x="627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23" name="Google Shape;223;p1"/>
            <p:cNvSpPr/>
            <p:nvPr/>
          </p:nvSpPr>
          <p:spPr>
            <a:xfrm>
              <a:off x="8701088" y="682626"/>
              <a:ext cx="1736725" cy="1149350"/>
            </a:xfrm>
            <a:custGeom>
              <a:rect b="b" l="l" r="r" t="t"/>
              <a:pathLst>
                <a:path extrusionOk="0" h="270" w="408">
                  <a:moveTo>
                    <a:pt x="387" y="0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16" y="0"/>
                    <a:pt x="6" y="9"/>
                    <a:pt x="5" y="21"/>
                  </a:cubicBezTo>
                  <a:cubicBezTo>
                    <a:pt x="0" y="98"/>
                    <a:pt x="0" y="98"/>
                    <a:pt x="0" y="98"/>
                  </a:cubicBezTo>
                  <a:cubicBezTo>
                    <a:pt x="92" y="98"/>
                    <a:pt x="92" y="98"/>
                    <a:pt x="92" y="98"/>
                  </a:cubicBezTo>
                  <a:cubicBezTo>
                    <a:pt x="105" y="87"/>
                    <a:pt x="105" y="87"/>
                    <a:pt x="105" y="87"/>
                  </a:cubicBezTo>
                  <a:cubicBezTo>
                    <a:pt x="105" y="87"/>
                    <a:pt x="105" y="87"/>
                    <a:pt x="105" y="87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3" y="79"/>
                    <a:pt x="121" y="88"/>
                    <a:pt x="120" y="98"/>
                  </a:cubicBezTo>
                  <a:cubicBezTo>
                    <a:pt x="195" y="98"/>
                    <a:pt x="195" y="98"/>
                    <a:pt x="195" y="98"/>
                  </a:cubicBezTo>
                  <a:cubicBezTo>
                    <a:pt x="207" y="98"/>
                    <a:pt x="216" y="107"/>
                    <a:pt x="215" y="119"/>
                  </a:cubicBezTo>
                  <a:cubicBezTo>
                    <a:pt x="206" y="270"/>
                    <a:pt x="206" y="270"/>
                    <a:pt x="206" y="270"/>
                  </a:cubicBezTo>
                  <a:cubicBezTo>
                    <a:pt x="371" y="270"/>
                    <a:pt x="371" y="270"/>
                    <a:pt x="371" y="270"/>
                  </a:cubicBezTo>
                  <a:cubicBezTo>
                    <a:pt x="383" y="270"/>
                    <a:pt x="393" y="261"/>
                    <a:pt x="394" y="249"/>
                  </a:cubicBezTo>
                  <a:cubicBezTo>
                    <a:pt x="407" y="21"/>
                    <a:pt x="407" y="21"/>
                    <a:pt x="407" y="21"/>
                  </a:cubicBezTo>
                  <a:cubicBezTo>
                    <a:pt x="408" y="9"/>
                    <a:pt x="399" y="0"/>
                    <a:pt x="387" y="0"/>
                  </a:cubicBezTo>
                </a:path>
              </a:pathLst>
            </a:custGeom>
            <a:solidFill>
              <a:srgbClr val="5388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24" name="Google Shape;224;p1"/>
            <p:cNvSpPr/>
            <p:nvPr/>
          </p:nvSpPr>
          <p:spPr>
            <a:xfrm>
              <a:off x="7847013" y="1100138"/>
              <a:ext cx="1730375" cy="1147763"/>
            </a:xfrm>
            <a:custGeom>
              <a:rect b="b" l="l" r="r" t="t"/>
              <a:pathLst>
                <a:path extrusionOk="0" h="270" w="407">
                  <a:moveTo>
                    <a:pt x="407" y="172"/>
                  </a:moveTo>
                  <a:cubicBezTo>
                    <a:pt x="372" y="172"/>
                    <a:pt x="372" y="172"/>
                    <a:pt x="372" y="172"/>
                  </a:cubicBezTo>
                  <a:cubicBezTo>
                    <a:pt x="370" y="192"/>
                    <a:pt x="367" y="211"/>
                    <a:pt x="365" y="228"/>
                  </a:cubicBezTo>
                  <a:cubicBezTo>
                    <a:pt x="365" y="228"/>
                    <a:pt x="365" y="228"/>
                    <a:pt x="365" y="228"/>
                  </a:cubicBezTo>
                  <a:cubicBezTo>
                    <a:pt x="365" y="229"/>
                    <a:pt x="365" y="229"/>
                    <a:pt x="365" y="229"/>
                  </a:cubicBezTo>
                  <a:cubicBezTo>
                    <a:pt x="363" y="245"/>
                    <a:pt x="362" y="258"/>
                    <a:pt x="362" y="270"/>
                  </a:cubicBezTo>
                  <a:cubicBezTo>
                    <a:pt x="380" y="270"/>
                    <a:pt x="380" y="270"/>
                    <a:pt x="380" y="270"/>
                  </a:cubicBezTo>
                  <a:cubicBezTo>
                    <a:pt x="392" y="270"/>
                    <a:pt x="402" y="261"/>
                    <a:pt x="403" y="249"/>
                  </a:cubicBezTo>
                  <a:cubicBezTo>
                    <a:pt x="407" y="172"/>
                    <a:pt x="407" y="172"/>
                    <a:pt x="407" y="172"/>
                  </a:cubicBezTo>
                  <a:moveTo>
                    <a:pt x="201" y="0"/>
                  </a:moveTo>
                  <a:cubicBezTo>
                    <a:pt x="37" y="0"/>
                    <a:pt x="37" y="0"/>
                    <a:pt x="37" y="0"/>
                  </a:cubicBezTo>
                  <a:cubicBezTo>
                    <a:pt x="25" y="0"/>
                    <a:pt x="15" y="9"/>
                    <a:pt x="14" y="21"/>
                  </a:cubicBezTo>
                  <a:cubicBezTo>
                    <a:pt x="0" y="249"/>
                    <a:pt x="0" y="249"/>
                    <a:pt x="0" y="249"/>
                  </a:cubicBezTo>
                  <a:cubicBezTo>
                    <a:pt x="0" y="261"/>
                    <a:pt x="9" y="270"/>
                    <a:pt x="21" y="270"/>
                  </a:cubicBezTo>
                  <a:cubicBezTo>
                    <a:pt x="54" y="270"/>
                    <a:pt x="54" y="270"/>
                    <a:pt x="54" y="270"/>
                  </a:cubicBezTo>
                  <a:cubicBezTo>
                    <a:pt x="48" y="250"/>
                    <a:pt x="48" y="250"/>
                    <a:pt x="48" y="250"/>
                  </a:cubicBezTo>
                  <a:cubicBezTo>
                    <a:pt x="180" y="250"/>
                    <a:pt x="180" y="250"/>
                    <a:pt x="180" y="250"/>
                  </a:cubicBezTo>
                  <a:cubicBezTo>
                    <a:pt x="179" y="166"/>
                    <a:pt x="188" y="119"/>
                    <a:pt x="196" y="92"/>
                  </a:cubicBezTo>
                  <a:cubicBezTo>
                    <a:pt x="201" y="0"/>
                    <a:pt x="201" y="0"/>
                    <a:pt x="201" y="0"/>
                  </a:cubicBezTo>
                </a:path>
              </a:pathLst>
            </a:custGeom>
            <a:solidFill>
              <a:srgbClr val="5388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25" name="Google Shape;225;p1"/>
            <p:cNvSpPr/>
            <p:nvPr/>
          </p:nvSpPr>
          <p:spPr>
            <a:xfrm>
              <a:off x="8050213" y="2163763"/>
              <a:ext cx="561975" cy="84138"/>
            </a:xfrm>
            <a:custGeom>
              <a:rect b="b" l="l" r="r" t="t"/>
              <a:pathLst>
                <a:path extrusionOk="0" h="20" w="132">
                  <a:moveTo>
                    <a:pt x="132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6" y="20"/>
                    <a:pt x="6" y="20"/>
                    <a:pt x="6" y="20"/>
                  </a:cubicBezTo>
                  <a:cubicBezTo>
                    <a:pt x="132" y="20"/>
                    <a:pt x="132" y="20"/>
                    <a:pt x="132" y="20"/>
                  </a:cubicBezTo>
                  <a:cubicBezTo>
                    <a:pt x="132" y="13"/>
                    <a:pt x="132" y="6"/>
                    <a:pt x="132" y="0"/>
                  </a:cubicBezTo>
                </a:path>
              </a:pathLst>
            </a:custGeom>
            <a:solidFill>
              <a:srgbClr val="5388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26" name="Google Shape;226;p1"/>
            <p:cNvSpPr/>
            <p:nvPr/>
          </p:nvSpPr>
          <p:spPr>
            <a:xfrm>
              <a:off x="8680450" y="1100138"/>
              <a:ext cx="939800" cy="731838"/>
            </a:xfrm>
            <a:custGeom>
              <a:rect b="b" l="l" r="r" t="t"/>
              <a:pathLst>
                <a:path extrusionOk="0" h="172" w="221">
                  <a:moveTo>
                    <a:pt x="97" y="0"/>
                  </a:moveTo>
                  <a:cubicBezTo>
                    <a:pt x="5" y="0"/>
                    <a:pt x="5" y="0"/>
                    <a:pt x="5" y="0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2" y="86"/>
                    <a:pt x="3" y="82"/>
                    <a:pt x="5" y="77"/>
                  </a:cubicBezTo>
                  <a:cubicBezTo>
                    <a:pt x="9" y="65"/>
                    <a:pt x="19" y="56"/>
                    <a:pt x="30" y="54"/>
                  </a:cubicBezTo>
                  <a:cubicBezTo>
                    <a:pt x="38" y="52"/>
                    <a:pt x="58" y="51"/>
                    <a:pt x="63" y="51"/>
                  </a:cubicBezTo>
                  <a:cubicBezTo>
                    <a:pt x="64" y="51"/>
                    <a:pt x="64" y="51"/>
                    <a:pt x="64" y="51"/>
                  </a:cubicBezTo>
                  <a:cubicBezTo>
                    <a:pt x="64" y="51"/>
                    <a:pt x="64" y="52"/>
                    <a:pt x="63" y="52"/>
                  </a:cubicBezTo>
                  <a:cubicBezTo>
                    <a:pt x="84" y="48"/>
                    <a:pt x="88" y="35"/>
                    <a:pt x="86" y="21"/>
                  </a:cubicBezTo>
                  <a:cubicBezTo>
                    <a:pt x="86" y="17"/>
                    <a:pt x="85" y="14"/>
                    <a:pt x="84" y="10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97" y="0"/>
                    <a:pt x="97" y="0"/>
                    <a:pt x="97" y="0"/>
                  </a:cubicBezTo>
                  <a:moveTo>
                    <a:pt x="200" y="0"/>
                  </a:moveTo>
                  <a:cubicBezTo>
                    <a:pt x="125" y="0"/>
                    <a:pt x="125" y="0"/>
                    <a:pt x="125" y="0"/>
                  </a:cubicBezTo>
                  <a:cubicBezTo>
                    <a:pt x="123" y="19"/>
                    <a:pt x="123" y="39"/>
                    <a:pt x="132" y="51"/>
                  </a:cubicBezTo>
                  <a:cubicBezTo>
                    <a:pt x="132" y="51"/>
                    <a:pt x="133" y="51"/>
                    <a:pt x="134" y="51"/>
                  </a:cubicBezTo>
                  <a:cubicBezTo>
                    <a:pt x="147" y="52"/>
                    <a:pt x="160" y="54"/>
                    <a:pt x="171" y="56"/>
                  </a:cubicBezTo>
                  <a:cubicBezTo>
                    <a:pt x="171" y="56"/>
                    <a:pt x="171" y="56"/>
                    <a:pt x="171" y="56"/>
                  </a:cubicBezTo>
                  <a:cubicBezTo>
                    <a:pt x="183" y="58"/>
                    <a:pt x="191" y="69"/>
                    <a:pt x="189" y="81"/>
                  </a:cubicBezTo>
                  <a:cubicBezTo>
                    <a:pt x="189" y="85"/>
                    <a:pt x="188" y="91"/>
                    <a:pt x="187" y="97"/>
                  </a:cubicBezTo>
                  <a:cubicBezTo>
                    <a:pt x="187" y="97"/>
                    <a:pt x="187" y="97"/>
                    <a:pt x="187" y="97"/>
                  </a:cubicBezTo>
                  <a:cubicBezTo>
                    <a:pt x="184" y="117"/>
                    <a:pt x="180" y="144"/>
                    <a:pt x="176" y="172"/>
                  </a:cubicBezTo>
                  <a:cubicBezTo>
                    <a:pt x="211" y="172"/>
                    <a:pt x="211" y="172"/>
                    <a:pt x="211" y="172"/>
                  </a:cubicBezTo>
                  <a:cubicBezTo>
                    <a:pt x="220" y="21"/>
                    <a:pt x="220" y="21"/>
                    <a:pt x="220" y="21"/>
                  </a:cubicBezTo>
                  <a:cubicBezTo>
                    <a:pt x="221" y="9"/>
                    <a:pt x="212" y="0"/>
                    <a:pt x="200" y="0"/>
                  </a:cubicBezTo>
                </a:path>
              </a:pathLst>
            </a:custGeom>
            <a:solidFill>
              <a:srgbClr val="6594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27" name="Google Shape;227;p1"/>
            <p:cNvSpPr/>
            <p:nvPr/>
          </p:nvSpPr>
          <p:spPr>
            <a:xfrm>
              <a:off x="7821613" y="573088"/>
              <a:ext cx="93663" cy="101600"/>
            </a:xfrm>
            <a:custGeom>
              <a:rect b="b" l="l" r="r" t="t"/>
              <a:pathLst>
                <a:path extrusionOk="0" h="24" w="22">
                  <a:moveTo>
                    <a:pt x="12" y="0"/>
                  </a:moveTo>
                  <a:cubicBezTo>
                    <a:pt x="6" y="0"/>
                    <a:pt x="1" y="5"/>
                    <a:pt x="1" y="12"/>
                  </a:cubicBezTo>
                  <a:cubicBezTo>
                    <a:pt x="0" y="19"/>
                    <a:pt x="5" y="24"/>
                    <a:pt x="10" y="24"/>
                  </a:cubicBezTo>
                  <a:cubicBezTo>
                    <a:pt x="16" y="24"/>
                    <a:pt x="21" y="19"/>
                    <a:pt x="22" y="12"/>
                  </a:cubicBezTo>
                  <a:cubicBezTo>
                    <a:pt x="22" y="5"/>
                    <a:pt x="18" y="0"/>
                    <a:pt x="12" y="0"/>
                  </a:cubicBezTo>
                </a:path>
              </a:pathLst>
            </a:custGeom>
            <a:solidFill>
              <a:srgbClr val="A0BD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28" name="Google Shape;228;p1"/>
            <p:cNvSpPr/>
            <p:nvPr/>
          </p:nvSpPr>
          <p:spPr>
            <a:xfrm>
              <a:off x="7986713" y="573088"/>
              <a:ext cx="98425" cy="101600"/>
            </a:xfrm>
            <a:custGeom>
              <a:rect b="b" l="l" r="r" t="t"/>
              <a:pathLst>
                <a:path extrusionOk="0" h="24" w="23">
                  <a:moveTo>
                    <a:pt x="12" y="0"/>
                  </a:moveTo>
                  <a:cubicBezTo>
                    <a:pt x="7" y="0"/>
                    <a:pt x="1" y="5"/>
                    <a:pt x="1" y="12"/>
                  </a:cubicBezTo>
                  <a:cubicBezTo>
                    <a:pt x="0" y="19"/>
                    <a:pt x="5" y="24"/>
                    <a:pt x="11" y="24"/>
                  </a:cubicBezTo>
                  <a:cubicBezTo>
                    <a:pt x="17" y="24"/>
                    <a:pt x="22" y="19"/>
                    <a:pt x="22" y="12"/>
                  </a:cubicBezTo>
                  <a:cubicBezTo>
                    <a:pt x="23" y="5"/>
                    <a:pt x="18" y="0"/>
                    <a:pt x="12" y="0"/>
                  </a:cubicBezTo>
                </a:path>
              </a:pathLst>
            </a:custGeom>
            <a:solidFill>
              <a:srgbClr val="A0BD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29" name="Google Shape;229;p1"/>
            <p:cNvSpPr/>
            <p:nvPr/>
          </p:nvSpPr>
          <p:spPr>
            <a:xfrm>
              <a:off x="8156575" y="573088"/>
              <a:ext cx="93663" cy="101600"/>
            </a:xfrm>
            <a:custGeom>
              <a:rect b="b" l="l" r="r" t="t"/>
              <a:pathLst>
                <a:path extrusionOk="0" h="24" w="22">
                  <a:moveTo>
                    <a:pt x="12" y="0"/>
                  </a:moveTo>
                  <a:cubicBezTo>
                    <a:pt x="6" y="0"/>
                    <a:pt x="1" y="5"/>
                    <a:pt x="0" y="12"/>
                  </a:cubicBezTo>
                  <a:cubicBezTo>
                    <a:pt x="0" y="19"/>
                    <a:pt x="4" y="24"/>
                    <a:pt x="10" y="24"/>
                  </a:cubicBezTo>
                  <a:cubicBezTo>
                    <a:pt x="16" y="24"/>
                    <a:pt x="21" y="19"/>
                    <a:pt x="21" y="12"/>
                  </a:cubicBezTo>
                  <a:cubicBezTo>
                    <a:pt x="22" y="5"/>
                    <a:pt x="18" y="0"/>
                    <a:pt x="12" y="0"/>
                  </a:cubicBezTo>
                </a:path>
              </a:pathLst>
            </a:custGeom>
            <a:solidFill>
              <a:srgbClr val="A0BD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30" name="Google Shape;230;p1"/>
            <p:cNvSpPr/>
            <p:nvPr/>
          </p:nvSpPr>
          <p:spPr>
            <a:xfrm>
              <a:off x="7505700" y="449263"/>
              <a:ext cx="3144838" cy="2036763"/>
            </a:xfrm>
            <a:custGeom>
              <a:rect b="b" l="l" r="r" t="t"/>
              <a:pathLst>
                <a:path extrusionOk="0" h="479" w="739">
                  <a:moveTo>
                    <a:pt x="707" y="0"/>
                  </a:moveTo>
                  <a:cubicBezTo>
                    <a:pt x="67" y="0"/>
                    <a:pt x="67" y="0"/>
                    <a:pt x="67" y="0"/>
                  </a:cubicBezTo>
                  <a:cubicBezTo>
                    <a:pt x="45" y="0"/>
                    <a:pt x="26" y="18"/>
                    <a:pt x="25" y="40"/>
                  </a:cubicBezTo>
                  <a:cubicBezTo>
                    <a:pt x="0" y="445"/>
                    <a:pt x="0" y="445"/>
                    <a:pt x="0" y="445"/>
                  </a:cubicBezTo>
                  <a:cubicBezTo>
                    <a:pt x="0" y="456"/>
                    <a:pt x="3" y="466"/>
                    <a:pt x="10" y="473"/>
                  </a:cubicBezTo>
                  <a:cubicBezTo>
                    <a:pt x="13" y="476"/>
                    <a:pt x="15" y="478"/>
                    <a:pt x="18" y="479"/>
                  </a:cubicBezTo>
                  <a:cubicBezTo>
                    <a:pt x="15" y="477"/>
                    <a:pt x="13" y="474"/>
                    <a:pt x="11" y="471"/>
                  </a:cubicBezTo>
                  <a:cubicBezTo>
                    <a:pt x="5" y="464"/>
                    <a:pt x="2" y="455"/>
                    <a:pt x="2" y="445"/>
                  </a:cubicBezTo>
                  <a:cubicBezTo>
                    <a:pt x="27" y="40"/>
                    <a:pt x="27" y="40"/>
                    <a:pt x="27" y="40"/>
                  </a:cubicBezTo>
                  <a:cubicBezTo>
                    <a:pt x="28" y="19"/>
                    <a:pt x="46" y="2"/>
                    <a:pt x="67" y="2"/>
                  </a:cubicBezTo>
                  <a:cubicBezTo>
                    <a:pt x="707" y="2"/>
                    <a:pt x="707" y="2"/>
                    <a:pt x="707" y="2"/>
                  </a:cubicBezTo>
                  <a:cubicBezTo>
                    <a:pt x="716" y="2"/>
                    <a:pt x="724" y="5"/>
                    <a:pt x="731" y="11"/>
                  </a:cubicBezTo>
                  <a:cubicBezTo>
                    <a:pt x="734" y="13"/>
                    <a:pt x="737" y="15"/>
                    <a:pt x="739" y="18"/>
                  </a:cubicBezTo>
                  <a:cubicBezTo>
                    <a:pt x="738" y="16"/>
                    <a:pt x="736" y="14"/>
                    <a:pt x="734" y="12"/>
                  </a:cubicBezTo>
                  <a:cubicBezTo>
                    <a:pt x="727" y="4"/>
                    <a:pt x="718" y="0"/>
                    <a:pt x="707" y="0"/>
                  </a:cubicBezTo>
                </a:path>
              </a:pathLst>
            </a:custGeom>
            <a:solidFill>
              <a:srgbClr val="BDC1C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31" name="Google Shape;231;p1"/>
            <p:cNvSpPr/>
            <p:nvPr/>
          </p:nvSpPr>
          <p:spPr>
            <a:xfrm>
              <a:off x="8148638" y="2503488"/>
              <a:ext cx="600075" cy="9525"/>
            </a:xfrm>
            <a:custGeom>
              <a:rect b="b" l="l" r="r" t="t"/>
              <a:pathLst>
                <a:path extrusionOk="0" h="2" w="141">
                  <a:moveTo>
                    <a:pt x="112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40" y="2"/>
                    <a:pt x="140" y="2"/>
                    <a:pt x="140" y="2"/>
                  </a:cubicBezTo>
                  <a:cubicBezTo>
                    <a:pt x="141" y="1"/>
                    <a:pt x="141" y="1"/>
                    <a:pt x="141" y="1"/>
                  </a:cubicBezTo>
                  <a:cubicBezTo>
                    <a:pt x="113" y="1"/>
                    <a:pt x="113" y="1"/>
                    <a:pt x="113" y="1"/>
                  </a:cubicBezTo>
                  <a:cubicBezTo>
                    <a:pt x="113" y="0"/>
                    <a:pt x="113" y="0"/>
                    <a:pt x="112" y="0"/>
                  </a:cubicBezTo>
                </a:path>
              </a:pathLst>
            </a:custGeom>
            <a:solidFill>
              <a:srgbClr val="3865C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32" name="Google Shape;232;p1"/>
            <p:cNvSpPr/>
            <p:nvPr/>
          </p:nvSpPr>
          <p:spPr>
            <a:xfrm>
              <a:off x="8199438" y="1317626"/>
              <a:ext cx="739775" cy="782638"/>
            </a:xfrm>
            <a:custGeom>
              <a:rect b="b" l="l" r="r" t="t"/>
              <a:pathLst>
                <a:path extrusionOk="0" h="184" w="174">
                  <a:moveTo>
                    <a:pt x="168" y="44"/>
                  </a:moveTo>
                  <a:cubicBezTo>
                    <a:pt x="165" y="49"/>
                    <a:pt x="163" y="54"/>
                    <a:pt x="160" y="60"/>
                  </a:cubicBezTo>
                  <a:cubicBezTo>
                    <a:pt x="158" y="65"/>
                    <a:pt x="155" y="70"/>
                    <a:pt x="152" y="75"/>
                  </a:cubicBezTo>
                  <a:cubicBezTo>
                    <a:pt x="146" y="85"/>
                    <a:pt x="140" y="94"/>
                    <a:pt x="133" y="104"/>
                  </a:cubicBezTo>
                  <a:cubicBezTo>
                    <a:pt x="130" y="109"/>
                    <a:pt x="126" y="114"/>
                    <a:pt x="123" y="118"/>
                  </a:cubicBezTo>
                  <a:cubicBezTo>
                    <a:pt x="119" y="123"/>
                    <a:pt x="116" y="128"/>
                    <a:pt x="112" y="132"/>
                  </a:cubicBezTo>
                  <a:cubicBezTo>
                    <a:pt x="105" y="141"/>
                    <a:pt x="96" y="150"/>
                    <a:pt x="88" y="159"/>
                  </a:cubicBezTo>
                  <a:cubicBezTo>
                    <a:pt x="85" y="161"/>
                    <a:pt x="83" y="163"/>
                    <a:pt x="81" y="165"/>
                  </a:cubicBezTo>
                  <a:cubicBezTo>
                    <a:pt x="78" y="167"/>
                    <a:pt x="76" y="169"/>
                    <a:pt x="73" y="171"/>
                  </a:cubicBezTo>
                  <a:cubicBezTo>
                    <a:pt x="66" y="177"/>
                    <a:pt x="66" y="177"/>
                    <a:pt x="66" y="177"/>
                  </a:cubicBezTo>
                  <a:cubicBezTo>
                    <a:pt x="66" y="177"/>
                    <a:pt x="64" y="178"/>
                    <a:pt x="63" y="178"/>
                  </a:cubicBezTo>
                  <a:cubicBezTo>
                    <a:pt x="62" y="179"/>
                    <a:pt x="61" y="180"/>
                    <a:pt x="60" y="180"/>
                  </a:cubicBezTo>
                  <a:cubicBezTo>
                    <a:pt x="58" y="181"/>
                    <a:pt x="56" y="182"/>
                    <a:pt x="53" y="183"/>
                  </a:cubicBezTo>
                  <a:cubicBezTo>
                    <a:pt x="49" y="184"/>
                    <a:pt x="44" y="184"/>
                    <a:pt x="39" y="183"/>
                  </a:cubicBezTo>
                  <a:cubicBezTo>
                    <a:pt x="34" y="182"/>
                    <a:pt x="30" y="180"/>
                    <a:pt x="26" y="177"/>
                  </a:cubicBezTo>
                  <a:cubicBezTo>
                    <a:pt x="24" y="175"/>
                    <a:pt x="22" y="174"/>
                    <a:pt x="21" y="172"/>
                  </a:cubicBezTo>
                  <a:cubicBezTo>
                    <a:pt x="20" y="170"/>
                    <a:pt x="20" y="170"/>
                    <a:pt x="20" y="170"/>
                  </a:cubicBezTo>
                  <a:cubicBezTo>
                    <a:pt x="19" y="170"/>
                    <a:pt x="19" y="170"/>
                    <a:pt x="19" y="170"/>
                  </a:cubicBezTo>
                  <a:cubicBezTo>
                    <a:pt x="19" y="169"/>
                    <a:pt x="19" y="169"/>
                    <a:pt x="19" y="169"/>
                  </a:cubicBezTo>
                  <a:cubicBezTo>
                    <a:pt x="18" y="168"/>
                    <a:pt x="18" y="168"/>
                    <a:pt x="18" y="168"/>
                  </a:cubicBezTo>
                  <a:cubicBezTo>
                    <a:pt x="15" y="163"/>
                    <a:pt x="15" y="163"/>
                    <a:pt x="15" y="163"/>
                  </a:cubicBezTo>
                  <a:cubicBezTo>
                    <a:pt x="15" y="161"/>
                    <a:pt x="14" y="159"/>
                    <a:pt x="13" y="158"/>
                  </a:cubicBezTo>
                  <a:cubicBezTo>
                    <a:pt x="10" y="151"/>
                    <a:pt x="9" y="145"/>
                    <a:pt x="7" y="139"/>
                  </a:cubicBezTo>
                  <a:cubicBezTo>
                    <a:pt x="4" y="127"/>
                    <a:pt x="2" y="116"/>
                    <a:pt x="1" y="104"/>
                  </a:cubicBezTo>
                  <a:cubicBezTo>
                    <a:pt x="0" y="92"/>
                    <a:pt x="0" y="81"/>
                    <a:pt x="0" y="69"/>
                  </a:cubicBezTo>
                  <a:cubicBezTo>
                    <a:pt x="0" y="62"/>
                    <a:pt x="6" y="56"/>
                    <a:pt x="14" y="56"/>
                  </a:cubicBezTo>
                  <a:cubicBezTo>
                    <a:pt x="20" y="56"/>
                    <a:pt x="25" y="60"/>
                    <a:pt x="27" y="66"/>
                  </a:cubicBezTo>
                  <a:cubicBezTo>
                    <a:pt x="27" y="66"/>
                    <a:pt x="27" y="66"/>
                    <a:pt x="27" y="66"/>
                  </a:cubicBezTo>
                  <a:cubicBezTo>
                    <a:pt x="33" y="87"/>
                    <a:pt x="39" y="108"/>
                    <a:pt x="47" y="126"/>
                  </a:cubicBezTo>
                  <a:cubicBezTo>
                    <a:pt x="49" y="131"/>
                    <a:pt x="51" y="135"/>
                    <a:pt x="53" y="138"/>
                  </a:cubicBezTo>
                  <a:cubicBezTo>
                    <a:pt x="53" y="139"/>
                    <a:pt x="54" y="140"/>
                    <a:pt x="54" y="141"/>
                  </a:cubicBezTo>
                  <a:cubicBezTo>
                    <a:pt x="55" y="141"/>
                    <a:pt x="55" y="142"/>
                    <a:pt x="56" y="143"/>
                  </a:cubicBezTo>
                  <a:cubicBezTo>
                    <a:pt x="56" y="143"/>
                    <a:pt x="56" y="143"/>
                    <a:pt x="56" y="143"/>
                  </a:cubicBezTo>
                  <a:cubicBezTo>
                    <a:pt x="56" y="143"/>
                    <a:pt x="56" y="143"/>
                    <a:pt x="56" y="143"/>
                  </a:cubicBezTo>
                  <a:cubicBezTo>
                    <a:pt x="56" y="143"/>
                    <a:pt x="56" y="143"/>
                    <a:pt x="56" y="143"/>
                  </a:cubicBezTo>
                  <a:cubicBezTo>
                    <a:pt x="56" y="142"/>
                    <a:pt x="56" y="142"/>
                    <a:pt x="56" y="142"/>
                  </a:cubicBezTo>
                  <a:cubicBezTo>
                    <a:pt x="55" y="142"/>
                    <a:pt x="54" y="141"/>
                    <a:pt x="53" y="140"/>
                  </a:cubicBezTo>
                  <a:cubicBezTo>
                    <a:pt x="52" y="139"/>
                    <a:pt x="50" y="138"/>
                    <a:pt x="48" y="137"/>
                  </a:cubicBezTo>
                  <a:cubicBezTo>
                    <a:pt x="46" y="137"/>
                    <a:pt x="44" y="137"/>
                    <a:pt x="42" y="137"/>
                  </a:cubicBezTo>
                  <a:cubicBezTo>
                    <a:pt x="41" y="138"/>
                    <a:pt x="40" y="138"/>
                    <a:pt x="39" y="138"/>
                  </a:cubicBezTo>
                  <a:cubicBezTo>
                    <a:pt x="38" y="139"/>
                    <a:pt x="38" y="139"/>
                    <a:pt x="38" y="139"/>
                  </a:cubicBezTo>
                  <a:cubicBezTo>
                    <a:pt x="37" y="139"/>
                    <a:pt x="36" y="140"/>
                    <a:pt x="37" y="139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4" y="133"/>
                    <a:pt x="45" y="131"/>
                    <a:pt x="47" y="129"/>
                  </a:cubicBezTo>
                  <a:cubicBezTo>
                    <a:pt x="48" y="128"/>
                    <a:pt x="50" y="126"/>
                    <a:pt x="52" y="124"/>
                  </a:cubicBezTo>
                  <a:cubicBezTo>
                    <a:pt x="65" y="109"/>
                    <a:pt x="76" y="92"/>
                    <a:pt x="87" y="74"/>
                  </a:cubicBezTo>
                  <a:cubicBezTo>
                    <a:pt x="93" y="65"/>
                    <a:pt x="98" y="56"/>
                    <a:pt x="104" y="47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19" y="20"/>
                    <a:pt x="119" y="20"/>
                    <a:pt x="119" y="20"/>
                  </a:cubicBezTo>
                  <a:cubicBezTo>
                    <a:pt x="119" y="19"/>
                    <a:pt x="119" y="19"/>
                    <a:pt x="119" y="19"/>
                  </a:cubicBezTo>
                  <a:cubicBezTo>
                    <a:pt x="126" y="5"/>
                    <a:pt x="143" y="0"/>
                    <a:pt x="156" y="8"/>
                  </a:cubicBezTo>
                  <a:cubicBezTo>
                    <a:pt x="169" y="15"/>
                    <a:pt x="174" y="30"/>
                    <a:pt x="168" y="44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33" name="Google Shape;233;p1"/>
            <p:cNvSpPr/>
            <p:nvPr/>
          </p:nvSpPr>
          <p:spPr>
            <a:xfrm>
              <a:off x="8131175" y="1465263"/>
              <a:ext cx="182563" cy="153988"/>
            </a:xfrm>
            <a:custGeom>
              <a:rect b="b" l="l" r="r" t="t"/>
              <a:pathLst>
                <a:path extrusionOk="0" h="36" w="43">
                  <a:moveTo>
                    <a:pt x="19" y="33"/>
                  </a:moveTo>
                  <a:cubicBezTo>
                    <a:pt x="0" y="22"/>
                    <a:pt x="0" y="22"/>
                    <a:pt x="0" y="22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21" y="0"/>
                    <a:pt x="30" y="6"/>
                    <a:pt x="38" y="15"/>
                  </a:cubicBezTo>
                  <a:cubicBezTo>
                    <a:pt x="43" y="21"/>
                    <a:pt x="42" y="30"/>
                    <a:pt x="35" y="33"/>
                  </a:cubicBezTo>
                  <a:cubicBezTo>
                    <a:pt x="30" y="36"/>
                    <a:pt x="24" y="35"/>
                    <a:pt x="19" y="33"/>
                  </a:cubicBez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34" name="Google Shape;234;p1"/>
            <p:cNvSpPr/>
            <p:nvPr/>
          </p:nvSpPr>
          <p:spPr>
            <a:xfrm>
              <a:off x="8097838" y="1419226"/>
              <a:ext cx="122238" cy="139700"/>
            </a:xfrm>
            <a:custGeom>
              <a:rect b="b" l="l" r="r" t="t"/>
              <a:pathLst>
                <a:path extrusionOk="0" h="33" w="29">
                  <a:moveTo>
                    <a:pt x="4" y="10"/>
                  </a:moveTo>
                  <a:cubicBezTo>
                    <a:pt x="14" y="2"/>
                    <a:pt x="14" y="2"/>
                    <a:pt x="14" y="2"/>
                  </a:cubicBezTo>
                  <a:cubicBezTo>
                    <a:pt x="17" y="0"/>
                    <a:pt x="21" y="1"/>
                    <a:pt x="23" y="3"/>
                  </a:cubicBezTo>
                  <a:cubicBezTo>
                    <a:pt x="29" y="11"/>
                    <a:pt x="29" y="11"/>
                    <a:pt x="29" y="11"/>
                  </a:cubicBezTo>
                  <a:cubicBezTo>
                    <a:pt x="8" y="33"/>
                    <a:pt x="8" y="33"/>
                    <a:pt x="8" y="33"/>
                  </a:cubicBezTo>
                  <a:cubicBezTo>
                    <a:pt x="1" y="18"/>
                    <a:pt x="1" y="18"/>
                    <a:pt x="1" y="18"/>
                  </a:cubicBezTo>
                  <a:cubicBezTo>
                    <a:pt x="0" y="15"/>
                    <a:pt x="1" y="11"/>
                    <a:pt x="4" y="10"/>
                  </a:cubicBez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35" name="Google Shape;235;p1"/>
            <p:cNvSpPr/>
            <p:nvPr/>
          </p:nvSpPr>
          <p:spPr>
            <a:xfrm>
              <a:off x="8632825" y="1317626"/>
              <a:ext cx="838200" cy="1147763"/>
            </a:xfrm>
            <a:custGeom>
              <a:rect b="b" l="l" r="r" t="t"/>
              <a:pathLst>
                <a:path extrusionOk="0" h="270" w="197">
                  <a:moveTo>
                    <a:pt x="24" y="26"/>
                  </a:moveTo>
                  <a:cubicBezTo>
                    <a:pt x="27" y="15"/>
                    <a:pt x="36" y="7"/>
                    <a:pt x="47" y="5"/>
                  </a:cubicBezTo>
                  <a:cubicBezTo>
                    <a:pt x="56" y="4"/>
                    <a:pt x="60" y="2"/>
                    <a:pt x="71" y="2"/>
                  </a:cubicBezTo>
                  <a:cubicBezTo>
                    <a:pt x="90" y="0"/>
                    <a:pt x="121" y="1"/>
                    <a:pt x="142" y="3"/>
                  </a:cubicBezTo>
                  <a:cubicBezTo>
                    <a:pt x="155" y="4"/>
                    <a:pt x="168" y="5"/>
                    <a:pt x="178" y="7"/>
                  </a:cubicBezTo>
                  <a:cubicBezTo>
                    <a:pt x="178" y="7"/>
                    <a:pt x="178" y="7"/>
                    <a:pt x="178" y="7"/>
                  </a:cubicBezTo>
                  <a:cubicBezTo>
                    <a:pt x="189" y="9"/>
                    <a:pt x="197" y="20"/>
                    <a:pt x="195" y="31"/>
                  </a:cubicBezTo>
                  <a:cubicBezTo>
                    <a:pt x="190" y="60"/>
                    <a:pt x="176" y="110"/>
                    <a:pt x="174" y="157"/>
                  </a:cubicBezTo>
                  <a:cubicBezTo>
                    <a:pt x="172" y="220"/>
                    <a:pt x="173" y="255"/>
                    <a:pt x="172" y="270"/>
                  </a:cubicBezTo>
                  <a:cubicBezTo>
                    <a:pt x="11" y="267"/>
                    <a:pt x="11" y="267"/>
                    <a:pt x="11" y="267"/>
                  </a:cubicBezTo>
                  <a:cubicBezTo>
                    <a:pt x="0" y="115"/>
                    <a:pt x="14" y="60"/>
                    <a:pt x="24" y="2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36" name="Google Shape;236;p1"/>
            <p:cNvSpPr/>
            <p:nvPr/>
          </p:nvSpPr>
          <p:spPr>
            <a:xfrm>
              <a:off x="8578850" y="1317626"/>
              <a:ext cx="914400" cy="1190625"/>
            </a:xfrm>
            <a:custGeom>
              <a:rect b="b" l="l" r="r" t="t"/>
              <a:pathLst>
                <a:path extrusionOk="0" h="280" w="215">
                  <a:moveTo>
                    <a:pt x="195" y="5"/>
                  </a:moveTo>
                  <a:cubicBezTo>
                    <a:pt x="195" y="5"/>
                    <a:pt x="195" y="5"/>
                    <a:pt x="195" y="5"/>
                  </a:cubicBezTo>
                  <a:cubicBezTo>
                    <a:pt x="184" y="3"/>
                    <a:pt x="171" y="1"/>
                    <a:pt x="158" y="0"/>
                  </a:cubicBezTo>
                  <a:cubicBezTo>
                    <a:pt x="156" y="0"/>
                    <a:pt x="153" y="0"/>
                    <a:pt x="151" y="0"/>
                  </a:cubicBezTo>
                  <a:cubicBezTo>
                    <a:pt x="144" y="29"/>
                    <a:pt x="102" y="77"/>
                    <a:pt x="89" y="151"/>
                  </a:cubicBezTo>
                  <a:cubicBezTo>
                    <a:pt x="84" y="90"/>
                    <a:pt x="81" y="25"/>
                    <a:pt x="88" y="0"/>
                  </a:cubicBezTo>
                  <a:cubicBezTo>
                    <a:pt x="83" y="0"/>
                    <a:pt x="63" y="1"/>
                    <a:pt x="54" y="3"/>
                  </a:cubicBezTo>
                  <a:cubicBezTo>
                    <a:pt x="43" y="5"/>
                    <a:pt x="33" y="14"/>
                    <a:pt x="29" y="26"/>
                  </a:cubicBezTo>
                  <a:cubicBezTo>
                    <a:pt x="19" y="55"/>
                    <a:pt x="0" y="120"/>
                    <a:pt x="12" y="280"/>
                  </a:cubicBezTo>
                  <a:cubicBezTo>
                    <a:pt x="190" y="280"/>
                    <a:pt x="190" y="280"/>
                    <a:pt x="190" y="280"/>
                  </a:cubicBezTo>
                  <a:cubicBezTo>
                    <a:pt x="191" y="264"/>
                    <a:pt x="187" y="230"/>
                    <a:pt x="193" y="178"/>
                  </a:cubicBezTo>
                  <a:cubicBezTo>
                    <a:pt x="199" y="128"/>
                    <a:pt x="208" y="60"/>
                    <a:pt x="213" y="30"/>
                  </a:cubicBezTo>
                  <a:cubicBezTo>
                    <a:pt x="215" y="18"/>
                    <a:pt x="207" y="7"/>
                    <a:pt x="195" y="5"/>
                  </a:cubicBezTo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37" name="Google Shape;237;p1"/>
            <p:cNvSpPr/>
            <p:nvPr/>
          </p:nvSpPr>
          <p:spPr>
            <a:xfrm>
              <a:off x="8923338" y="1993901"/>
              <a:ext cx="38100" cy="476250"/>
            </a:xfrm>
            <a:custGeom>
              <a:rect b="b" l="l" r="r" t="t"/>
              <a:pathLst>
                <a:path extrusionOk="0" h="112" w="9">
                  <a:moveTo>
                    <a:pt x="8" y="0"/>
                  </a:moveTo>
                  <a:cubicBezTo>
                    <a:pt x="7" y="0"/>
                    <a:pt x="7" y="1"/>
                    <a:pt x="7" y="1"/>
                  </a:cubicBezTo>
                  <a:cubicBezTo>
                    <a:pt x="7" y="2"/>
                    <a:pt x="0" y="66"/>
                    <a:pt x="3" y="111"/>
                  </a:cubicBezTo>
                  <a:cubicBezTo>
                    <a:pt x="3" y="112"/>
                    <a:pt x="4" y="112"/>
                    <a:pt x="4" y="112"/>
                  </a:cubicBezTo>
                  <a:cubicBezTo>
                    <a:pt x="4" y="112"/>
                    <a:pt x="4" y="112"/>
                    <a:pt x="4" y="112"/>
                  </a:cubicBezTo>
                  <a:cubicBezTo>
                    <a:pt x="5" y="112"/>
                    <a:pt x="6" y="112"/>
                    <a:pt x="5" y="111"/>
                  </a:cubicBezTo>
                  <a:cubicBezTo>
                    <a:pt x="2" y="66"/>
                    <a:pt x="9" y="2"/>
                    <a:pt x="9" y="1"/>
                  </a:cubicBezTo>
                  <a:cubicBezTo>
                    <a:pt x="9" y="1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</a:path>
              </a:pathLst>
            </a:custGeom>
            <a:solidFill>
              <a:srgbClr val="515B6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38" name="Google Shape;238;p1"/>
            <p:cNvSpPr/>
            <p:nvPr/>
          </p:nvSpPr>
          <p:spPr>
            <a:xfrm>
              <a:off x="9399588" y="1831976"/>
              <a:ext cx="30163" cy="238125"/>
            </a:xfrm>
            <a:custGeom>
              <a:rect b="b" l="l" r="r" t="t"/>
              <a:pathLst>
                <a:path extrusionOk="0" h="56" w="7">
                  <a:moveTo>
                    <a:pt x="7" y="0"/>
                  </a:moveTo>
                  <a:cubicBezTo>
                    <a:pt x="7" y="0"/>
                    <a:pt x="7" y="0"/>
                    <a:pt x="7" y="0"/>
                  </a:cubicBezTo>
                  <a:cubicBezTo>
                    <a:pt x="5" y="19"/>
                    <a:pt x="2" y="39"/>
                    <a:pt x="0" y="56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2" y="39"/>
                    <a:pt x="5" y="20"/>
                    <a:pt x="7" y="0"/>
                  </a:cubicBezTo>
                </a:path>
              </a:pathLst>
            </a:custGeom>
            <a:solidFill>
              <a:srgbClr val="3A5F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39" name="Google Shape;239;p1"/>
            <p:cNvSpPr/>
            <p:nvPr/>
          </p:nvSpPr>
          <p:spPr>
            <a:xfrm>
              <a:off x="9429750" y="1512888"/>
              <a:ext cx="46038" cy="319088"/>
            </a:xfrm>
            <a:custGeom>
              <a:rect b="b" l="l" r="r" t="t"/>
              <a:pathLst>
                <a:path extrusionOk="0" h="75" w="11">
                  <a:moveTo>
                    <a:pt x="11" y="0"/>
                  </a:moveTo>
                  <a:cubicBezTo>
                    <a:pt x="8" y="20"/>
                    <a:pt x="4" y="47"/>
                    <a:pt x="0" y="75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4" y="47"/>
                    <a:pt x="8" y="20"/>
                    <a:pt x="11" y="0"/>
                  </a:cubicBezTo>
                  <a:cubicBezTo>
                    <a:pt x="11" y="0"/>
                    <a:pt x="11" y="0"/>
                    <a:pt x="11" y="0"/>
                  </a:cubicBezTo>
                </a:path>
              </a:pathLst>
            </a:custGeom>
            <a:solidFill>
              <a:srgbClr val="4767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40" name="Google Shape;240;p1"/>
            <p:cNvSpPr/>
            <p:nvPr/>
          </p:nvSpPr>
          <p:spPr>
            <a:xfrm>
              <a:off x="9356725" y="1503363"/>
              <a:ext cx="119063" cy="566738"/>
            </a:xfrm>
            <a:custGeom>
              <a:rect b="b" l="l" r="r" t="t"/>
              <a:pathLst>
                <a:path extrusionOk="0" h="133" w="28">
                  <a:moveTo>
                    <a:pt x="22" y="0"/>
                  </a:moveTo>
                  <a:cubicBezTo>
                    <a:pt x="16" y="0"/>
                    <a:pt x="10" y="6"/>
                    <a:pt x="6" y="24"/>
                  </a:cubicBezTo>
                  <a:cubicBezTo>
                    <a:pt x="0" y="54"/>
                    <a:pt x="3" y="95"/>
                    <a:pt x="10" y="133"/>
                  </a:cubicBezTo>
                  <a:cubicBezTo>
                    <a:pt x="12" y="116"/>
                    <a:pt x="15" y="96"/>
                    <a:pt x="17" y="77"/>
                  </a:cubicBezTo>
                  <a:cubicBezTo>
                    <a:pt x="21" y="49"/>
                    <a:pt x="25" y="22"/>
                    <a:pt x="28" y="2"/>
                  </a:cubicBezTo>
                  <a:cubicBezTo>
                    <a:pt x="26" y="0"/>
                    <a:pt x="24" y="0"/>
                    <a:pt x="22" y="0"/>
                  </a:cubicBezTo>
                </a:path>
              </a:pathLst>
            </a:custGeom>
            <a:solidFill>
              <a:srgbClr val="1B2327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41" name="Google Shape;241;p1"/>
            <p:cNvSpPr/>
            <p:nvPr/>
          </p:nvSpPr>
          <p:spPr>
            <a:xfrm>
              <a:off x="8918575" y="989013"/>
              <a:ext cx="331788" cy="430213"/>
            </a:xfrm>
            <a:custGeom>
              <a:rect b="b" l="l" r="r" t="t"/>
              <a:pathLst>
                <a:path extrusionOk="0" h="101" w="78">
                  <a:moveTo>
                    <a:pt x="7" y="78"/>
                  </a:moveTo>
                  <a:cubicBezTo>
                    <a:pt x="28" y="74"/>
                    <a:pt x="32" y="61"/>
                    <a:pt x="30" y="47"/>
                  </a:cubicBezTo>
                  <a:cubicBezTo>
                    <a:pt x="30" y="43"/>
                    <a:pt x="29" y="40"/>
                    <a:pt x="28" y="36"/>
                  </a:cubicBezTo>
                  <a:cubicBezTo>
                    <a:pt x="54" y="15"/>
                    <a:pt x="54" y="15"/>
                    <a:pt x="54" y="15"/>
                  </a:cubicBezTo>
                  <a:cubicBezTo>
                    <a:pt x="73" y="0"/>
                    <a:pt x="73" y="0"/>
                    <a:pt x="73" y="0"/>
                  </a:cubicBezTo>
                  <a:cubicBezTo>
                    <a:pt x="68" y="23"/>
                    <a:pt x="63" y="64"/>
                    <a:pt x="78" y="80"/>
                  </a:cubicBezTo>
                  <a:cubicBezTo>
                    <a:pt x="78" y="80"/>
                    <a:pt x="65" y="101"/>
                    <a:pt x="30" y="98"/>
                  </a:cubicBezTo>
                  <a:cubicBezTo>
                    <a:pt x="0" y="96"/>
                    <a:pt x="7" y="78"/>
                    <a:pt x="7" y="78"/>
                  </a:cubicBezTo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42" name="Google Shape;242;p1"/>
            <p:cNvSpPr/>
            <p:nvPr/>
          </p:nvSpPr>
          <p:spPr>
            <a:xfrm>
              <a:off x="9058275" y="1384301"/>
              <a:ext cx="77788" cy="55563"/>
            </a:xfrm>
            <a:custGeom>
              <a:rect b="b" l="l" r="r" t="t"/>
              <a:pathLst>
                <a:path extrusionOk="0" h="35" w="49">
                  <a:moveTo>
                    <a:pt x="16" y="0"/>
                  </a:moveTo>
                  <a:lnTo>
                    <a:pt x="0" y="17"/>
                  </a:lnTo>
                  <a:lnTo>
                    <a:pt x="49" y="35"/>
                  </a:lnTo>
                  <a:lnTo>
                    <a:pt x="43" y="17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43" name="Google Shape;243;p1"/>
            <p:cNvSpPr/>
            <p:nvPr/>
          </p:nvSpPr>
          <p:spPr>
            <a:xfrm>
              <a:off x="9083675" y="1300163"/>
              <a:ext cx="212725" cy="177800"/>
            </a:xfrm>
            <a:custGeom>
              <a:rect b="b" l="l" r="r" t="t"/>
              <a:pathLst>
                <a:path extrusionOk="0" h="42" w="50">
                  <a:moveTo>
                    <a:pt x="14" y="42"/>
                  </a:moveTo>
                  <a:cubicBezTo>
                    <a:pt x="14" y="42"/>
                    <a:pt x="7" y="24"/>
                    <a:pt x="0" y="20"/>
                  </a:cubicBezTo>
                  <a:cubicBezTo>
                    <a:pt x="24" y="14"/>
                    <a:pt x="35" y="0"/>
                    <a:pt x="35" y="0"/>
                  </a:cubicBezTo>
                  <a:cubicBezTo>
                    <a:pt x="46" y="5"/>
                    <a:pt x="46" y="5"/>
                    <a:pt x="46" y="5"/>
                  </a:cubicBezTo>
                  <a:cubicBezTo>
                    <a:pt x="46" y="5"/>
                    <a:pt x="50" y="26"/>
                    <a:pt x="14" y="42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44" name="Google Shape;244;p1"/>
            <p:cNvSpPr/>
            <p:nvPr/>
          </p:nvSpPr>
          <p:spPr>
            <a:xfrm>
              <a:off x="8977313" y="1381126"/>
              <a:ext cx="80963" cy="33338"/>
            </a:xfrm>
            <a:custGeom>
              <a:rect b="b" l="l" r="r" t="t"/>
              <a:pathLst>
                <a:path extrusionOk="0" h="21" w="51">
                  <a:moveTo>
                    <a:pt x="41" y="0"/>
                  </a:moveTo>
                  <a:lnTo>
                    <a:pt x="51" y="19"/>
                  </a:lnTo>
                  <a:lnTo>
                    <a:pt x="0" y="21"/>
                  </a:lnTo>
                  <a:lnTo>
                    <a:pt x="11" y="5"/>
                  </a:lnTo>
                  <a:lnTo>
                    <a:pt x="4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45" name="Google Shape;245;p1"/>
            <p:cNvSpPr/>
            <p:nvPr/>
          </p:nvSpPr>
          <p:spPr>
            <a:xfrm>
              <a:off x="8870950" y="1304926"/>
              <a:ext cx="171450" cy="152400"/>
            </a:xfrm>
            <a:custGeom>
              <a:rect b="b" l="l" r="r" t="t"/>
              <a:pathLst>
                <a:path extrusionOk="0" h="36" w="40">
                  <a:moveTo>
                    <a:pt x="15" y="36"/>
                  </a:moveTo>
                  <a:cubicBezTo>
                    <a:pt x="15" y="36"/>
                    <a:pt x="25" y="25"/>
                    <a:pt x="40" y="18"/>
                  </a:cubicBezTo>
                  <a:cubicBezTo>
                    <a:pt x="29" y="15"/>
                    <a:pt x="29" y="0"/>
                    <a:pt x="29" y="0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18" y="2"/>
                    <a:pt x="0" y="20"/>
                    <a:pt x="15" y="36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46" name="Google Shape;246;p1"/>
            <p:cNvSpPr/>
            <p:nvPr/>
          </p:nvSpPr>
          <p:spPr>
            <a:xfrm>
              <a:off x="9093200" y="1052513"/>
              <a:ext cx="55563" cy="47625"/>
            </a:xfrm>
            <a:custGeom>
              <a:rect b="b" l="l" r="r" t="t"/>
              <a:pathLst>
                <a:path extrusionOk="0" h="30" w="35">
                  <a:moveTo>
                    <a:pt x="35" y="0"/>
                  </a:moveTo>
                  <a:lnTo>
                    <a:pt x="0" y="30"/>
                  </a:lnTo>
                  <a:lnTo>
                    <a:pt x="0" y="30"/>
                  </a:lnTo>
                  <a:lnTo>
                    <a:pt x="35" y="0"/>
                  </a:lnTo>
                  <a:lnTo>
                    <a:pt x="35" y="0"/>
                  </a:lnTo>
                  <a:close/>
                </a:path>
              </a:pathLst>
            </a:custGeom>
            <a:solidFill>
              <a:srgbClr val="426D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47" name="Google Shape;247;p1"/>
            <p:cNvSpPr/>
            <p:nvPr/>
          </p:nvSpPr>
          <p:spPr>
            <a:xfrm>
              <a:off x="9093200" y="1052513"/>
              <a:ext cx="55563" cy="47625"/>
            </a:xfrm>
            <a:custGeom>
              <a:rect b="b" l="l" r="r" t="t"/>
              <a:pathLst>
                <a:path extrusionOk="0" h="30" w="35">
                  <a:moveTo>
                    <a:pt x="35" y="0"/>
                  </a:moveTo>
                  <a:lnTo>
                    <a:pt x="0" y="30"/>
                  </a:lnTo>
                  <a:lnTo>
                    <a:pt x="0" y="30"/>
                  </a:lnTo>
                  <a:lnTo>
                    <a:pt x="35" y="0"/>
                  </a:lnTo>
                  <a:lnTo>
                    <a:pt x="35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48" name="Google Shape;248;p1"/>
            <p:cNvSpPr/>
            <p:nvPr/>
          </p:nvSpPr>
          <p:spPr>
            <a:xfrm>
              <a:off x="9037638" y="1100138"/>
              <a:ext cx="55563" cy="42863"/>
            </a:xfrm>
            <a:custGeom>
              <a:rect b="b" l="l" r="r" t="t"/>
              <a:pathLst>
                <a:path extrusionOk="0" h="10" w="13">
                  <a:moveTo>
                    <a:pt x="13" y="0"/>
                  </a:moveTo>
                  <a:cubicBezTo>
                    <a:pt x="13" y="0"/>
                    <a:pt x="13" y="0"/>
                    <a:pt x="13" y="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13" y="0"/>
                    <a:pt x="13" y="0"/>
                    <a:pt x="13" y="0"/>
                  </a:cubicBezTo>
                </a:path>
              </a:pathLst>
            </a:custGeom>
            <a:solidFill>
              <a:srgbClr val="517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49" name="Google Shape;249;p1"/>
            <p:cNvSpPr/>
            <p:nvPr/>
          </p:nvSpPr>
          <p:spPr>
            <a:xfrm>
              <a:off x="9037638" y="1052513"/>
              <a:ext cx="114300" cy="136525"/>
            </a:xfrm>
            <a:custGeom>
              <a:rect b="b" l="l" r="r" t="t"/>
              <a:pathLst>
                <a:path extrusionOk="0" h="32" w="27">
                  <a:moveTo>
                    <a:pt x="26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1" y="25"/>
                    <a:pt x="2" y="28"/>
                    <a:pt x="2" y="32"/>
                  </a:cubicBezTo>
                  <a:cubicBezTo>
                    <a:pt x="12" y="30"/>
                    <a:pt x="25" y="20"/>
                    <a:pt x="26" y="10"/>
                  </a:cubicBezTo>
                  <a:cubicBezTo>
                    <a:pt x="27" y="6"/>
                    <a:pt x="27" y="3"/>
                    <a:pt x="26" y="0"/>
                  </a:cubicBezTo>
                </a:path>
              </a:pathLst>
            </a:custGeom>
            <a:solidFill>
              <a:srgbClr val="CC9C97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50" name="Google Shape;250;p1"/>
            <p:cNvSpPr/>
            <p:nvPr/>
          </p:nvSpPr>
          <p:spPr>
            <a:xfrm>
              <a:off x="8867775" y="611188"/>
              <a:ext cx="169863" cy="314325"/>
            </a:xfrm>
            <a:custGeom>
              <a:rect b="b" l="l" r="r" t="t"/>
              <a:pathLst>
                <a:path extrusionOk="0" h="74" w="40">
                  <a:moveTo>
                    <a:pt x="9" y="21"/>
                  </a:moveTo>
                  <a:cubicBezTo>
                    <a:pt x="0" y="32"/>
                    <a:pt x="1" y="73"/>
                    <a:pt x="20" y="74"/>
                  </a:cubicBezTo>
                  <a:cubicBezTo>
                    <a:pt x="40" y="74"/>
                    <a:pt x="26" y="0"/>
                    <a:pt x="9" y="2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51" name="Google Shape;251;p1"/>
            <p:cNvSpPr/>
            <p:nvPr/>
          </p:nvSpPr>
          <p:spPr>
            <a:xfrm>
              <a:off x="8867775" y="593726"/>
              <a:ext cx="407988" cy="617538"/>
            </a:xfrm>
            <a:custGeom>
              <a:rect b="b" l="l" r="r" t="t"/>
              <a:pathLst>
                <a:path extrusionOk="0" h="145" w="96">
                  <a:moveTo>
                    <a:pt x="94" y="55"/>
                  </a:moveTo>
                  <a:cubicBezTo>
                    <a:pt x="92" y="86"/>
                    <a:pt x="92" y="104"/>
                    <a:pt x="76" y="120"/>
                  </a:cubicBezTo>
                  <a:cubicBezTo>
                    <a:pt x="53" y="145"/>
                    <a:pt x="14" y="131"/>
                    <a:pt x="7" y="100"/>
                  </a:cubicBezTo>
                  <a:cubicBezTo>
                    <a:pt x="0" y="72"/>
                    <a:pt x="5" y="25"/>
                    <a:pt x="35" y="13"/>
                  </a:cubicBezTo>
                  <a:cubicBezTo>
                    <a:pt x="65" y="0"/>
                    <a:pt x="96" y="23"/>
                    <a:pt x="94" y="55"/>
                  </a:cubicBez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52" name="Google Shape;252;p1"/>
            <p:cNvSpPr/>
            <p:nvPr/>
          </p:nvSpPr>
          <p:spPr>
            <a:xfrm>
              <a:off x="9118600" y="682626"/>
              <a:ext cx="369888" cy="361950"/>
            </a:xfrm>
            <a:custGeom>
              <a:rect b="b" l="l" r="r" t="t"/>
              <a:pathLst>
                <a:path extrusionOk="0" h="85" w="87">
                  <a:moveTo>
                    <a:pt x="19" y="8"/>
                  </a:moveTo>
                  <a:cubicBezTo>
                    <a:pt x="0" y="27"/>
                    <a:pt x="25" y="41"/>
                    <a:pt x="15" y="52"/>
                  </a:cubicBezTo>
                  <a:cubicBezTo>
                    <a:pt x="34" y="61"/>
                    <a:pt x="27" y="69"/>
                    <a:pt x="27" y="69"/>
                  </a:cubicBezTo>
                  <a:cubicBezTo>
                    <a:pt x="27" y="69"/>
                    <a:pt x="24" y="76"/>
                    <a:pt x="27" y="85"/>
                  </a:cubicBezTo>
                  <a:cubicBezTo>
                    <a:pt x="48" y="80"/>
                    <a:pt x="87" y="10"/>
                    <a:pt x="44" y="0"/>
                  </a:cubicBezTo>
                  <a:cubicBezTo>
                    <a:pt x="19" y="11"/>
                    <a:pt x="19" y="8"/>
                    <a:pt x="19" y="8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53" name="Google Shape;253;p1"/>
            <p:cNvSpPr/>
            <p:nvPr/>
          </p:nvSpPr>
          <p:spPr>
            <a:xfrm>
              <a:off x="8855075" y="538163"/>
              <a:ext cx="496888" cy="247650"/>
            </a:xfrm>
            <a:custGeom>
              <a:rect b="b" l="l" r="r" t="t"/>
              <a:pathLst>
                <a:path extrusionOk="0" h="58" w="117">
                  <a:moveTo>
                    <a:pt x="89" y="56"/>
                  </a:moveTo>
                  <a:cubicBezTo>
                    <a:pt x="71" y="58"/>
                    <a:pt x="47" y="50"/>
                    <a:pt x="33" y="42"/>
                  </a:cubicBezTo>
                  <a:cubicBezTo>
                    <a:pt x="18" y="35"/>
                    <a:pt x="16" y="49"/>
                    <a:pt x="21" y="53"/>
                  </a:cubicBezTo>
                  <a:cubicBezTo>
                    <a:pt x="12" y="53"/>
                    <a:pt x="0" y="46"/>
                    <a:pt x="3" y="30"/>
                  </a:cubicBezTo>
                  <a:cubicBezTo>
                    <a:pt x="6" y="15"/>
                    <a:pt x="26" y="0"/>
                    <a:pt x="54" y="13"/>
                  </a:cubicBezTo>
                  <a:cubicBezTo>
                    <a:pt x="73" y="22"/>
                    <a:pt x="98" y="10"/>
                    <a:pt x="107" y="21"/>
                  </a:cubicBezTo>
                  <a:cubicBezTo>
                    <a:pt x="117" y="31"/>
                    <a:pt x="102" y="54"/>
                    <a:pt x="89" y="56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54" name="Google Shape;254;p1"/>
            <p:cNvSpPr/>
            <p:nvPr/>
          </p:nvSpPr>
          <p:spPr>
            <a:xfrm>
              <a:off x="9288463" y="588963"/>
              <a:ext cx="98425" cy="128588"/>
            </a:xfrm>
            <a:custGeom>
              <a:rect b="b" l="l" r="r" t="t"/>
              <a:pathLst>
                <a:path extrusionOk="0" h="30" w="23">
                  <a:moveTo>
                    <a:pt x="0" y="23"/>
                  </a:moveTo>
                  <a:cubicBezTo>
                    <a:pt x="12" y="22"/>
                    <a:pt x="13" y="14"/>
                    <a:pt x="9" y="0"/>
                  </a:cubicBezTo>
                  <a:cubicBezTo>
                    <a:pt x="23" y="19"/>
                    <a:pt x="18" y="25"/>
                    <a:pt x="9" y="30"/>
                  </a:cubicBezTo>
                  <a:cubicBezTo>
                    <a:pt x="1" y="27"/>
                    <a:pt x="0" y="23"/>
                    <a:pt x="0" y="23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55" name="Google Shape;255;p1"/>
            <p:cNvSpPr/>
            <p:nvPr/>
          </p:nvSpPr>
          <p:spPr>
            <a:xfrm>
              <a:off x="9194800" y="857251"/>
              <a:ext cx="119063" cy="144463"/>
            </a:xfrm>
            <a:custGeom>
              <a:rect b="b" l="l" r="r" t="t"/>
              <a:pathLst>
                <a:path extrusionOk="0" h="34" w="28">
                  <a:moveTo>
                    <a:pt x="25" y="17"/>
                  </a:moveTo>
                  <a:cubicBezTo>
                    <a:pt x="22" y="23"/>
                    <a:pt x="17" y="28"/>
                    <a:pt x="11" y="30"/>
                  </a:cubicBezTo>
                  <a:cubicBezTo>
                    <a:pt x="4" y="34"/>
                    <a:pt x="0" y="27"/>
                    <a:pt x="2" y="18"/>
                  </a:cubicBezTo>
                  <a:cubicBezTo>
                    <a:pt x="4" y="11"/>
                    <a:pt x="10" y="0"/>
                    <a:pt x="18" y="0"/>
                  </a:cubicBezTo>
                  <a:cubicBezTo>
                    <a:pt x="25" y="0"/>
                    <a:pt x="28" y="9"/>
                    <a:pt x="25" y="17"/>
                  </a:cubicBez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56" name="Google Shape;256;p1"/>
            <p:cNvSpPr/>
            <p:nvPr/>
          </p:nvSpPr>
          <p:spPr>
            <a:xfrm>
              <a:off x="9032875" y="844551"/>
              <a:ext cx="25400" cy="42863"/>
            </a:xfrm>
            <a:custGeom>
              <a:rect b="b" l="l" r="r" t="t"/>
              <a:pathLst>
                <a:path extrusionOk="0" h="10" w="6">
                  <a:moveTo>
                    <a:pt x="6" y="5"/>
                  </a:moveTo>
                  <a:cubicBezTo>
                    <a:pt x="6" y="8"/>
                    <a:pt x="4" y="10"/>
                    <a:pt x="3" y="10"/>
                  </a:cubicBezTo>
                  <a:cubicBezTo>
                    <a:pt x="1" y="10"/>
                    <a:pt x="0" y="8"/>
                    <a:pt x="0" y="5"/>
                  </a:cubicBezTo>
                  <a:cubicBezTo>
                    <a:pt x="0" y="3"/>
                    <a:pt x="1" y="0"/>
                    <a:pt x="3" y="0"/>
                  </a:cubicBezTo>
                  <a:cubicBezTo>
                    <a:pt x="5" y="0"/>
                    <a:pt x="6" y="2"/>
                    <a:pt x="6" y="5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57" name="Google Shape;257;p1"/>
            <p:cNvSpPr/>
            <p:nvPr/>
          </p:nvSpPr>
          <p:spPr>
            <a:xfrm>
              <a:off x="8910638" y="849313"/>
              <a:ext cx="25400" cy="38100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58" name="Google Shape;258;p1"/>
            <p:cNvSpPr/>
            <p:nvPr/>
          </p:nvSpPr>
          <p:spPr>
            <a:xfrm>
              <a:off x="8931275" y="869951"/>
              <a:ext cx="50800" cy="111125"/>
            </a:xfrm>
            <a:custGeom>
              <a:rect b="b" l="l" r="r" t="t"/>
              <a:pathLst>
                <a:path extrusionOk="0" h="26" w="12">
                  <a:moveTo>
                    <a:pt x="12" y="0"/>
                  </a:moveTo>
                  <a:cubicBezTo>
                    <a:pt x="12" y="0"/>
                    <a:pt x="6" y="15"/>
                    <a:pt x="0" y="22"/>
                  </a:cubicBezTo>
                  <a:cubicBezTo>
                    <a:pt x="4" y="26"/>
                    <a:pt x="12" y="24"/>
                    <a:pt x="12" y="24"/>
                  </a:cubicBezTo>
                  <a:lnTo>
                    <a:pt x="12" y="0"/>
                  </a:lnTo>
                  <a:close/>
                </a:path>
              </a:pathLst>
            </a:custGeom>
            <a:solidFill>
              <a:srgbClr val="ED847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59" name="Google Shape;259;p1"/>
            <p:cNvSpPr/>
            <p:nvPr/>
          </p:nvSpPr>
          <p:spPr>
            <a:xfrm>
              <a:off x="9007475" y="958851"/>
              <a:ext cx="80963" cy="42863"/>
            </a:xfrm>
            <a:custGeom>
              <a:rect b="b" l="l" r="r" t="t"/>
              <a:pathLst>
                <a:path extrusionOk="0" h="10" w="19">
                  <a:moveTo>
                    <a:pt x="4" y="10"/>
                  </a:moveTo>
                  <a:cubicBezTo>
                    <a:pt x="14" y="9"/>
                    <a:pt x="19" y="2"/>
                    <a:pt x="19" y="1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8" y="1"/>
                    <a:pt x="18" y="1"/>
                    <a:pt x="18" y="1"/>
                  </a:cubicBezTo>
                  <a:cubicBezTo>
                    <a:pt x="17" y="1"/>
                    <a:pt x="12" y="9"/>
                    <a:pt x="1" y="9"/>
                  </a:cubicBezTo>
                  <a:cubicBezTo>
                    <a:pt x="1" y="9"/>
                    <a:pt x="0" y="9"/>
                    <a:pt x="0" y="9"/>
                  </a:cubicBezTo>
                  <a:cubicBezTo>
                    <a:pt x="0" y="10"/>
                    <a:pt x="1" y="10"/>
                    <a:pt x="1" y="10"/>
                  </a:cubicBezTo>
                  <a:cubicBezTo>
                    <a:pt x="2" y="10"/>
                    <a:pt x="3" y="10"/>
                    <a:pt x="4" y="1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60" name="Google Shape;260;p1"/>
            <p:cNvSpPr/>
            <p:nvPr/>
          </p:nvSpPr>
          <p:spPr>
            <a:xfrm>
              <a:off x="9063038" y="785813"/>
              <a:ext cx="60325" cy="38100"/>
            </a:xfrm>
            <a:custGeom>
              <a:rect b="b" l="l" r="r" t="t"/>
              <a:pathLst>
                <a:path extrusionOk="0" h="9" w="14">
                  <a:moveTo>
                    <a:pt x="13" y="9"/>
                  </a:moveTo>
                  <a:cubicBezTo>
                    <a:pt x="13" y="9"/>
                    <a:pt x="13" y="9"/>
                    <a:pt x="13" y="9"/>
                  </a:cubicBezTo>
                  <a:cubicBezTo>
                    <a:pt x="14" y="8"/>
                    <a:pt x="14" y="7"/>
                    <a:pt x="14" y="7"/>
                  </a:cubicBezTo>
                  <a:cubicBezTo>
                    <a:pt x="9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"/>
                    <a:pt x="1" y="3"/>
                    <a:pt x="2" y="3"/>
                  </a:cubicBezTo>
                  <a:cubicBezTo>
                    <a:pt x="2" y="3"/>
                    <a:pt x="7" y="3"/>
                    <a:pt x="11" y="8"/>
                  </a:cubicBezTo>
                  <a:cubicBezTo>
                    <a:pt x="12" y="9"/>
                    <a:pt x="12" y="9"/>
                    <a:pt x="13" y="9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61" name="Google Shape;261;p1"/>
            <p:cNvSpPr/>
            <p:nvPr/>
          </p:nvSpPr>
          <p:spPr>
            <a:xfrm>
              <a:off x="8880475" y="781051"/>
              <a:ext cx="55563" cy="46038"/>
            </a:xfrm>
            <a:custGeom>
              <a:rect b="b" l="l" r="r" t="t"/>
              <a:pathLst>
                <a:path extrusionOk="0" h="11" w="13">
                  <a:moveTo>
                    <a:pt x="2" y="11"/>
                  </a:moveTo>
                  <a:cubicBezTo>
                    <a:pt x="2" y="11"/>
                    <a:pt x="3" y="11"/>
                    <a:pt x="3" y="10"/>
                  </a:cubicBezTo>
                  <a:cubicBezTo>
                    <a:pt x="6" y="4"/>
                    <a:pt x="11" y="3"/>
                    <a:pt x="11" y="3"/>
                  </a:cubicBezTo>
                  <a:cubicBezTo>
                    <a:pt x="12" y="3"/>
                    <a:pt x="13" y="3"/>
                    <a:pt x="12" y="2"/>
                  </a:cubicBezTo>
                  <a:cubicBezTo>
                    <a:pt x="12" y="1"/>
                    <a:pt x="12" y="0"/>
                    <a:pt x="11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0" y="1"/>
                    <a:pt x="4" y="2"/>
                    <a:pt x="0" y="9"/>
                  </a:cubicBezTo>
                  <a:cubicBezTo>
                    <a:pt x="0" y="10"/>
                    <a:pt x="0" y="11"/>
                    <a:pt x="1" y="11"/>
                  </a:cubicBezTo>
                  <a:lnTo>
                    <a:pt x="2" y="1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62" name="Google Shape;262;p1"/>
            <p:cNvSpPr/>
            <p:nvPr/>
          </p:nvSpPr>
          <p:spPr>
            <a:xfrm>
              <a:off x="9217025" y="1330326"/>
              <a:ext cx="479425" cy="1003300"/>
            </a:xfrm>
            <a:custGeom>
              <a:rect b="b" l="l" r="r" t="t"/>
              <a:pathLst>
                <a:path extrusionOk="0" h="236" w="113">
                  <a:moveTo>
                    <a:pt x="68" y="20"/>
                  </a:moveTo>
                  <a:cubicBezTo>
                    <a:pt x="73" y="30"/>
                    <a:pt x="77" y="40"/>
                    <a:pt x="81" y="50"/>
                  </a:cubicBezTo>
                  <a:cubicBezTo>
                    <a:pt x="85" y="60"/>
                    <a:pt x="89" y="70"/>
                    <a:pt x="92" y="80"/>
                  </a:cubicBezTo>
                  <a:cubicBezTo>
                    <a:pt x="99" y="101"/>
                    <a:pt x="105" y="122"/>
                    <a:pt x="109" y="144"/>
                  </a:cubicBezTo>
                  <a:cubicBezTo>
                    <a:pt x="110" y="149"/>
                    <a:pt x="111" y="155"/>
                    <a:pt x="112" y="160"/>
                  </a:cubicBezTo>
                  <a:cubicBezTo>
                    <a:pt x="112" y="165"/>
                    <a:pt x="112" y="165"/>
                    <a:pt x="112" y="165"/>
                  </a:cubicBezTo>
                  <a:cubicBezTo>
                    <a:pt x="112" y="167"/>
                    <a:pt x="112" y="167"/>
                    <a:pt x="112" y="167"/>
                  </a:cubicBezTo>
                  <a:cubicBezTo>
                    <a:pt x="113" y="168"/>
                    <a:pt x="113" y="168"/>
                    <a:pt x="113" y="168"/>
                  </a:cubicBezTo>
                  <a:cubicBezTo>
                    <a:pt x="113" y="169"/>
                    <a:pt x="113" y="169"/>
                    <a:pt x="113" y="169"/>
                  </a:cubicBezTo>
                  <a:cubicBezTo>
                    <a:pt x="113" y="173"/>
                    <a:pt x="113" y="177"/>
                    <a:pt x="113" y="182"/>
                  </a:cubicBezTo>
                  <a:cubicBezTo>
                    <a:pt x="112" y="190"/>
                    <a:pt x="109" y="200"/>
                    <a:pt x="104" y="207"/>
                  </a:cubicBezTo>
                  <a:cubicBezTo>
                    <a:pt x="99" y="215"/>
                    <a:pt x="92" y="220"/>
                    <a:pt x="85" y="224"/>
                  </a:cubicBezTo>
                  <a:cubicBezTo>
                    <a:pt x="79" y="228"/>
                    <a:pt x="72" y="231"/>
                    <a:pt x="66" y="232"/>
                  </a:cubicBezTo>
                  <a:cubicBezTo>
                    <a:pt x="60" y="234"/>
                    <a:pt x="54" y="235"/>
                    <a:pt x="48" y="236"/>
                  </a:cubicBezTo>
                  <a:cubicBezTo>
                    <a:pt x="42" y="236"/>
                    <a:pt x="36" y="236"/>
                    <a:pt x="30" y="236"/>
                  </a:cubicBezTo>
                  <a:cubicBezTo>
                    <a:pt x="24" y="236"/>
                    <a:pt x="19" y="235"/>
                    <a:pt x="13" y="234"/>
                  </a:cubicBezTo>
                  <a:cubicBezTo>
                    <a:pt x="5" y="233"/>
                    <a:pt x="0" y="226"/>
                    <a:pt x="1" y="218"/>
                  </a:cubicBezTo>
                  <a:cubicBezTo>
                    <a:pt x="2" y="213"/>
                    <a:pt x="7" y="208"/>
                    <a:pt x="12" y="207"/>
                  </a:cubicBezTo>
                  <a:cubicBezTo>
                    <a:pt x="13" y="207"/>
                    <a:pt x="13" y="207"/>
                    <a:pt x="13" y="207"/>
                  </a:cubicBezTo>
                  <a:cubicBezTo>
                    <a:pt x="17" y="206"/>
                    <a:pt x="23" y="205"/>
                    <a:pt x="27" y="204"/>
                  </a:cubicBezTo>
                  <a:cubicBezTo>
                    <a:pt x="32" y="202"/>
                    <a:pt x="36" y="201"/>
                    <a:pt x="40" y="199"/>
                  </a:cubicBezTo>
                  <a:cubicBezTo>
                    <a:pt x="49" y="196"/>
                    <a:pt x="56" y="192"/>
                    <a:pt x="61" y="188"/>
                  </a:cubicBezTo>
                  <a:cubicBezTo>
                    <a:pt x="63" y="186"/>
                    <a:pt x="64" y="184"/>
                    <a:pt x="64" y="183"/>
                  </a:cubicBezTo>
                  <a:cubicBezTo>
                    <a:pt x="64" y="182"/>
                    <a:pt x="64" y="180"/>
                    <a:pt x="64" y="179"/>
                  </a:cubicBezTo>
                  <a:cubicBezTo>
                    <a:pt x="64" y="178"/>
                    <a:pt x="64" y="177"/>
                    <a:pt x="63" y="175"/>
                  </a:cubicBezTo>
                  <a:cubicBezTo>
                    <a:pt x="62" y="169"/>
                    <a:pt x="62" y="169"/>
                    <a:pt x="62" y="169"/>
                  </a:cubicBezTo>
                  <a:cubicBezTo>
                    <a:pt x="61" y="164"/>
                    <a:pt x="60" y="160"/>
                    <a:pt x="59" y="155"/>
                  </a:cubicBezTo>
                  <a:cubicBezTo>
                    <a:pt x="56" y="146"/>
                    <a:pt x="53" y="136"/>
                    <a:pt x="50" y="127"/>
                  </a:cubicBezTo>
                  <a:cubicBezTo>
                    <a:pt x="47" y="117"/>
                    <a:pt x="44" y="108"/>
                    <a:pt x="40" y="99"/>
                  </a:cubicBezTo>
                  <a:cubicBezTo>
                    <a:pt x="37" y="89"/>
                    <a:pt x="33" y="80"/>
                    <a:pt x="29" y="70"/>
                  </a:cubicBezTo>
                  <a:cubicBezTo>
                    <a:pt x="25" y="61"/>
                    <a:pt x="22" y="52"/>
                    <a:pt x="18" y="43"/>
                  </a:cubicBezTo>
                  <a:cubicBezTo>
                    <a:pt x="18" y="42"/>
                    <a:pt x="18" y="42"/>
                    <a:pt x="18" y="42"/>
                  </a:cubicBezTo>
                  <a:cubicBezTo>
                    <a:pt x="12" y="28"/>
                    <a:pt x="18" y="12"/>
                    <a:pt x="32" y="6"/>
                  </a:cubicBezTo>
                  <a:cubicBezTo>
                    <a:pt x="46" y="0"/>
                    <a:pt x="62" y="6"/>
                    <a:pt x="68" y="2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63" name="Google Shape;263;p1"/>
            <p:cNvSpPr/>
            <p:nvPr/>
          </p:nvSpPr>
          <p:spPr>
            <a:xfrm>
              <a:off x="9139238" y="2244726"/>
              <a:ext cx="217488" cy="96838"/>
            </a:xfrm>
            <a:custGeom>
              <a:rect b="b" l="l" r="r" t="t"/>
              <a:pathLst>
                <a:path extrusionOk="0" h="23" w="51">
                  <a:moveTo>
                    <a:pt x="18" y="4"/>
                  </a:moveTo>
                  <a:cubicBezTo>
                    <a:pt x="0" y="12"/>
                    <a:pt x="0" y="12"/>
                    <a:pt x="0" y="12"/>
                  </a:cubicBezTo>
                  <a:cubicBezTo>
                    <a:pt x="31" y="23"/>
                    <a:pt x="31" y="23"/>
                    <a:pt x="31" y="23"/>
                  </a:cubicBezTo>
                  <a:cubicBezTo>
                    <a:pt x="31" y="23"/>
                    <a:pt x="51" y="16"/>
                    <a:pt x="41" y="5"/>
                  </a:cubicBezTo>
                  <a:cubicBezTo>
                    <a:pt x="36" y="3"/>
                    <a:pt x="36" y="3"/>
                    <a:pt x="36" y="3"/>
                  </a:cubicBezTo>
                  <a:cubicBezTo>
                    <a:pt x="27" y="0"/>
                    <a:pt x="22" y="1"/>
                    <a:pt x="18" y="4"/>
                  </a:cubicBez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64" name="Google Shape;264;p1"/>
            <p:cNvSpPr/>
            <p:nvPr/>
          </p:nvSpPr>
          <p:spPr>
            <a:xfrm>
              <a:off x="9110663" y="2295526"/>
              <a:ext cx="160338" cy="106363"/>
            </a:xfrm>
            <a:custGeom>
              <a:rect b="b" l="l" r="r" t="t"/>
              <a:pathLst>
                <a:path extrusionOk="0" h="25" w="38">
                  <a:moveTo>
                    <a:pt x="9" y="22"/>
                  </a:moveTo>
                  <a:cubicBezTo>
                    <a:pt x="23" y="24"/>
                    <a:pt x="23" y="24"/>
                    <a:pt x="23" y="24"/>
                  </a:cubicBezTo>
                  <a:cubicBezTo>
                    <a:pt x="27" y="25"/>
                    <a:pt x="31" y="23"/>
                    <a:pt x="33" y="19"/>
                  </a:cubicBezTo>
                  <a:cubicBezTo>
                    <a:pt x="38" y="11"/>
                    <a:pt x="38" y="11"/>
                    <a:pt x="38" y="11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0" y="14"/>
                    <a:pt x="3" y="20"/>
                    <a:pt x="9" y="22"/>
                  </a:cubicBez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265" name="Google Shape;265;p1"/>
          <p:cNvSpPr txBox="1"/>
          <p:nvPr/>
        </p:nvSpPr>
        <p:spPr>
          <a:xfrm>
            <a:off x="1104900" y="1333022"/>
            <a:ext cx="4563529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6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Clase 07</a:t>
            </a:r>
            <a:endParaRPr/>
          </a:p>
        </p:txBody>
      </p:sp>
      <p:sp>
        <p:nvSpPr>
          <p:cNvPr id="266" name="Google Shape;266;p1"/>
          <p:cNvSpPr txBox="1"/>
          <p:nvPr/>
        </p:nvSpPr>
        <p:spPr>
          <a:xfrm>
            <a:off x="1104900" y="929147"/>
            <a:ext cx="1193596" cy="3016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Programación</a:t>
            </a:r>
            <a:endParaRPr/>
          </a:p>
        </p:txBody>
      </p:sp>
      <p:grpSp>
        <p:nvGrpSpPr>
          <p:cNvPr id="267" name="Google Shape;267;p1"/>
          <p:cNvGrpSpPr/>
          <p:nvPr/>
        </p:nvGrpSpPr>
        <p:grpSpPr>
          <a:xfrm>
            <a:off x="1067655" y="3842795"/>
            <a:ext cx="3235325" cy="2163867"/>
            <a:chOff x="1067655" y="3842795"/>
            <a:chExt cx="3235325" cy="1826757"/>
          </a:xfrm>
        </p:grpSpPr>
        <p:sp>
          <p:nvSpPr>
            <p:cNvPr id="268" name="Google Shape;268;p1"/>
            <p:cNvSpPr/>
            <p:nvPr/>
          </p:nvSpPr>
          <p:spPr>
            <a:xfrm>
              <a:off x="1067655" y="3842795"/>
              <a:ext cx="3235325" cy="1826757"/>
            </a:xfrm>
            <a:prstGeom prst="roundRect">
              <a:avLst>
                <a:gd fmla="val 12488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254000" rotWithShape="0" algn="ctr" dir="5400000" dist="127000">
                <a:srgbClr val="000000">
                  <a:alpha val="9803"/>
                </a:srgbClr>
              </a:outerShdw>
            </a:effectLst>
          </p:spPr>
          <p:txBody>
            <a:bodyPr anchorCtr="0" anchor="b" bIns="180000" lIns="216000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CL" sz="16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Subprogramas</a:t>
              </a:r>
              <a:endParaRPr/>
            </a:p>
          </p:txBody>
        </p:sp>
        <p:sp>
          <p:nvSpPr>
            <p:cNvPr id="269" name="Google Shape;269;p1"/>
            <p:cNvSpPr txBox="1"/>
            <p:nvPr/>
          </p:nvSpPr>
          <p:spPr>
            <a:xfrm>
              <a:off x="1215186" y="3857269"/>
              <a:ext cx="973023" cy="10133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C0FF"/>
                </a:buClr>
                <a:buSzPts val="6000"/>
                <a:buFont typeface="Poppins"/>
                <a:buNone/>
              </a:pPr>
              <a:r>
                <a:rPr b="1" i="0" lang="es-CL" sz="6000" u="none" cap="none" strike="noStrike">
                  <a:solidFill>
                    <a:srgbClr val="00C0FF"/>
                  </a:solidFill>
                  <a:latin typeface="Poppins"/>
                  <a:ea typeface="Poppins"/>
                  <a:cs typeface="Poppins"/>
                  <a:sym typeface="Poppins"/>
                </a:rPr>
                <a:t>U3</a:t>
              </a:r>
              <a:endParaRPr/>
            </a:p>
          </p:txBody>
        </p:sp>
      </p:grp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"/>
          <p:cNvSpPr txBox="1"/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</a:pPr>
            <a:r>
              <a:rPr lang="es-CL"/>
              <a:t>¡Importante recordar!</a:t>
            </a:r>
            <a:endParaRPr/>
          </a:p>
        </p:txBody>
      </p:sp>
      <p:sp>
        <p:nvSpPr>
          <p:cNvPr id="275" name="Google Shape;275;p2"/>
          <p:cNvSpPr txBox="1"/>
          <p:nvPr/>
        </p:nvSpPr>
        <p:spPr>
          <a:xfrm>
            <a:off x="1112989" y="615954"/>
            <a:ext cx="1985480" cy="3016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Clase 07: Subprogramas</a:t>
            </a:r>
            <a:endParaRPr/>
          </a:p>
        </p:txBody>
      </p:sp>
      <p:sp>
        <p:nvSpPr>
          <p:cNvPr id="276" name="Google Shape;276;p2"/>
          <p:cNvSpPr/>
          <p:nvPr/>
        </p:nvSpPr>
        <p:spPr>
          <a:xfrm>
            <a:off x="1112989" y="1895802"/>
            <a:ext cx="9982202" cy="4489231"/>
          </a:xfrm>
          <a:prstGeom prst="roundRect">
            <a:avLst>
              <a:gd fmla="val 785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504000" spcFirstLastPara="1" rIns="27430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0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¿Qué sabemos sobre cómo programar hasta el momento?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s-CL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Hasta el momento hemos visto lo siguiente:</a:t>
            </a:r>
            <a:endParaRPr/>
          </a:p>
          <a:p>
            <a:pPr indent="-342900" lvl="0" marL="3429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Char char="o"/>
            </a:pPr>
            <a:r>
              <a:rPr lang="es-CL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Tipos de datos básicos </a:t>
            </a:r>
            <a:endParaRPr/>
          </a:p>
          <a:p>
            <a:pPr indent="-342900" lvl="1" marL="8001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s-CL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Números enteros</a:t>
            </a:r>
            <a:endParaRPr/>
          </a:p>
          <a:p>
            <a:pPr indent="-342900" lvl="1" marL="8001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s-CL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Números decimales</a:t>
            </a:r>
            <a:endParaRPr/>
          </a:p>
          <a:p>
            <a:pPr indent="-342900" lvl="1" marL="8001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s-CL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Texto (Strings)</a:t>
            </a:r>
            <a:endParaRPr/>
          </a:p>
          <a:p>
            <a:pPr indent="-342900" lvl="1" marL="8001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s-CL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Booleanos (True or False)</a:t>
            </a:r>
            <a:endParaRPr/>
          </a:p>
        </p:txBody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7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7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7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7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7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7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7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7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"/>
          <p:cNvSpPr txBox="1"/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</a:pPr>
            <a:r>
              <a:rPr lang="es-CL"/>
              <a:t>¡Importante recordar!</a:t>
            </a:r>
            <a:endParaRPr/>
          </a:p>
        </p:txBody>
      </p:sp>
      <p:sp>
        <p:nvSpPr>
          <p:cNvPr id="282" name="Google Shape;282;p3"/>
          <p:cNvSpPr txBox="1"/>
          <p:nvPr/>
        </p:nvSpPr>
        <p:spPr>
          <a:xfrm>
            <a:off x="1112989" y="615954"/>
            <a:ext cx="1985480" cy="3016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Clase 07: Subprogramas</a:t>
            </a:r>
            <a:endParaRPr/>
          </a:p>
        </p:txBody>
      </p:sp>
      <p:sp>
        <p:nvSpPr>
          <p:cNvPr id="283" name="Google Shape;283;p3"/>
          <p:cNvSpPr/>
          <p:nvPr/>
        </p:nvSpPr>
        <p:spPr>
          <a:xfrm>
            <a:off x="1112989" y="1895802"/>
            <a:ext cx="9982202" cy="4489231"/>
          </a:xfrm>
          <a:prstGeom prst="roundRect">
            <a:avLst>
              <a:gd fmla="val 785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504000" spcFirstLastPara="1" rIns="274300" wrap="square" tIns="0">
            <a:noAutofit/>
          </a:bodyPr>
          <a:lstStyle/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Char char="o"/>
            </a:pPr>
            <a:r>
              <a:rPr lang="es-CL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Condicionales</a:t>
            </a:r>
            <a:endParaRPr/>
          </a:p>
          <a:p>
            <a:pPr indent="-342900" lvl="1" marL="8001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s-CL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if</a:t>
            </a:r>
            <a:endParaRPr b="0" i="0" sz="2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1" marL="8001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s-CL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if – else</a:t>
            </a:r>
            <a:endParaRPr b="0" i="0" sz="2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1" marL="8001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s-CL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if – elif – (else) </a:t>
            </a:r>
            <a:endParaRPr/>
          </a:p>
          <a:p>
            <a:pPr indent="-342900" lvl="0" marL="3429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Char char="o"/>
            </a:pPr>
            <a:r>
              <a:rPr lang="es-CL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Ciclos</a:t>
            </a:r>
            <a:endParaRPr/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rgbClr val="4B69C6"/>
              </a:buClr>
              <a:buSzPts val="2000"/>
              <a:buFont typeface="Arial"/>
              <a:buChar char="•"/>
            </a:pPr>
            <a:r>
              <a:rPr b="0" i="0" lang="es-CL" sz="2000" u="none" cap="none" strike="noStrike">
                <a:solidFill>
                  <a:srgbClr val="4B69C6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x </a:t>
            </a:r>
            <a:r>
              <a:rPr b="0" i="0" lang="es-CL" sz="2000" u="none" cap="none" strike="noStrike">
                <a:solidFill>
                  <a:srgbClr val="4B69C6"/>
                </a:solidFill>
                <a:latin typeface="Consolas"/>
                <a:ea typeface="Consolas"/>
                <a:cs typeface="Consolas"/>
                <a:sym typeface="Consolas"/>
              </a:rPr>
              <a:t>in</a:t>
            </a: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i="0" lang="es-CL" sz="2000" u="none" cap="none" strike="noStrike">
                <a:solidFill>
                  <a:srgbClr val="AA3731"/>
                </a:solidFill>
                <a:latin typeface="Consolas"/>
                <a:ea typeface="Consolas"/>
                <a:cs typeface="Consolas"/>
                <a:sym typeface="Consolas"/>
              </a:rPr>
              <a:t>range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s-CL" sz="2000" u="none" cap="none" strike="noStrik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):</a:t>
            </a:r>
            <a:endParaRPr b="0" i="0" sz="20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rgbClr val="4B69C6"/>
              </a:buClr>
              <a:buSzPts val="2000"/>
              <a:buFont typeface="Arial"/>
              <a:buChar char="•"/>
            </a:pPr>
            <a:r>
              <a:rPr b="0" i="0" lang="es-CL" sz="2000" u="none" cap="none" strike="noStrike">
                <a:solidFill>
                  <a:srgbClr val="4B69C6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x </a:t>
            </a:r>
            <a:r>
              <a:rPr b="0" i="0" lang="es-CL" sz="2000" u="none" cap="none" strike="noStrike">
                <a:solidFill>
                  <a:srgbClr val="4B69C6"/>
                </a:solidFill>
                <a:latin typeface="Consolas"/>
                <a:ea typeface="Consolas"/>
                <a:cs typeface="Consolas"/>
                <a:sym typeface="Consolas"/>
              </a:rPr>
              <a:t>in</a:t>
            </a: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i="0" lang="es-CL" sz="2000" u="none" cap="none" strike="noStrike">
                <a:solidFill>
                  <a:srgbClr val="AA3731"/>
                </a:solidFill>
                <a:latin typeface="Consolas"/>
                <a:ea typeface="Consolas"/>
                <a:cs typeface="Consolas"/>
                <a:sym typeface="Consolas"/>
              </a:rPr>
              <a:t>range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s-CL" sz="2000" u="none" cap="none" strike="noStrik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s-CL" sz="2000" u="none" cap="none" strike="noStrik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10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):</a:t>
            </a:r>
            <a:endParaRPr b="0" i="0" sz="20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rgbClr val="4B69C6"/>
              </a:buClr>
              <a:buSzPts val="2000"/>
              <a:buFont typeface="Arial"/>
              <a:buChar char="•"/>
            </a:pPr>
            <a:r>
              <a:rPr b="0" i="0" lang="es-CL" sz="2000" u="none" cap="none" strike="noStrike">
                <a:solidFill>
                  <a:srgbClr val="4B69C6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x </a:t>
            </a:r>
            <a:r>
              <a:rPr b="0" i="0" lang="es-CL" sz="2000" u="none" cap="none" strike="noStrike">
                <a:solidFill>
                  <a:srgbClr val="4B69C6"/>
                </a:solidFill>
                <a:latin typeface="Consolas"/>
                <a:ea typeface="Consolas"/>
                <a:cs typeface="Consolas"/>
                <a:sym typeface="Consolas"/>
              </a:rPr>
              <a:t>in</a:t>
            </a: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i="0" lang="es-CL" sz="2000" u="none" cap="none" strike="noStrike">
                <a:solidFill>
                  <a:srgbClr val="AA3731"/>
                </a:solidFill>
                <a:latin typeface="Consolas"/>
                <a:ea typeface="Consolas"/>
                <a:cs typeface="Consolas"/>
                <a:sym typeface="Consolas"/>
              </a:rPr>
              <a:t>range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s-CL" sz="2000" u="none" cap="none" strike="noStrik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s-CL" sz="2000" u="none" cap="none" strike="noStrik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10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s-CL" sz="2000" u="none" cap="none" strike="noStrik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):</a:t>
            </a:r>
            <a:endParaRPr b="0" i="0" sz="20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rgbClr val="4B69C6"/>
              </a:buClr>
              <a:buSzPts val="2000"/>
              <a:buFont typeface="Arial"/>
              <a:buChar char="•"/>
            </a:pPr>
            <a:r>
              <a:rPr b="0" i="0" lang="es-CL" sz="2000" u="none" cap="none" strike="noStrike">
                <a:solidFill>
                  <a:srgbClr val="4B69C6"/>
                </a:solidFill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x 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&gt;=</a:t>
            </a: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s-CL" sz="2000" u="none" cap="none" strike="noStrik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 b="0" i="0" sz="20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rgbClr val="4B69C6"/>
              </a:buClr>
              <a:buSzPts val="2000"/>
              <a:buFont typeface="Arial"/>
              <a:buChar char="•"/>
            </a:pPr>
            <a:r>
              <a:rPr b="0" i="0" lang="es-CL" sz="2000" u="none" cap="none" strike="noStrike">
                <a:solidFill>
                  <a:srgbClr val="4B69C6"/>
                </a:solidFill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linea 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!=</a:t>
            </a: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'':</a:t>
            </a:r>
            <a:endParaRPr b="0" i="0" sz="20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rgbClr val="4B69C6"/>
              </a:buClr>
              <a:buSzPts val="2000"/>
              <a:buFont typeface="Arial"/>
              <a:buChar char="•"/>
            </a:pPr>
            <a:r>
              <a:rPr b="0" i="0" lang="es-CL" sz="2000" u="none" cap="none" strike="noStrike">
                <a:solidFill>
                  <a:srgbClr val="4B69C6"/>
                </a:solidFill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s-CL" sz="2000" u="none" cap="none" strike="noStrik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 b="0" i="0" sz="2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8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8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8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8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8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8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8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8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8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83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83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4"/>
          <p:cNvSpPr txBox="1"/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</a:pPr>
            <a:r>
              <a:rPr lang="es-CL"/>
              <a:t>¿Qué vimos la semana pasada?</a:t>
            </a:r>
            <a:endParaRPr/>
          </a:p>
        </p:txBody>
      </p:sp>
      <p:sp>
        <p:nvSpPr>
          <p:cNvPr id="289" name="Google Shape;289;p4"/>
          <p:cNvSpPr txBox="1"/>
          <p:nvPr/>
        </p:nvSpPr>
        <p:spPr>
          <a:xfrm>
            <a:off x="1112989" y="615954"/>
            <a:ext cx="1985480" cy="3016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Clase 07: Subprogramas</a:t>
            </a:r>
            <a:endParaRPr/>
          </a:p>
        </p:txBody>
      </p:sp>
      <p:sp>
        <p:nvSpPr>
          <p:cNvPr id="290" name="Google Shape;290;p4"/>
          <p:cNvSpPr/>
          <p:nvPr/>
        </p:nvSpPr>
        <p:spPr>
          <a:xfrm>
            <a:off x="1104899" y="2976841"/>
            <a:ext cx="9982202" cy="1768104"/>
          </a:xfrm>
          <a:prstGeom prst="roundRect">
            <a:avLst>
              <a:gd fmla="val 785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504000" spcFirstLastPara="1" rIns="27430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0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¿Qué es un subprograma?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s-CL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Respuesta: </a:t>
            </a:r>
            <a:r>
              <a:rPr lang="es-CL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un subprograma es un bloque de código que realiza una acción específica</a:t>
            </a:r>
            <a:endParaRPr/>
          </a:p>
        </p:txBody>
      </p:sp>
      <p:sp>
        <p:nvSpPr>
          <p:cNvPr id="291" name="Google Shape;291;p4"/>
          <p:cNvSpPr/>
          <p:nvPr/>
        </p:nvSpPr>
        <p:spPr>
          <a:xfrm>
            <a:off x="1112989" y="4936020"/>
            <a:ext cx="9982202" cy="1306026"/>
          </a:xfrm>
          <a:prstGeom prst="roundRect">
            <a:avLst>
              <a:gd fmla="val 1123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504000" spcFirstLastPara="1" rIns="27430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0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¿Cuántos tipos de subprogramas tenemos?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s-CL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Respuesta: </a:t>
            </a:r>
            <a:r>
              <a:rPr lang="es-CL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funciones y procedimientos</a:t>
            </a:r>
            <a:endParaRPr/>
          </a:p>
        </p:txBody>
      </p:sp>
      <p:sp>
        <p:nvSpPr>
          <p:cNvPr id="292" name="Google Shape;292;p4"/>
          <p:cNvSpPr/>
          <p:nvPr/>
        </p:nvSpPr>
        <p:spPr>
          <a:xfrm>
            <a:off x="1112989" y="1930701"/>
            <a:ext cx="9982202" cy="855065"/>
          </a:xfrm>
          <a:prstGeom prst="roundRect">
            <a:avLst>
              <a:gd fmla="val 15228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504000" spcFirstLastPara="1" rIns="27430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32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¡SUBPROGRAMAS!</a:t>
            </a:r>
            <a:endParaRPr sz="3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9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9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9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9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5"/>
          <p:cNvSpPr txBox="1"/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</a:pPr>
            <a:r>
              <a:rPr lang="es-CL"/>
              <a:t>Procedimiento vs. Función</a:t>
            </a:r>
            <a:endParaRPr/>
          </a:p>
        </p:txBody>
      </p:sp>
      <p:sp>
        <p:nvSpPr>
          <p:cNvPr id="298" name="Google Shape;298;p5"/>
          <p:cNvSpPr txBox="1"/>
          <p:nvPr/>
        </p:nvSpPr>
        <p:spPr>
          <a:xfrm>
            <a:off x="1112989" y="615954"/>
            <a:ext cx="1985480" cy="3016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Clase 07: Subprogramas</a:t>
            </a:r>
            <a:endParaRPr/>
          </a:p>
        </p:txBody>
      </p:sp>
      <p:sp>
        <p:nvSpPr>
          <p:cNvPr id="299" name="Google Shape;299;p5"/>
          <p:cNvSpPr/>
          <p:nvPr/>
        </p:nvSpPr>
        <p:spPr>
          <a:xfrm>
            <a:off x="1108615" y="2521641"/>
            <a:ext cx="9783818" cy="2498845"/>
          </a:xfrm>
          <a:prstGeom prst="roundRect">
            <a:avLst>
              <a:gd fmla="val 6378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27430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00" name="Google Shape;300;p5"/>
          <p:cNvSpPr/>
          <p:nvPr/>
        </p:nvSpPr>
        <p:spPr>
          <a:xfrm>
            <a:off x="1104900" y="2443848"/>
            <a:ext cx="9783818" cy="727203"/>
          </a:xfrm>
          <a:prstGeom prst="roundRect">
            <a:avLst>
              <a:gd fmla="val 19588" name="adj"/>
            </a:avLst>
          </a:prstGeom>
          <a:solidFill>
            <a:schemeClr val="accent1"/>
          </a:solidFill>
          <a:ln>
            <a:noFill/>
          </a:ln>
          <a:effectLst>
            <a:outerShdw blurRad="381000" rotWithShape="0" algn="ctr" dir="5400000" dist="127000">
              <a:srgbClr val="000000">
                <a:alpha val="29803"/>
              </a:srgbClr>
            </a:outerShdw>
          </a:effectLst>
        </p:spPr>
        <p:txBody>
          <a:bodyPr anchorCtr="0" anchor="ctr" bIns="0" lIns="27430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aphicFrame>
        <p:nvGraphicFramePr>
          <p:cNvPr id="301" name="Google Shape;301;p5"/>
          <p:cNvGraphicFramePr/>
          <p:nvPr/>
        </p:nvGraphicFramePr>
        <p:xfrm>
          <a:off x="1383957" y="243160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{41C95931-710A-48D2-B5DE-7CCCB03A2430}</a:tableStyleId>
              </a:tblPr>
              <a:tblGrid>
                <a:gridCol w="4621725"/>
                <a:gridCol w="4636600"/>
              </a:tblGrid>
              <a:tr h="9474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24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Procedimiento</a:t>
                      </a:r>
                      <a:endParaRPr b="1" sz="2400" u="none" cap="none" strike="noStrike">
                        <a:solidFill>
                          <a:srgbClr val="FFFFFF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24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Función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44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Poppins"/>
                        <a:buNone/>
                      </a:pPr>
                      <a:r>
                        <a:rPr b="0" i="0" lang="es-CL" sz="1800" u="none" cap="none" strike="noStrike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Puede o no recibir </a:t>
                      </a:r>
                      <a:r>
                        <a:rPr b="1" i="0" lang="es-CL" sz="1800" u="none" cap="none" strike="noStrike">
                          <a:solidFill>
                            <a:schemeClr val="accen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parámetros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Poppins"/>
                        <a:buNone/>
                      </a:pPr>
                      <a:r>
                        <a:rPr b="0" i="0" lang="es-CL" sz="1800" u="none" cap="none" strike="noStrike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Puede o no recibir </a:t>
                      </a:r>
                      <a:r>
                        <a:rPr b="1" i="0" lang="es-CL" sz="1800" u="none" cap="none" strike="noStrike">
                          <a:solidFill>
                            <a:schemeClr val="accen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parámetros</a:t>
                      </a:r>
                      <a:endParaRPr/>
                    </a:p>
                  </a:txBody>
                  <a:tcPr marT="0" marB="0" marR="182875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94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Poppins"/>
                        <a:buNone/>
                      </a:pPr>
                      <a:r>
                        <a:rPr b="1" i="0" lang="es-CL" sz="1800" u="none" cap="none" strike="noStrike">
                          <a:solidFill>
                            <a:schemeClr val="accent2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No</a:t>
                      </a:r>
                      <a:r>
                        <a:rPr b="0" i="0" lang="es-CL" sz="1800" u="none" cap="none" strike="noStrike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 retorna nada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Poppins"/>
                        <a:buNone/>
                      </a:pPr>
                      <a:r>
                        <a:rPr b="1" i="0" lang="es-CL" sz="1800" u="none" cap="none" strike="noStrike">
                          <a:solidFill>
                            <a:schemeClr val="accent2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Sí</a:t>
                      </a:r>
                      <a:r>
                        <a:rPr b="0" i="0" lang="es-CL" sz="1800" u="none" cap="none" strike="noStrike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 retorna un valor</a:t>
                      </a:r>
                      <a:endParaRPr/>
                    </a:p>
                  </a:txBody>
                  <a:tcPr marT="0" marB="0" marR="182875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6"/>
          <p:cNvSpPr txBox="1"/>
          <p:nvPr/>
        </p:nvSpPr>
        <p:spPr>
          <a:xfrm>
            <a:off x="1112990" y="1581818"/>
            <a:ext cx="5779424" cy="3477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4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Veremos algunos ejemplos a continuación para repasar lo de la clase pasada</a:t>
            </a:r>
            <a:endParaRPr/>
          </a:p>
        </p:txBody>
      </p:sp>
      <p:sp>
        <p:nvSpPr>
          <p:cNvPr id="307" name="Google Shape;307;p6"/>
          <p:cNvSpPr txBox="1"/>
          <p:nvPr/>
        </p:nvSpPr>
        <p:spPr>
          <a:xfrm>
            <a:off x="1112989" y="1211208"/>
            <a:ext cx="1985480" cy="3016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Clase 07: Subprogramas</a:t>
            </a:r>
            <a:endParaRPr/>
          </a:p>
        </p:txBody>
      </p:sp>
      <p:grpSp>
        <p:nvGrpSpPr>
          <p:cNvPr id="308" name="Google Shape;308;p6"/>
          <p:cNvGrpSpPr/>
          <p:nvPr/>
        </p:nvGrpSpPr>
        <p:grpSpPr>
          <a:xfrm>
            <a:off x="7507288" y="1763713"/>
            <a:ext cx="6037262" cy="5462588"/>
            <a:chOff x="7507288" y="1763713"/>
            <a:chExt cx="6037262" cy="5462588"/>
          </a:xfrm>
        </p:grpSpPr>
        <p:sp>
          <p:nvSpPr>
            <p:cNvPr id="309" name="Google Shape;309;p6"/>
            <p:cNvSpPr/>
            <p:nvPr/>
          </p:nvSpPr>
          <p:spPr>
            <a:xfrm>
              <a:off x="7507288" y="5321301"/>
              <a:ext cx="4684712" cy="685800"/>
            </a:xfrm>
            <a:prstGeom prst="rect">
              <a:avLst/>
            </a:pr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10" name="Google Shape;310;p6"/>
            <p:cNvSpPr/>
            <p:nvPr/>
          </p:nvSpPr>
          <p:spPr>
            <a:xfrm>
              <a:off x="7507288" y="5321301"/>
              <a:ext cx="6037262" cy="6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11" name="Google Shape;311;p6"/>
            <p:cNvSpPr/>
            <p:nvPr/>
          </p:nvSpPr>
          <p:spPr>
            <a:xfrm>
              <a:off x="12250738" y="5321301"/>
              <a:ext cx="1293812" cy="685800"/>
            </a:xfrm>
            <a:custGeom>
              <a:rect b="b" l="l" r="r" t="t"/>
              <a:pathLst>
                <a:path extrusionOk="0" h="432" w="815">
                  <a:moveTo>
                    <a:pt x="815" y="0"/>
                  </a:moveTo>
                  <a:lnTo>
                    <a:pt x="0" y="0"/>
                  </a:lnTo>
                  <a:lnTo>
                    <a:pt x="0" y="432"/>
                  </a:lnTo>
                  <a:lnTo>
                    <a:pt x="395" y="432"/>
                  </a:lnTo>
                  <a:lnTo>
                    <a:pt x="815" y="432"/>
                  </a:lnTo>
                  <a:lnTo>
                    <a:pt x="815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12" name="Google Shape;312;p6"/>
            <p:cNvSpPr/>
            <p:nvPr/>
          </p:nvSpPr>
          <p:spPr>
            <a:xfrm>
              <a:off x="7507288" y="6007101"/>
              <a:ext cx="666750" cy="1219200"/>
            </a:xfrm>
            <a:prstGeom prst="rect">
              <a:avLst/>
            </a:pr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13" name="Google Shape;313;p6"/>
            <p:cNvSpPr/>
            <p:nvPr/>
          </p:nvSpPr>
          <p:spPr>
            <a:xfrm>
              <a:off x="7507288" y="6007101"/>
              <a:ext cx="666750" cy="12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14" name="Google Shape;314;p6"/>
            <p:cNvSpPr/>
            <p:nvPr/>
          </p:nvSpPr>
          <p:spPr>
            <a:xfrm>
              <a:off x="7507288" y="6007101"/>
              <a:ext cx="666750" cy="1219200"/>
            </a:xfrm>
            <a:custGeom>
              <a:rect b="b" l="l" r="r" t="t"/>
              <a:pathLst>
                <a:path extrusionOk="0" h="768" w="420">
                  <a:moveTo>
                    <a:pt x="420" y="0"/>
                  </a:moveTo>
                  <a:lnTo>
                    <a:pt x="0" y="0"/>
                  </a:lnTo>
                  <a:lnTo>
                    <a:pt x="0" y="43"/>
                  </a:lnTo>
                  <a:lnTo>
                    <a:pt x="297" y="131"/>
                  </a:lnTo>
                  <a:lnTo>
                    <a:pt x="297" y="768"/>
                  </a:lnTo>
                  <a:lnTo>
                    <a:pt x="420" y="768"/>
                  </a:lnTo>
                  <a:lnTo>
                    <a:pt x="420" y="0"/>
                  </a:lnTo>
                  <a:close/>
                </a:path>
              </a:pathLst>
            </a:custGeom>
            <a:solidFill>
              <a:schemeClr val="dk1">
                <a:alpha val="2000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15" name="Google Shape;315;p6"/>
            <p:cNvSpPr/>
            <p:nvPr/>
          </p:nvSpPr>
          <p:spPr>
            <a:xfrm>
              <a:off x="7507288" y="6007101"/>
              <a:ext cx="666750" cy="1219200"/>
            </a:xfrm>
            <a:custGeom>
              <a:rect b="b" l="l" r="r" t="t"/>
              <a:pathLst>
                <a:path extrusionOk="0" h="768" w="420">
                  <a:moveTo>
                    <a:pt x="420" y="0"/>
                  </a:moveTo>
                  <a:lnTo>
                    <a:pt x="0" y="0"/>
                  </a:lnTo>
                  <a:lnTo>
                    <a:pt x="0" y="43"/>
                  </a:lnTo>
                  <a:lnTo>
                    <a:pt x="297" y="131"/>
                  </a:lnTo>
                  <a:lnTo>
                    <a:pt x="297" y="768"/>
                  </a:lnTo>
                  <a:lnTo>
                    <a:pt x="420" y="768"/>
                  </a:lnTo>
                  <a:lnTo>
                    <a:pt x="420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16" name="Google Shape;316;p6"/>
            <p:cNvSpPr/>
            <p:nvPr/>
          </p:nvSpPr>
          <p:spPr>
            <a:xfrm>
              <a:off x="12877800" y="6007101"/>
              <a:ext cx="666750" cy="12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17" name="Google Shape;317;p6"/>
            <p:cNvSpPr/>
            <p:nvPr/>
          </p:nvSpPr>
          <p:spPr>
            <a:xfrm>
              <a:off x="12877800" y="6007101"/>
              <a:ext cx="666750" cy="1219200"/>
            </a:xfrm>
            <a:custGeom>
              <a:rect b="b" l="l" r="r" t="t"/>
              <a:pathLst>
                <a:path extrusionOk="0" h="768" w="420">
                  <a:moveTo>
                    <a:pt x="0" y="0"/>
                  </a:moveTo>
                  <a:lnTo>
                    <a:pt x="0" y="0"/>
                  </a:lnTo>
                  <a:lnTo>
                    <a:pt x="0" y="768"/>
                  </a:lnTo>
                  <a:lnTo>
                    <a:pt x="420" y="768"/>
                  </a:lnTo>
                  <a:lnTo>
                    <a:pt x="297" y="768"/>
                  </a:lnTo>
                  <a:lnTo>
                    <a:pt x="297" y="131"/>
                  </a:lnTo>
                  <a:lnTo>
                    <a:pt x="0" y="43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18" name="Google Shape;318;p6"/>
            <p:cNvSpPr/>
            <p:nvPr/>
          </p:nvSpPr>
          <p:spPr>
            <a:xfrm>
              <a:off x="11585575" y="6007101"/>
              <a:ext cx="665162" cy="1219200"/>
            </a:xfrm>
            <a:prstGeom prst="rect">
              <a:avLst/>
            </a:pr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19" name="Google Shape;319;p6"/>
            <p:cNvSpPr/>
            <p:nvPr/>
          </p:nvSpPr>
          <p:spPr>
            <a:xfrm>
              <a:off x="11585575" y="6007101"/>
              <a:ext cx="665162" cy="12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20" name="Google Shape;320;p6"/>
            <p:cNvSpPr/>
            <p:nvPr/>
          </p:nvSpPr>
          <p:spPr>
            <a:xfrm>
              <a:off x="11585575" y="6007101"/>
              <a:ext cx="665162" cy="1219200"/>
            </a:xfrm>
            <a:custGeom>
              <a:rect b="b" l="l" r="r" t="t"/>
              <a:pathLst>
                <a:path extrusionOk="0" h="768" w="419">
                  <a:moveTo>
                    <a:pt x="419" y="0"/>
                  </a:moveTo>
                  <a:lnTo>
                    <a:pt x="419" y="0"/>
                  </a:lnTo>
                  <a:lnTo>
                    <a:pt x="0" y="0"/>
                  </a:lnTo>
                  <a:lnTo>
                    <a:pt x="0" y="43"/>
                  </a:lnTo>
                  <a:lnTo>
                    <a:pt x="297" y="131"/>
                  </a:lnTo>
                  <a:lnTo>
                    <a:pt x="297" y="768"/>
                  </a:lnTo>
                  <a:lnTo>
                    <a:pt x="419" y="768"/>
                  </a:lnTo>
                  <a:lnTo>
                    <a:pt x="419" y="0"/>
                  </a:lnTo>
                  <a:close/>
                </a:path>
              </a:pathLst>
            </a:custGeom>
            <a:solidFill>
              <a:schemeClr val="dk1">
                <a:alpha val="2000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21" name="Google Shape;321;p6"/>
            <p:cNvSpPr/>
            <p:nvPr/>
          </p:nvSpPr>
          <p:spPr>
            <a:xfrm>
              <a:off x="11585575" y="6007101"/>
              <a:ext cx="665162" cy="1219200"/>
            </a:xfrm>
            <a:custGeom>
              <a:rect b="b" l="l" r="r" t="t"/>
              <a:pathLst>
                <a:path extrusionOk="0" h="768" w="419">
                  <a:moveTo>
                    <a:pt x="419" y="0"/>
                  </a:moveTo>
                  <a:lnTo>
                    <a:pt x="419" y="0"/>
                  </a:lnTo>
                  <a:lnTo>
                    <a:pt x="0" y="0"/>
                  </a:lnTo>
                  <a:lnTo>
                    <a:pt x="0" y="43"/>
                  </a:lnTo>
                  <a:lnTo>
                    <a:pt x="297" y="131"/>
                  </a:lnTo>
                  <a:lnTo>
                    <a:pt x="297" y="768"/>
                  </a:lnTo>
                  <a:lnTo>
                    <a:pt x="419" y="768"/>
                  </a:lnTo>
                  <a:lnTo>
                    <a:pt x="419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22" name="Google Shape;322;p6"/>
            <p:cNvSpPr/>
            <p:nvPr/>
          </p:nvSpPr>
          <p:spPr>
            <a:xfrm>
              <a:off x="8801100" y="6007101"/>
              <a:ext cx="665162" cy="1219200"/>
            </a:xfrm>
            <a:prstGeom prst="rect">
              <a:avLst/>
            </a:pr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23" name="Google Shape;323;p6"/>
            <p:cNvSpPr/>
            <p:nvPr/>
          </p:nvSpPr>
          <p:spPr>
            <a:xfrm>
              <a:off x="8801100" y="6007101"/>
              <a:ext cx="665162" cy="12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24" name="Google Shape;324;p6"/>
            <p:cNvSpPr/>
            <p:nvPr/>
          </p:nvSpPr>
          <p:spPr>
            <a:xfrm>
              <a:off x="8801100" y="6007101"/>
              <a:ext cx="665162" cy="1219200"/>
            </a:xfrm>
            <a:custGeom>
              <a:rect b="b" l="l" r="r" t="t"/>
              <a:pathLst>
                <a:path extrusionOk="0" h="768" w="419">
                  <a:moveTo>
                    <a:pt x="0" y="0"/>
                  </a:moveTo>
                  <a:lnTo>
                    <a:pt x="0" y="0"/>
                  </a:lnTo>
                  <a:lnTo>
                    <a:pt x="0" y="768"/>
                  </a:lnTo>
                  <a:lnTo>
                    <a:pt x="419" y="768"/>
                  </a:lnTo>
                  <a:lnTo>
                    <a:pt x="297" y="768"/>
                  </a:lnTo>
                  <a:lnTo>
                    <a:pt x="297" y="131"/>
                  </a:lnTo>
                  <a:lnTo>
                    <a:pt x="0" y="43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25" name="Google Shape;325;p6"/>
            <p:cNvSpPr/>
            <p:nvPr/>
          </p:nvSpPr>
          <p:spPr>
            <a:xfrm>
              <a:off x="8801100" y="6007101"/>
              <a:ext cx="665162" cy="1219200"/>
            </a:xfrm>
            <a:custGeom>
              <a:rect b="b" l="l" r="r" t="t"/>
              <a:pathLst>
                <a:path extrusionOk="0" h="768" w="419">
                  <a:moveTo>
                    <a:pt x="419" y="0"/>
                  </a:moveTo>
                  <a:lnTo>
                    <a:pt x="0" y="0"/>
                  </a:lnTo>
                  <a:lnTo>
                    <a:pt x="0" y="43"/>
                  </a:lnTo>
                  <a:lnTo>
                    <a:pt x="297" y="131"/>
                  </a:lnTo>
                  <a:lnTo>
                    <a:pt x="297" y="768"/>
                  </a:lnTo>
                  <a:lnTo>
                    <a:pt x="419" y="768"/>
                  </a:lnTo>
                  <a:lnTo>
                    <a:pt x="419" y="0"/>
                  </a:lnTo>
                  <a:close/>
                </a:path>
              </a:pathLst>
            </a:custGeom>
            <a:solidFill>
              <a:schemeClr val="dk1">
                <a:alpha val="2000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26" name="Google Shape;326;p6"/>
            <p:cNvSpPr/>
            <p:nvPr/>
          </p:nvSpPr>
          <p:spPr>
            <a:xfrm>
              <a:off x="8801100" y="6007101"/>
              <a:ext cx="665162" cy="1219200"/>
            </a:xfrm>
            <a:custGeom>
              <a:rect b="b" l="l" r="r" t="t"/>
              <a:pathLst>
                <a:path extrusionOk="0" h="768" w="419">
                  <a:moveTo>
                    <a:pt x="419" y="0"/>
                  </a:moveTo>
                  <a:lnTo>
                    <a:pt x="0" y="0"/>
                  </a:lnTo>
                  <a:lnTo>
                    <a:pt x="0" y="43"/>
                  </a:lnTo>
                  <a:lnTo>
                    <a:pt x="297" y="131"/>
                  </a:lnTo>
                  <a:lnTo>
                    <a:pt x="297" y="768"/>
                  </a:lnTo>
                  <a:lnTo>
                    <a:pt x="419" y="768"/>
                  </a:lnTo>
                  <a:lnTo>
                    <a:pt x="419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27" name="Google Shape;327;p6"/>
            <p:cNvSpPr/>
            <p:nvPr/>
          </p:nvSpPr>
          <p:spPr>
            <a:xfrm>
              <a:off x="8936038" y="2600326"/>
              <a:ext cx="4025900" cy="2589213"/>
            </a:xfrm>
            <a:custGeom>
              <a:rect b="b" l="l" r="r" t="t"/>
              <a:pathLst>
                <a:path extrusionOk="0" h="533" w="828">
                  <a:moveTo>
                    <a:pt x="777" y="533"/>
                  </a:moveTo>
                  <a:cubicBezTo>
                    <a:pt x="17" y="533"/>
                    <a:pt x="17" y="533"/>
                    <a:pt x="17" y="533"/>
                  </a:cubicBezTo>
                  <a:cubicBezTo>
                    <a:pt x="7" y="533"/>
                    <a:pt x="0" y="524"/>
                    <a:pt x="0" y="514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2" y="8"/>
                    <a:pt x="41" y="0"/>
                    <a:pt x="51" y="0"/>
                  </a:cubicBezTo>
                  <a:cubicBezTo>
                    <a:pt x="811" y="0"/>
                    <a:pt x="811" y="0"/>
                    <a:pt x="811" y="0"/>
                  </a:cubicBezTo>
                  <a:cubicBezTo>
                    <a:pt x="821" y="0"/>
                    <a:pt x="828" y="8"/>
                    <a:pt x="828" y="18"/>
                  </a:cubicBezTo>
                  <a:cubicBezTo>
                    <a:pt x="796" y="514"/>
                    <a:pt x="796" y="514"/>
                    <a:pt x="796" y="514"/>
                  </a:cubicBezTo>
                  <a:cubicBezTo>
                    <a:pt x="796" y="524"/>
                    <a:pt x="787" y="533"/>
                    <a:pt x="777" y="533"/>
                  </a:cubicBezTo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28" name="Google Shape;328;p6"/>
            <p:cNvSpPr/>
            <p:nvPr/>
          </p:nvSpPr>
          <p:spPr>
            <a:xfrm>
              <a:off x="9018588" y="2600326"/>
              <a:ext cx="3943350" cy="2589213"/>
            </a:xfrm>
            <a:custGeom>
              <a:rect b="b" l="l" r="r" t="t"/>
              <a:pathLst>
                <a:path extrusionOk="0" h="533" w="811">
                  <a:moveTo>
                    <a:pt x="794" y="0"/>
                  </a:moveTo>
                  <a:cubicBezTo>
                    <a:pt x="788" y="0"/>
                    <a:pt x="788" y="0"/>
                    <a:pt x="788" y="0"/>
                  </a:cubicBezTo>
                  <a:cubicBezTo>
                    <a:pt x="798" y="0"/>
                    <a:pt x="806" y="8"/>
                    <a:pt x="805" y="18"/>
                  </a:cubicBezTo>
                  <a:cubicBezTo>
                    <a:pt x="774" y="514"/>
                    <a:pt x="774" y="514"/>
                    <a:pt x="774" y="514"/>
                  </a:cubicBezTo>
                  <a:cubicBezTo>
                    <a:pt x="773" y="524"/>
                    <a:pt x="764" y="533"/>
                    <a:pt x="754" y="533"/>
                  </a:cubicBezTo>
                  <a:cubicBezTo>
                    <a:pt x="0" y="533"/>
                    <a:pt x="0" y="533"/>
                    <a:pt x="0" y="533"/>
                  </a:cubicBezTo>
                  <a:cubicBezTo>
                    <a:pt x="0" y="533"/>
                    <a:pt x="0" y="533"/>
                    <a:pt x="0" y="533"/>
                  </a:cubicBezTo>
                  <a:cubicBezTo>
                    <a:pt x="760" y="533"/>
                    <a:pt x="760" y="533"/>
                    <a:pt x="760" y="533"/>
                  </a:cubicBezTo>
                  <a:cubicBezTo>
                    <a:pt x="770" y="533"/>
                    <a:pt x="779" y="524"/>
                    <a:pt x="779" y="514"/>
                  </a:cubicBezTo>
                  <a:cubicBezTo>
                    <a:pt x="811" y="18"/>
                    <a:pt x="811" y="18"/>
                    <a:pt x="811" y="18"/>
                  </a:cubicBezTo>
                  <a:cubicBezTo>
                    <a:pt x="811" y="18"/>
                    <a:pt x="811" y="17"/>
                    <a:pt x="811" y="17"/>
                  </a:cubicBezTo>
                  <a:cubicBezTo>
                    <a:pt x="811" y="7"/>
                    <a:pt x="803" y="0"/>
                    <a:pt x="794" y="0"/>
                  </a:cubicBezTo>
                </a:path>
              </a:pathLst>
            </a:custGeom>
            <a:solidFill>
              <a:srgbClr val="0F141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29" name="Google Shape;329;p6"/>
            <p:cNvSpPr/>
            <p:nvPr/>
          </p:nvSpPr>
          <p:spPr>
            <a:xfrm>
              <a:off x="8907463" y="2600326"/>
              <a:ext cx="4029075" cy="2589213"/>
            </a:xfrm>
            <a:custGeom>
              <a:rect b="b" l="l" r="r" t="t"/>
              <a:pathLst>
                <a:path extrusionOk="0" h="533" w="829">
                  <a:moveTo>
                    <a:pt x="777" y="533"/>
                  </a:moveTo>
                  <a:cubicBezTo>
                    <a:pt x="18" y="533"/>
                    <a:pt x="18" y="533"/>
                    <a:pt x="18" y="533"/>
                  </a:cubicBezTo>
                  <a:cubicBezTo>
                    <a:pt x="8" y="533"/>
                    <a:pt x="0" y="524"/>
                    <a:pt x="1" y="514"/>
                  </a:cubicBezTo>
                  <a:cubicBezTo>
                    <a:pt x="32" y="18"/>
                    <a:pt x="32" y="18"/>
                    <a:pt x="32" y="18"/>
                  </a:cubicBezTo>
                  <a:cubicBezTo>
                    <a:pt x="32" y="8"/>
                    <a:pt x="41" y="0"/>
                    <a:pt x="51" y="0"/>
                  </a:cubicBezTo>
                  <a:cubicBezTo>
                    <a:pt x="811" y="0"/>
                    <a:pt x="811" y="0"/>
                    <a:pt x="811" y="0"/>
                  </a:cubicBezTo>
                  <a:cubicBezTo>
                    <a:pt x="821" y="0"/>
                    <a:pt x="829" y="8"/>
                    <a:pt x="828" y="18"/>
                  </a:cubicBezTo>
                  <a:cubicBezTo>
                    <a:pt x="797" y="514"/>
                    <a:pt x="797" y="514"/>
                    <a:pt x="797" y="514"/>
                  </a:cubicBezTo>
                  <a:cubicBezTo>
                    <a:pt x="796" y="524"/>
                    <a:pt x="787" y="533"/>
                    <a:pt x="777" y="533"/>
                  </a:cubicBezTo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30" name="Google Shape;330;p6"/>
            <p:cNvSpPr/>
            <p:nvPr/>
          </p:nvSpPr>
          <p:spPr>
            <a:xfrm>
              <a:off x="8183563" y="5219701"/>
              <a:ext cx="4602162" cy="101600"/>
            </a:xfrm>
            <a:custGeom>
              <a:rect b="b" l="l" r="r" t="t"/>
              <a:pathLst>
                <a:path extrusionOk="0" h="21" w="947">
                  <a:moveTo>
                    <a:pt x="925" y="0"/>
                  </a:moveTo>
                  <a:cubicBezTo>
                    <a:pt x="22" y="0"/>
                    <a:pt x="22" y="0"/>
                    <a:pt x="22" y="0"/>
                  </a:cubicBezTo>
                  <a:cubicBezTo>
                    <a:pt x="13" y="0"/>
                    <a:pt x="5" y="5"/>
                    <a:pt x="2" y="12"/>
                  </a:cubicBezTo>
                  <a:cubicBezTo>
                    <a:pt x="0" y="16"/>
                    <a:pt x="3" y="21"/>
                    <a:pt x="8" y="21"/>
                  </a:cubicBezTo>
                  <a:cubicBezTo>
                    <a:pt x="939" y="21"/>
                    <a:pt x="939" y="21"/>
                    <a:pt x="939" y="21"/>
                  </a:cubicBezTo>
                  <a:cubicBezTo>
                    <a:pt x="944" y="21"/>
                    <a:pt x="947" y="16"/>
                    <a:pt x="945" y="12"/>
                  </a:cubicBezTo>
                  <a:cubicBezTo>
                    <a:pt x="942" y="5"/>
                    <a:pt x="934" y="0"/>
                    <a:pt x="925" y="0"/>
                  </a:cubicBezTo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31" name="Google Shape;331;p6"/>
            <p:cNvSpPr/>
            <p:nvPr/>
          </p:nvSpPr>
          <p:spPr>
            <a:xfrm>
              <a:off x="11950700" y="5219701"/>
              <a:ext cx="830262" cy="101600"/>
            </a:xfrm>
            <a:custGeom>
              <a:rect b="b" l="l" r="r" t="t"/>
              <a:pathLst>
                <a:path extrusionOk="0" h="21" w="171">
                  <a:moveTo>
                    <a:pt x="150" y="0"/>
                  </a:moveTo>
                  <a:cubicBezTo>
                    <a:pt x="22" y="0"/>
                    <a:pt x="22" y="0"/>
                    <a:pt x="22" y="0"/>
                  </a:cubicBezTo>
                  <a:cubicBezTo>
                    <a:pt x="13" y="0"/>
                    <a:pt x="5" y="5"/>
                    <a:pt x="2" y="12"/>
                  </a:cubicBezTo>
                  <a:cubicBezTo>
                    <a:pt x="0" y="16"/>
                    <a:pt x="3" y="21"/>
                    <a:pt x="8" y="21"/>
                  </a:cubicBezTo>
                  <a:cubicBezTo>
                    <a:pt x="164" y="21"/>
                    <a:pt x="164" y="21"/>
                    <a:pt x="164" y="21"/>
                  </a:cubicBezTo>
                  <a:cubicBezTo>
                    <a:pt x="168" y="21"/>
                    <a:pt x="171" y="18"/>
                    <a:pt x="171" y="15"/>
                  </a:cubicBezTo>
                  <a:cubicBezTo>
                    <a:pt x="171" y="14"/>
                    <a:pt x="171" y="13"/>
                    <a:pt x="170" y="12"/>
                  </a:cubicBezTo>
                  <a:cubicBezTo>
                    <a:pt x="167" y="5"/>
                    <a:pt x="159" y="0"/>
                    <a:pt x="150" y="0"/>
                  </a:cubicBezTo>
                </a:path>
              </a:pathLst>
            </a:custGeom>
            <a:solidFill>
              <a:srgbClr val="0F141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32" name="Google Shape;332;p6"/>
            <p:cNvSpPr/>
            <p:nvPr/>
          </p:nvSpPr>
          <p:spPr>
            <a:xfrm>
              <a:off x="12115800" y="5267326"/>
              <a:ext cx="188912" cy="30163"/>
            </a:xfrm>
            <a:custGeom>
              <a:rect b="b" l="l" r="r" t="t"/>
              <a:pathLst>
                <a:path extrusionOk="0" h="6" w="39">
                  <a:moveTo>
                    <a:pt x="37" y="6"/>
                  </a:moveTo>
                  <a:cubicBezTo>
                    <a:pt x="3" y="6"/>
                    <a:pt x="3" y="6"/>
                    <a:pt x="3" y="6"/>
                  </a:cubicBezTo>
                  <a:cubicBezTo>
                    <a:pt x="2" y="6"/>
                    <a:pt x="0" y="4"/>
                    <a:pt x="0" y="3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38" y="0"/>
                    <a:pt x="39" y="1"/>
                    <a:pt x="39" y="3"/>
                  </a:cubicBezTo>
                  <a:cubicBezTo>
                    <a:pt x="39" y="4"/>
                    <a:pt x="38" y="6"/>
                    <a:pt x="37" y="6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33" name="Google Shape;333;p6"/>
            <p:cNvSpPr/>
            <p:nvPr/>
          </p:nvSpPr>
          <p:spPr>
            <a:xfrm>
              <a:off x="10044113" y="5267326"/>
              <a:ext cx="190500" cy="30163"/>
            </a:xfrm>
            <a:custGeom>
              <a:rect b="b" l="l" r="r" t="t"/>
              <a:pathLst>
                <a:path extrusionOk="0" h="6" w="39">
                  <a:moveTo>
                    <a:pt x="36" y="0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36" y="6"/>
                    <a:pt x="36" y="6"/>
                    <a:pt x="36" y="6"/>
                  </a:cubicBezTo>
                  <a:cubicBezTo>
                    <a:pt x="37" y="6"/>
                    <a:pt x="39" y="4"/>
                    <a:pt x="39" y="3"/>
                  </a:cubicBezTo>
                  <a:cubicBezTo>
                    <a:pt x="39" y="1"/>
                    <a:pt x="37" y="0"/>
                    <a:pt x="36" y="0"/>
                  </a:cubicBezTo>
                </a:path>
              </a:pathLst>
            </a:custGeom>
            <a:solidFill>
              <a:srgbClr val="BEC2C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34" name="Google Shape;334;p6"/>
            <p:cNvSpPr/>
            <p:nvPr/>
          </p:nvSpPr>
          <p:spPr>
            <a:xfrm>
              <a:off x="12344400" y="5267326"/>
              <a:ext cx="125412" cy="30163"/>
            </a:xfrm>
            <a:custGeom>
              <a:rect b="b" l="l" r="r" t="t"/>
              <a:pathLst>
                <a:path extrusionOk="0" h="6" w="26">
                  <a:moveTo>
                    <a:pt x="24" y="6"/>
                  </a:moveTo>
                  <a:cubicBezTo>
                    <a:pt x="2" y="6"/>
                    <a:pt x="2" y="6"/>
                    <a:pt x="2" y="6"/>
                  </a:cubicBezTo>
                  <a:cubicBezTo>
                    <a:pt x="1" y="6"/>
                    <a:pt x="0" y="5"/>
                    <a:pt x="0" y="3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5" y="0"/>
                    <a:pt x="26" y="1"/>
                    <a:pt x="26" y="2"/>
                  </a:cubicBezTo>
                  <a:cubicBezTo>
                    <a:pt x="26" y="3"/>
                    <a:pt x="26" y="3"/>
                    <a:pt x="26" y="3"/>
                  </a:cubicBezTo>
                  <a:cubicBezTo>
                    <a:pt x="26" y="5"/>
                    <a:pt x="25" y="6"/>
                    <a:pt x="24" y="6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35" name="Google Shape;335;p6"/>
            <p:cNvSpPr/>
            <p:nvPr/>
          </p:nvSpPr>
          <p:spPr>
            <a:xfrm>
              <a:off x="8990013" y="2740026"/>
              <a:ext cx="3859212" cy="2305050"/>
            </a:xfrm>
            <a:custGeom>
              <a:rect b="b" l="l" r="r" t="t"/>
              <a:pathLst>
                <a:path extrusionOk="0" h="474" w="794">
                  <a:moveTo>
                    <a:pt x="1" y="467"/>
                  </a:moveTo>
                  <a:cubicBezTo>
                    <a:pt x="30" y="7"/>
                    <a:pt x="30" y="7"/>
                    <a:pt x="30" y="7"/>
                  </a:cubicBezTo>
                  <a:cubicBezTo>
                    <a:pt x="30" y="3"/>
                    <a:pt x="33" y="0"/>
                    <a:pt x="37" y="0"/>
                  </a:cubicBezTo>
                  <a:cubicBezTo>
                    <a:pt x="787" y="0"/>
                    <a:pt x="787" y="0"/>
                    <a:pt x="787" y="0"/>
                  </a:cubicBezTo>
                  <a:cubicBezTo>
                    <a:pt x="791" y="0"/>
                    <a:pt x="794" y="3"/>
                    <a:pt x="794" y="7"/>
                  </a:cubicBezTo>
                  <a:cubicBezTo>
                    <a:pt x="765" y="467"/>
                    <a:pt x="765" y="467"/>
                    <a:pt x="765" y="467"/>
                  </a:cubicBezTo>
                  <a:cubicBezTo>
                    <a:pt x="765" y="471"/>
                    <a:pt x="761" y="474"/>
                    <a:pt x="757" y="474"/>
                  </a:cubicBezTo>
                  <a:cubicBezTo>
                    <a:pt x="7" y="474"/>
                    <a:pt x="7" y="474"/>
                    <a:pt x="7" y="474"/>
                  </a:cubicBezTo>
                  <a:cubicBezTo>
                    <a:pt x="3" y="474"/>
                    <a:pt x="0" y="471"/>
                    <a:pt x="1" y="46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36" name="Google Shape;336;p6"/>
            <p:cNvSpPr/>
            <p:nvPr/>
          </p:nvSpPr>
          <p:spPr>
            <a:xfrm>
              <a:off x="8921750" y="2673351"/>
              <a:ext cx="2143125" cy="2303463"/>
            </a:xfrm>
            <a:custGeom>
              <a:rect b="b" l="l" r="r" t="t"/>
              <a:pathLst>
                <a:path extrusionOk="0" h="474" w="441">
                  <a:moveTo>
                    <a:pt x="441" y="0"/>
                  </a:moveTo>
                  <a:cubicBezTo>
                    <a:pt x="191" y="474"/>
                    <a:pt x="191" y="474"/>
                    <a:pt x="191" y="474"/>
                  </a:cubicBezTo>
                  <a:cubicBezTo>
                    <a:pt x="7" y="474"/>
                    <a:pt x="7" y="474"/>
                    <a:pt x="7" y="474"/>
                  </a:cubicBezTo>
                  <a:cubicBezTo>
                    <a:pt x="3" y="474"/>
                    <a:pt x="0" y="471"/>
                    <a:pt x="0" y="467"/>
                  </a:cubicBezTo>
                  <a:cubicBezTo>
                    <a:pt x="30" y="7"/>
                    <a:pt x="30" y="7"/>
                    <a:pt x="30" y="7"/>
                  </a:cubicBezTo>
                  <a:cubicBezTo>
                    <a:pt x="30" y="3"/>
                    <a:pt x="33" y="0"/>
                    <a:pt x="37" y="0"/>
                  </a:cubicBezTo>
                  <a:cubicBezTo>
                    <a:pt x="441" y="0"/>
                    <a:pt x="441" y="0"/>
                    <a:pt x="441" y="0"/>
                  </a:cubicBezTo>
                </a:path>
              </a:pathLst>
            </a:custGeom>
            <a:solidFill>
              <a:srgbClr val="407BFF">
                <a:alpha val="2000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37" name="Google Shape;337;p6"/>
            <p:cNvSpPr/>
            <p:nvPr/>
          </p:nvSpPr>
          <p:spPr>
            <a:xfrm>
              <a:off x="10633075" y="2673351"/>
              <a:ext cx="1497012" cy="2303463"/>
            </a:xfrm>
            <a:custGeom>
              <a:rect b="b" l="l" r="r" t="t"/>
              <a:pathLst>
                <a:path extrusionOk="0" h="1451" w="943">
                  <a:moveTo>
                    <a:pt x="943" y="0"/>
                  </a:moveTo>
                  <a:lnTo>
                    <a:pt x="177" y="1451"/>
                  </a:lnTo>
                  <a:lnTo>
                    <a:pt x="0" y="1451"/>
                  </a:lnTo>
                  <a:lnTo>
                    <a:pt x="765" y="0"/>
                  </a:lnTo>
                  <a:lnTo>
                    <a:pt x="943" y="0"/>
                  </a:lnTo>
                  <a:close/>
                </a:path>
              </a:pathLst>
            </a:custGeom>
            <a:solidFill>
              <a:srgbClr val="407BFF">
                <a:alpha val="2000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38" name="Google Shape;338;p6"/>
            <p:cNvSpPr/>
            <p:nvPr/>
          </p:nvSpPr>
          <p:spPr>
            <a:xfrm>
              <a:off x="10633075" y="2673351"/>
              <a:ext cx="1497012" cy="2303463"/>
            </a:xfrm>
            <a:custGeom>
              <a:rect b="b" l="l" r="r" t="t"/>
              <a:pathLst>
                <a:path extrusionOk="0" h="1451" w="943">
                  <a:moveTo>
                    <a:pt x="943" y="0"/>
                  </a:moveTo>
                  <a:lnTo>
                    <a:pt x="177" y="1451"/>
                  </a:lnTo>
                  <a:lnTo>
                    <a:pt x="0" y="1451"/>
                  </a:lnTo>
                  <a:lnTo>
                    <a:pt x="765" y="0"/>
                  </a:lnTo>
                  <a:lnTo>
                    <a:pt x="94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39" name="Google Shape;339;p6"/>
            <p:cNvSpPr/>
            <p:nvPr/>
          </p:nvSpPr>
          <p:spPr>
            <a:xfrm>
              <a:off x="11220450" y="2673351"/>
              <a:ext cx="1560512" cy="2303463"/>
            </a:xfrm>
            <a:custGeom>
              <a:rect b="b" l="l" r="r" t="t"/>
              <a:pathLst>
                <a:path extrusionOk="0" h="474" w="321">
                  <a:moveTo>
                    <a:pt x="321" y="7"/>
                  </a:moveTo>
                  <a:cubicBezTo>
                    <a:pt x="292" y="467"/>
                    <a:pt x="292" y="467"/>
                    <a:pt x="292" y="467"/>
                  </a:cubicBezTo>
                  <a:cubicBezTo>
                    <a:pt x="291" y="471"/>
                    <a:pt x="288" y="474"/>
                    <a:pt x="284" y="474"/>
                  </a:cubicBezTo>
                  <a:cubicBezTo>
                    <a:pt x="0" y="474"/>
                    <a:pt x="0" y="474"/>
                    <a:pt x="0" y="474"/>
                  </a:cubicBezTo>
                  <a:cubicBezTo>
                    <a:pt x="250" y="0"/>
                    <a:pt x="250" y="0"/>
                    <a:pt x="250" y="0"/>
                  </a:cubicBezTo>
                  <a:cubicBezTo>
                    <a:pt x="314" y="0"/>
                    <a:pt x="314" y="0"/>
                    <a:pt x="314" y="0"/>
                  </a:cubicBezTo>
                  <a:cubicBezTo>
                    <a:pt x="318" y="0"/>
                    <a:pt x="321" y="3"/>
                    <a:pt x="321" y="7"/>
                  </a:cubicBezTo>
                  <a:close/>
                </a:path>
              </a:pathLst>
            </a:custGeom>
            <a:solidFill>
              <a:srgbClr val="407BFF">
                <a:alpha val="2000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40" name="Google Shape;340;p6"/>
            <p:cNvSpPr/>
            <p:nvPr/>
          </p:nvSpPr>
          <p:spPr>
            <a:xfrm>
              <a:off x="9499600" y="1890713"/>
              <a:ext cx="2109787" cy="1885950"/>
            </a:xfrm>
            <a:custGeom>
              <a:rect b="b" l="l" r="r" t="t"/>
              <a:pathLst>
                <a:path extrusionOk="0" h="388" w="434">
                  <a:moveTo>
                    <a:pt x="190" y="51"/>
                  </a:moveTo>
                  <a:cubicBezTo>
                    <a:pt x="168" y="76"/>
                    <a:pt x="155" y="152"/>
                    <a:pt x="171" y="190"/>
                  </a:cubicBezTo>
                  <a:cubicBezTo>
                    <a:pt x="188" y="228"/>
                    <a:pt x="0" y="266"/>
                    <a:pt x="155" y="327"/>
                  </a:cubicBezTo>
                  <a:cubicBezTo>
                    <a:pt x="310" y="388"/>
                    <a:pt x="434" y="317"/>
                    <a:pt x="389" y="254"/>
                  </a:cubicBezTo>
                  <a:cubicBezTo>
                    <a:pt x="344" y="190"/>
                    <a:pt x="394" y="84"/>
                    <a:pt x="342" y="58"/>
                  </a:cubicBezTo>
                  <a:cubicBezTo>
                    <a:pt x="295" y="33"/>
                    <a:pt x="233" y="0"/>
                    <a:pt x="190" y="51"/>
                  </a:cubicBezTo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41" name="Google Shape;341;p6"/>
            <p:cNvSpPr/>
            <p:nvPr/>
          </p:nvSpPr>
          <p:spPr>
            <a:xfrm>
              <a:off x="9096375" y="3562351"/>
              <a:ext cx="1098550" cy="1117600"/>
            </a:xfrm>
            <a:custGeom>
              <a:rect b="b" l="l" r="r" t="t"/>
              <a:pathLst>
                <a:path extrusionOk="0" h="230" w="226">
                  <a:moveTo>
                    <a:pt x="226" y="16"/>
                  </a:moveTo>
                  <a:cubicBezTo>
                    <a:pt x="218" y="44"/>
                    <a:pt x="209" y="72"/>
                    <a:pt x="200" y="100"/>
                  </a:cubicBezTo>
                  <a:cubicBezTo>
                    <a:pt x="191" y="128"/>
                    <a:pt x="182" y="155"/>
                    <a:pt x="172" y="183"/>
                  </a:cubicBezTo>
                  <a:cubicBezTo>
                    <a:pt x="168" y="194"/>
                    <a:pt x="168" y="194"/>
                    <a:pt x="168" y="194"/>
                  </a:cubicBezTo>
                  <a:cubicBezTo>
                    <a:pt x="166" y="199"/>
                    <a:pt x="166" y="199"/>
                    <a:pt x="166" y="199"/>
                  </a:cubicBezTo>
                  <a:cubicBezTo>
                    <a:pt x="166" y="200"/>
                    <a:pt x="166" y="200"/>
                    <a:pt x="166" y="200"/>
                  </a:cubicBezTo>
                  <a:cubicBezTo>
                    <a:pt x="165" y="203"/>
                    <a:pt x="165" y="203"/>
                    <a:pt x="165" y="203"/>
                  </a:cubicBezTo>
                  <a:cubicBezTo>
                    <a:pt x="164" y="204"/>
                    <a:pt x="163" y="206"/>
                    <a:pt x="162" y="208"/>
                  </a:cubicBezTo>
                  <a:cubicBezTo>
                    <a:pt x="159" y="214"/>
                    <a:pt x="153" y="221"/>
                    <a:pt x="145" y="225"/>
                  </a:cubicBezTo>
                  <a:cubicBezTo>
                    <a:pt x="138" y="229"/>
                    <a:pt x="131" y="230"/>
                    <a:pt x="124" y="230"/>
                  </a:cubicBezTo>
                  <a:cubicBezTo>
                    <a:pt x="112" y="230"/>
                    <a:pt x="103" y="227"/>
                    <a:pt x="95" y="224"/>
                  </a:cubicBezTo>
                  <a:cubicBezTo>
                    <a:pt x="86" y="221"/>
                    <a:pt x="79" y="217"/>
                    <a:pt x="72" y="213"/>
                  </a:cubicBezTo>
                  <a:cubicBezTo>
                    <a:pt x="44" y="197"/>
                    <a:pt x="22" y="177"/>
                    <a:pt x="0" y="155"/>
                  </a:cubicBezTo>
                  <a:cubicBezTo>
                    <a:pt x="18" y="135"/>
                    <a:pt x="18" y="135"/>
                    <a:pt x="18" y="135"/>
                  </a:cubicBezTo>
                  <a:cubicBezTo>
                    <a:pt x="24" y="139"/>
                    <a:pt x="30" y="143"/>
                    <a:pt x="36" y="146"/>
                  </a:cubicBezTo>
                  <a:cubicBezTo>
                    <a:pt x="42" y="150"/>
                    <a:pt x="48" y="154"/>
                    <a:pt x="54" y="157"/>
                  </a:cubicBezTo>
                  <a:cubicBezTo>
                    <a:pt x="66" y="164"/>
                    <a:pt x="79" y="171"/>
                    <a:pt x="91" y="176"/>
                  </a:cubicBezTo>
                  <a:cubicBezTo>
                    <a:pt x="97" y="179"/>
                    <a:pt x="103" y="181"/>
                    <a:pt x="109" y="182"/>
                  </a:cubicBezTo>
                  <a:cubicBezTo>
                    <a:pt x="114" y="184"/>
                    <a:pt x="120" y="184"/>
                    <a:pt x="122" y="184"/>
                  </a:cubicBezTo>
                  <a:cubicBezTo>
                    <a:pt x="123" y="184"/>
                    <a:pt x="123" y="183"/>
                    <a:pt x="122" y="184"/>
                  </a:cubicBezTo>
                  <a:cubicBezTo>
                    <a:pt x="121" y="184"/>
                    <a:pt x="120" y="185"/>
                    <a:pt x="120" y="185"/>
                  </a:cubicBezTo>
                  <a:cubicBezTo>
                    <a:pt x="120" y="185"/>
                    <a:pt x="120" y="185"/>
                    <a:pt x="120" y="185"/>
                  </a:cubicBezTo>
                  <a:cubicBezTo>
                    <a:pt x="120" y="184"/>
                    <a:pt x="120" y="184"/>
                    <a:pt x="120" y="184"/>
                  </a:cubicBezTo>
                  <a:cubicBezTo>
                    <a:pt x="120" y="183"/>
                    <a:pt x="120" y="183"/>
                    <a:pt x="120" y="183"/>
                  </a:cubicBezTo>
                  <a:cubicBezTo>
                    <a:pt x="122" y="178"/>
                    <a:pt x="122" y="178"/>
                    <a:pt x="122" y="178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49" y="84"/>
                    <a:pt x="149" y="84"/>
                    <a:pt x="149" y="84"/>
                  </a:cubicBezTo>
                  <a:cubicBezTo>
                    <a:pt x="157" y="56"/>
                    <a:pt x="166" y="28"/>
                    <a:pt x="175" y="0"/>
                  </a:cubicBezTo>
                  <a:cubicBezTo>
                    <a:pt x="226" y="16"/>
                    <a:pt x="226" y="16"/>
                    <a:pt x="226" y="16"/>
                  </a:cubicBezTo>
                </a:path>
              </a:pathLst>
            </a:custGeom>
            <a:solidFill>
              <a:srgbClr val="B65B5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42" name="Google Shape;342;p6"/>
            <p:cNvSpPr/>
            <p:nvPr/>
          </p:nvSpPr>
          <p:spPr>
            <a:xfrm>
              <a:off x="8950325" y="4130676"/>
              <a:ext cx="311150" cy="261938"/>
            </a:xfrm>
            <a:custGeom>
              <a:rect b="b" l="l" r="r" t="t"/>
              <a:pathLst>
                <a:path extrusionOk="0" h="54" w="64">
                  <a:moveTo>
                    <a:pt x="46" y="17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9" y="49"/>
                    <a:pt x="19" y="49"/>
                    <a:pt x="19" y="49"/>
                  </a:cubicBezTo>
                  <a:cubicBezTo>
                    <a:pt x="19" y="49"/>
                    <a:pt x="51" y="54"/>
                    <a:pt x="64" y="37"/>
                  </a:cubicBezTo>
                  <a:cubicBezTo>
                    <a:pt x="54" y="23"/>
                    <a:pt x="54" y="23"/>
                    <a:pt x="54" y="23"/>
                  </a:cubicBezTo>
                  <a:cubicBezTo>
                    <a:pt x="52" y="20"/>
                    <a:pt x="49" y="18"/>
                    <a:pt x="46" y="17"/>
                  </a:cubicBez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43" name="Google Shape;343;p6"/>
            <p:cNvSpPr/>
            <p:nvPr/>
          </p:nvSpPr>
          <p:spPr>
            <a:xfrm>
              <a:off x="8751888" y="4130676"/>
              <a:ext cx="292100" cy="266700"/>
            </a:xfrm>
            <a:custGeom>
              <a:rect b="b" l="l" r="r" t="t"/>
              <a:pathLst>
                <a:path extrusionOk="0" h="168" w="184">
                  <a:moveTo>
                    <a:pt x="0" y="43"/>
                  </a:moveTo>
                  <a:lnTo>
                    <a:pt x="55" y="168"/>
                  </a:lnTo>
                  <a:lnTo>
                    <a:pt x="184" y="150"/>
                  </a:lnTo>
                  <a:lnTo>
                    <a:pt x="125" y="0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44" name="Google Shape;344;p6"/>
            <p:cNvSpPr/>
            <p:nvPr/>
          </p:nvSpPr>
          <p:spPr>
            <a:xfrm>
              <a:off x="9855200" y="3246438"/>
              <a:ext cx="558800" cy="685800"/>
            </a:xfrm>
            <a:custGeom>
              <a:rect b="b" l="l" r="r" t="t"/>
              <a:pathLst>
                <a:path extrusionOk="0" h="141" w="115">
                  <a:moveTo>
                    <a:pt x="36" y="8"/>
                  </a:moveTo>
                  <a:cubicBezTo>
                    <a:pt x="15" y="14"/>
                    <a:pt x="0" y="101"/>
                    <a:pt x="0" y="101"/>
                  </a:cubicBezTo>
                  <a:cubicBezTo>
                    <a:pt x="59" y="141"/>
                    <a:pt x="59" y="141"/>
                    <a:pt x="59" y="141"/>
                  </a:cubicBezTo>
                  <a:cubicBezTo>
                    <a:pt x="59" y="141"/>
                    <a:pt x="115" y="53"/>
                    <a:pt x="99" y="29"/>
                  </a:cubicBezTo>
                  <a:cubicBezTo>
                    <a:pt x="82" y="5"/>
                    <a:pt x="67" y="0"/>
                    <a:pt x="36" y="8"/>
                  </a:cubicBezTo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45" name="Google Shape;345;p6"/>
            <p:cNvSpPr/>
            <p:nvPr/>
          </p:nvSpPr>
          <p:spPr>
            <a:xfrm>
              <a:off x="9855200" y="3270251"/>
              <a:ext cx="257175" cy="544513"/>
            </a:xfrm>
            <a:custGeom>
              <a:rect b="b" l="l" r="r" t="t"/>
              <a:pathLst>
                <a:path extrusionOk="0" h="112" w="53">
                  <a:moveTo>
                    <a:pt x="36" y="3"/>
                  </a:moveTo>
                  <a:cubicBezTo>
                    <a:pt x="15" y="9"/>
                    <a:pt x="0" y="96"/>
                    <a:pt x="0" y="96"/>
                  </a:cubicBezTo>
                  <a:cubicBezTo>
                    <a:pt x="23" y="112"/>
                    <a:pt x="23" y="112"/>
                    <a:pt x="23" y="112"/>
                  </a:cubicBezTo>
                  <a:cubicBezTo>
                    <a:pt x="24" y="97"/>
                    <a:pt x="27" y="70"/>
                    <a:pt x="30" y="51"/>
                  </a:cubicBezTo>
                  <a:cubicBezTo>
                    <a:pt x="30" y="49"/>
                    <a:pt x="30" y="47"/>
                    <a:pt x="30" y="45"/>
                  </a:cubicBezTo>
                  <a:cubicBezTo>
                    <a:pt x="30" y="5"/>
                    <a:pt x="36" y="3"/>
                    <a:pt x="36" y="3"/>
                  </a:cubicBezTo>
                  <a:moveTo>
                    <a:pt x="53" y="0"/>
                  </a:moveTo>
                  <a:cubicBezTo>
                    <a:pt x="48" y="1"/>
                    <a:pt x="42" y="2"/>
                    <a:pt x="36" y="3"/>
                  </a:cubicBezTo>
                  <a:cubicBezTo>
                    <a:pt x="36" y="3"/>
                    <a:pt x="43" y="2"/>
                    <a:pt x="53" y="0"/>
                  </a:cubicBezTo>
                </a:path>
              </a:pathLst>
            </a:custGeom>
            <a:solidFill>
              <a:srgbClr val="A0BD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46" name="Google Shape;346;p6"/>
            <p:cNvSpPr/>
            <p:nvPr/>
          </p:nvSpPr>
          <p:spPr>
            <a:xfrm>
              <a:off x="9966325" y="3814763"/>
              <a:ext cx="53975" cy="33338"/>
            </a:xfrm>
            <a:custGeom>
              <a:rect b="b" l="l" r="r" t="t"/>
              <a:pathLst>
                <a:path extrusionOk="0" h="7" w="1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1" y="7"/>
                    <a:pt x="11" y="7"/>
                    <a:pt x="11" y="7"/>
                  </a:cubicBezTo>
                  <a:cubicBezTo>
                    <a:pt x="11" y="7"/>
                    <a:pt x="11" y="7"/>
                    <a:pt x="11" y="7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92494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47" name="Google Shape;347;p6"/>
            <p:cNvSpPr/>
            <p:nvPr/>
          </p:nvSpPr>
          <p:spPr>
            <a:xfrm>
              <a:off x="9966325" y="3517901"/>
              <a:ext cx="53975" cy="330200"/>
            </a:xfrm>
            <a:custGeom>
              <a:rect b="b" l="l" r="r" t="t"/>
              <a:pathLst>
                <a:path extrusionOk="0" h="68" w="11">
                  <a:moveTo>
                    <a:pt x="7" y="0"/>
                  </a:moveTo>
                  <a:cubicBezTo>
                    <a:pt x="4" y="19"/>
                    <a:pt x="1" y="46"/>
                    <a:pt x="0" y="61"/>
                  </a:cubicBezTo>
                  <a:cubicBezTo>
                    <a:pt x="11" y="68"/>
                    <a:pt x="11" y="68"/>
                    <a:pt x="11" y="68"/>
                  </a:cubicBezTo>
                  <a:cubicBezTo>
                    <a:pt x="9" y="39"/>
                    <a:pt x="7" y="16"/>
                    <a:pt x="7" y="0"/>
                  </a:cubicBezTo>
                </a:path>
              </a:pathLst>
            </a:custGeom>
            <a:solidFill>
              <a:srgbClr val="8097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48" name="Google Shape;348;p6"/>
            <p:cNvSpPr/>
            <p:nvPr/>
          </p:nvSpPr>
          <p:spPr>
            <a:xfrm>
              <a:off x="9913938" y="3206751"/>
              <a:ext cx="1438275" cy="1589088"/>
            </a:xfrm>
            <a:custGeom>
              <a:rect b="b" l="l" r="r" t="t"/>
              <a:pathLst>
                <a:path extrusionOk="0" h="327" w="296">
                  <a:moveTo>
                    <a:pt x="24" y="16"/>
                  </a:moveTo>
                  <a:cubicBezTo>
                    <a:pt x="24" y="16"/>
                    <a:pt x="0" y="25"/>
                    <a:pt x="49" y="327"/>
                  </a:cubicBezTo>
                  <a:cubicBezTo>
                    <a:pt x="132" y="327"/>
                    <a:pt x="218" y="327"/>
                    <a:pt x="258" y="327"/>
                  </a:cubicBezTo>
                  <a:cubicBezTo>
                    <a:pt x="255" y="242"/>
                    <a:pt x="255" y="190"/>
                    <a:pt x="296" y="15"/>
                  </a:cubicBezTo>
                  <a:cubicBezTo>
                    <a:pt x="296" y="15"/>
                    <a:pt x="252" y="5"/>
                    <a:pt x="207" y="3"/>
                  </a:cubicBezTo>
                  <a:cubicBezTo>
                    <a:pt x="171" y="1"/>
                    <a:pt x="142" y="0"/>
                    <a:pt x="111" y="3"/>
                  </a:cubicBezTo>
                  <a:cubicBezTo>
                    <a:pt x="71" y="7"/>
                    <a:pt x="24" y="16"/>
                    <a:pt x="24" y="16"/>
                  </a:cubicBezTo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49" name="Google Shape;349;p6"/>
            <p:cNvSpPr/>
            <p:nvPr/>
          </p:nvSpPr>
          <p:spPr>
            <a:xfrm>
              <a:off x="10001250" y="3222626"/>
              <a:ext cx="1327150" cy="1511300"/>
            </a:xfrm>
            <a:custGeom>
              <a:rect b="b" l="l" r="r" t="t"/>
              <a:pathLst>
                <a:path extrusionOk="0" h="311" w="273">
                  <a:moveTo>
                    <a:pt x="189" y="0"/>
                  </a:moveTo>
                  <a:cubicBezTo>
                    <a:pt x="189" y="0"/>
                    <a:pt x="169" y="46"/>
                    <a:pt x="116" y="46"/>
                  </a:cubicBezTo>
                  <a:cubicBezTo>
                    <a:pt x="62" y="46"/>
                    <a:pt x="93" y="0"/>
                    <a:pt x="93" y="0"/>
                  </a:cubicBezTo>
                  <a:cubicBezTo>
                    <a:pt x="53" y="4"/>
                    <a:pt x="6" y="13"/>
                    <a:pt x="6" y="13"/>
                  </a:cubicBezTo>
                  <a:cubicBezTo>
                    <a:pt x="6" y="13"/>
                    <a:pt x="0" y="15"/>
                    <a:pt x="0" y="55"/>
                  </a:cubicBezTo>
                  <a:cubicBezTo>
                    <a:pt x="0" y="94"/>
                    <a:pt x="6" y="168"/>
                    <a:pt x="29" y="311"/>
                  </a:cubicBezTo>
                  <a:cubicBezTo>
                    <a:pt x="240" y="311"/>
                    <a:pt x="240" y="311"/>
                    <a:pt x="240" y="311"/>
                  </a:cubicBezTo>
                  <a:cubicBezTo>
                    <a:pt x="239" y="296"/>
                    <a:pt x="239" y="283"/>
                    <a:pt x="239" y="269"/>
                  </a:cubicBezTo>
                  <a:cubicBezTo>
                    <a:pt x="239" y="246"/>
                    <a:pt x="240" y="222"/>
                    <a:pt x="243" y="195"/>
                  </a:cubicBezTo>
                  <a:cubicBezTo>
                    <a:pt x="239" y="177"/>
                    <a:pt x="231" y="135"/>
                    <a:pt x="228" y="110"/>
                  </a:cubicBezTo>
                  <a:cubicBezTo>
                    <a:pt x="224" y="96"/>
                    <a:pt x="220" y="82"/>
                    <a:pt x="220" y="71"/>
                  </a:cubicBezTo>
                  <a:cubicBezTo>
                    <a:pt x="220" y="67"/>
                    <a:pt x="220" y="64"/>
                    <a:pt x="221" y="61"/>
                  </a:cubicBezTo>
                  <a:cubicBezTo>
                    <a:pt x="230" y="36"/>
                    <a:pt x="249" y="11"/>
                    <a:pt x="270" y="11"/>
                  </a:cubicBezTo>
                  <a:cubicBezTo>
                    <a:pt x="271" y="11"/>
                    <a:pt x="272" y="11"/>
                    <a:pt x="273" y="11"/>
                  </a:cubicBezTo>
                  <a:cubicBezTo>
                    <a:pt x="260" y="8"/>
                    <a:pt x="225" y="2"/>
                    <a:pt x="189" y="0"/>
                  </a:cubicBezTo>
                  <a:cubicBezTo>
                    <a:pt x="189" y="0"/>
                    <a:pt x="189" y="0"/>
                    <a:pt x="189" y="0"/>
                  </a:cubicBezTo>
                </a:path>
              </a:pathLst>
            </a:custGeom>
            <a:solidFill>
              <a:srgbClr val="A0BD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50" name="Google Shape;350;p6"/>
            <p:cNvSpPr/>
            <p:nvPr/>
          </p:nvSpPr>
          <p:spPr>
            <a:xfrm>
              <a:off x="11182350" y="3984626"/>
              <a:ext cx="23812" cy="185738"/>
            </a:xfrm>
            <a:custGeom>
              <a:rect b="b" l="l" r="r" t="t"/>
              <a:pathLst>
                <a:path extrusionOk="0" h="38" w="5">
                  <a:moveTo>
                    <a:pt x="5" y="0"/>
                  </a:moveTo>
                  <a:cubicBezTo>
                    <a:pt x="3" y="13"/>
                    <a:pt x="1" y="26"/>
                    <a:pt x="0" y="38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" y="26"/>
                    <a:pt x="3" y="13"/>
                    <a:pt x="5" y="0"/>
                  </a:cubicBezTo>
                  <a:cubicBezTo>
                    <a:pt x="5" y="0"/>
                    <a:pt x="5" y="0"/>
                    <a:pt x="5" y="0"/>
                  </a:cubicBezTo>
                </a:path>
              </a:pathLst>
            </a:custGeom>
            <a:solidFill>
              <a:srgbClr val="3362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51" name="Google Shape;351;p6"/>
            <p:cNvSpPr/>
            <p:nvPr/>
          </p:nvSpPr>
          <p:spPr>
            <a:xfrm>
              <a:off x="11109325" y="3756026"/>
              <a:ext cx="96837" cy="414338"/>
            </a:xfrm>
            <a:custGeom>
              <a:rect b="b" l="l" r="r" t="t"/>
              <a:pathLst>
                <a:path extrusionOk="0" h="85" w="20">
                  <a:moveTo>
                    <a:pt x="0" y="0"/>
                  </a:moveTo>
                  <a:cubicBezTo>
                    <a:pt x="3" y="25"/>
                    <a:pt x="11" y="67"/>
                    <a:pt x="15" y="85"/>
                  </a:cubicBezTo>
                  <a:cubicBezTo>
                    <a:pt x="16" y="73"/>
                    <a:pt x="18" y="60"/>
                    <a:pt x="20" y="47"/>
                  </a:cubicBezTo>
                  <a:cubicBezTo>
                    <a:pt x="17" y="40"/>
                    <a:pt x="7" y="21"/>
                    <a:pt x="0" y="0"/>
                  </a:cubicBezTo>
                </a:path>
              </a:pathLst>
            </a:custGeom>
            <a:solidFill>
              <a:srgbClr val="8097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52" name="Google Shape;352;p6"/>
            <p:cNvSpPr/>
            <p:nvPr/>
          </p:nvSpPr>
          <p:spPr>
            <a:xfrm>
              <a:off x="10302875" y="2701926"/>
              <a:ext cx="617537" cy="742950"/>
            </a:xfrm>
            <a:custGeom>
              <a:rect b="b" l="l" r="r" t="t"/>
              <a:pathLst>
                <a:path extrusionOk="0" h="153" w="127">
                  <a:moveTo>
                    <a:pt x="117" y="0"/>
                  </a:moveTo>
                  <a:cubicBezTo>
                    <a:pt x="111" y="30"/>
                    <a:pt x="105" y="87"/>
                    <a:pt x="127" y="107"/>
                  </a:cubicBezTo>
                  <a:cubicBezTo>
                    <a:pt x="127" y="107"/>
                    <a:pt x="107" y="153"/>
                    <a:pt x="54" y="153"/>
                  </a:cubicBezTo>
                  <a:cubicBezTo>
                    <a:pt x="0" y="153"/>
                    <a:pt x="31" y="107"/>
                    <a:pt x="31" y="107"/>
                  </a:cubicBezTo>
                  <a:cubicBezTo>
                    <a:pt x="66" y="99"/>
                    <a:pt x="65" y="74"/>
                    <a:pt x="59" y="50"/>
                  </a:cubicBezTo>
                  <a:cubicBezTo>
                    <a:pt x="117" y="0"/>
                    <a:pt x="117" y="0"/>
                    <a:pt x="117" y="0"/>
                  </a:cubicBezTo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53" name="Google Shape;353;p6"/>
            <p:cNvSpPr/>
            <p:nvPr/>
          </p:nvSpPr>
          <p:spPr>
            <a:xfrm>
              <a:off x="10321925" y="3149601"/>
              <a:ext cx="660400" cy="339725"/>
            </a:xfrm>
            <a:custGeom>
              <a:rect b="b" l="l" r="r" t="t"/>
              <a:pathLst>
                <a:path extrusionOk="0" h="70" w="136">
                  <a:moveTo>
                    <a:pt x="116" y="4"/>
                  </a:moveTo>
                  <a:cubicBezTo>
                    <a:pt x="111" y="14"/>
                    <a:pt x="95" y="37"/>
                    <a:pt x="49" y="45"/>
                  </a:cubicBezTo>
                  <a:cubicBezTo>
                    <a:pt x="48" y="46"/>
                    <a:pt x="47" y="45"/>
                    <a:pt x="46" y="45"/>
                  </a:cubicBezTo>
                  <a:cubicBezTo>
                    <a:pt x="37" y="39"/>
                    <a:pt x="32" y="26"/>
                    <a:pt x="35" y="12"/>
                  </a:cubicBezTo>
                  <a:cubicBezTo>
                    <a:pt x="37" y="8"/>
                    <a:pt x="33" y="4"/>
                    <a:pt x="29" y="6"/>
                  </a:cubicBezTo>
                  <a:cubicBezTo>
                    <a:pt x="24" y="8"/>
                    <a:pt x="21" y="10"/>
                    <a:pt x="19" y="11"/>
                  </a:cubicBezTo>
                  <a:cubicBezTo>
                    <a:pt x="18" y="12"/>
                    <a:pt x="18" y="12"/>
                    <a:pt x="17" y="13"/>
                  </a:cubicBezTo>
                  <a:cubicBezTo>
                    <a:pt x="14" y="19"/>
                    <a:pt x="0" y="50"/>
                    <a:pt x="41" y="69"/>
                  </a:cubicBezTo>
                  <a:cubicBezTo>
                    <a:pt x="42" y="69"/>
                    <a:pt x="42" y="69"/>
                    <a:pt x="43" y="69"/>
                  </a:cubicBezTo>
                  <a:cubicBezTo>
                    <a:pt x="67" y="70"/>
                    <a:pt x="109" y="65"/>
                    <a:pt x="136" y="17"/>
                  </a:cubicBezTo>
                  <a:cubicBezTo>
                    <a:pt x="136" y="15"/>
                    <a:pt x="136" y="13"/>
                    <a:pt x="135" y="11"/>
                  </a:cubicBezTo>
                  <a:cubicBezTo>
                    <a:pt x="132" y="8"/>
                    <a:pt x="127" y="4"/>
                    <a:pt x="123" y="2"/>
                  </a:cubicBezTo>
                  <a:cubicBezTo>
                    <a:pt x="120" y="0"/>
                    <a:pt x="117" y="1"/>
                    <a:pt x="116" y="4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54" name="Google Shape;354;p6"/>
            <p:cNvSpPr/>
            <p:nvPr/>
          </p:nvSpPr>
          <p:spPr>
            <a:xfrm>
              <a:off x="10656888" y="3698876"/>
              <a:ext cx="306387" cy="82550"/>
            </a:xfrm>
            <a:custGeom>
              <a:rect b="b" l="l" r="r" t="t"/>
              <a:pathLst>
                <a:path extrusionOk="0" h="17" w="63">
                  <a:moveTo>
                    <a:pt x="58" y="16"/>
                  </a:moveTo>
                  <a:cubicBezTo>
                    <a:pt x="4" y="15"/>
                    <a:pt x="4" y="15"/>
                    <a:pt x="4" y="15"/>
                  </a:cubicBezTo>
                  <a:cubicBezTo>
                    <a:pt x="2" y="15"/>
                    <a:pt x="0" y="13"/>
                    <a:pt x="0" y="10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1" y="1"/>
                    <a:pt x="3" y="0"/>
                    <a:pt x="5" y="0"/>
                  </a:cubicBezTo>
                  <a:cubicBezTo>
                    <a:pt x="59" y="1"/>
                    <a:pt x="59" y="1"/>
                    <a:pt x="59" y="1"/>
                  </a:cubicBezTo>
                  <a:cubicBezTo>
                    <a:pt x="62" y="1"/>
                    <a:pt x="63" y="3"/>
                    <a:pt x="63" y="6"/>
                  </a:cubicBezTo>
                  <a:cubicBezTo>
                    <a:pt x="63" y="12"/>
                    <a:pt x="63" y="12"/>
                    <a:pt x="63" y="12"/>
                  </a:cubicBezTo>
                  <a:cubicBezTo>
                    <a:pt x="62" y="15"/>
                    <a:pt x="60" y="17"/>
                    <a:pt x="58" y="16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55" name="Google Shape;355;p6"/>
            <p:cNvSpPr/>
            <p:nvPr/>
          </p:nvSpPr>
          <p:spPr>
            <a:xfrm>
              <a:off x="10604500" y="3017838"/>
              <a:ext cx="0" cy="9525"/>
            </a:xfrm>
            <a:custGeom>
              <a:rect b="b" l="l" r="r" t="t"/>
              <a:pathLst>
                <a:path extrusionOk="0" h="2" w="120000">
                  <a:moveTo>
                    <a:pt x="0" y="0"/>
                  </a:moveTo>
                  <a:cubicBezTo>
                    <a:pt x="0" y="1"/>
                    <a:pt x="0" y="1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1"/>
                    <a:pt x="0" y="1"/>
                    <a:pt x="0" y="0"/>
                  </a:cubicBezTo>
                </a:path>
              </a:pathLst>
            </a:custGeom>
            <a:solidFill>
              <a:srgbClr val="1E282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56" name="Google Shape;356;p6"/>
            <p:cNvSpPr/>
            <p:nvPr/>
          </p:nvSpPr>
          <p:spPr>
            <a:xfrm>
              <a:off x="10588625" y="2949576"/>
              <a:ext cx="141287" cy="77788"/>
            </a:xfrm>
            <a:custGeom>
              <a:rect b="b" l="l" r="r" t="t"/>
              <a:pathLst>
                <a:path extrusionOk="0" h="16" w="29">
                  <a:moveTo>
                    <a:pt x="29" y="0"/>
                  </a:moveTo>
                  <a:cubicBezTo>
                    <a:pt x="23" y="1"/>
                    <a:pt x="17" y="2"/>
                    <a:pt x="12" y="2"/>
                  </a:cubicBezTo>
                  <a:cubicBezTo>
                    <a:pt x="8" y="2"/>
                    <a:pt x="4" y="1"/>
                    <a:pt x="0" y="1"/>
                  </a:cubicBezTo>
                  <a:cubicBezTo>
                    <a:pt x="1" y="5"/>
                    <a:pt x="2" y="10"/>
                    <a:pt x="3" y="14"/>
                  </a:cubicBezTo>
                  <a:cubicBezTo>
                    <a:pt x="3" y="15"/>
                    <a:pt x="3" y="15"/>
                    <a:pt x="3" y="16"/>
                  </a:cubicBezTo>
                  <a:cubicBezTo>
                    <a:pt x="11" y="14"/>
                    <a:pt x="22" y="8"/>
                    <a:pt x="29" y="0"/>
                  </a:cubicBezTo>
                </a:path>
              </a:pathLst>
            </a:custGeom>
            <a:solidFill>
              <a:srgbClr val="91494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57" name="Google Shape;357;p6"/>
            <p:cNvSpPr/>
            <p:nvPr/>
          </p:nvSpPr>
          <p:spPr>
            <a:xfrm>
              <a:off x="10312400" y="1958976"/>
              <a:ext cx="801687" cy="1087438"/>
            </a:xfrm>
            <a:custGeom>
              <a:rect b="b" l="l" r="r" t="t"/>
              <a:pathLst>
                <a:path extrusionOk="0" h="224" w="165">
                  <a:moveTo>
                    <a:pt x="155" y="95"/>
                  </a:moveTo>
                  <a:cubicBezTo>
                    <a:pt x="146" y="145"/>
                    <a:pt x="143" y="167"/>
                    <a:pt x="114" y="190"/>
                  </a:cubicBezTo>
                  <a:cubicBezTo>
                    <a:pt x="70" y="224"/>
                    <a:pt x="11" y="201"/>
                    <a:pt x="5" y="149"/>
                  </a:cubicBezTo>
                  <a:cubicBezTo>
                    <a:pt x="0" y="102"/>
                    <a:pt x="17" y="27"/>
                    <a:pt x="69" y="14"/>
                  </a:cubicBezTo>
                  <a:cubicBezTo>
                    <a:pt x="120" y="0"/>
                    <a:pt x="165" y="45"/>
                    <a:pt x="155" y="95"/>
                  </a:cubicBezTo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58" name="Google Shape;358;p6"/>
            <p:cNvSpPr/>
            <p:nvPr/>
          </p:nvSpPr>
          <p:spPr>
            <a:xfrm>
              <a:off x="10890250" y="1982788"/>
              <a:ext cx="393700" cy="612775"/>
            </a:xfrm>
            <a:custGeom>
              <a:rect b="b" l="l" r="r" t="t"/>
              <a:pathLst>
                <a:path extrusionOk="0" h="126" w="81">
                  <a:moveTo>
                    <a:pt x="8" y="53"/>
                  </a:moveTo>
                  <a:cubicBezTo>
                    <a:pt x="2" y="84"/>
                    <a:pt x="0" y="126"/>
                    <a:pt x="29" y="126"/>
                  </a:cubicBezTo>
                  <a:cubicBezTo>
                    <a:pt x="58" y="126"/>
                    <a:pt x="81" y="77"/>
                    <a:pt x="56" y="39"/>
                  </a:cubicBezTo>
                  <a:cubicBezTo>
                    <a:pt x="31" y="0"/>
                    <a:pt x="12" y="34"/>
                    <a:pt x="8" y="53"/>
                  </a:cubicBezTo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59" name="Google Shape;359;p6"/>
            <p:cNvSpPr/>
            <p:nvPr/>
          </p:nvSpPr>
          <p:spPr>
            <a:xfrm>
              <a:off x="10293350" y="1763713"/>
              <a:ext cx="879475" cy="660400"/>
            </a:xfrm>
            <a:custGeom>
              <a:rect b="b" l="l" r="r" t="t"/>
              <a:pathLst>
                <a:path extrusionOk="0" h="136" w="181">
                  <a:moveTo>
                    <a:pt x="181" y="102"/>
                  </a:moveTo>
                  <a:cubicBezTo>
                    <a:pt x="181" y="136"/>
                    <a:pt x="138" y="119"/>
                    <a:pt x="119" y="104"/>
                  </a:cubicBezTo>
                  <a:cubicBezTo>
                    <a:pt x="99" y="89"/>
                    <a:pt x="98" y="91"/>
                    <a:pt x="63" y="91"/>
                  </a:cubicBezTo>
                  <a:cubicBezTo>
                    <a:pt x="28" y="91"/>
                    <a:pt x="21" y="89"/>
                    <a:pt x="10" y="72"/>
                  </a:cubicBezTo>
                  <a:cubicBezTo>
                    <a:pt x="0" y="55"/>
                    <a:pt x="1" y="44"/>
                    <a:pt x="24" y="47"/>
                  </a:cubicBezTo>
                  <a:cubicBezTo>
                    <a:pt x="48" y="51"/>
                    <a:pt x="28" y="27"/>
                    <a:pt x="46" y="13"/>
                  </a:cubicBezTo>
                  <a:cubicBezTo>
                    <a:pt x="63" y="0"/>
                    <a:pt x="84" y="4"/>
                    <a:pt x="108" y="34"/>
                  </a:cubicBezTo>
                  <a:cubicBezTo>
                    <a:pt x="132" y="64"/>
                    <a:pt x="181" y="42"/>
                    <a:pt x="181" y="102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60" name="Google Shape;360;p6"/>
            <p:cNvSpPr/>
            <p:nvPr/>
          </p:nvSpPr>
          <p:spPr>
            <a:xfrm>
              <a:off x="10423525" y="2439988"/>
              <a:ext cx="87312" cy="146050"/>
            </a:xfrm>
            <a:custGeom>
              <a:rect b="b" l="l" r="r" t="t"/>
              <a:pathLst>
                <a:path extrusionOk="0" h="30" w="18">
                  <a:moveTo>
                    <a:pt x="18" y="0"/>
                  </a:moveTo>
                  <a:cubicBezTo>
                    <a:pt x="18" y="0"/>
                    <a:pt x="8" y="17"/>
                    <a:pt x="0" y="25"/>
                  </a:cubicBezTo>
                  <a:cubicBezTo>
                    <a:pt x="4" y="30"/>
                    <a:pt x="14" y="29"/>
                    <a:pt x="14" y="29"/>
                  </a:cubicBezTo>
                  <a:lnTo>
                    <a:pt x="18" y="0"/>
                  </a:lnTo>
                  <a:close/>
                </a:path>
              </a:pathLst>
            </a:custGeom>
            <a:solidFill>
              <a:srgbClr val="A0272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61" name="Google Shape;361;p6"/>
            <p:cNvSpPr/>
            <p:nvPr/>
          </p:nvSpPr>
          <p:spPr>
            <a:xfrm>
              <a:off x="10550525" y="2643188"/>
              <a:ext cx="125412" cy="53975"/>
            </a:xfrm>
            <a:custGeom>
              <a:rect b="b" l="l" r="r" t="t"/>
              <a:pathLst>
                <a:path extrusionOk="0" h="11" w="26">
                  <a:moveTo>
                    <a:pt x="1" y="9"/>
                  </a:moveTo>
                  <a:cubicBezTo>
                    <a:pt x="1" y="9"/>
                    <a:pt x="1" y="9"/>
                    <a:pt x="1" y="9"/>
                  </a:cubicBezTo>
                  <a:cubicBezTo>
                    <a:pt x="15" y="11"/>
                    <a:pt x="26" y="2"/>
                    <a:pt x="26" y="1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25" y="0"/>
                    <a:pt x="14" y="9"/>
                    <a:pt x="1" y="7"/>
                  </a:cubicBezTo>
                  <a:cubicBezTo>
                    <a:pt x="1" y="7"/>
                    <a:pt x="0" y="8"/>
                    <a:pt x="0" y="8"/>
                  </a:cubicBezTo>
                  <a:lnTo>
                    <a:pt x="1" y="9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62" name="Google Shape;362;p6"/>
            <p:cNvSpPr/>
            <p:nvPr/>
          </p:nvSpPr>
          <p:spPr>
            <a:xfrm>
              <a:off x="10687050" y="2279651"/>
              <a:ext cx="101600" cy="68263"/>
            </a:xfrm>
            <a:custGeom>
              <a:rect b="b" l="l" r="r" t="t"/>
              <a:pathLst>
                <a:path extrusionOk="0" h="14" w="21">
                  <a:moveTo>
                    <a:pt x="18" y="13"/>
                  </a:moveTo>
                  <a:cubicBezTo>
                    <a:pt x="19" y="14"/>
                    <a:pt x="19" y="14"/>
                    <a:pt x="20" y="13"/>
                  </a:cubicBezTo>
                  <a:cubicBezTo>
                    <a:pt x="20" y="13"/>
                    <a:pt x="21" y="12"/>
                    <a:pt x="20" y="11"/>
                  </a:cubicBezTo>
                  <a:cubicBezTo>
                    <a:pt x="13" y="0"/>
                    <a:pt x="2" y="0"/>
                    <a:pt x="2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2"/>
                    <a:pt x="1" y="3"/>
                    <a:pt x="2" y="3"/>
                  </a:cubicBezTo>
                  <a:cubicBezTo>
                    <a:pt x="2" y="3"/>
                    <a:pt x="12" y="3"/>
                    <a:pt x="18" y="13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63" name="Google Shape;363;p6"/>
            <p:cNvSpPr/>
            <p:nvPr/>
          </p:nvSpPr>
          <p:spPr>
            <a:xfrm>
              <a:off x="10614025" y="2400301"/>
              <a:ext cx="52387" cy="77788"/>
            </a:xfrm>
            <a:custGeom>
              <a:rect b="b" l="l" r="r" t="t"/>
              <a:pathLst>
                <a:path extrusionOk="0" h="16" w="11">
                  <a:moveTo>
                    <a:pt x="10" y="9"/>
                  </a:moveTo>
                  <a:cubicBezTo>
                    <a:pt x="10" y="13"/>
                    <a:pt x="7" y="16"/>
                    <a:pt x="4" y="16"/>
                  </a:cubicBezTo>
                  <a:cubicBezTo>
                    <a:pt x="2" y="15"/>
                    <a:pt x="0" y="11"/>
                    <a:pt x="1" y="7"/>
                  </a:cubicBezTo>
                  <a:cubicBezTo>
                    <a:pt x="1" y="3"/>
                    <a:pt x="4" y="0"/>
                    <a:pt x="7" y="1"/>
                  </a:cubicBezTo>
                  <a:cubicBezTo>
                    <a:pt x="9" y="1"/>
                    <a:pt x="11" y="5"/>
                    <a:pt x="10" y="9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64" name="Google Shape;364;p6"/>
            <p:cNvSpPr/>
            <p:nvPr/>
          </p:nvSpPr>
          <p:spPr>
            <a:xfrm>
              <a:off x="10385425" y="2362201"/>
              <a:ext cx="52387" cy="77788"/>
            </a:xfrm>
            <a:custGeom>
              <a:rect b="b" l="l" r="r" t="t"/>
              <a:pathLst>
                <a:path extrusionOk="0" h="16" w="11">
                  <a:moveTo>
                    <a:pt x="11" y="9"/>
                  </a:moveTo>
                  <a:cubicBezTo>
                    <a:pt x="10" y="13"/>
                    <a:pt x="7" y="16"/>
                    <a:pt x="5" y="16"/>
                  </a:cubicBezTo>
                  <a:cubicBezTo>
                    <a:pt x="2" y="15"/>
                    <a:pt x="0" y="11"/>
                    <a:pt x="1" y="7"/>
                  </a:cubicBezTo>
                  <a:cubicBezTo>
                    <a:pt x="2" y="3"/>
                    <a:pt x="4" y="0"/>
                    <a:pt x="7" y="1"/>
                  </a:cubicBezTo>
                  <a:cubicBezTo>
                    <a:pt x="10" y="1"/>
                    <a:pt x="11" y="5"/>
                    <a:pt x="11" y="9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65" name="Google Shape;365;p6"/>
            <p:cNvSpPr/>
            <p:nvPr/>
          </p:nvSpPr>
          <p:spPr>
            <a:xfrm>
              <a:off x="10380663" y="2347913"/>
              <a:ext cx="42862" cy="38100"/>
            </a:xfrm>
            <a:custGeom>
              <a:rect b="b" l="l" r="r" t="t"/>
              <a:pathLst>
                <a:path extrusionOk="0" h="8" w="9">
                  <a:moveTo>
                    <a:pt x="9" y="4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4" y="8"/>
                    <a:pt x="9" y="4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66" name="Google Shape;366;p6"/>
            <p:cNvSpPr/>
            <p:nvPr/>
          </p:nvSpPr>
          <p:spPr>
            <a:xfrm>
              <a:off x="10604500" y="2381251"/>
              <a:ext cx="47625" cy="42863"/>
            </a:xfrm>
            <a:custGeom>
              <a:rect b="b" l="l" r="r" t="t"/>
              <a:pathLst>
                <a:path extrusionOk="0" h="9" w="10">
                  <a:moveTo>
                    <a:pt x="10" y="5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4" y="9"/>
                    <a:pt x="10" y="5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67" name="Google Shape;367;p6"/>
            <p:cNvSpPr/>
            <p:nvPr/>
          </p:nvSpPr>
          <p:spPr>
            <a:xfrm>
              <a:off x="10355263" y="2216151"/>
              <a:ext cx="112712" cy="53975"/>
            </a:xfrm>
            <a:custGeom>
              <a:rect b="b" l="l" r="r" t="t"/>
              <a:pathLst>
                <a:path extrusionOk="0" h="11" w="23">
                  <a:moveTo>
                    <a:pt x="1" y="11"/>
                  </a:moveTo>
                  <a:cubicBezTo>
                    <a:pt x="1" y="11"/>
                    <a:pt x="2" y="11"/>
                    <a:pt x="2" y="11"/>
                  </a:cubicBezTo>
                  <a:cubicBezTo>
                    <a:pt x="11" y="4"/>
                    <a:pt x="20" y="7"/>
                    <a:pt x="21" y="7"/>
                  </a:cubicBezTo>
                  <a:cubicBezTo>
                    <a:pt x="21" y="7"/>
                    <a:pt x="22" y="7"/>
                    <a:pt x="23" y="6"/>
                  </a:cubicBezTo>
                  <a:cubicBezTo>
                    <a:pt x="23" y="5"/>
                    <a:pt x="22" y="4"/>
                    <a:pt x="22" y="4"/>
                  </a:cubicBezTo>
                  <a:cubicBezTo>
                    <a:pt x="21" y="4"/>
                    <a:pt x="11" y="0"/>
                    <a:pt x="1" y="8"/>
                  </a:cubicBezTo>
                  <a:cubicBezTo>
                    <a:pt x="0" y="9"/>
                    <a:pt x="0" y="10"/>
                    <a:pt x="0" y="11"/>
                  </a:cubicBezTo>
                  <a:lnTo>
                    <a:pt x="1" y="1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68" name="Google Shape;368;p6"/>
            <p:cNvSpPr/>
            <p:nvPr/>
          </p:nvSpPr>
          <p:spPr>
            <a:xfrm>
              <a:off x="10107613" y="4795838"/>
              <a:ext cx="1176337" cy="249238"/>
            </a:xfrm>
            <a:custGeom>
              <a:rect b="b" l="l" r="r" t="t"/>
              <a:pathLst>
                <a:path extrusionOk="0" h="51" w="242">
                  <a:moveTo>
                    <a:pt x="1" y="51"/>
                  </a:moveTo>
                  <a:cubicBezTo>
                    <a:pt x="1" y="51"/>
                    <a:pt x="0" y="23"/>
                    <a:pt x="9" y="0"/>
                  </a:cubicBezTo>
                  <a:cubicBezTo>
                    <a:pt x="27" y="0"/>
                    <a:pt x="218" y="0"/>
                    <a:pt x="218" y="0"/>
                  </a:cubicBezTo>
                  <a:cubicBezTo>
                    <a:pt x="218" y="0"/>
                    <a:pt x="237" y="31"/>
                    <a:pt x="242" y="51"/>
                  </a:cubicBezTo>
                  <a:cubicBezTo>
                    <a:pt x="219" y="51"/>
                    <a:pt x="1" y="51"/>
                    <a:pt x="1" y="51"/>
                  </a:cubicBezTo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69" name="Google Shape;369;p6"/>
            <p:cNvSpPr/>
            <p:nvPr/>
          </p:nvSpPr>
          <p:spPr>
            <a:xfrm>
              <a:off x="10117138" y="4733926"/>
              <a:ext cx="1079500" cy="111125"/>
            </a:xfrm>
            <a:custGeom>
              <a:rect b="b" l="l" r="r" t="t"/>
              <a:pathLst>
                <a:path extrusionOk="0" h="23" w="222">
                  <a:moveTo>
                    <a:pt x="220" y="1"/>
                  </a:moveTo>
                  <a:cubicBezTo>
                    <a:pt x="221" y="20"/>
                    <a:pt x="221" y="20"/>
                    <a:pt x="221" y="20"/>
                  </a:cubicBezTo>
                  <a:cubicBezTo>
                    <a:pt x="222" y="21"/>
                    <a:pt x="220" y="23"/>
                    <a:pt x="218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4" y="23"/>
                    <a:pt x="2" y="22"/>
                    <a:pt x="2" y="2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1"/>
                    <a:pt x="2" y="0"/>
                    <a:pt x="4" y="0"/>
                  </a:cubicBezTo>
                  <a:cubicBezTo>
                    <a:pt x="216" y="0"/>
                    <a:pt x="216" y="0"/>
                    <a:pt x="216" y="0"/>
                  </a:cubicBezTo>
                  <a:cubicBezTo>
                    <a:pt x="218" y="0"/>
                    <a:pt x="219" y="0"/>
                    <a:pt x="220" y="1"/>
                  </a:cubicBezTo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70" name="Google Shape;370;p6"/>
            <p:cNvSpPr/>
            <p:nvPr/>
          </p:nvSpPr>
          <p:spPr>
            <a:xfrm>
              <a:off x="10117138" y="4733926"/>
              <a:ext cx="1074737" cy="111125"/>
            </a:xfrm>
            <a:custGeom>
              <a:rect b="b" l="l" r="r" t="t"/>
              <a:pathLst>
                <a:path extrusionOk="0" h="23" w="221">
                  <a:moveTo>
                    <a:pt x="216" y="0"/>
                  </a:moveTo>
                  <a:cubicBezTo>
                    <a:pt x="216" y="0"/>
                    <a:pt x="216" y="0"/>
                    <a:pt x="216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2" y="22"/>
                    <a:pt x="4" y="23"/>
                    <a:pt x="6" y="23"/>
                  </a:cubicBezTo>
                  <a:cubicBezTo>
                    <a:pt x="218" y="23"/>
                    <a:pt x="218" y="23"/>
                    <a:pt x="218" y="23"/>
                  </a:cubicBezTo>
                  <a:cubicBezTo>
                    <a:pt x="220" y="23"/>
                    <a:pt x="221" y="22"/>
                    <a:pt x="221" y="21"/>
                  </a:cubicBezTo>
                  <a:cubicBezTo>
                    <a:pt x="221" y="20"/>
                    <a:pt x="221" y="20"/>
                    <a:pt x="221" y="20"/>
                  </a:cubicBezTo>
                  <a:cubicBezTo>
                    <a:pt x="220" y="1"/>
                    <a:pt x="220" y="1"/>
                    <a:pt x="220" y="1"/>
                  </a:cubicBezTo>
                  <a:cubicBezTo>
                    <a:pt x="219" y="0"/>
                    <a:pt x="218" y="0"/>
                    <a:pt x="216" y="0"/>
                  </a:cubicBezTo>
                </a:path>
              </a:pathLst>
            </a:custGeom>
            <a:solidFill>
              <a:srgbClr val="78A1F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71" name="Google Shape;371;p6"/>
            <p:cNvSpPr/>
            <p:nvPr/>
          </p:nvSpPr>
          <p:spPr>
            <a:xfrm>
              <a:off x="11022013" y="4724401"/>
              <a:ext cx="63500" cy="130175"/>
            </a:xfrm>
            <a:custGeom>
              <a:rect b="b" l="l" r="r" t="t"/>
              <a:pathLst>
                <a:path extrusionOk="0" h="27" w="13">
                  <a:moveTo>
                    <a:pt x="5" y="27"/>
                  </a:moveTo>
                  <a:cubicBezTo>
                    <a:pt x="11" y="27"/>
                    <a:pt x="11" y="27"/>
                    <a:pt x="11" y="27"/>
                  </a:cubicBezTo>
                  <a:cubicBezTo>
                    <a:pt x="12" y="27"/>
                    <a:pt x="13" y="26"/>
                    <a:pt x="13" y="26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1"/>
                    <a:pt x="9" y="0"/>
                    <a:pt x="8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1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3" y="26"/>
                    <a:pt x="4" y="27"/>
                    <a:pt x="5" y="27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72" name="Google Shape;372;p6"/>
            <p:cNvSpPr/>
            <p:nvPr/>
          </p:nvSpPr>
          <p:spPr>
            <a:xfrm>
              <a:off x="10199688" y="4724401"/>
              <a:ext cx="63500" cy="130175"/>
            </a:xfrm>
            <a:custGeom>
              <a:rect b="b" l="l" r="r" t="t"/>
              <a:pathLst>
                <a:path extrusionOk="0" h="27" w="13">
                  <a:moveTo>
                    <a:pt x="5" y="27"/>
                  </a:moveTo>
                  <a:cubicBezTo>
                    <a:pt x="11" y="27"/>
                    <a:pt x="11" y="27"/>
                    <a:pt x="11" y="27"/>
                  </a:cubicBezTo>
                  <a:cubicBezTo>
                    <a:pt x="12" y="27"/>
                    <a:pt x="13" y="26"/>
                    <a:pt x="12" y="26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1"/>
                    <a:pt x="9" y="0"/>
                    <a:pt x="8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1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3" y="26"/>
                    <a:pt x="4" y="27"/>
                    <a:pt x="5" y="27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73" name="Google Shape;373;p6"/>
            <p:cNvSpPr/>
            <p:nvPr/>
          </p:nvSpPr>
          <p:spPr>
            <a:xfrm>
              <a:off x="10614025" y="4724401"/>
              <a:ext cx="57150" cy="130175"/>
            </a:xfrm>
            <a:custGeom>
              <a:rect b="b" l="l" r="r" t="t"/>
              <a:pathLst>
                <a:path extrusionOk="0" h="27" w="12">
                  <a:moveTo>
                    <a:pt x="4" y="27"/>
                  </a:moveTo>
                  <a:cubicBezTo>
                    <a:pt x="10" y="27"/>
                    <a:pt x="10" y="27"/>
                    <a:pt x="10" y="27"/>
                  </a:cubicBezTo>
                  <a:cubicBezTo>
                    <a:pt x="11" y="27"/>
                    <a:pt x="12" y="26"/>
                    <a:pt x="12" y="26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1"/>
                    <a:pt x="8" y="0"/>
                    <a:pt x="7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2" y="26"/>
                    <a:pt x="2" y="26"/>
                    <a:pt x="2" y="26"/>
                  </a:cubicBezTo>
                  <a:cubicBezTo>
                    <a:pt x="2" y="26"/>
                    <a:pt x="3" y="27"/>
                    <a:pt x="4" y="27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74" name="Google Shape;374;p6"/>
            <p:cNvSpPr/>
            <p:nvPr/>
          </p:nvSpPr>
          <p:spPr>
            <a:xfrm>
              <a:off x="11187113" y="3567113"/>
              <a:ext cx="831850" cy="1001713"/>
            </a:xfrm>
            <a:custGeom>
              <a:rect b="b" l="l" r="r" t="t"/>
              <a:pathLst>
                <a:path extrusionOk="0" h="206" w="171">
                  <a:moveTo>
                    <a:pt x="51" y="0"/>
                  </a:moveTo>
                  <a:cubicBezTo>
                    <a:pt x="61" y="30"/>
                    <a:pt x="69" y="60"/>
                    <a:pt x="78" y="90"/>
                  </a:cubicBezTo>
                  <a:cubicBezTo>
                    <a:pt x="91" y="135"/>
                    <a:pt x="91" y="135"/>
                    <a:pt x="91" y="135"/>
                  </a:cubicBezTo>
                  <a:cubicBezTo>
                    <a:pt x="97" y="157"/>
                    <a:pt x="97" y="157"/>
                    <a:pt x="97" y="157"/>
                  </a:cubicBezTo>
                  <a:cubicBezTo>
                    <a:pt x="99" y="163"/>
                    <a:pt x="99" y="163"/>
                    <a:pt x="99" y="163"/>
                  </a:cubicBezTo>
                  <a:cubicBezTo>
                    <a:pt x="99" y="166"/>
                    <a:pt x="99" y="166"/>
                    <a:pt x="99" y="166"/>
                  </a:cubicBezTo>
                  <a:cubicBezTo>
                    <a:pt x="100" y="166"/>
                    <a:pt x="100" y="166"/>
                    <a:pt x="100" y="166"/>
                  </a:cubicBezTo>
                  <a:cubicBezTo>
                    <a:pt x="100" y="166"/>
                    <a:pt x="100" y="166"/>
                    <a:pt x="100" y="166"/>
                  </a:cubicBezTo>
                  <a:cubicBezTo>
                    <a:pt x="100" y="167"/>
                    <a:pt x="100" y="167"/>
                    <a:pt x="100" y="167"/>
                  </a:cubicBezTo>
                  <a:cubicBezTo>
                    <a:pt x="99" y="166"/>
                    <a:pt x="99" y="166"/>
                    <a:pt x="99" y="166"/>
                  </a:cubicBezTo>
                  <a:cubicBezTo>
                    <a:pt x="99" y="165"/>
                    <a:pt x="98" y="164"/>
                    <a:pt x="95" y="162"/>
                  </a:cubicBezTo>
                  <a:cubicBezTo>
                    <a:pt x="93" y="160"/>
                    <a:pt x="89" y="158"/>
                    <a:pt x="85" y="158"/>
                  </a:cubicBezTo>
                  <a:cubicBezTo>
                    <a:pt x="81" y="158"/>
                    <a:pt x="78" y="159"/>
                    <a:pt x="76" y="160"/>
                  </a:cubicBezTo>
                  <a:cubicBezTo>
                    <a:pt x="73" y="161"/>
                    <a:pt x="74" y="162"/>
                    <a:pt x="74" y="161"/>
                  </a:cubicBezTo>
                  <a:cubicBezTo>
                    <a:pt x="74" y="161"/>
                    <a:pt x="75" y="160"/>
                    <a:pt x="76" y="159"/>
                  </a:cubicBezTo>
                  <a:cubicBezTo>
                    <a:pt x="77" y="157"/>
                    <a:pt x="79" y="155"/>
                    <a:pt x="81" y="152"/>
                  </a:cubicBezTo>
                  <a:cubicBezTo>
                    <a:pt x="84" y="146"/>
                    <a:pt x="88" y="140"/>
                    <a:pt x="91" y="133"/>
                  </a:cubicBezTo>
                  <a:cubicBezTo>
                    <a:pt x="98" y="120"/>
                    <a:pt x="104" y="106"/>
                    <a:pt x="110" y="92"/>
                  </a:cubicBezTo>
                  <a:cubicBezTo>
                    <a:pt x="116" y="77"/>
                    <a:pt x="122" y="63"/>
                    <a:pt x="128" y="49"/>
                  </a:cubicBezTo>
                  <a:cubicBezTo>
                    <a:pt x="134" y="34"/>
                    <a:pt x="140" y="20"/>
                    <a:pt x="146" y="5"/>
                  </a:cubicBezTo>
                  <a:cubicBezTo>
                    <a:pt x="171" y="13"/>
                    <a:pt x="171" y="13"/>
                    <a:pt x="171" y="13"/>
                  </a:cubicBezTo>
                  <a:cubicBezTo>
                    <a:pt x="165" y="44"/>
                    <a:pt x="157" y="75"/>
                    <a:pt x="148" y="105"/>
                  </a:cubicBezTo>
                  <a:cubicBezTo>
                    <a:pt x="143" y="121"/>
                    <a:pt x="138" y="136"/>
                    <a:pt x="132" y="151"/>
                  </a:cubicBezTo>
                  <a:cubicBezTo>
                    <a:pt x="128" y="159"/>
                    <a:pt x="125" y="167"/>
                    <a:pt x="121" y="174"/>
                  </a:cubicBezTo>
                  <a:cubicBezTo>
                    <a:pt x="119" y="178"/>
                    <a:pt x="117" y="183"/>
                    <a:pt x="114" y="187"/>
                  </a:cubicBezTo>
                  <a:cubicBezTo>
                    <a:pt x="112" y="189"/>
                    <a:pt x="110" y="192"/>
                    <a:pt x="108" y="194"/>
                  </a:cubicBezTo>
                  <a:cubicBezTo>
                    <a:pt x="106" y="197"/>
                    <a:pt x="103" y="200"/>
                    <a:pt x="96" y="203"/>
                  </a:cubicBezTo>
                  <a:cubicBezTo>
                    <a:pt x="93" y="204"/>
                    <a:pt x="88" y="206"/>
                    <a:pt x="82" y="206"/>
                  </a:cubicBezTo>
                  <a:cubicBezTo>
                    <a:pt x="76" y="206"/>
                    <a:pt x="70" y="203"/>
                    <a:pt x="66" y="200"/>
                  </a:cubicBezTo>
                  <a:cubicBezTo>
                    <a:pt x="62" y="197"/>
                    <a:pt x="60" y="194"/>
                    <a:pt x="59" y="192"/>
                  </a:cubicBezTo>
                  <a:cubicBezTo>
                    <a:pt x="57" y="189"/>
                    <a:pt x="56" y="188"/>
                    <a:pt x="55" y="186"/>
                  </a:cubicBezTo>
                  <a:cubicBezTo>
                    <a:pt x="55" y="185"/>
                    <a:pt x="54" y="184"/>
                    <a:pt x="54" y="183"/>
                  </a:cubicBezTo>
                  <a:cubicBezTo>
                    <a:pt x="53" y="181"/>
                    <a:pt x="53" y="181"/>
                    <a:pt x="53" y="181"/>
                  </a:cubicBezTo>
                  <a:cubicBezTo>
                    <a:pt x="52" y="178"/>
                    <a:pt x="52" y="178"/>
                    <a:pt x="52" y="178"/>
                  </a:cubicBezTo>
                  <a:cubicBezTo>
                    <a:pt x="50" y="173"/>
                    <a:pt x="50" y="173"/>
                    <a:pt x="50" y="173"/>
                  </a:cubicBezTo>
                  <a:cubicBezTo>
                    <a:pt x="48" y="165"/>
                    <a:pt x="45" y="158"/>
                    <a:pt x="42" y="150"/>
                  </a:cubicBezTo>
                  <a:cubicBezTo>
                    <a:pt x="37" y="135"/>
                    <a:pt x="32" y="120"/>
                    <a:pt x="27" y="105"/>
                  </a:cubicBezTo>
                  <a:cubicBezTo>
                    <a:pt x="17" y="75"/>
                    <a:pt x="8" y="45"/>
                    <a:pt x="0" y="15"/>
                  </a:cubicBezTo>
                  <a:cubicBezTo>
                    <a:pt x="51" y="0"/>
                    <a:pt x="51" y="0"/>
                    <a:pt x="51" y="0"/>
                  </a:cubicBezTo>
                </a:path>
              </a:pathLst>
            </a:custGeom>
            <a:solidFill>
              <a:srgbClr val="B65B5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75" name="Google Shape;375;p6"/>
            <p:cNvSpPr/>
            <p:nvPr/>
          </p:nvSpPr>
          <p:spPr>
            <a:xfrm>
              <a:off x="11036300" y="3241676"/>
              <a:ext cx="573087" cy="752475"/>
            </a:xfrm>
            <a:custGeom>
              <a:rect b="b" l="l" r="r" t="t"/>
              <a:pathLst>
                <a:path extrusionOk="0" h="155" w="118">
                  <a:moveTo>
                    <a:pt x="65" y="8"/>
                  </a:moveTo>
                  <a:cubicBezTo>
                    <a:pt x="86" y="14"/>
                    <a:pt x="118" y="96"/>
                    <a:pt x="118" y="96"/>
                  </a:cubicBezTo>
                  <a:cubicBezTo>
                    <a:pt x="36" y="155"/>
                    <a:pt x="36" y="155"/>
                    <a:pt x="36" y="155"/>
                  </a:cubicBezTo>
                  <a:cubicBezTo>
                    <a:pt x="36" y="155"/>
                    <a:pt x="0" y="84"/>
                    <a:pt x="8" y="57"/>
                  </a:cubicBezTo>
                  <a:cubicBezTo>
                    <a:pt x="18" y="29"/>
                    <a:pt x="41" y="0"/>
                    <a:pt x="65" y="8"/>
                  </a:cubicBezTo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76" name="Google Shape;376;p6"/>
            <p:cNvSpPr/>
            <p:nvPr/>
          </p:nvSpPr>
          <p:spPr>
            <a:xfrm>
              <a:off x="11069638" y="3275013"/>
              <a:ext cx="539750" cy="719138"/>
            </a:xfrm>
            <a:custGeom>
              <a:rect b="b" l="l" r="r" t="t"/>
              <a:pathLst>
                <a:path extrusionOk="0" h="148" w="111">
                  <a:moveTo>
                    <a:pt x="50" y="0"/>
                  </a:moveTo>
                  <a:cubicBezTo>
                    <a:pt x="29" y="0"/>
                    <a:pt x="10" y="25"/>
                    <a:pt x="1" y="50"/>
                  </a:cubicBezTo>
                  <a:cubicBezTo>
                    <a:pt x="0" y="53"/>
                    <a:pt x="0" y="56"/>
                    <a:pt x="0" y="60"/>
                  </a:cubicBezTo>
                  <a:cubicBezTo>
                    <a:pt x="0" y="92"/>
                    <a:pt x="29" y="148"/>
                    <a:pt x="29" y="148"/>
                  </a:cubicBezTo>
                  <a:cubicBezTo>
                    <a:pt x="111" y="89"/>
                    <a:pt x="111" y="89"/>
                    <a:pt x="111" y="89"/>
                  </a:cubicBezTo>
                  <a:cubicBezTo>
                    <a:pt x="111" y="89"/>
                    <a:pt x="110" y="87"/>
                    <a:pt x="108" y="84"/>
                  </a:cubicBezTo>
                  <a:cubicBezTo>
                    <a:pt x="104" y="73"/>
                    <a:pt x="93" y="46"/>
                    <a:pt x="80" y="26"/>
                  </a:cubicBezTo>
                  <a:cubicBezTo>
                    <a:pt x="73" y="13"/>
                    <a:pt x="64" y="3"/>
                    <a:pt x="58" y="1"/>
                  </a:cubicBezTo>
                  <a:cubicBezTo>
                    <a:pt x="55" y="0"/>
                    <a:pt x="52" y="0"/>
                    <a:pt x="50" y="0"/>
                  </a:cubicBezTo>
                </a:path>
              </a:pathLst>
            </a:custGeom>
            <a:solidFill>
              <a:srgbClr val="A0BD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77" name="Google Shape;377;p6"/>
            <p:cNvSpPr/>
            <p:nvPr/>
          </p:nvSpPr>
          <p:spPr>
            <a:xfrm>
              <a:off x="11847513" y="3406776"/>
              <a:ext cx="228600" cy="330200"/>
            </a:xfrm>
            <a:custGeom>
              <a:rect b="b" l="l" r="r" t="t"/>
              <a:pathLst>
                <a:path extrusionOk="0" h="68" w="47">
                  <a:moveTo>
                    <a:pt x="11" y="49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46" y="24"/>
                    <a:pt x="46" y="24"/>
                    <a:pt x="46" y="24"/>
                  </a:cubicBezTo>
                  <a:cubicBezTo>
                    <a:pt x="46" y="24"/>
                    <a:pt x="47" y="58"/>
                    <a:pt x="28" y="68"/>
                  </a:cubicBezTo>
                  <a:lnTo>
                    <a:pt x="11" y="49"/>
                  </a:ln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78" name="Google Shape;378;p6"/>
            <p:cNvSpPr/>
            <p:nvPr/>
          </p:nvSpPr>
          <p:spPr>
            <a:xfrm>
              <a:off x="11847513" y="3216276"/>
              <a:ext cx="238125" cy="306388"/>
            </a:xfrm>
            <a:custGeom>
              <a:rect b="b" l="l" r="r" t="t"/>
              <a:pathLst>
                <a:path extrusionOk="0" h="193" w="150">
                  <a:moveTo>
                    <a:pt x="59" y="0"/>
                  </a:moveTo>
                  <a:lnTo>
                    <a:pt x="150" y="65"/>
                  </a:lnTo>
                  <a:lnTo>
                    <a:pt x="141" y="193"/>
                  </a:lnTo>
                  <a:lnTo>
                    <a:pt x="0" y="120"/>
                  </a:lnTo>
                  <a:lnTo>
                    <a:pt x="59" y="0"/>
                  </a:ln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79" name="Google Shape;379;p6"/>
            <p:cNvSpPr/>
            <p:nvPr/>
          </p:nvSpPr>
          <p:spPr>
            <a:xfrm>
              <a:off x="7599363" y="2011363"/>
              <a:ext cx="2105025" cy="1423988"/>
            </a:xfrm>
            <a:custGeom>
              <a:rect b="b" l="l" r="r" t="t"/>
              <a:pathLst>
                <a:path extrusionOk="0" h="293" w="433">
                  <a:moveTo>
                    <a:pt x="62" y="0"/>
                  </a:moveTo>
                  <a:cubicBezTo>
                    <a:pt x="386" y="0"/>
                    <a:pt x="386" y="0"/>
                    <a:pt x="386" y="0"/>
                  </a:cubicBezTo>
                  <a:cubicBezTo>
                    <a:pt x="412" y="0"/>
                    <a:pt x="433" y="22"/>
                    <a:pt x="431" y="48"/>
                  </a:cubicBezTo>
                  <a:cubicBezTo>
                    <a:pt x="422" y="195"/>
                    <a:pt x="422" y="195"/>
                    <a:pt x="422" y="195"/>
                  </a:cubicBezTo>
                  <a:cubicBezTo>
                    <a:pt x="420" y="221"/>
                    <a:pt x="398" y="243"/>
                    <a:pt x="371" y="243"/>
                  </a:cubicBezTo>
                  <a:cubicBezTo>
                    <a:pt x="334" y="243"/>
                    <a:pt x="334" y="243"/>
                    <a:pt x="334" y="243"/>
                  </a:cubicBezTo>
                  <a:cubicBezTo>
                    <a:pt x="349" y="293"/>
                    <a:pt x="349" y="293"/>
                    <a:pt x="349" y="293"/>
                  </a:cubicBezTo>
                  <a:cubicBezTo>
                    <a:pt x="276" y="243"/>
                    <a:pt x="276" y="243"/>
                    <a:pt x="276" y="243"/>
                  </a:cubicBezTo>
                  <a:cubicBezTo>
                    <a:pt x="47" y="243"/>
                    <a:pt x="47" y="243"/>
                    <a:pt x="47" y="243"/>
                  </a:cubicBezTo>
                  <a:cubicBezTo>
                    <a:pt x="21" y="243"/>
                    <a:pt x="0" y="221"/>
                    <a:pt x="2" y="195"/>
                  </a:cubicBezTo>
                  <a:cubicBezTo>
                    <a:pt x="11" y="48"/>
                    <a:pt x="11" y="48"/>
                    <a:pt x="11" y="48"/>
                  </a:cubicBezTo>
                  <a:cubicBezTo>
                    <a:pt x="13" y="22"/>
                    <a:pt x="36" y="0"/>
                    <a:pt x="62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80" name="Google Shape;380;p6"/>
            <p:cNvSpPr/>
            <p:nvPr/>
          </p:nvSpPr>
          <p:spPr>
            <a:xfrm>
              <a:off x="7959725" y="2298701"/>
              <a:ext cx="1419225" cy="87313"/>
            </a:xfrm>
            <a:custGeom>
              <a:rect b="b" l="l" r="r" t="t"/>
              <a:pathLst>
                <a:path extrusionOk="0" h="18" w="292">
                  <a:moveTo>
                    <a:pt x="282" y="18"/>
                  </a:moveTo>
                  <a:cubicBezTo>
                    <a:pt x="8" y="18"/>
                    <a:pt x="8" y="18"/>
                    <a:pt x="8" y="18"/>
                  </a:cubicBezTo>
                  <a:cubicBezTo>
                    <a:pt x="3" y="18"/>
                    <a:pt x="0" y="14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283" y="0"/>
                    <a:pt x="283" y="0"/>
                    <a:pt x="283" y="0"/>
                  </a:cubicBezTo>
                  <a:cubicBezTo>
                    <a:pt x="288" y="0"/>
                    <a:pt x="292" y="4"/>
                    <a:pt x="292" y="9"/>
                  </a:cubicBezTo>
                  <a:cubicBezTo>
                    <a:pt x="292" y="14"/>
                    <a:pt x="287" y="18"/>
                    <a:pt x="282" y="1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81" name="Google Shape;381;p6"/>
            <p:cNvSpPr/>
            <p:nvPr/>
          </p:nvSpPr>
          <p:spPr>
            <a:xfrm>
              <a:off x="7940675" y="2560638"/>
              <a:ext cx="650875" cy="87313"/>
            </a:xfrm>
            <a:custGeom>
              <a:rect b="b" l="l" r="r" t="t"/>
              <a:pathLst>
                <a:path extrusionOk="0" h="18" w="134">
                  <a:moveTo>
                    <a:pt x="124" y="18"/>
                  </a:moveTo>
                  <a:cubicBezTo>
                    <a:pt x="9" y="18"/>
                    <a:pt x="9" y="18"/>
                    <a:pt x="9" y="18"/>
                  </a:cubicBezTo>
                  <a:cubicBezTo>
                    <a:pt x="4" y="18"/>
                    <a:pt x="0" y="14"/>
                    <a:pt x="1" y="9"/>
                  </a:cubicBezTo>
                  <a:cubicBezTo>
                    <a:pt x="1" y="4"/>
                    <a:pt x="5" y="0"/>
                    <a:pt x="10" y="0"/>
                  </a:cubicBezTo>
                  <a:cubicBezTo>
                    <a:pt x="125" y="0"/>
                    <a:pt x="125" y="0"/>
                    <a:pt x="125" y="0"/>
                  </a:cubicBezTo>
                  <a:cubicBezTo>
                    <a:pt x="130" y="0"/>
                    <a:pt x="134" y="4"/>
                    <a:pt x="134" y="9"/>
                  </a:cubicBezTo>
                  <a:cubicBezTo>
                    <a:pt x="133" y="14"/>
                    <a:pt x="129" y="18"/>
                    <a:pt x="124" y="1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82" name="Google Shape;382;p6"/>
            <p:cNvSpPr/>
            <p:nvPr/>
          </p:nvSpPr>
          <p:spPr>
            <a:xfrm>
              <a:off x="7924800" y="2817813"/>
              <a:ext cx="1143000" cy="88900"/>
            </a:xfrm>
            <a:custGeom>
              <a:rect b="b" l="l" r="r" t="t"/>
              <a:pathLst>
                <a:path extrusionOk="0" h="18" w="235">
                  <a:moveTo>
                    <a:pt x="226" y="18"/>
                  </a:moveTo>
                  <a:cubicBezTo>
                    <a:pt x="9" y="18"/>
                    <a:pt x="9" y="18"/>
                    <a:pt x="9" y="18"/>
                  </a:cubicBezTo>
                  <a:cubicBezTo>
                    <a:pt x="4" y="18"/>
                    <a:pt x="0" y="14"/>
                    <a:pt x="0" y="9"/>
                  </a:cubicBezTo>
                  <a:cubicBezTo>
                    <a:pt x="1" y="4"/>
                    <a:pt x="5" y="0"/>
                    <a:pt x="10" y="0"/>
                  </a:cubicBezTo>
                  <a:cubicBezTo>
                    <a:pt x="227" y="0"/>
                    <a:pt x="227" y="0"/>
                    <a:pt x="227" y="0"/>
                  </a:cubicBezTo>
                  <a:cubicBezTo>
                    <a:pt x="232" y="0"/>
                    <a:pt x="235" y="4"/>
                    <a:pt x="235" y="9"/>
                  </a:cubicBezTo>
                  <a:cubicBezTo>
                    <a:pt x="235" y="14"/>
                    <a:pt x="231" y="18"/>
                    <a:pt x="226" y="1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83" name="Google Shape;383;p6"/>
            <p:cNvSpPr/>
            <p:nvPr/>
          </p:nvSpPr>
          <p:spPr>
            <a:xfrm>
              <a:off x="8688388" y="2560638"/>
              <a:ext cx="311150" cy="87313"/>
            </a:xfrm>
            <a:custGeom>
              <a:rect b="b" l="l" r="r" t="t"/>
              <a:pathLst>
                <a:path extrusionOk="0" h="18" w="64">
                  <a:moveTo>
                    <a:pt x="54" y="18"/>
                  </a:moveTo>
                  <a:cubicBezTo>
                    <a:pt x="9" y="18"/>
                    <a:pt x="9" y="18"/>
                    <a:pt x="9" y="18"/>
                  </a:cubicBezTo>
                  <a:cubicBezTo>
                    <a:pt x="4" y="18"/>
                    <a:pt x="0" y="14"/>
                    <a:pt x="1" y="9"/>
                  </a:cubicBezTo>
                  <a:cubicBezTo>
                    <a:pt x="1" y="4"/>
                    <a:pt x="5" y="0"/>
                    <a:pt x="10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61" y="0"/>
                    <a:pt x="64" y="4"/>
                    <a:pt x="64" y="9"/>
                  </a:cubicBezTo>
                  <a:cubicBezTo>
                    <a:pt x="64" y="14"/>
                    <a:pt x="59" y="18"/>
                    <a:pt x="54" y="1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7"/>
          <p:cNvSpPr txBox="1"/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</a:pPr>
            <a:r>
              <a:rPr lang="es-CL"/>
              <a:t>¿Qué es un parámetro?</a:t>
            </a:r>
            <a:endParaRPr/>
          </a:p>
        </p:txBody>
      </p:sp>
      <p:sp>
        <p:nvSpPr>
          <p:cNvPr id="389" name="Google Shape;389;p7"/>
          <p:cNvSpPr txBox="1"/>
          <p:nvPr/>
        </p:nvSpPr>
        <p:spPr>
          <a:xfrm>
            <a:off x="1112989" y="615954"/>
            <a:ext cx="1985480" cy="3016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Clase 07: Subprogramas</a:t>
            </a:r>
            <a:endParaRPr/>
          </a:p>
        </p:txBody>
      </p:sp>
      <p:sp>
        <p:nvSpPr>
          <p:cNvPr id="390" name="Google Shape;390;p7"/>
          <p:cNvSpPr/>
          <p:nvPr/>
        </p:nvSpPr>
        <p:spPr>
          <a:xfrm>
            <a:off x="1104899" y="1930701"/>
            <a:ext cx="9982202" cy="1394195"/>
          </a:xfrm>
          <a:prstGeom prst="roundRect">
            <a:avLst>
              <a:gd fmla="val 785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504000" spcFirstLastPara="1" rIns="27430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Un parámetro es un valor que le enviamos al procedimiento o función para que lo utilice como entrada, realizar una operación y entregar un resultado</a:t>
            </a:r>
            <a:endParaRPr/>
          </a:p>
        </p:txBody>
      </p:sp>
      <p:sp>
        <p:nvSpPr>
          <p:cNvPr id="391" name="Google Shape;391;p7"/>
          <p:cNvSpPr/>
          <p:nvPr/>
        </p:nvSpPr>
        <p:spPr>
          <a:xfrm>
            <a:off x="4620039" y="3813677"/>
            <a:ext cx="2951922" cy="1212574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0045B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Subprograma</a:t>
            </a:r>
            <a:endParaRPr b="1" sz="105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392" name="Google Shape;392;p7"/>
          <p:cNvCxnSpPr/>
          <p:nvPr/>
        </p:nvCxnSpPr>
        <p:spPr>
          <a:xfrm>
            <a:off x="2801178" y="4479599"/>
            <a:ext cx="1302026" cy="0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93" name="Google Shape;393;p7"/>
          <p:cNvCxnSpPr/>
          <p:nvPr/>
        </p:nvCxnSpPr>
        <p:spPr>
          <a:xfrm>
            <a:off x="8002656" y="4479599"/>
            <a:ext cx="1302026" cy="0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94" name="Google Shape;394;p7"/>
          <p:cNvSpPr txBox="1"/>
          <p:nvPr/>
        </p:nvSpPr>
        <p:spPr>
          <a:xfrm>
            <a:off x="2887318" y="3995210"/>
            <a:ext cx="1302026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0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Entrada</a:t>
            </a:r>
            <a:endParaRPr b="1" sz="16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95" name="Google Shape;395;p7"/>
          <p:cNvSpPr txBox="1"/>
          <p:nvPr/>
        </p:nvSpPr>
        <p:spPr>
          <a:xfrm>
            <a:off x="8088796" y="3995210"/>
            <a:ext cx="1302026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0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Salida</a:t>
            </a:r>
            <a:endParaRPr b="1" sz="16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96" name="Google Shape;396;p7"/>
          <p:cNvSpPr txBox="1"/>
          <p:nvPr/>
        </p:nvSpPr>
        <p:spPr>
          <a:xfrm>
            <a:off x="2045805" y="5175636"/>
            <a:ext cx="4810538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Lo que recibe como entrada un subprograma se conoce como “parámetro”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397" name="Google Shape;397;p7"/>
          <p:cNvCxnSpPr/>
          <p:nvPr/>
        </p:nvCxnSpPr>
        <p:spPr>
          <a:xfrm flipH="1" rot="10800000">
            <a:off x="2887318" y="4670949"/>
            <a:ext cx="301486" cy="504689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8"/>
          <p:cNvSpPr txBox="1"/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</a:pPr>
            <a:r>
              <a:rPr lang="es-CL"/>
              <a:t>Ejemplo de la vida real</a:t>
            </a:r>
            <a:endParaRPr/>
          </a:p>
        </p:txBody>
      </p:sp>
      <p:sp>
        <p:nvSpPr>
          <p:cNvPr id="403" name="Google Shape;403;p8"/>
          <p:cNvSpPr txBox="1"/>
          <p:nvPr/>
        </p:nvSpPr>
        <p:spPr>
          <a:xfrm>
            <a:off x="1112989" y="615954"/>
            <a:ext cx="1985480" cy="3016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Clase 07: Subprogramas</a:t>
            </a:r>
            <a:endParaRPr/>
          </a:p>
        </p:txBody>
      </p:sp>
      <p:sp>
        <p:nvSpPr>
          <p:cNvPr id="404" name="Google Shape;404;p8"/>
          <p:cNvSpPr/>
          <p:nvPr/>
        </p:nvSpPr>
        <p:spPr>
          <a:xfrm>
            <a:off x="1112989" y="1930701"/>
            <a:ext cx="9982202" cy="1928698"/>
          </a:xfrm>
          <a:prstGeom prst="roundRect">
            <a:avLst>
              <a:gd fmla="val 999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504000" spcFirstLastPara="1" rIns="27430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Le compraste un chocolate a tu madre para el día de la madre y necesitas envolverlo en papel de regalo.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s-CL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Si lo vas a envolver tú, entonces tú podrías ser el subprograma cuya </a:t>
            </a:r>
            <a:r>
              <a:rPr b="1" lang="es-CL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acción</a:t>
            </a:r>
            <a:r>
              <a:rPr lang="es-CL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es </a:t>
            </a:r>
            <a:r>
              <a:rPr b="1" lang="es-CL" sz="2000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rPr>
              <a:t>ENVOLVER_REGALO </a:t>
            </a:r>
            <a:endParaRPr/>
          </a:p>
        </p:txBody>
      </p:sp>
      <p:sp>
        <p:nvSpPr>
          <p:cNvPr id="405" name="Google Shape;405;p8"/>
          <p:cNvSpPr/>
          <p:nvPr/>
        </p:nvSpPr>
        <p:spPr>
          <a:xfrm>
            <a:off x="1112989" y="4067503"/>
            <a:ext cx="9982202" cy="2174543"/>
          </a:xfrm>
          <a:prstGeom prst="roundRect">
            <a:avLst>
              <a:gd fmla="val 733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504000" spcFirstLastPara="1" rIns="27430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0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¿Qué necesitarías para envolver el regalo?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s-CL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Exacto, necesitarías </a:t>
            </a:r>
            <a:r>
              <a:rPr b="1" lang="es-CL" sz="20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papel de regalo</a:t>
            </a:r>
            <a:r>
              <a:rPr lang="es-CL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s-CL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Entonces tu </a:t>
            </a:r>
            <a:r>
              <a:rPr b="1" lang="es-CL" sz="2000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rPr>
              <a:t>parámetro de entrada </a:t>
            </a:r>
            <a:r>
              <a:rPr lang="es-CL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sería el papel de regalo, tu </a:t>
            </a:r>
            <a:r>
              <a:rPr b="1" lang="es-CL" sz="2000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rPr>
              <a:t>acción</a:t>
            </a:r>
            <a:r>
              <a:rPr lang="es-CL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sería envolverlo, y tu </a:t>
            </a:r>
            <a:r>
              <a:rPr b="1" lang="es-CL" sz="2000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rPr>
              <a:t>salida</a:t>
            </a:r>
            <a:r>
              <a:rPr lang="es-CL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sería el regalo envuelto.</a:t>
            </a:r>
            <a:endParaRPr/>
          </a:p>
        </p:txBody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0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0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0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0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0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9"/>
          <p:cNvSpPr txBox="1"/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</a:pPr>
            <a:r>
              <a:rPr lang="es-CL"/>
              <a:t>Ejemplo en programación</a:t>
            </a:r>
            <a:endParaRPr/>
          </a:p>
        </p:txBody>
      </p:sp>
      <p:sp>
        <p:nvSpPr>
          <p:cNvPr id="411" name="Google Shape;411;p9"/>
          <p:cNvSpPr txBox="1"/>
          <p:nvPr/>
        </p:nvSpPr>
        <p:spPr>
          <a:xfrm>
            <a:off x="1112989" y="615954"/>
            <a:ext cx="1985480" cy="3016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Clase 07: Subprogramas</a:t>
            </a:r>
            <a:endParaRPr/>
          </a:p>
        </p:txBody>
      </p:sp>
      <p:sp>
        <p:nvSpPr>
          <p:cNvPr id="412" name="Google Shape;412;p9"/>
          <p:cNvSpPr/>
          <p:nvPr/>
        </p:nvSpPr>
        <p:spPr>
          <a:xfrm>
            <a:off x="1112989" y="1930701"/>
            <a:ext cx="9982202" cy="682625"/>
          </a:xfrm>
          <a:prstGeom prst="roundRect">
            <a:avLst>
              <a:gd fmla="val 21079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504000" spcFirstLastPara="1" rIns="27430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Necesitamos multiplicar dos números </a:t>
            </a:r>
            <a:endParaRPr/>
          </a:p>
        </p:txBody>
      </p:sp>
      <p:sp>
        <p:nvSpPr>
          <p:cNvPr id="413" name="Google Shape;413;p9"/>
          <p:cNvSpPr/>
          <p:nvPr/>
        </p:nvSpPr>
        <p:spPr>
          <a:xfrm>
            <a:off x="1112989" y="2793651"/>
            <a:ext cx="9982202" cy="3448396"/>
          </a:xfrm>
          <a:prstGeom prst="roundRect">
            <a:avLst>
              <a:gd fmla="val 733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504000" spcFirstLastPara="1" rIns="27430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0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¿Qué necesitaríamos para multiplicar los dos números?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s-CL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Exacto, el </a:t>
            </a:r>
            <a:r>
              <a:rPr b="1" lang="es-CL" sz="20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número1</a:t>
            </a:r>
            <a:r>
              <a:rPr lang="es-CL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y el </a:t>
            </a:r>
            <a:r>
              <a:rPr b="1" lang="es-CL" sz="20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número2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s-CL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¿Cuál sería la acción?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s-CL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Sí, la acción sería </a:t>
            </a:r>
            <a:r>
              <a:rPr b="1" lang="es-CL" sz="2000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rPr>
              <a:t>multiplicar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s-CL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¿Cuál sería la salida?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s-CL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Exacto, el </a:t>
            </a:r>
            <a:r>
              <a:rPr b="1" lang="es-CL" sz="2000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rPr>
              <a:t>resultado</a:t>
            </a:r>
            <a:r>
              <a:rPr lang="es-CL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de la multiplicación</a:t>
            </a:r>
            <a:endParaRPr/>
          </a:p>
        </p:txBody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1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1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1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1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1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1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10"/>
          <p:cNvSpPr txBox="1"/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</a:pPr>
            <a:r>
              <a:rPr lang="es-CL"/>
              <a:t>Ejemplo en programación</a:t>
            </a:r>
            <a:endParaRPr/>
          </a:p>
        </p:txBody>
      </p:sp>
      <p:sp>
        <p:nvSpPr>
          <p:cNvPr id="419" name="Google Shape;419;p10"/>
          <p:cNvSpPr txBox="1"/>
          <p:nvPr/>
        </p:nvSpPr>
        <p:spPr>
          <a:xfrm>
            <a:off x="1112989" y="615954"/>
            <a:ext cx="1985480" cy="3016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Clase 07: Subprogramas</a:t>
            </a:r>
            <a:endParaRPr/>
          </a:p>
        </p:txBody>
      </p:sp>
      <p:sp>
        <p:nvSpPr>
          <p:cNvPr id="420" name="Google Shape;420;p10"/>
          <p:cNvSpPr/>
          <p:nvPr/>
        </p:nvSpPr>
        <p:spPr>
          <a:xfrm>
            <a:off x="1112989" y="1930701"/>
            <a:ext cx="9982202" cy="862950"/>
          </a:xfrm>
          <a:prstGeom prst="roundRect">
            <a:avLst>
              <a:gd fmla="val 21079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504000" spcFirstLastPara="1" rIns="27430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Si transformáramos lo anterior a código en Python sería de la siguiente manera:</a:t>
            </a:r>
            <a:endParaRPr/>
          </a:p>
        </p:txBody>
      </p:sp>
      <p:sp>
        <p:nvSpPr>
          <p:cNvPr id="421" name="Google Shape;421;p10"/>
          <p:cNvSpPr/>
          <p:nvPr/>
        </p:nvSpPr>
        <p:spPr>
          <a:xfrm>
            <a:off x="2966638" y="3632375"/>
            <a:ext cx="6201574" cy="1254936"/>
          </a:xfrm>
          <a:prstGeom prst="roundRect">
            <a:avLst>
              <a:gd fmla="val 14869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504000" spcFirstLastPara="1" rIns="2743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>
                <a:solidFill>
                  <a:srgbClr val="7A3E9D"/>
                </a:solidFill>
                <a:latin typeface="Consolas"/>
                <a:ea typeface="Consolas"/>
                <a:cs typeface="Consolas"/>
                <a:sym typeface="Consolas"/>
              </a:rPr>
              <a:t>def</a:t>
            </a:r>
            <a:r>
              <a:rPr lang="es-CL" sz="2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s-CL" sz="2000">
                <a:solidFill>
                  <a:srgbClr val="AA3731"/>
                </a:solidFill>
                <a:latin typeface="Consolas"/>
                <a:ea typeface="Consolas"/>
                <a:cs typeface="Consolas"/>
                <a:sym typeface="Consolas"/>
              </a:rPr>
              <a:t>multiplicar</a:t>
            </a:r>
            <a:r>
              <a:rPr lang="es-CL" sz="2000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CL" sz="2000">
                <a:solidFill>
                  <a:srgbClr val="7A3E9D"/>
                </a:solidFill>
                <a:latin typeface="Consolas"/>
                <a:ea typeface="Consolas"/>
                <a:cs typeface="Consolas"/>
                <a:sym typeface="Consolas"/>
              </a:rPr>
              <a:t>numero1</a:t>
            </a:r>
            <a:r>
              <a:rPr lang="es-CL" sz="2000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s-CL" sz="2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2000">
                <a:solidFill>
                  <a:srgbClr val="7A3E9D"/>
                </a:solidFill>
                <a:latin typeface="Consolas"/>
                <a:ea typeface="Consolas"/>
                <a:cs typeface="Consolas"/>
                <a:sym typeface="Consolas"/>
              </a:rPr>
              <a:t>numero2</a:t>
            </a:r>
            <a:r>
              <a:rPr lang="es-CL" sz="2000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):</a:t>
            </a:r>
            <a:endParaRPr sz="2000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    resultado </a:t>
            </a:r>
            <a:r>
              <a:rPr lang="es-CL" sz="2000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s-CL" sz="2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numero1 </a:t>
            </a:r>
            <a:r>
              <a:rPr lang="es-CL" sz="2000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*</a:t>
            </a:r>
            <a:r>
              <a:rPr lang="es-CL" sz="2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numero2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s-CL" sz="2000">
                <a:solidFill>
                  <a:srgbClr val="4B69C6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s-CL" sz="2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resultado</a:t>
            </a:r>
            <a:endParaRPr sz="2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22" name="Google Shape;422;p10"/>
          <p:cNvSpPr txBox="1"/>
          <p:nvPr/>
        </p:nvSpPr>
        <p:spPr>
          <a:xfrm>
            <a:off x="6195862" y="3032588"/>
            <a:ext cx="1302026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000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Entrada</a:t>
            </a:r>
            <a:endParaRPr b="1" sz="160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423" name="Google Shape;423;p10"/>
          <p:cNvCxnSpPr/>
          <p:nvPr/>
        </p:nvCxnSpPr>
        <p:spPr>
          <a:xfrm flipH="1">
            <a:off x="6195862" y="3462088"/>
            <a:ext cx="207066" cy="291182"/>
          </a:xfrm>
          <a:prstGeom prst="straightConnector1">
            <a:avLst/>
          </a:prstGeom>
          <a:noFill/>
          <a:ln cap="flat" cmpd="sng" w="57150">
            <a:solidFill>
              <a:srgbClr val="00B05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424" name="Google Shape;424;p10"/>
          <p:cNvCxnSpPr/>
          <p:nvPr/>
        </p:nvCxnSpPr>
        <p:spPr>
          <a:xfrm>
            <a:off x="7191524" y="3475192"/>
            <a:ext cx="263610" cy="278626"/>
          </a:xfrm>
          <a:prstGeom prst="straightConnector1">
            <a:avLst/>
          </a:prstGeom>
          <a:noFill/>
          <a:ln cap="flat" cmpd="sng" w="57150">
            <a:solidFill>
              <a:srgbClr val="00B05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25" name="Google Shape;425;p10"/>
          <p:cNvSpPr/>
          <p:nvPr/>
        </p:nvSpPr>
        <p:spPr>
          <a:xfrm>
            <a:off x="3998136" y="4117953"/>
            <a:ext cx="4253150" cy="291179"/>
          </a:xfrm>
          <a:prstGeom prst="rect">
            <a:avLst/>
          </a:prstGeom>
          <a:noFill/>
          <a:ln cap="flat" cmpd="sng" w="381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26" name="Google Shape;426;p10"/>
          <p:cNvSpPr txBox="1"/>
          <p:nvPr/>
        </p:nvSpPr>
        <p:spPr>
          <a:xfrm>
            <a:off x="7706511" y="4910371"/>
            <a:ext cx="1302026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000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Acción</a:t>
            </a:r>
            <a:endParaRPr b="1" sz="160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427" name="Google Shape;427;p10"/>
          <p:cNvCxnSpPr/>
          <p:nvPr/>
        </p:nvCxnSpPr>
        <p:spPr>
          <a:xfrm>
            <a:off x="7203756" y="4508127"/>
            <a:ext cx="502755" cy="416368"/>
          </a:xfrm>
          <a:prstGeom prst="straightConnector1">
            <a:avLst/>
          </a:prstGeom>
          <a:noFill/>
          <a:ln cap="flat" cmpd="sng" w="57150">
            <a:solidFill>
              <a:srgbClr val="00B05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428" name="Google Shape;428;p10"/>
          <p:cNvCxnSpPr/>
          <p:nvPr/>
        </p:nvCxnSpPr>
        <p:spPr>
          <a:xfrm>
            <a:off x="4628756" y="4806563"/>
            <a:ext cx="359490" cy="313428"/>
          </a:xfrm>
          <a:prstGeom prst="straightConnector1">
            <a:avLst/>
          </a:prstGeom>
          <a:noFill/>
          <a:ln cap="flat" cmpd="sng" w="57150">
            <a:solidFill>
              <a:srgbClr val="00B05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29" name="Google Shape;429;p10"/>
          <p:cNvSpPr txBox="1"/>
          <p:nvPr/>
        </p:nvSpPr>
        <p:spPr>
          <a:xfrm>
            <a:off x="4988246" y="5086988"/>
            <a:ext cx="1302026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000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Salida</a:t>
            </a:r>
            <a:endParaRPr b="1" sz="160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430" name="Google Shape;430;p10"/>
          <p:cNvCxnSpPr/>
          <p:nvPr/>
        </p:nvCxnSpPr>
        <p:spPr>
          <a:xfrm>
            <a:off x="3998136" y="4716311"/>
            <a:ext cx="2423780" cy="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11"/>
          <p:cNvSpPr txBox="1"/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</a:pPr>
            <a:r>
              <a:rPr lang="es-CL"/>
              <a:t>Ejemplo en programación</a:t>
            </a:r>
            <a:endParaRPr/>
          </a:p>
        </p:txBody>
      </p:sp>
      <p:sp>
        <p:nvSpPr>
          <p:cNvPr id="436" name="Google Shape;436;p11"/>
          <p:cNvSpPr txBox="1"/>
          <p:nvPr/>
        </p:nvSpPr>
        <p:spPr>
          <a:xfrm>
            <a:off x="1112989" y="615954"/>
            <a:ext cx="1985480" cy="3016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Clase 07: Subprogramas</a:t>
            </a:r>
            <a:endParaRPr/>
          </a:p>
        </p:txBody>
      </p:sp>
      <p:sp>
        <p:nvSpPr>
          <p:cNvPr id="437" name="Google Shape;437;p11"/>
          <p:cNvSpPr/>
          <p:nvPr/>
        </p:nvSpPr>
        <p:spPr>
          <a:xfrm>
            <a:off x="1112989" y="1930701"/>
            <a:ext cx="9982202" cy="862950"/>
          </a:xfrm>
          <a:prstGeom prst="roundRect">
            <a:avLst>
              <a:gd fmla="val 21079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504000" spcFirstLastPara="1" rIns="27430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4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¿Este subprograma es un procedimiento o función?</a:t>
            </a:r>
            <a:endParaRPr/>
          </a:p>
        </p:txBody>
      </p:sp>
      <p:sp>
        <p:nvSpPr>
          <p:cNvPr id="438" name="Google Shape;438;p11"/>
          <p:cNvSpPr/>
          <p:nvPr/>
        </p:nvSpPr>
        <p:spPr>
          <a:xfrm>
            <a:off x="2966638" y="3632375"/>
            <a:ext cx="6201574" cy="1254936"/>
          </a:xfrm>
          <a:prstGeom prst="roundRect">
            <a:avLst>
              <a:gd fmla="val 14869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504000" spcFirstLastPara="1" rIns="2743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>
                <a:solidFill>
                  <a:srgbClr val="7A3E9D"/>
                </a:solidFill>
                <a:latin typeface="Consolas"/>
                <a:ea typeface="Consolas"/>
                <a:cs typeface="Consolas"/>
                <a:sym typeface="Consolas"/>
              </a:rPr>
              <a:t>def</a:t>
            </a:r>
            <a:r>
              <a:rPr lang="es-CL" sz="2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s-CL" sz="2000">
                <a:solidFill>
                  <a:srgbClr val="AA3731"/>
                </a:solidFill>
                <a:latin typeface="Consolas"/>
                <a:ea typeface="Consolas"/>
                <a:cs typeface="Consolas"/>
                <a:sym typeface="Consolas"/>
              </a:rPr>
              <a:t>multiplicar</a:t>
            </a:r>
            <a:r>
              <a:rPr lang="es-CL" sz="2000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CL" sz="2000">
                <a:solidFill>
                  <a:srgbClr val="7A3E9D"/>
                </a:solidFill>
                <a:latin typeface="Consolas"/>
                <a:ea typeface="Consolas"/>
                <a:cs typeface="Consolas"/>
                <a:sym typeface="Consolas"/>
              </a:rPr>
              <a:t>numero1</a:t>
            </a:r>
            <a:r>
              <a:rPr lang="es-CL" sz="2000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s-CL" sz="2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2000">
                <a:solidFill>
                  <a:srgbClr val="7A3E9D"/>
                </a:solidFill>
                <a:latin typeface="Consolas"/>
                <a:ea typeface="Consolas"/>
                <a:cs typeface="Consolas"/>
                <a:sym typeface="Consolas"/>
              </a:rPr>
              <a:t>numero2</a:t>
            </a:r>
            <a:r>
              <a:rPr lang="es-CL" sz="2000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):</a:t>
            </a:r>
            <a:endParaRPr sz="2000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    resultado </a:t>
            </a:r>
            <a:r>
              <a:rPr lang="es-CL" sz="2000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s-CL" sz="2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numero1 </a:t>
            </a:r>
            <a:r>
              <a:rPr lang="es-CL" sz="2000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*</a:t>
            </a:r>
            <a:r>
              <a:rPr lang="es-CL" sz="2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numero2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s-CL" sz="2000">
                <a:solidFill>
                  <a:srgbClr val="4B69C6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s-CL" sz="2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resultado</a:t>
            </a:r>
            <a:endParaRPr sz="2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439" name="Google Shape;439;p11"/>
          <p:cNvCxnSpPr/>
          <p:nvPr/>
        </p:nvCxnSpPr>
        <p:spPr>
          <a:xfrm rot="10800000">
            <a:off x="4742268" y="4719881"/>
            <a:ext cx="901787" cy="299860"/>
          </a:xfrm>
          <a:prstGeom prst="straightConnector1">
            <a:avLst/>
          </a:prstGeom>
          <a:noFill/>
          <a:ln cap="flat" cmpd="sng" w="57150">
            <a:solidFill>
              <a:srgbClr val="00B05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40" name="Google Shape;440;p11"/>
          <p:cNvSpPr txBox="1"/>
          <p:nvPr/>
        </p:nvSpPr>
        <p:spPr>
          <a:xfrm>
            <a:off x="3197247" y="5143743"/>
            <a:ext cx="636296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Sí, es una </a:t>
            </a:r>
            <a:r>
              <a:rPr b="1" lang="es-CL" sz="2000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función </a:t>
            </a:r>
            <a:r>
              <a:rPr lang="es-CL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porque</a:t>
            </a:r>
            <a:r>
              <a:rPr b="1" lang="es-CL" sz="2000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 retorna </a:t>
            </a:r>
            <a:r>
              <a:rPr lang="es-CL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un valor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12"/>
          <p:cNvSpPr txBox="1"/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</a:pPr>
            <a:r>
              <a:rPr lang="es-CL"/>
              <a:t>Ejemplo en programación</a:t>
            </a:r>
            <a:endParaRPr/>
          </a:p>
        </p:txBody>
      </p:sp>
      <p:sp>
        <p:nvSpPr>
          <p:cNvPr id="446" name="Google Shape;446;p12"/>
          <p:cNvSpPr txBox="1"/>
          <p:nvPr/>
        </p:nvSpPr>
        <p:spPr>
          <a:xfrm>
            <a:off x="1112989" y="615954"/>
            <a:ext cx="1985480" cy="3016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Clase 07: Subprogramas</a:t>
            </a:r>
            <a:endParaRPr/>
          </a:p>
        </p:txBody>
      </p:sp>
      <p:sp>
        <p:nvSpPr>
          <p:cNvPr id="447" name="Google Shape;447;p12"/>
          <p:cNvSpPr/>
          <p:nvPr/>
        </p:nvSpPr>
        <p:spPr>
          <a:xfrm>
            <a:off x="1112989" y="1930701"/>
            <a:ext cx="9982202" cy="862950"/>
          </a:xfrm>
          <a:prstGeom prst="roundRect">
            <a:avLst>
              <a:gd fmla="val 21079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504000" spcFirstLastPara="1" rIns="27430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4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¿Este subprograma es un procedimiento o función?</a:t>
            </a:r>
            <a:endParaRPr/>
          </a:p>
        </p:txBody>
      </p:sp>
      <p:sp>
        <p:nvSpPr>
          <p:cNvPr id="448" name="Google Shape;448;p12"/>
          <p:cNvSpPr/>
          <p:nvPr/>
        </p:nvSpPr>
        <p:spPr>
          <a:xfrm>
            <a:off x="2966638" y="3391163"/>
            <a:ext cx="6201574" cy="1254936"/>
          </a:xfrm>
          <a:prstGeom prst="roundRect">
            <a:avLst>
              <a:gd fmla="val 14869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504000" spcFirstLastPara="1" rIns="2743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>
                <a:solidFill>
                  <a:srgbClr val="7A3E9D"/>
                </a:solidFill>
                <a:latin typeface="Consolas"/>
                <a:ea typeface="Consolas"/>
                <a:cs typeface="Consolas"/>
                <a:sym typeface="Consolas"/>
              </a:rPr>
              <a:t>def</a:t>
            </a:r>
            <a:r>
              <a:rPr lang="es-CL" sz="2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s-CL" sz="2000">
                <a:solidFill>
                  <a:srgbClr val="AA3731"/>
                </a:solidFill>
                <a:latin typeface="Consolas"/>
                <a:ea typeface="Consolas"/>
                <a:cs typeface="Consolas"/>
                <a:sym typeface="Consolas"/>
              </a:rPr>
              <a:t>suma</a:t>
            </a:r>
            <a:r>
              <a:rPr lang="es-CL" sz="2000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CL" sz="2000">
                <a:solidFill>
                  <a:srgbClr val="7A3E9D"/>
                </a:solidFill>
                <a:latin typeface="Consolas"/>
                <a:ea typeface="Consolas"/>
                <a:cs typeface="Consolas"/>
                <a:sym typeface="Consolas"/>
              </a:rPr>
              <a:t>numero1</a:t>
            </a:r>
            <a:r>
              <a:rPr lang="es-CL" sz="2000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s-CL" sz="2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2000">
                <a:solidFill>
                  <a:srgbClr val="7A3E9D"/>
                </a:solidFill>
                <a:latin typeface="Consolas"/>
                <a:ea typeface="Consolas"/>
                <a:cs typeface="Consolas"/>
                <a:sym typeface="Consolas"/>
              </a:rPr>
              <a:t>numero2</a:t>
            </a:r>
            <a:r>
              <a:rPr lang="es-CL" sz="2000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):</a:t>
            </a:r>
            <a:endParaRPr sz="2000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    suma </a:t>
            </a:r>
            <a:r>
              <a:rPr lang="es-CL" sz="2000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s-CL" sz="2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numero1 </a:t>
            </a:r>
            <a:r>
              <a:rPr lang="es-CL" sz="2000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+</a:t>
            </a:r>
            <a:r>
              <a:rPr lang="es-CL" sz="2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numero2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b="1" lang="es-CL" sz="2000">
                <a:solidFill>
                  <a:srgbClr val="AA3731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s-CL" sz="2000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CL" sz="2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suma</a:t>
            </a:r>
            <a:r>
              <a:rPr lang="es-CL" sz="2000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2000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49" name="Google Shape;449;p12"/>
          <p:cNvSpPr txBox="1"/>
          <p:nvPr/>
        </p:nvSpPr>
        <p:spPr>
          <a:xfrm>
            <a:off x="1669043" y="5325925"/>
            <a:ext cx="885391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No es una función. Es un </a:t>
            </a:r>
            <a:r>
              <a:rPr b="1" lang="es-CL" sz="2000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rPr>
              <a:t>procedimiento</a:t>
            </a:r>
            <a:r>
              <a:rPr lang="es-CL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porque </a:t>
            </a:r>
            <a:r>
              <a:rPr b="1" lang="es-CL" sz="2000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rPr>
              <a:t>NO</a:t>
            </a:r>
            <a:r>
              <a:rPr lang="es-CL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retorna nada</a:t>
            </a:r>
            <a:endParaRPr/>
          </a:p>
        </p:txBody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13"/>
          <p:cNvSpPr txBox="1"/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</a:pPr>
            <a:r>
              <a:rPr lang="es-CL"/>
              <a:t>Paso de variables</a:t>
            </a:r>
            <a:endParaRPr/>
          </a:p>
        </p:txBody>
      </p:sp>
      <p:sp>
        <p:nvSpPr>
          <p:cNvPr id="455" name="Google Shape;455;p13"/>
          <p:cNvSpPr txBox="1"/>
          <p:nvPr/>
        </p:nvSpPr>
        <p:spPr>
          <a:xfrm>
            <a:off x="1112989" y="615954"/>
            <a:ext cx="1985480" cy="3016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Clase 07: Subprogramas</a:t>
            </a:r>
            <a:endParaRPr/>
          </a:p>
        </p:txBody>
      </p:sp>
      <p:sp>
        <p:nvSpPr>
          <p:cNvPr id="456" name="Google Shape;456;p13"/>
          <p:cNvSpPr/>
          <p:nvPr/>
        </p:nvSpPr>
        <p:spPr>
          <a:xfrm>
            <a:off x="6229079" y="1562100"/>
            <a:ext cx="5515417" cy="3463948"/>
          </a:xfrm>
          <a:prstGeom prst="roundRect">
            <a:avLst>
              <a:gd fmla="val 5476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252000" spcFirstLastPara="1" rIns="18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>
                <a:solidFill>
                  <a:srgbClr val="7A3E9D"/>
                </a:solidFill>
                <a:latin typeface="Consolas"/>
                <a:ea typeface="Consolas"/>
                <a:cs typeface="Consolas"/>
                <a:sym typeface="Consolas"/>
              </a:rPr>
              <a:t>def</a:t>
            </a:r>
            <a:r>
              <a:rPr lang="es-CL" sz="2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s-CL" sz="2000">
                <a:solidFill>
                  <a:srgbClr val="AA3731"/>
                </a:solidFill>
                <a:latin typeface="Consolas"/>
                <a:ea typeface="Consolas"/>
                <a:cs typeface="Consolas"/>
                <a:sym typeface="Consolas"/>
              </a:rPr>
              <a:t>intercambiador</a:t>
            </a:r>
            <a:r>
              <a:rPr lang="es-CL" sz="2000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CL" sz="2000">
                <a:solidFill>
                  <a:srgbClr val="7A3E9D"/>
                </a:solidFill>
                <a:latin typeface="Consolas"/>
                <a:ea typeface="Consolas"/>
                <a:cs typeface="Consolas"/>
                <a:sym typeface="Consolas"/>
              </a:rPr>
              <a:t>num1</a:t>
            </a:r>
            <a:r>
              <a:rPr lang="es-CL" sz="2000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s-CL" sz="2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2000">
                <a:solidFill>
                  <a:srgbClr val="7A3E9D"/>
                </a:solidFill>
                <a:latin typeface="Consolas"/>
                <a:ea typeface="Consolas"/>
                <a:cs typeface="Consolas"/>
                <a:sym typeface="Consolas"/>
              </a:rPr>
              <a:t>num2</a:t>
            </a:r>
            <a:r>
              <a:rPr lang="es-CL" sz="2000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):</a:t>
            </a:r>
            <a:endParaRPr sz="2000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    num1 </a:t>
            </a:r>
            <a:r>
              <a:rPr lang="es-CL" sz="2000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s-CL" sz="2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num2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    num2 </a:t>
            </a:r>
            <a:r>
              <a:rPr lang="es-CL" sz="2000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s-CL" sz="2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num1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s-CL" sz="2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s-CL" sz="2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a </a:t>
            </a:r>
            <a:r>
              <a:rPr lang="es-CL" sz="2000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s-CL" sz="2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2000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10</a:t>
            </a:r>
            <a:endParaRPr sz="2000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b </a:t>
            </a:r>
            <a:r>
              <a:rPr lang="es-CL" sz="2000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s-CL" sz="2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2000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20</a:t>
            </a:r>
            <a:endParaRPr sz="2000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s-CL" sz="2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1" lang="es-CL" sz="2000">
                <a:solidFill>
                  <a:srgbClr val="AA3731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s-CL" sz="2000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CL" sz="2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s-CL" sz="2000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s-CL" sz="2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b</a:t>
            </a:r>
            <a:r>
              <a:rPr lang="es-CL" sz="2000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2000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intercambiador</a:t>
            </a:r>
            <a:r>
              <a:rPr lang="es-CL" sz="2000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CL" sz="2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s-CL" sz="2000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s-CL" sz="2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b</a:t>
            </a:r>
            <a:r>
              <a:rPr lang="es-CL" sz="2000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2000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000">
                <a:solidFill>
                  <a:srgbClr val="AA3731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s-CL" sz="2000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CL" sz="2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s-CL" sz="2000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s-CL" sz="2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b</a:t>
            </a:r>
            <a:r>
              <a:rPr lang="es-CL" sz="2000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2000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57" name="Google Shape;457;p13"/>
          <p:cNvSpPr/>
          <p:nvPr/>
        </p:nvSpPr>
        <p:spPr>
          <a:xfrm>
            <a:off x="786810" y="1562101"/>
            <a:ext cx="5280616" cy="4296365"/>
          </a:xfrm>
          <a:prstGeom prst="roundRect">
            <a:avLst>
              <a:gd fmla="val 527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252000" spcFirstLastPara="1" rIns="18000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En este punto es conveniente que aprendas acerca de algo que tiene que ver con las variables, y que te será muy útil al usar funciones y procedimientos.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s-CL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Analiza este código</a:t>
            </a:r>
            <a:endParaRPr/>
          </a:p>
        </p:txBody>
      </p:sp>
      <p:sp>
        <p:nvSpPr>
          <p:cNvPr id="458" name="Google Shape;458;p13"/>
          <p:cNvSpPr/>
          <p:nvPr/>
        </p:nvSpPr>
        <p:spPr>
          <a:xfrm>
            <a:off x="9951194" y="5164782"/>
            <a:ext cx="1793302" cy="1280161"/>
          </a:xfrm>
          <a:prstGeom prst="roundRect">
            <a:avLst>
              <a:gd fmla="val 12866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252000" spcFirstLastPara="1" rIns="18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200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10</a:t>
            </a:r>
            <a:r>
              <a:rPr lang="es-CL" sz="32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3200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20</a:t>
            </a:r>
            <a:endParaRPr sz="3200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200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10</a:t>
            </a:r>
            <a:r>
              <a:rPr lang="es-CL" sz="32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3200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20</a:t>
            </a:r>
            <a:endParaRPr sz="3200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5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5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5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14"/>
          <p:cNvSpPr txBox="1"/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</a:pPr>
            <a:r>
              <a:rPr lang="es-CL"/>
              <a:t>¿Qué pasó?</a:t>
            </a:r>
            <a:endParaRPr/>
          </a:p>
        </p:txBody>
      </p:sp>
      <p:sp>
        <p:nvSpPr>
          <p:cNvPr id="464" name="Google Shape;464;p14"/>
          <p:cNvSpPr txBox="1"/>
          <p:nvPr/>
        </p:nvSpPr>
        <p:spPr>
          <a:xfrm>
            <a:off x="1112989" y="615954"/>
            <a:ext cx="1985480" cy="3016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Clase 07: Subprogramas</a:t>
            </a:r>
            <a:endParaRPr/>
          </a:p>
        </p:txBody>
      </p:sp>
      <p:sp>
        <p:nvSpPr>
          <p:cNvPr id="465" name="Google Shape;465;p14"/>
          <p:cNvSpPr/>
          <p:nvPr/>
        </p:nvSpPr>
        <p:spPr>
          <a:xfrm>
            <a:off x="6229079" y="1562100"/>
            <a:ext cx="5515417" cy="3463948"/>
          </a:xfrm>
          <a:prstGeom prst="roundRect">
            <a:avLst>
              <a:gd fmla="val 5476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252000" spcFirstLastPara="1" rIns="18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>
                <a:solidFill>
                  <a:srgbClr val="7A3E9D"/>
                </a:solidFill>
                <a:latin typeface="Consolas"/>
                <a:ea typeface="Consolas"/>
                <a:cs typeface="Consolas"/>
                <a:sym typeface="Consolas"/>
              </a:rPr>
              <a:t>def</a:t>
            </a:r>
            <a:r>
              <a:rPr lang="es-CL" sz="2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s-CL" sz="2000">
                <a:solidFill>
                  <a:srgbClr val="AA3731"/>
                </a:solidFill>
                <a:latin typeface="Consolas"/>
                <a:ea typeface="Consolas"/>
                <a:cs typeface="Consolas"/>
                <a:sym typeface="Consolas"/>
              </a:rPr>
              <a:t>intercambiador</a:t>
            </a:r>
            <a:r>
              <a:rPr lang="es-CL" sz="2000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CL" sz="2000">
                <a:solidFill>
                  <a:srgbClr val="7A3E9D"/>
                </a:solidFill>
                <a:latin typeface="Consolas"/>
                <a:ea typeface="Consolas"/>
                <a:cs typeface="Consolas"/>
                <a:sym typeface="Consolas"/>
              </a:rPr>
              <a:t>num1</a:t>
            </a:r>
            <a:r>
              <a:rPr lang="es-CL" sz="2000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s-CL" sz="2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2000">
                <a:solidFill>
                  <a:srgbClr val="7A3E9D"/>
                </a:solidFill>
                <a:latin typeface="Consolas"/>
                <a:ea typeface="Consolas"/>
                <a:cs typeface="Consolas"/>
                <a:sym typeface="Consolas"/>
              </a:rPr>
              <a:t>num2</a:t>
            </a:r>
            <a:r>
              <a:rPr lang="es-CL" sz="2000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):</a:t>
            </a:r>
            <a:endParaRPr sz="2000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    num1 </a:t>
            </a:r>
            <a:r>
              <a:rPr lang="es-CL" sz="2000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s-CL" sz="2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num2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    num2 </a:t>
            </a:r>
            <a:r>
              <a:rPr lang="es-CL" sz="2000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s-CL" sz="2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num1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s-CL" sz="2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s-CL" sz="2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a </a:t>
            </a:r>
            <a:r>
              <a:rPr lang="es-CL" sz="2000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s-CL" sz="2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2000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10</a:t>
            </a:r>
            <a:endParaRPr sz="2000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b </a:t>
            </a:r>
            <a:r>
              <a:rPr lang="es-CL" sz="2000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s-CL" sz="2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2000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20</a:t>
            </a:r>
            <a:endParaRPr sz="2000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s-CL" sz="2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1" lang="es-CL" sz="2000">
                <a:solidFill>
                  <a:srgbClr val="AA3731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s-CL" sz="2000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CL" sz="2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s-CL" sz="2000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s-CL" sz="2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b</a:t>
            </a:r>
            <a:r>
              <a:rPr lang="es-CL" sz="2000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2000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intercambiador</a:t>
            </a:r>
            <a:r>
              <a:rPr lang="es-CL" sz="2000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CL" sz="2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s-CL" sz="2000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s-CL" sz="2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b</a:t>
            </a:r>
            <a:r>
              <a:rPr lang="es-CL" sz="2000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2000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000">
                <a:solidFill>
                  <a:srgbClr val="AA3731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s-CL" sz="2000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CL" sz="2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s-CL" sz="2000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s-CL" sz="2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b</a:t>
            </a:r>
            <a:r>
              <a:rPr lang="es-CL" sz="2000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2000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66" name="Google Shape;466;p14"/>
          <p:cNvSpPr/>
          <p:nvPr/>
        </p:nvSpPr>
        <p:spPr>
          <a:xfrm>
            <a:off x="786810" y="1562101"/>
            <a:ext cx="5280616" cy="4296365"/>
          </a:xfrm>
          <a:prstGeom prst="roundRect">
            <a:avLst>
              <a:gd fmla="val 527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252000" spcFirstLastPara="1" rIns="18000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Aún cuando pareciera que el procedimiento hace algo con los parámetros que recibe, esos cambios son </a:t>
            </a:r>
            <a:r>
              <a:rPr b="1" lang="es-CL" sz="2000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rPr>
              <a:t>LOCALES</a:t>
            </a:r>
            <a:r>
              <a:rPr lang="es-CL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al procedimiento.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s-CL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El valor de las variables </a:t>
            </a:r>
            <a:r>
              <a:rPr b="1" lang="es-CL" sz="2000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s-CL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y </a:t>
            </a:r>
            <a:r>
              <a:rPr b="1" lang="es-CL" sz="2000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rPr>
              <a:t>b</a:t>
            </a:r>
            <a:r>
              <a:rPr lang="es-CL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se </a:t>
            </a:r>
            <a:r>
              <a:rPr b="1" lang="es-CL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COPIA</a:t>
            </a:r>
            <a:r>
              <a:rPr lang="es-CL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 los parámetros.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s-CL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Cualquier cambio no se </a:t>
            </a:r>
            <a:r>
              <a:rPr b="1" lang="es-CL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“ve” </a:t>
            </a:r>
            <a:r>
              <a:rPr lang="es-CL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afuera.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s-CL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 esto se le llama “</a:t>
            </a:r>
            <a:r>
              <a:rPr b="1" lang="es-CL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pasar por valor</a:t>
            </a:r>
            <a:r>
              <a:rPr lang="es-CL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” las variables.</a:t>
            </a:r>
            <a:endParaRPr/>
          </a:p>
        </p:txBody>
      </p:sp>
      <p:sp>
        <p:nvSpPr>
          <p:cNvPr id="467" name="Google Shape;467;p14"/>
          <p:cNvSpPr/>
          <p:nvPr/>
        </p:nvSpPr>
        <p:spPr>
          <a:xfrm>
            <a:off x="6523935" y="4246686"/>
            <a:ext cx="4982564" cy="1451444"/>
          </a:xfrm>
          <a:prstGeom prst="roundRect">
            <a:avLst>
              <a:gd fmla="val 13090" name="adj"/>
            </a:avLst>
          </a:prstGeom>
          <a:solidFill>
            <a:schemeClr val="accent1"/>
          </a:solidFill>
          <a:ln>
            <a:noFill/>
          </a:ln>
          <a:effectLst>
            <a:outerShdw blurRad="381000" rotWithShape="0" algn="ctr" dir="5400000" dist="127000">
              <a:srgbClr val="000000">
                <a:alpha val="29803"/>
              </a:srgbClr>
            </a:outerShdw>
          </a:effectLst>
        </p:spPr>
        <p:txBody>
          <a:bodyPr anchorCtr="0" anchor="ctr" bIns="0" lIns="288000" spcFirstLastPara="1" rIns="28800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OJO que esta NO es la forma correcta de intercambiar el valor de dos variables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s-CL" sz="1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(esto se puso acá solo como ejemplo)</a:t>
            </a:r>
            <a:endParaRPr/>
          </a:p>
        </p:txBody>
      </p:sp>
      <p:grpSp>
        <p:nvGrpSpPr>
          <p:cNvPr id="468" name="Google Shape;468;p14"/>
          <p:cNvGrpSpPr/>
          <p:nvPr/>
        </p:nvGrpSpPr>
        <p:grpSpPr>
          <a:xfrm rot="7211750">
            <a:off x="8503751" y="3091984"/>
            <a:ext cx="966073" cy="965239"/>
            <a:chOff x="6170613" y="1512888"/>
            <a:chExt cx="1838325" cy="1836738"/>
          </a:xfrm>
        </p:grpSpPr>
        <p:sp>
          <p:nvSpPr>
            <p:cNvPr id="469" name="Google Shape;469;p14"/>
            <p:cNvSpPr/>
            <p:nvPr/>
          </p:nvSpPr>
          <p:spPr>
            <a:xfrm>
              <a:off x="6473825" y="1512888"/>
              <a:ext cx="1535113" cy="1535113"/>
            </a:xfrm>
            <a:custGeom>
              <a:rect b="b" l="l" r="r" t="t"/>
              <a:pathLst>
                <a:path extrusionOk="0" h="407" w="407">
                  <a:moveTo>
                    <a:pt x="396" y="197"/>
                  </a:moveTo>
                  <a:cubicBezTo>
                    <a:pt x="210" y="11"/>
                    <a:pt x="210" y="11"/>
                    <a:pt x="210" y="11"/>
                  </a:cubicBezTo>
                  <a:cubicBezTo>
                    <a:pt x="199" y="0"/>
                    <a:pt x="181" y="0"/>
                    <a:pt x="170" y="11"/>
                  </a:cubicBezTo>
                  <a:cubicBezTo>
                    <a:pt x="11" y="170"/>
                    <a:pt x="11" y="170"/>
                    <a:pt x="11" y="170"/>
                  </a:cubicBezTo>
                  <a:cubicBezTo>
                    <a:pt x="0" y="181"/>
                    <a:pt x="0" y="199"/>
                    <a:pt x="11" y="210"/>
                  </a:cubicBezTo>
                  <a:cubicBezTo>
                    <a:pt x="197" y="396"/>
                    <a:pt x="197" y="396"/>
                    <a:pt x="197" y="396"/>
                  </a:cubicBezTo>
                  <a:cubicBezTo>
                    <a:pt x="208" y="407"/>
                    <a:pt x="226" y="407"/>
                    <a:pt x="237" y="396"/>
                  </a:cubicBezTo>
                  <a:cubicBezTo>
                    <a:pt x="396" y="237"/>
                    <a:pt x="396" y="237"/>
                    <a:pt x="396" y="237"/>
                  </a:cubicBezTo>
                  <a:cubicBezTo>
                    <a:pt x="407" y="226"/>
                    <a:pt x="407" y="208"/>
                    <a:pt x="396" y="19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381000" rotWithShape="0" algn="ctr" dir="5400000" dist="127000">
                <a:srgbClr val="000000">
                  <a:alpha val="29803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470" name="Google Shape;470;p14"/>
            <p:cNvSpPr/>
            <p:nvPr/>
          </p:nvSpPr>
          <p:spPr>
            <a:xfrm>
              <a:off x="6170613" y="1617663"/>
              <a:ext cx="1736725" cy="1731963"/>
            </a:xfrm>
            <a:custGeom>
              <a:rect b="b" l="l" r="r" t="t"/>
              <a:pathLst>
                <a:path extrusionOk="0" h="459" w="460">
                  <a:moveTo>
                    <a:pt x="434" y="390"/>
                  </a:moveTo>
                  <a:cubicBezTo>
                    <a:pt x="69" y="25"/>
                    <a:pt x="69" y="25"/>
                    <a:pt x="69" y="25"/>
                  </a:cubicBezTo>
                  <a:cubicBezTo>
                    <a:pt x="44" y="0"/>
                    <a:pt x="0" y="18"/>
                    <a:pt x="0" y="54"/>
                  </a:cubicBezTo>
                  <a:cubicBezTo>
                    <a:pt x="0" y="419"/>
                    <a:pt x="0" y="419"/>
                    <a:pt x="0" y="419"/>
                  </a:cubicBezTo>
                  <a:cubicBezTo>
                    <a:pt x="0" y="441"/>
                    <a:pt x="18" y="459"/>
                    <a:pt x="40" y="459"/>
                  </a:cubicBezTo>
                  <a:cubicBezTo>
                    <a:pt x="406" y="459"/>
                    <a:pt x="406" y="459"/>
                    <a:pt x="406" y="459"/>
                  </a:cubicBezTo>
                  <a:cubicBezTo>
                    <a:pt x="442" y="459"/>
                    <a:pt x="460" y="416"/>
                    <a:pt x="434" y="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381000" rotWithShape="0" algn="ctr" dir="5400000" dist="127000">
                <a:srgbClr val="000000">
                  <a:alpha val="29803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4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4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15"/>
          <p:cNvSpPr txBox="1"/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</a:pPr>
            <a:r>
              <a:rPr lang="es-CL"/>
              <a:t>Alcance</a:t>
            </a:r>
            <a:endParaRPr/>
          </a:p>
        </p:txBody>
      </p:sp>
      <p:sp>
        <p:nvSpPr>
          <p:cNvPr id="476" name="Google Shape;476;p15"/>
          <p:cNvSpPr txBox="1"/>
          <p:nvPr/>
        </p:nvSpPr>
        <p:spPr>
          <a:xfrm>
            <a:off x="1112989" y="615954"/>
            <a:ext cx="1985480" cy="3016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Clase 07: Subprogramas</a:t>
            </a:r>
            <a:endParaRPr/>
          </a:p>
        </p:txBody>
      </p:sp>
      <p:sp>
        <p:nvSpPr>
          <p:cNvPr id="477" name="Google Shape;477;p15"/>
          <p:cNvSpPr/>
          <p:nvPr/>
        </p:nvSpPr>
        <p:spPr>
          <a:xfrm>
            <a:off x="6229079" y="1562100"/>
            <a:ext cx="5515417" cy="3463948"/>
          </a:xfrm>
          <a:prstGeom prst="roundRect">
            <a:avLst>
              <a:gd fmla="val 5476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252000" spcFirstLastPara="1" rIns="18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>
                <a:solidFill>
                  <a:srgbClr val="7A3E9D"/>
                </a:solidFill>
                <a:latin typeface="Consolas"/>
                <a:ea typeface="Consolas"/>
                <a:cs typeface="Consolas"/>
                <a:sym typeface="Consolas"/>
              </a:rPr>
              <a:t>def</a:t>
            </a:r>
            <a:r>
              <a:rPr lang="es-CL" sz="2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s-CL" sz="2000">
                <a:solidFill>
                  <a:srgbClr val="AA3731"/>
                </a:solidFill>
                <a:latin typeface="Consolas"/>
                <a:ea typeface="Consolas"/>
                <a:cs typeface="Consolas"/>
                <a:sym typeface="Consolas"/>
              </a:rPr>
              <a:t>sumador</a:t>
            </a:r>
            <a:r>
              <a:rPr lang="es-CL" sz="2000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CL" sz="2000">
                <a:solidFill>
                  <a:srgbClr val="7A3E9D"/>
                </a:solidFill>
                <a:latin typeface="Consolas"/>
                <a:ea typeface="Consolas"/>
                <a:cs typeface="Consolas"/>
                <a:sym typeface="Consolas"/>
              </a:rPr>
              <a:t>num1</a:t>
            </a:r>
            <a:r>
              <a:rPr lang="es-CL" sz="2000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s-CL" sz="2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2000">
                <a:solidFill>
                  <a:srgbClr val="7A3E9D"/>
                </a:solidFill>
                <a:latin typeface="Consolas"/>
                <a:ea typeface="Consolas"/>
                <a:cs typeface="Consolas"/>
                <a:sym typeface="Consolas"/>
              </a:rPr>
              <a:t>num2</a:t>
            </a:r>
            <a:r>
              <a:rPr lang="es-CL" sz="2000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):</a:t>
            </a:r>
            <a:endParaRPr sz="2000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    suma </a:t>
            </a:r>
            <a:r>
              <a:rPr lang="es-CL" sz="2000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s-CL" sz="2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num1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    suma </a:t>
            </a:r>
            <a:r>
              <a:rPr lang="es-CL" sz="2000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+=</a:t>
            </a:r>
            <a:r>
              <a:rPr lang="es-CL" sz="2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num2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s-CL" sz="2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s-CL" sz="2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a </a:t>
            </a:r>
            <a:r>
              <a:rPr lang="es-CL" sz="2000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s-CL" sz="2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2000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10</a:t>
            </a:r>
            <a:endParaRPr sz="2000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b </a:t>
            </a:r>
            <a:r>
              <a:rPr lang="es-CL" sz="2000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s-CL" sz="2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2000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20</a:t>
            </a:r>
            <a:endParaRPr sz="2000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s-CL" sz="2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s-CL" sz="2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sumador</a:t>
            </a:r>
            <a:r>
              <a:rPr lang="es-CL" sz="2000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CL" sz="2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s-CL" sz="2000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s-CL" sz="2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b</a:t>
            </a:r>
            <a:r>
              <a:rPr lang="es-CL" sz="2000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2000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000">
                <a:solidFill>
                  <a:srgbClr val="AA3731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s-CL" sz="2000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CL" sz="2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suma</a:t>
            </a:r>
            <a:r>
              <a:rPr lang="es-CL" sz="2000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2000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78" name="Google Shape;478;p15"/>
          <p:cNvSpPr/>
          <p:nvPr/>
        </p:nvSpPr>
        <p:spPr>
          <a:xfrm>
            <a:off x="786810" y="1562101"/>
            <a:ext cx="5280616" cy="682625"/>
          </a:xfrm>
          <a:prstGeom prst="roundRect">
            <a:avLst>
              <a:gd fmla="val 2375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252000" spcFirstLastPara="1" rIns="18000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Analiza este código</a:t>
            </a:r>
            <a:endParaRPr/>
          </a:p>
        </p:txBody>
      </p:sp>
      <p:sp>
        <p:nvSpPr>
          <p:cNvPr id="479" name="Google Shape;479;p15"/>
          <p:cNvSpPr/>
          <p:nvPr/>
        </p:nvSpPr>
        <p:spPr>
          <a:xfrm>
            <a:off x="6229079" y="5164782"/>
            <a:ext cx="5515417" cy="775643"/>
          </a:xfrm>
          <a:prstGeom prst="roundRect">
            <a:avLst>
              <a:gd fmla="val 1937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252000" spcFirstLastPara="1" rIns="18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NameError: </a:t>
            </a:r>
            <a:r>
              <a:rPr lang="es-CL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name 'suma' is not defined</a:t>
            </a:r>
            <a:endParaRPr/>
          </a:p>
        </p:txBody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16"/>
          <p:cNvSpPr txBox="1"/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</a:pPr>
            <a:r>
              <a:rPr lang="es-CL"/>
              <a:t>Alcance</a:t>
            </a:r>
            <a:endParaRPr/>
          </a:p>
        </p:txBody>
      </p:sp>
      <p:sp>
        <p:nvSpPr>
          <p:cNvPr id="485" name="Google Shape;485;p16"/>
          <p:cNvSpPr txBox="1"/>
          <p:nvPr/>
        </p:nvSpPr>
        <p:spPr>
          <a:xfrm>
            <a:off x="1112989" y="615954"/>
            <a:ext cx="1985480" cy="3016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Clase 07: Subprogramas</a:t>
            </a:r>
            <a:endParaRPr/>
          </a:p>
        </p:txBody>
      </p:sp>
      <p:sp>
        <p:nvSpPr>
          <p:cNvPr id="486" name="Google Shape;486;p16"/>
          <p:cNvSpPr/>
          <p:nvPr/>
        </p:nvSpPr>
        <p:spPr>
          <a:xfrm>
            <a:off x="6229079" y="1562100"/>
            <a:ext cx="5515417" cy="3463948"/>
          </a:xfrm>
          <a:prstGeom prst="roundRect">
            <a:avLst>
              <a:gd fmla="val 5476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252000" spcFirstLastPara="1" rIns="18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>
                <a:solidFill>
                  <a:srgbClr val="7A3E9D"/>
                </a:solidFill>
                <a:latin typeface="Consolas"/>
                <a:ea typeface="Consolas"/>
                <a:cs typeface="Consolas"/>
                <a:sym typeface="Consolas"/>
              </a:rPr>
              <a:t>def</a:t>
            </a:r>
            <a:r>
              <a:rPr lang="es-CL" sz="2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s-CL" sz="2000">
                <a:solidFill>
                  <a:srgbClr val="AA3731"/>
                </a:solidFill>
                <a:latin typeface="Consolas"/>
                <a:ea typeface="Consolas"/>
                <a:cs typeface="Consolas"/>
                <a:sym typeface="Consolas"/>
              </a:rPr>
              <a:t>sumador</a:t>
            </a:r>
            <a:r>
              <a:rPr lang="es-CL" sz="2000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CL" sz="2000">
                <a:solidFill>
                  <a:srgbClr val="7A3E9D"/>
                </a:solidFill>
                <a:latin typeface="Consolas"/>
                <a:ea typeface="Consolas"/>
                <a:cs typeface="Consolas"/>
                <a:sym typeface="Consolas"/>
              </a:rPr>
              <a:t>num1</a:t>
            </a:r>
            <a:r>
              <a:rPr lang="es-CL" sz="2000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s-CL" sz="2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2000">
                <a:solidFill>
                  <a:srgbClr val="7A3E9D"/>
                </a:solidFill>
                <a:latin typeface="Consolas"/>
                <a:ea typeface="Consolas"/>
                <a:cs typeface="Consolas"/>
                <a:sym typeface="Consolas"/>
              </a:rPr>
              <a:t>num2</a:t>
            </a:r>
            <a:r>
              <a:rPr lang="es-CL" sz="2000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):</a:t>
            </a:r>
            <a:endParaRPr sz="2000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    suma </a:t>
            </a:r>
            <a:r>
              <a:rPr lang="es-CL" sz="2000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s-CL" sz="2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num1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    suma </a:t>
            </a:r>
            <a:r>
              <a:rPr lang="es-CL" sz="2000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+=</a:t>
            </a:r>
            <a:r>
              <a:rPr lang="es-CL" sz="2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num2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s-CL" sz="2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s-CL" sz="2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a </a:t>
            </a:r>
            <a:r>
              <a:rPr lang="es-CL" sz="2000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s-CL" sz="2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2000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10</a:t>
            </a:r>
            <a:endParaRPr sz="2000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b </a:t>
            </a:r>
            <a:r>
              <a:rPr lang="es-CL" sz="2000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s-CL" sz="2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2000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20</a:t>
            </a:r>
            <a:endParaRPr sz="2000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s-CL" sz="2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s-CL" sz="2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sumador</a:t>
            </a:r>
            <a:r>
              <a:rPr lang="es-CL" sz="2000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CL" sz="2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s-CL" sz="2000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s-CL" sz="2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b</a:t>
            </a:r>
            <a:r>
              <a:rPr lang="es-CL" sz="2000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2000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000">
                <a:solidFill>
                  <a:srgbClr val="AA3731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s-CL" sz="2000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CL" sz="2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suma</a:t>
            </a:r>
            <a:r>
              <a:rPr lang="es-CL" sz="2000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2000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87" name="Google Shape;487;p16"/>
          <p:cNvSpPr/>
          <p:nvPr/>
        </p:nvSpPr>
        <p:spPr>
          <a:xfrm>
            <a:off x="786810" y="1562102"/>
            <a:ext cx="5280616" cy="2858550"/>
          </a:xfrm>
          <a:prstGeom prst="roundRect">
            <a:avLst>
              <a:gd fmla="val 427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252000" spcFirstLastPara="1" rIns="18000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Fíjate que en la última línea, se está tratando de hacer print a la variable suma.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s-CL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Pregúntate: ¿dónde está declarada la variable suma?</a:t>
            </a:r>
            <a:endParaRPr/>
          </a:p>
        </p:txBody>
      </p:sp>
      <p:sp>
        <p:nvSpPr>
          <p:cNvPr id="488" name="Google Shape;488;p16"/>
          <p:cNvSpPr/>
          <p:nvPr/>
        </p:nvSpPr>
        <p:spPr>
          <a:xfrm>
            <a:off x="1740513" y="2125803"/>
            <a:ext cx="4383080" cy="865574"/>
          </a:xfrm>
          <a:prstGeom prst="roundRect">
            <a:avLst>
              <a:gd fmla="val 13090" name="adj"/>
            </a:avLst>
          </a:prstGeom>
          <a:solidFill>
            <a:schemeClr val="accent1"/>
          </a:solidFill>
          <a:ln>
            <a:noFill/>
          </a:ln>
          <a:effectLst>
            <a:outerShdw blurRad="381000" rotWithShape="0" algn="ctr" dir="5400000" dist="127000">
              <a:srgbClr val="000000">
                <a:alpha val="29803"/>
              </a:srgbClr>
            </a:outerShdw>
          </a:effectLst>
        </p:spPr>
        <p:txBody>
          <a:bodyPr anchorCtr="0" anchor="ctr" bIns="0" lIns="288000" spcFirstLastPara="1" rIns="28800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La variable </a:t>
            </a:r>
            <a:r>
              <a:rPr b="1" lang="es-CL" sz="1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suma</a:t>
            </a:r>
            <a:r>
              <a:rPr lang="es-CL" sz="1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 fue creada y solo es visible dentro del procedimiento</a:t>
            </a:r>
            <a:endParaRPr/>
          </a:p>
        </p:txBody>
      </p:sp>
      <p:grpSp>
        <p:nvGrpSpPr>
          <p:cNvPr id="489" name="Google Shape;489;p16"/>
          <p:cNvGrpSpPr/>
          <p:nvPr/>
        </p:nvGrpSpPr>
        <p:grpSpPr>
          <a:xfrm rot="-8388841">
            <a:off x="6229047" y="2105664"/>
            <a:ext cx="651119" cy="650557"/>
            <a:chOff x="6170613" y="1512888"/>
            <a:chExt cx="1838325" cy="1836738"/>
          </a:xfrm>
        </p:grpSpPr>
        <p:sp>
          <p:nvSpPr>
            <p:cNvPr id="490" name="Google Shape;490;p16"/>
            <p:cNvSpPr/>
            <p:nvPr/>
          </p:nvSpPr>
          <p:spPr>
            <a:xfrm>
              <a:off x="6473825" y="1512888"/>
              <a:ext cx="1535113" cy="1535113"/>
            </a:xfrm>
            <a:custGeom>
              <a:rect b="b" l="l" r="r" t="t"/>
              <a:pathLst>
                <a:path extrusionOk="0" h="407" w="407">
                  <a:moveTo>
                    <a:pt x="396" y="197"/>
                  </a:moveTo>
                  <a:cubicBezTo>
                    <a:pt x="210" y="11"/>
                    <a:pt x="210" y="11"/>
                    <a:pt x="210" y="11"/>
                  </a:cubicBezTo>
                  <a:cubicBezTo>
                    <a:pt x="199" y="0"/>
                    <a:pt x="181" y="0"/>
                    <a:pt x="170" y="11"/>
                  </a:cubicBezTo>
                  <a:cubicBezTo>
                    <a:pt x="11" y="170"/>
                    <a:pt x="11" y="170"/>
                    <a:pt x="11" y="170"/>
                  </a:cubicBezTo>
                  <a:cubicBezTo>
                    <a:pt x="0" y="181"/>
                    <a:pt x="0" y="199"/>
                    <a:pt x="11" y="210"/>
                  </a:cubicBezTo>
                  <a:cubicBezTo>
                    <a:pt x="197" y="396"/>
                    <a:pt x="197" y="396"/>
                    <a:pt x="197" y="396"/>
                  </a:cubicBezTo>
                  <a:cubicBezTo>
                    <a:pt x="208" y="407"/>
                    <a:pt x="226" y="407"/>
                    <a:pt x="237" y="396"/>
                  </a:cubicBezTo>
                  <a:cubicBezTo>
                    <a:pt x="396" y="237"/>
                    <a:pt x="396" y="237"/>
                    <a:pt x="396" y="237"/>
                  </a:cubicBezTo>
                  <a:cubicBezTo>
                    <a:pt x="407" y="226"/>
                    <a:pt x="407" y="208"/>
                    <a:pt x="396" y="19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381000" rotWithShape="0" algn="ctr" dir="5400000" dist="127000">
                <a:srgbClr val="000000">
                  <a:alpha val="29803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491" name="Google Shape;491;p16"/>
            <p:cNvSpPr/>
            <p:nvPr/>
          </p:nvSpPr>
          <p:spPr>
            <a:xfrm>
              <a:off x="6170613" y="1617663"/>
              <a:ext cx="1736725" cy="1731963"/>
            </a:xfrm>
            <a:custGeom>
              <a:rect b="b" l="l" r="r" t="t"/>
              <a:pathLst>
                <a:path extrusionOk="0" h="459" w="460">
                  <a:moveTo>
                    <a:pt x="434" y="390"/>
                  </a:moveTo>
                  <a:cubicBezTo>
                    <a:pt x="69" y="25"/>
                    <a:pt x="69" y="25"/>
                    <a:pt x="69" y="25"/>
                  </a:cubicBezTo>
                  <a:cubicBezTo>
                    <a:pt x="44" y="0"/>
                    <a:pt x="0" y="18"/>
                    <a:pt x="0" y="54"/>
                  </a:cubicBezTo>
                  <a:cubicBezTo>
                    <a:pt x="0" y="419"/>
                    <a:pt x="0" y="419"/>
                    <a:pt x="0" y="419"/>
                  </a:cubicBezTo>
                  <a:cubicBezTo>
                    <a:pt x="0" y="441"/>
                    <a:pt x="18" y="459"/>
                    <a:pt x="40" y="459"/>
                  </a:cubicBezTo>
                  <a:cubicBezTo>
                    <a:pt x="406" y="459"/>
                    <a:pt x="406" y="459"/>
                    <a:pt x="406" y="459"/>
                  </a:cubicBezTo>
                  <a:cubicBezTo>
                    <a:pt x="442" y="459"/>
                    <a:pt x="460" y="416"/>
                    <a:pt x="434" y="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381000" rotWithShape="0" algn="ctr" dir="5400000" dist="127000">
                <a:srgbClr val="000000">
                  <a:alpha val="29803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492" name="Google Shape;492;p16"/>
          <p:cNvSpPr/>
          <p:nvPr/>
        </p:nvSpPr>
        <p:spPr>
          <a:xfrm>
            <a:off x="1858952" y="4263381"/>
            <a:ext cx="3704739" cy="865574"/>
          </a:xfrm>
          <a:prstGeom prst="roundRect">
            <a:avLst>
              <a:gd fmla="val 13090" name="adj"/>
            </a:avLst>
          </a:prstGeom>
          <a:solidFill>
            <a:schemeClr val="accent1"/>
          </a:solidFill>
          <a:ln>
            <a:noFill/>
          </a:ln>
          <a:effectLst>
            <a:outerShdw blurRad="381000" rotWithShape="0" algn="ctr" dir="5400000" dist="127000">
              <a:srgbClr val="000000">
                <a:alpha val="29803"/>
              </a:srgbClr>
            </a:outerShdw>
          </a:effectLst>
        </p:spPr>
        <p:txBody>
          <a:bodyPr anchorCtr="0" anchor="ctr" bIns="0" lIns="288000" spcFirstLastPara="1" rIns="28800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La variable </a:t>
            </a:r>
            <a:r>
              <a:rPr b="1" lang="es-CL" sz="1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suma</a:t>
            </a:r>
            <a:r>
              <a:rPr lang="es-CL" sz="1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 literalmente no es visible en este contexto</a:t>
            </a:r>
            <a:endParaRPr/>
          </a:p>
        </p:txBody>
      </p:sp>
      <p:grpSp>
        <p:nvGrpSpPr>
          <p:cNvPr id="493" name="Google Shape;493;p16"/>
          <p:cNvGrpSpPr/>
          <p:nvPr/>
        </p:nvGrpSpPr>
        <p:grpSpPr>
          <a:xfrm rot="-8388841">
            <a:off x="5645299" y="4257132"/>
            <a:ext cx="651119" cy="650557"/>
            <a:chOff x="6170613" y="1512888"/>
            <a:chExt cx="1838325" cy="1836738"/>
          </a:xfrm>
        </p:grpSpPr>
        <p:sp>
          <p:nvSpPr>
            <p:cNvPr id="494" name="Google Shape;494;p16"/>
            <p:cNvSpPr/>
            <p:nvPr/>
          </p:nvSpPr>
          <p:spPr>
            <a:xfrm>
              <a:off x="6473825" y="1512888"/>
              <a:ext cx="1535113" cy="1535113"/>
            </a:xfrm>
            <a:custGeom>
              <a:rect b="b" l="l" r="r" t="t"/>
              <a:pathLst>
                <a:path extrusionOk="0" h="407" w="407">
                  <a:moveTo>
                    <a:pt x="396" y="197"/>
                  </a:moveTo>
                  <a:cubicBezTo>
                    <a:pt x="210" y="11"/>
                    <a:pt x="210" y="11"/>
                    <a:pt x="210" y="11"/>
                  </a:cubicBezTo>
                  <a:cubicBezTo>
                    <a:pt x="199" y="0"/>
                    <a:pt x="181" y="0"/>
                    <a:pt x="170" y="11"/>
                  </a:cubicBezTo>
                  <a:cubicBezTo>
                    <a:pt x="11" y="170"/>
                    <a:pt x="11" y="170"/>
                    <a:pt x="11" y="170"/>
                  </a:cubicBezTo>
                  <a:cubicBezTo>
                    <a:pt x="0" y="181"/>
                    <a:pt x="0" y="199"/>
                    <a:pt x="11" y="210"/>
                  </a:cubicBezTo>
                  <a:cubicBezTo>
                    <a:pt x="197" y="396"/>
                    <a:pt x="197" y="396"/>
                    <a:pt x="197" y="396"/>
                  </a:cubicBezTo>
                  <a:cubicBezTo>
                    <a:pt x="208" y="407"/>
                    <a:pt x="226" y="407"/>
                    <a:pt x="237" y="396"/>
                  </a:cubicBezTo>
                  <a:cubicBezTo>
                    <a:pt x="396" y="237"/>
                    <a:pt x="396" y="237"/>
                    <a:pt x="396" y="237"/>
                  </a:cubicBezTo>
                  <a:cubicBezTo>
                    <a:pt x="407" y="226"/>
                    <a:pt x="407" y="208"/>
                    <a:pt x="396" y="19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381000" rotWithShape="0" algn="ctr" dir="5400000" dist="127000">
                <a:srgbClr val="000000">
                  <a:alpha val="29803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495" name="Google Shape;495;p16"/>
            <p:cNvSpPr/>
            <p:nvPr/>
          </p:nvSpPr>
          <p:spPr>
            <a:xfrm>
              <a:off x="6170613" y="1617663"/>
              <a:ext cx="1736725" cy="1731963"/>
            </a:xfrm>
            <a:custGeom>
              <a:rect b="b" l="l" r="r" t="t"/>
              <a:pathLst>
                <a:path extrusionOk="0" h="459" w="460">
                  <a:moveTo>
                    <a:pt x="434" y="390"/>
                  </a:moveTo>
                  <a:cubicBezTo>
                    <a:pt x="69" y="25"/>
                    <a:pt x="69" y="25"/>
                    <a:pt x="69" y="25"/>
                  </a:cubicBezTo>
                  <a:cubicBezTo>
                    <a:pt x="44" y="0"/>
                    <a:pt x="0" y="18"/>
                    <a:pt x="0" y="54"/>
                  </a:cubicBezTo>
                  <a:cubicBezTo>
                    <a:pt x="0" y="419"/>
                    <a:pt x="0" y="419"/>
                    <a:pt x="0" y="419"/>
                  </a:cubicBezTo>
                  <a:cubicBezTo>
                    <a:pt x="0" y="441"/>
                    <a:pt x="18" y="459"/>
                    <a:pt x="40" y="459"/>
                  </a:cubicBezTo>
                  <a:cubicBezTo>
                    <a:pt x="406" y="459"/>
                    <a:pt x="406" y="459"/>
                    <a:pt x="406" y="459"/>
                  </a:cubicBezTo>
                  <a:cubicBezTo>
                    <a:pt x="442" y="459"/>
                    <a:pt x="460" y="416"/>
                    <a:pt x="434" y="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381000" rotWithShape="0" algn="ctr" dir="5400000" dist="127000">
                <a:srgbClr val="000000">
                  <a:alpha val="29803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4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4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4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4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17"/>
          <p:cNvSpPr txBox="1"/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</a:pPr>
            <a:r>
              <a:rPr lang="es-CL"/>
              <a:t>Alcance</a:t>
            </a:r>
            <a:endParaRPr/>
          </a:p>
        </p:txBody>
      </p:sp>
      <p:sp>
        <p:nvSpPr>
          <p:cNvPr id="501" name="Google Shape;501;p17"/>
          <p:cNvSpPr txBox="1"/>
          <p:nvPr/>
        </p:nvSpPr>
        <p:spPr>
          <a:xfrm>
            <a:off x="1112989" y="615954"/>
            <a:ext cx="1985480" cy="3016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Clase 07: Subprogramas</a:t>
            </a:r>
            <a:endParaRPr/>
          </a:p>
        </p:txBody>
      </p:sp>
      <p:sp>
        <p:nvSpPr>
          <p:cNvPr id="502" name="Google Shape;502;p17"/>
          <p:cNvSpPr/>
          <p:nvPr/>
        </p:nvSpPr>
        <p:spPr>
          <a:xfrm>
            <a:off x="6229079" y="1562100"/>
            <a:ext cx="5515417" cy="3463948"/>
          </a:xfrm>
          <a:prstGeom prst="roundRect">
            <a:avLst>
              <a:gd fmla="val 5476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252000" spcFirstLastPara="1" rIns="18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>
                <a:solidFill>
                  <a:srgbClr val="7A3E9D"/>
                </a:solidFill>
                <a:latin typeface="Consolas"/>
                <a:ea typeface="Consolas"/>
                <a:cs typeface="Consolas"/>
                <a:sym typeface="Consolas"/>
              </a:rPr>
              <a:t>def</a:t>
            </a:r>
            <a:r>
              <a:rPr lang="es-CL" sz="2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s-CL" sz="2000">
                <a:solidFill>
                  <a:srgbClr val="AA3731"/>
                </a:solidFill>
                <a:latin typeface="Consolas"/>
                <a:ea typeface="Consolas"/>
                <a:cs typeface="Consolas"/>
                <a:sym typeface="Consolas"/>
              </a:rPr>
              <a:t>imprimir</a:t>
            </a:r>
            <a:r>
              <a:rPr lang="es-CL" sz="2000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CL" sz="2000">
                <a:solidFill>
                  <a:srgbClr val="7A3E9D"/>
                </a:solidFill>
                <a:latin typeface="Consolas"/>
                <a:ea typeface="Consolas"/>
                <a:cs typeface="Consolas"/>
                <a:sym typeface="Consolas"/>
              </a:rPr>
              <a:t>mensaje</a:t>
            </a:r>
            <a:r>
              <a:rPr lang="es-CL" sz="2000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s-CL" sz="2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2000">
                <a:solidFill>
                  <a:srgbClr val="7A3E9D"/>
                </a:solidFill>
                <a:latin typeface="Consolas"/>
                <a:ea typeface="Consolas"/>
                <a:cs typeface="Consolas"/>
                <a:sym typeface="Consolas"/>
              </a:rPr>
              <a:t>numero</a:t>
            </a:r>
            <a:r>
              <a:rPr lang="es-CL" sz="2000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):</a:t>
            </a:r>
            <a:endParaRPr sz="2000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    texto </a:t>
            </a:r>
            <a:r>
              <a:rPr lang="es-CL" sz="2000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s-CL" sz="2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2000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'</a:t>
            </a:r>
            <a:r>
              <a:rPr lang="es-CL" sz="2000">
                <a:solidFill>
                  <a:srgbClr val="448C27"/>
                </a:solidFill>
                <a:latin typeface="Consolas"/>
                <a:ea typeface="Consolas"/>
                <a:cs typeface="Consolas"/>
                <a:sym typeface="Consolas"/>
              </a:rPr>
              <a:t>Hola </a:t>
            </a:r>
            <a:r>
              <a:rPr lang="es-CL" sz="2000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'</a:t>
            </a:r>
            <a:endParaRPr sz="2000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    texto </a:t>
            </a:r>
            <a:r>
              <a:rPr lang="es-CL" sz="2000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+=</a:t>
            </a:r>
            <a:r>
              <a:rPr lang="es-CL" sz="2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mensaje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    texto </a:t>
            </a:r>
            <a:r>
              <a:rPr lang="es-CL" sz="2000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+=</a:t>
            </a:r>
            <a:r>
              <a:rPr lang="es-CL" sz="2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2000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'</a:t>
            </a:r>
            <a:r>
              <a:rPr lang="es-CL" sz="2000">
                <a:solidFill>
                  <a:srgbClr val="448C27"/>
                </a:solidFill>
                <a:latin typeface="Consolas"/>
                <a:ea typeface="Consolas"/>
                <a:cs typeface="Consolas"/>
                <a:sym typeface="Consolas"/>
              </a:rPr>
              <a:t> el número es </a:t>
            </a:r>
            <a:r>
              <a:rPr lang="es-CL" sz="2000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'</a:t>
            </a:r>
            <a:endParaRPr sz="2000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    texto </a:t>
            </a:r>
            <a:r>
              <a:rPr lang="es-CL" sz="2000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+=</a:t>
            </a:r>
            <a:r>
              <a:rPr lang="es-CL" sz="2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2000">
                <a:solidFill>
                  <a:srgbClr val="7A3E9D"/>
                </a:solidFill>
                <a:latin typeface="Consolas"/>
                <a:ea typeface="Consolas"/>
                <a:cs typeface="Consolas"/>
                <a:sym typeface="Consolas"/>
              </a:rPr>
              <a:t>str</a:t>
            </a:r>
            <a:r>
              <a:rPr lang="es-CL" sz="2000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CL" sz="2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numero</a:t>
            </a:r>
            <a:r>
              <a:rPr lang="es-CL" sz="2000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2000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s-CL" sz="2000">
                <a:solidFill>
                  <a:srgbClr val="4B69C6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s-CL" sz="2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texto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s-CL" sz="2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1" lang="es-CL" sz="2000">
                <a:solidFill>
                  <a:srgbClr val="AA3731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s-CL" sz="2000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CL" sz="2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imprimir</a:t>
            </a:r>
            <a:r>
              <a:rPr lang="es-CL" sz="2000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('</a:t>
            </a:r>
            <a:r>
              <a:rPr lang="es-CL" sz="2000">
                <a:solidFill>
                  <a:srgbClr val="448C27"/>
                </a:solidFill>
                <a:latin typeface="Consolas"/>
                <a:ea typeface="Consolas"/>
                <a:cs typeface="Consolas"/>
                <a:sym typeface="Consolas"/>
              </a:rPr>
              <a:t>Ximena</a:t>
            </a:r>
            <a:r>
              <a:rPr lang="es-CL" sz="2000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',</a:t>
            </a:r>
            <a:r>
              <a:rPr lang="es-CL" sz="2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2000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101</a:t>
            </a:r>
            <a:r>
              <a:rPr lang="es-CL" sz="2000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))</a:t>
            </a:r>
            <a:endParaRPr sz="2000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000">
                <a:solidFill>
                  <a:srgbClr val="AA3731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s-CL" sz="2000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CL" sz="2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texto</a:t>
            </a:r>
            <a:r>
              <a:rPr lang="es-CL" sz="2000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2000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03" name="Google Shape;503;p17"/>
          <p:cNvSpPr/>
          <p:nvPr/>
        </p:nvSpPr>
        <p:spPr>
          <a:xfrm>
            <a:off x="786810" y="1562102"/>
            <a:ext cx="5280616" cy="2190091"/>
          </a:xfrm>
          <a:prstGeom prst="roundRect">
            <a:avLst>
              <a:gd fmla="val 427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252000" spcFirstLastPara="1" rIns="18000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Las variables que se crean dentro de un procedimiento o función solamente son visibles dentro de dicho contexto</a:t>
            </a:r>
            <a:endParaRPr/>
          </a:p>
        </p:txBody>
      </p:sp>
      <p:sp>
        <p:nvSpPr>
          <p:cNvPr id="504" name="Google Shape;504;p17"/>
          <p:cNvSpPr/>
          <p:nvPr/>
        </p:nvSpPr>
        <p:spPr>
          <a:xfrm>
            <a:off x="2522483" y="4263381"/>
            <a:ext cx="3041208" cy="865574"/>
          </a:xfrm>
          <a:prstGeom prst="roundRect">
            <a:avLst>
              <a:gd fmla="val 13090" name="adj"/>
            </a:avLst>
          </a:prstGeom>
          <a:solidFill>
            <a:schemeClr val="accent1"/>
          </a:solidFill>
          <a:ln>
            <a:noFill/>
          </a:ln>
          <a:effectLst>
            <a:outerShdw blurRad="381000" rotWithShape="0" algn="ctr" dir="5400000" dist="127000">
              <a:srgbClr val="000000">
                <a:alpha val="29803"/>
              </a:srgbClr>
            </a:outerShdw>
          </a:effectLst>
        </p:spPr>
        <p:txBody>
          <a:bodyPr anchorCtr="0" anchor="ctr" bIns="0" lIns="288000" spcFirstLastPara="1" rIns="28800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Esta variable </a:t>
            </a:r>
            <a:r>
              <a:rPr b="1" lang="es-CL" sz="1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NO EXISTE</a:t>
            </a:r>
            <a:endParaRPr/>
          </a:p>
        </p:txBody>
      </p:sp>
      <p:grpSp>
        <p:nvGrpSpPr>
          <p:cNvPr id="505" name="Google Shape;505;p17"/>
          <p:cNvGrpSpPr/>
          <p:nvPr/>
        </p:nvGrpSpPr>
        <p:grpSpPr>
          <a:xfrm rot="-8388841">
            <a:off x="5645299" y="4257132"/>
            <a:ext cx="651119" cy="650557"/>
            <a:chOff x="6170613" y="1512888"/>
            <a:chExt cx="1838325" cy="1836738"/>
          </a:xfrm>
        </p:grpSpPr>
        <p:sp>
          <p:nvSpPr>
            <p:cNvPr id="506" name="Google Shape;506;p17"/>
            <p:cNvSpPr/>
            <p:nvPr/>
          </p:nvSpPr>
          <p:spPr>
            <a:xfrm>
              <a:off x="6473825" y="1512888"/>
              <a:ext cx="1535113" cy="1535113"/>
            </a:xfrm>
            <a:custGeom>
              <a:rect b="b" l="l" r="r" t="t"/>
              <a:pathLst>
                <a:path extrusionOk="0" h="407" w="407">
                  <a:moveTo>
                    <a:pt x="396" y="197"/>
                  </a:moveTo>
                  <a:cubicBezTo>
                    <a:pt x="210" y="11"/>
                    <a:pt x="210" y="11"/>
                    <a:pt x="210" y="11"/>
                  </a:cubicBezTo>
                  <a:cubicBezTo>
                    <a:pt x="199" y="0"/>
                    <a:pt x="181" y="0"/>
                    <a:pt x="170" y="11"/>
                  </a:cubicBezTo>
                  <a:cubicBezTo>
                    <a:pt x="11" y="170"/>
                    <a:pt x="11" y="170"/>
                    <a:pt x="11" y="170"/>
                  </a:cubicBezTo>
                  <a:cubicBezTo>
                    <a:pt x="0" y="181"/>
                    <a:pt x="0" y="199"/>
                    <a:pt x="11" y="210"/>
                  </a:cubicBezTo>
                  <a:cubicBezTo>
                    <a:pt x="197" y="396"/>
                    <a:pt x="197" y="396"/>
                    <a:pt x="197" y="396"/>
                  </a:cubicBezTo>
                  <a:cubicBezTo>
                    <a:pt x="208" y="407"/>
                    <a:pt x="226" y="407"/>
                    <a:pt x="237" y="396"/>
                  </a:cubicBezTo>
                  <a:cubicBezTo>
                    <a:pt x="396" y="237"/>
                    <a:pt x="396" y="237"/>
                    <a:pt x="396" y="237"/>
                  </a:cubicBezTo>
                  <a:cubicBezTo>
                    <a:pt x="407" y="226"/>
                    <a:pt x="407" y="208"/>
                    <a:pt x="396" y="19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381000" rotWithShape="0" algn="ctr" dir="5400000" dist="127000">
                <a:srgbClr val="000000">
                  <a:alpha val="29803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507" name="Google Shape;507;p17"/>
            <p:cNvSpPr/>
            <p:nvPr/>
          </p:nvSpPr>
          <p:spPr>
            <a:xfrm>
              <a:off x="6170613" y="1617663"/>
              <a:ext cx="1736725" cy="1731963"/>
            </a:xfrm>
            <a:custGeom>
              <a:rect b="b" l="l" r="r" t="t"/>
              <a:pathLst>
                <a:path extrusionOk="0" h="459" w="460">
                  <a:moveTo>
                    <a:pt x="434" y="390"/>
                  </a:moveTo>
                  <a:cubicBezTo>
                    <a:pt x="69" y="25"/>
                    <a:pt x="69" y="25"/>
                    <a:pt x="69" y="25"/>
                  </a:cubicBezTo>
                  <a:cubicBezTo>
                    <a:pt x="44" y="0"/>
                    <a:pt x="0" y="18"/>
                    <a:pt x="0" y="54"/>
                  </a:cubicBezTo>
                  <a:cubicBezTo>
                    <a:pt x="0" y="419"/>
                    <a:pt x="0" y="419"/>
                    <a:pt x="0" y="419"/>
                  </a:cubicBezTo>
                  <a:cubicBezTo>
                    <a:pt x="0" y="441"/>
                    <a:pt x="18" y="459"/>
                    <a:pt x="40" y="459"/>
                  </a:cubicBezTo>
                  <a:cubicBezTo>
                    <a:pt x="406" y="459"/>
                    <a:pt x="406" y="459"/>
                    <a:pt x="406" y="459"/>
                  </a:cubicBezTo>
                  <a:cubicBezTo>
                    <a:pt x="442" y="459"/>
                    <a:pt x="460" y="416"/>
                    <a:pt x="434" y="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381000" rotWithShape="0" algn="ctr" dir="5400000" dist="127000">
                <a:srgbClr val="000000">
                  <a:alpha val="29803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508" name="Google Shape;508;p17"/>
          <p:cNvSpPr/>
          <p:nvPr/>
        </p:nvSpPr>
        <p:spPr>
          <a:xfrm>
            <a:off x="6229079" y="5164782"/>
            <a:ext cx="5515417" cy="775643"/>
          </a:xfrm>
          <a:prstGeom prst="roundRect">
            <a:avLst>
              <a:gd fmla="val 1937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252000" spcFirstLastPara="1" rIns="18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NameError: </a:t>
            </a:r>
            <a:r>
              <a:rPr lang="es-CL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name 'texto' is not defined</a:t>
            </a:r>
            <a:endParaRPr/>
          </a:p>
        </p:txBody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5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5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18"/>
          <p:cNvSpPr txBox="1"/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</a:pPr>
            <a:r>
              <a:rPr lang="es-CL"/>
              <a:t>Alcance</a:t>
            </a:r>
            <a:endParaRPr/>
          </a:p>
        </p:txBody>
      </p:sp>
      <p:sp>
        <p:nvSpPr>
          <p:cNvPr id="514" name="Google Shape;514;p18"/>
          <p:cNvSpPr txBox="1"/>
          <p:nvPr/>
        </p:nvSpPr>
        <p:spPr>
          <a:xfrm>
            <a:off x="1112989" y="615954"/>
            <a:ext cx="1985480" cy="3016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Clase 07: Subprogramas</a:t>
            </a:r>
            <a:endParaRPr/>
          </a:p>
        </p:txBody>
      </p:sp>
      <p:sp>
        <p:nvSpPr>
          <p:cNvPr id="515" name="Google Shape;515;p18"/>
          <p:cNvSpPr/>
          <p:nvPr/>
        </p:nvSpPr>
        <p:spPr>
          <a:xfrm>
            <a:off x="6229079" y="1562099"/>
            <a:ext cx="5515417" cy="4075649"/>
          </a:xfrm>
          <a:prstGeom prst="roundRect">
            <a:avLst>
              <a:gd fmla="val 5476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252000" spcFirstLastPara="1" rIns="18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>
                <a:solidFill>
                  <a:srgbClr val="7A3E9D"/>
                </a:solidFill>
                <a:latin typeface="Consolas"/>
                <a:ea typeface="Consolas"/>
                <a:cs typeface="Consolas"/>
                <a:sym typeface="Consolas"/>
              </a:rPr>
              <a:t>def</a:t>
            </a:r>
            <a:r>
              <a:rPr lang="es-CL" sz="2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s-CL" sz="2000">
                <a:solidFill>
                  <a:srgbClr val="AA3731"/>
                </a:solidFill>
                <a:latin typeface="Consolas"/>
                <a:ea typeface="Consolas"/>
                <a:cs typeface="Consolas"/>
                <a:sym typeface="Consolas"/>
              </a:rPr>
              <a:t>ventas</a:t>
            </a:r>
            <a:r>
              <a:rPr lang="es-CL" sz="2000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CL" sz="2000">
                <a:solidFill>
                  <a:srgbClr val="7A3E9D"/>
                </a:solidFill>
                <a:latin typeface="Consolas"/>
                <a:ea typeface="Consolas"/>
                <a:cs typeface="Consolas"/>
                <a:sym typeface="Consolas"/>
              </a:rPr>
              <a:t>tipo</a:t>
            </a:r>
            <a:r>
              <a:rPr lang="es-CL" sz="2000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s-CL" sz="2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2000">
                <a:solidFill>
                  <a:srgbClr val="7A3E9D"/>
                </a:solidFill>
                <a:latin typeface="Consolas"/>
                <a:ea typeface="Consolas"/>
                <a:cs typeface="Consolas"/>
                <a:sym typeface="Consolas"/>
              </a:rPr>
              <a:t>cantidad</a:t>
            </a:r>
            <a:r>
              <a:rPr lang="es-CL" sz="2000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):</a:t>
            </a:r>
            <a:endParaRPr sz="2000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s-CL" sz="2000">
                <a:solidFill>
                  <a:srgbClr val="4B69C6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s-CL" sz="2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tipo </a:t>
            </a:r>
            <a:r>
              <a:rPr lang="es-CL" sz="2000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==</a:t>
            </a:r>
            <a:r>
              <a:rPr lang="es-CL" sz="2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2000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'</a:t>
            </a:r>
            <a:r>
              <a:rPr lang="es-CL" sz="2000">
                <a:solidFill>
                  <a:srgbClr val="448C27"/>
                </a:solidFill>
                <a:latin typeface="Consolas"/>
                <a:ea typeface="Consolas"/>
                <a:cs typeface="Consolas"/>
                <a:sym typeface="Consolas"/>
              </a:rPr>
              <a:t>cancha</a:t>
            </a:r>
            <a:r>
              <a:rPr lang="es-CL" sz="2000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':</a:t>
            </a:r>
            <a:endParaRPr sz="2000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        precio </a:t>
            </a:r>
            <a:r>
              <a:rPr lang="es-CL" sz="2000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s-CL" sz="2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2000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20000</a:t>
            </a:r>
            <a:endParaRPr sz="2000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s-CL" sz="2000">
                <a:solidFill>
                  <a:srgbClr val="4B69C6"/>
                </a:solidFill>
                <a:latin typeface="Consolas"/>
                <a:ea typeface="Consolas"/>
                <a:cs typeface="Consolas"/>
                <a:sym typeface="Consolas"/>
              </a:rPr>
              <a:t>elif</a:t>
            </a:r>
            <a:r>
              <a:rPr lang="es-CL" sz="2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tipo </a:t>
            </a:r>
            <a:r>
              <a:rPr lang="es-CL" sz="2000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==</a:t>
            </a:r>
            <a:r>
              <a:rPr lang="es-CL" sz="2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2000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'</a:t>
            </a:r>
            <a:r>
              <a:rPr lang="es-CL" sz="2000">
                <a:solidFill>
                  <a:srgbClr val="448C27"/>
                </a:solidFill>
                <a:latin typeface="Consolas"/>
                <a:ea typeface="Consolas"/>
                <a:cs typeface="Consolas"/>
                <a:sym typeface="Consolas"/>
              </a:rPr>
              <a:t>platea</a:t>
            </a:r>
            <a:r>
              <a:rPr lang="es-CL" sz="2000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':</a:t>
            </a:r>
            <a:endParaRPr sz="2000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        precio </a:t>
            </a:r>
            <a:r>
              <a:rPr lang="es-CL" sz="2000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s-CL" sz="2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2000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30000</a:t>
            </a:r>
            <a:endParaRPr sz="2000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s-CL" sz="2000">
                <a:solidFill>
                  <a:srgbClr val="4B69C6"/>
                </a:solidFill>
                <a:latin typeface="Consolas"/>
                <a:ea typeface="Consolas"/>
                <a:cs typeface="Consolas"/>
                <a:sym typeface="Consolas"/>
              </a:rPr>
              <a:t>elif</a:t>
            </a:r>
            <a:r>
              <a:rPr lang="es-CL" sz="2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tipo </a:t>
            </a:r>
            <a:r>
              <a:rPr lang="es-CL" sz="2000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==</a:t>
            </a:r>
            <a:r>
              <a:rPr lang="es-CL" sz="2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2000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'</a:t>
            </a:r>
            <a:r>
              <a:rPr lang="es-CL" sz="2000">
                <a:solidFill>
                  <a:srgbClr val="448C27"/>
                </a:solidFill>
                <a:latin typeface="Consolas"/>
                <a:ea typeface="Consolas"/>
                <a:cs typeface="Consolas"/>
                <a:sym typeface="Consolas"/>
              </a:rPr>
              <a:t>vip</a:t>
            </a:r>
            <a:r>
              <a:rPr lang="es-CL" sz="2000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':</a:t>
            </a:r>
            <a:endParaRPr sz="2000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        precio </a:t>
            </a:r>
            <a:r>
              <a:rPr lang="es-CL" sz="2000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s-CL" sz="2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2000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40000</a:t>
            </a:r>
            <a:endParaRPr sz="2000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    total </a:t>
            </a:r>
            <a:r>
              <a:rPr lang="es-CL" sz="2000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s-CL" sz="2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cantidad </a:t>
            </a:r>
            <a:r>
              <a:rPr lang="es-CL" sz="2000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*</a:t>
            </a:r>
            <a:r>
              <a:rPr lang="es-CL" sz="2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precio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s-CL" sz="2000">
                <a:solidFill>
                  <a:srgbClr val="4B69C6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s-CL" sz="2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total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s-CL" sz="2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1" lang="es-CL" sz="2000">
                <a:solidFill>
                  <a:srgbClr val="AA3731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s-CL" sz="2000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CL" sz="2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ventas</a:t>
            </a:r>
            <a:r>
              <a:rPr lang="es-CL" sz="2000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('</a:t>
            </a:r>
            <a:r>
              <a:rPr lang="es-CL" sz="2000">
                <a:solidFill>
                  <a:srgbClr val="448C27"/>
                </a:solidFill>
                <a:latin typeface="Consolas"/>
                <a:ea typeface="Consolas"/>
                <a:cs typeface="Consolas"/>
                <a:sym typeface="Consolas"/>
              </a:rPr>
              <a:t>vip</a:t>
            </a:r>
            <a:r>
              <a:rPr lang="es-CL" sz="2000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',</a:t>
            </a:r>
            <a:r>
              <a:rPr lang="es-CL" sz="2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2000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r>
              <a:rPr lang="es-CL" sz="2000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))</a:t>
            </a:r>
            <a:r>
              <a:rPr lang="es-CL" sz="2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i="1" lang="es-CL" sz="2000">
                <a:solidFill>
                  <a:srgbClr val="AAAAAA"/>
                </a:solidFill>
                <a:latin typeface="Consolas"/>
                <a:ea typeface="Consolas"/>
                <a:cs typeface="Consolas"/>
                <a:sym typeface="Consolas"/>
              </a:rPr>
              <a:t># 160000</a:t>
            </a:r>
            <a:endParaRPr sz="2000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000">
                <a:solidFill>
                  <a:srgbClr val="AA3731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s-CL" sz="2000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CL" sz="2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ventas</a:t>
            </a:r>
            <a:r>
              <a:rPr lang="es-CL" sz="2000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('</a:t>
            </a:r>
            <a:r>
              <a:rPr lang="es-CL" sz="2000">
                <a:solidFill>
                  <a:srgbClr val="448C27"/>
                </a:solidFill>
                <a:latin typeface="Consolas"/>
                <a:ea typeface="Consolas"/>
                <a:cs typeface="Consolas"/>
                <a:sym typeface="Consolas"/>
              </a:rPr>
              <a:t>error</a:t>
            </a:r>
            <a:r>
              <a:rPr lang="es-CL" sz="2000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',</a:t>
            </a:r>
            <a:r>
              <a:rPr lang="es-CL" sz="2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2000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s-CL" sz="2000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))</a:t>
            </a:r>
            <a:r>
              <a:rPr lang="es-CL" sz="2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i="1" lang="es-CL" sz="2000">
                <a:solidFill>
                  <a:srgbClr val="AAAAAA"/>
                </a:solidFill>
                <a:latin typeface="Consolas"/>
                <a:ea typeface="Consolas"/>
                <a:cs typeface="Consolas"/>
                <a:sym typeface="Consolas"/>
              </a:rPr>
              <a:t># ?</a:t>
            </a:r>
            <a:endParaRPr sz="2000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16" name="Google Shape;516;p18"/>
          <p:cNvSpPr/>
          <p:nvPr/>
        </p:nvSpPr>
        <p:spPr>
          <a:xfrm>
            <a:off x="786810" y="1562102"/>
            <a:ext cx="5280616" cy="1193780"/>
          </a:xfrm>
          <a:prstGeom prst="roundRect">
            <a:avLst>
              <a:gd fmla="val 1695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252000" spcFirstLastPara="1" rIns="18000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¿Qué crees que va a pasar en el último print?</a:t>
            </a:r>
            <a:endParaRPr/>
          </a:p>
        </p:txBody>
      </p:sp>
      <p:sp>
        <p:nvSpPr>
          <p:cNvPr id="517" name="Google Shape;517;p18"/>
          <p:cNvSpPr/>
          <p:nvPr/>
        </p:nvSpPr>
        <p:spPr>
          <a:xfrm>
            <a:off x="5369070" y="376392"/>
            <a:ext cx="2245039" cy="865574"/>
          </a:xfrm>
          <a:prstGeom prst="roundRect">
            <a:avLst>
              <a:gd fmla="val 13090" name="adj"/>
            </a:avLst>
          </a:prstGeom>
          <a:solidFill>
            <a:schemeClr val="accent1"/>
          </a:solidFill>
          <a:ln>
            <a:noFill/>
          </a:ln>
          <a:effectLst>
            <a:outerShdw blurRad="381000" rotWithShape="0" algn="ctr" dir="5400000" dist="127000">
              <a:srgbClr val="000000">
                <a:alpha val="29803"/>
              </a:srgbClr>
            </a:outerShdw>
          </a:effectLst>
        </p:spPr>
        <p:txBody>
          <a:bodyPr anchorCtr="0" anchor="ctr" bIns="0" lIns="288000" spcFirstLastPara="1" rIns="28800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Si tipo es ‘error’</a:t>
            </a:r>
            <a:endParaRPr/>
          </a:p>
        </p:txBody>
      </p:sp>
      <p:grpSp>
        <p:nvGrpSpPr>
          <p:cNvPr id="518" name="Google Shape;518;p18"/>
          <p:cNvGrpSpPr/>
          <p:nvPr/>
        </p:nvGrpSpPr>
        <p:grpSpPr>
          <a:xfrm rot="-5755245">
            <a:off x="7605052" y="1106864"/>
            <a:ext cx="651119" cy="650557"/>
            <a:chOff x="6170613" y="1512888"/>
            <a:chExt cx="1838325" cy="1836738"/>
          </a:xfrm>
        </p:grpSpPr>
        <p:sp>
          <p:nvSpPr>
            <p:cNvPr id="519" name="Google Shape;519;p18"/>
            <p:cNvSpPr/>
            <p:nvPr/>
          </p:nvSpPr>
          <p:spPr>
            <a:xfrm>
              <a:off x="6473825" y="1512888"/>
              <a:ext cx="1535113" cy="1535113"/>
            </a:xfrm>
            <a:custGeom>
              <a:rect b="b" l="l" r="r" t="t"/>
              <a:pathLst>
                <a:path extrusionOk="0" h="407" w="407">
                  <a:moveTo>
                    <a:pt x="396" y="197"/>
                  </a:moveTo>
                  <a:cubicBezTo>
                    <a:pt x="210" y="11"/>
                    <a:pt x="210" y="11"/>
                    <a:pt x="210" y="11"/>
                  </a:cubicBezTo>
                  <a:cubicBezTo>
                    <a:pt x="199" y="0"/>
                    <a:pt x="181" y="0"/>
                    <a:pt x="170" y="11"/>
                  </a:cubicBezTo>
                  <a:cubicBezTo>
                    <a:pt x="11" y="170"/>
                    <a:pt x="11" y="170"/>
                    <a:pt x="11" y="170"/>
                  </a:cubicBezTo>
                  <a:cubicBezTo>
                    <a:pt x="0" y="181"/>
                    <a:pt x="0" y="199"/>
                    <a:pt x="11" y="210"/>
                  </a:cubicBezTo>
                  <a:cubicBezTo>
                    <a:pt x="197" y="396"/>
                    <a:pt x="197" y="396"/>
                    <a:pt x="197" y="396"/>
                  </a:cubicBezTo>
                  <a:cubicBezTo>
                    <a:pt x="208" y="407"/>
                    <a:pt x="226" y="407"/>
                    <a:pt x="237" y="396"/>
                  </a:cubicBezTo>
                  <a:cubicBezTo>
                    <a:pt x="396" y="237"/>
                    <a:pt x="396" y="237"/>
                    <a:pt x="396" y="237"/>
                  </a:cubicBezTo>
                  <a:cubicBezTo>
                    <a:pt x="407" y="226"/>
                    <a:pt x="407" y="208"/>
                    <a:pt x="396" y="19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381000" rotWithShape="0" algn="ctr" dir="5400000" dist="127000">
                <a:srgbClr val="000000">
                  <a:alpha val="29803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520" name="Google Shape;520;p18"/>
            <p:cNvSpPr/>
            <p:nvPr/>
          </p:nvSpPr>
          <p:spPr>
            <a:xfrm>
              <a:off x="6170613" y="1617663"/>
              <a:ext cx="1736725" cy="1731963"/>
            </a:xfrm>
            <a:custGeom>
              <a:rect b="b" l="l" r="r" t="t"/>
              <a:pathLst>
                <a:path extrusionOk="0" h="459" w="460">
                  <a:moveTo>
                    <a:pt x="434" y="390"/>
                  </a:moveTo>
                  <a:cubicBezTo>
                    <a:pt x="69" y="25"/>
                    <a:pt x="69" y="25"/>
                    <a:pt x="69" y="25"/>
                  </a:cubicBezTo>
                  <a:cubicBezTo>
                    <a:pt x="44" y="0"/>
                    <a:pt x="0" y="18"/>
                    <a:pt x="0" y="54"/>
                  </a:cubicBezTo>
                  <a:cubicBezTo>
                    <a:pt x="0" y="419"/>
                    <a:pt x="0" y="419"/>
                    <a:pt x="0" y="419"/>
                  </a:cubicBezTo>
                  <a:cubicBezTo>
                    <a:pt x="0" y="441"/>
                    <a:pt x="18" y="459"/>
                    <a:pt x="40" y="459"/>
                  </a:cubicBezTo>
                  <a:cubicBezTo>
                    <a:pt x="406" y="459"/>
                    <a:pt x="406" y="459"/>
                    <a:pt x="406" y="459"/>
                  </a:cubicBezTo>
                  <a:cubicBezTo>
                    <a:pt x="442" y="459"/>
                    <a:pt x="460" y="416"/>
                    <a:pt x="434" y="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381000" rotWithShape="0" algn="ctr" dir="5400000" dist="127000">
                <a:srgbClr val="000000">
                  <a:alpha val="29803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521" name="Google Shape;521;p18"/>
          <p:cNvSpPr/>
          <p:nvPr/>
        </p:nvSpPr>
        <p:spPr>
          <a:xfrm>
            <a:off x="2333298" y="2210444"/>
            <a:ext cx="3785566" cy="865574"/>
          </a:xfrm>
          <a:prstGeom prst="roundRect">
            <a:avLst>
              <a:gd fmla="val 13090" name="adj"/>
            </a:avLst>
          </a:prstGeom>
          <a:solidFill>
            <a:schemeClr val="accent1"/>
          </a:solidFill>
          <a:ln>
            <a:noFill/>
          </a:ln>
          <a:effectLst>
            <a:outerShdw blurRad="381000" rotWithShape="0" algn="ctr" dir="5400000" dist="127000">
              <a:srgbClr val="000000">
                <a:alpha val="29803"/>
              </a:srgbClr>
            </a:outerShdw>
          </a:effectLst>
        </p:spPr>
        <p:txBody>
          <a:bodyPr anchorCtr="0" anchor="ctr" bIns="0" lIns="288000" spcFirstLastPara="1" rIns="28800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No ‘entra’ a ninguna condición</a:t>
            </a:r>
            <a:endParaRPr/>
          </a:p>
        </p:txBody>
      </p:sp>
      <p:grpSp>
        <p:nvGrpSpPr>
          <p:cNvPr id="522" name="Google Shape;522;p18"/>
          <p:cNvGrpSpPr/>
          <p:nvPr/>
        </p:nvGrpSpPr>
        <p:grpSpPr>
          <a:xfrm rot="-8388841">
            <a:off x="6200471" y="2292284"/>
            <a:ext cx="651119" cy="650557"/>
            <a:chOff x="6170613" y="1512888"/>
            <a:chExt cx="1838325" cy="1836738"/>
          </a:xfrm>
        </p:grpSpPr>
        <p:sp>
          <p:nvSpPr>
            <p:cNvPr id="523" name="Google Shape;523;p18"/>
            <p:cNvSpPr/>
            <p:nvPr/>
          </p:nvSpPr>
          <p:spPr>
            <a:xfrm>
              <a:off x="6473825" y="1512888"/>
              <a:ext cx="1535113" cy="1535113"/>
            </a:xfrm>
            <a:custGeom>
              <a:rect b="b" l="l" r="r" t="t"/>
              <a:pathLst>
                <a:path extrusionOk="0" h="407" w="407">
                  <a:moveTo>
                    <a:pt x="396" y="197"/>
                  </a:moveTo>
                  <a:cubicBezTo>
                    <a:pt x="210" y="11"/>
                    <a:pt x="210" y="11"/>
                    <a:pt x="210" y="11"/>
                  </a:cubicBezTo>
                  <a:cubicBezTo>
                    <a:pt x="199" y="0"/>
                    <a:pt x="181" y="0"/>
                    <a:pt x="170" y="11"/>
                  </a:cubicBezTo>
                  <a:cubicBezTo>
                    <a:pt x="11" y="170"/>
                    <a:pt x="11" y="170"/>
                    <a:pt x="11" y="170"/>
                  </a:cubicBezTo>
                  <a:cubicBezTo>
                    <a:pt x="0" y="181"/>
                    <a:pt x="0" y="199"/>
                    <a:pt x="11" y="210"/>
                  </a:cubicBezTo>
                  <a:cubicBezTo>
                    <a:pt x="197" y="396"/>
                    <a:pt x="197" y="396"/>
                    <a:pt x="197" y="396"/>
                  </a:cubicBezTo>
                  <a:cubicBezTo>
                    <a:pt x="208" y="407"/>
                    <a:pt x="226" y="407"/>
                    <a:pt x="237" y="396"/>
                  </a:cubicBezTo>
                  <a:cubicBezTo>
                    <a:pt x="396" y="237"/>
                    <a:pt x="396" y="237"/>
                    <a:pt x="396" y="237"/>
                  </a:cubicBezTo>
                  <a:cubicBezTo>
                    <a:pt x="407" y="226"/>
                    <a:pt x="407" y="208"/>
                    <a:pt x="396" y="19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381000" rotWithShape="0" algn="ctr" dir="5400000" dist="127000">
                <a:srgbClr val="000000">
                  <a:alpha val="29803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524" name="Google Shape;524;p18"/>
            <p:cNvSpPr/>
            <p:nvPr/>
          </p:nvSpPr>
          <p:spPr>
            <a:xfrm>
              <a:off x="6170613" y="1617663"/>
              <a:ext cx="1736725" cy="1731963"/>
            </a:xfrm>
            <a:custGeom>
              <a:rect b="b" l="l" r="r" t="t"/>
              <a:pathLst>
                <a:path extrusionOk="0" h="459" w="460">
                  <a:moveTo>
                    <a:pt x="434" y="390"/>
                  </a:moveTo>
                  <a:cubicBezTo>
                    <a:pt x="69" y="25"/>
                    <a:pt x="69" y="25"/>
                    <a:pt x="69" y="25"/>
                  </a:cubicBezTo>
                  <a:cubicBezTo>
                    <a:pt x="44" y="0"/>
                    <a:pt x="0" y="18"/>
                    <a:pt x="0" y="54"/>
                  </a:cubicBezTo>
                  <a:cubicBezTo>
                    <a:pt x="0" y="419"/>
                    <a:pt x="0" y="419"/>
                    <a:pt x="0" y="419"/>
                  </a:cubicBezTo>
                  <a:cubicBezTo>
                    <a:pt x="0" y="441"/>
                    <a:pt x="18" y="459"/>
                    <a:pt x="40" y="459"/>
                  </a:cubicBezTo>
                  <a:cubicBezTo>
                    <a:pt x="406" y="459"/>
                    <a:pt x="406" y="459"/>
                    <a:pt x="406" y="459"/>
                  </a:cubicBezTo>
                  <a:cubicBezTo>
                    <a:pt x="442" y="459"/>
                    <a:pt x="460" y="416"/>
                    <a:pt x="434" y="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381000" rotWithShape="0" algn="ctr" dir="5400000" dist="127000">
                <a:srgbClr val="000000">
                  <a:alpha val="29803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525" name="Google Shape;525;p18"/>
          <p:cNvSpPr/>
          <p:nvPr/>
        </p:nvSpPr>
        <p:spPr>
          <a:xfrm>
            <a:off x="3197246" y="3694694"/>
            <a:ext cx="2898753" cy="865574"/>
          </a:xfrm>
          <a:prstGeom prst="roundRect">
            <a:avLst>
              <a:gd fmla="val 13090" name="adj"/>
            </a:avLst>
          </a:prstGeom>
          <a:solidFill>
            <a:schemeClr val="accent1"/>
          </a:solidFill>
          <a:ln>
            <a:noFill/>
          </a:ln>
          <a:effectLst>
            <a:outerShdw blurRad="381000" rotWithShape="0" algn="ctr" dir="5400000" dist="127000">
              <a:srgbClr val="000000">
                <a:alpha val="29803"/>
              </a:srgbClr>
            </a:outerShdw>
          </a:effectLst>
        </p:spPr>
        <p:txBody>
          <a:bodyPr anchorCtr="0" anchor="ctr" bIns="0" lIns="288000" spcFirstLastPara="1" rIns="28800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Por lo que al llegar acá, ‘precio’ no existe</a:t>
            </a:r>
            <a:endParaRPr/>
          </a:p>
        </p:txBody>
      </p:sp>
      <p:grpSp>
        <p:nvGrpSpPr>
          <p:cNvPr id="526" name="Google Shape;526;p18"/>
          <p:cNvGrpSpPr/>
          <p:nvPr/>
        </p:nvGrpSpPr>
        <p:grpSpPr>
          <a:xfrm rot="-8388841">
            <a:off x="6177607" y="3776534"/>
            <a:ext cx="651119" cy="650557"/>
            <a:chOff x="6170613" y="1512888"/>
            <a:chExt cx="1838325" cy="1836738"/>
          </a:xfrm>
        </p:grpSpPr>
        <p:sp>
          <p:nvSpPr>
            <p:cNvPr id="527" name="Google Shape;527;p18"/>
            <p:cNvSpPr/>
            <p:nvPr/>
          </p:nvSpPr>
          <p:spPr>
            <a:xfrm>
              <a:off x="6473825" y="1512888"/>
              <a:ext cx="1535113" cy="1535113"/>
            </a:xfrm>
            <a:custGeom>
              <a:rect b="b" l="l" r="r" t="t"/>
              <a:pathLst>
                <a:path extrusionOk="0" h="407" w="407">
                  <a:moveTo>
                    <a:pt x="396" y="197"/>
                  </a:moveTo>
                  <a:cubicBezTo>
                    <a:pt x="210" y="11"/>
                    <a:pt x="210" y="11"/>
                    <a:pt x="210" y="11"/>
                  </a:cubicBezTo>
                  <a:cubicBezTo>
                    <a:pt x="199" y="0"/>
                    <a:pt x="181" y="0"/>
                    <a:pt x="170" y="11"/>
                  </a:cubicBezTo>
                  <a:cubicBezTo>
                    <a:pt x="11" y="170"/>
                    <a:pt x="11" y="170"/>
                    <a:pt x="11" y="170"/>
                  </a:cubicBezTo>
                  <a:cubicBezTo>
                    <a:pt x="0" y="181"/>
                    <a:pt x="0" y="199"/>
                    <a:pt x="11" y="210"/>
                  </a:cubicBezTo>
                  <a:cubicBezTo>
                    <a:pt x="197" y="396"/>
                    <a:pt x="197" y="396"/>
                    <a:pt x="197" y="396"/>
                  </a:cubicBezTo>
                  <a:cubicBezTo>
                    <a:pt x="208" y="407"/>
                    <a:pt x="226" y="407"/>
                    <a:pt x="237" y="396"/>
                  </a:cubicBezTo>
                  <a:cubicBezTo>
                    <a:pt x="396" y="237"/>
                    <a:pt x="396" y="237"/>
                    <a:pt x="396" y="237"/>
                  </a:cubicBezTo>
                  <a:cubicBezTo>
                    <a:pt x="407" y="226"/>
                    <a:pt x="407" y="208"/>
                    <a:pt x="396" y="19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381000" rotWithShape="0" algn="ctr" dir="5400000" dist="127000">
                <a:srgbClr val="000000">
                  <a:alpha val="29803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528" name="Google Shape;528;p18"/>
            <p:cNvSpPr/>
            <p:nvPr/>
          </p:nvSpPr>
          <p:spPr>
            <a:xfrm>
              <a:off x="6170613" y="1617663"/>
              <a:ext cx="1736725" cy="1731963"/>
            </a:xfrm>
            <a:custGeom>
              <a:rect b="b" l="l" r="r" t="t"/>
              <a:pathLst>
                <a:path extrusionOk="0" h="459" w="460">
                  <a:moveTo>
                    <a:pt x="434" y="390"/>
                  </a:moveTo>
                  <a:cubicBezTo>
                    <a:pt x="69" y="25"/>
                    <a:pt x="69" y="25"/>
                    <a:pt x="69" y="25"/>
                  </a:cubicBezTo>
                  <a:cubicBezTo>
                    <a:pt x="44" y="0"/>
                    <a:pt x="0" y="18"/>
                    <a:pt x="0" y="54"/>
                  </a:cubicBezTo>
                  <a:cubicBezTo>
                    <a:pt x="0" y="419"/>
                    <a:pt x="0" y="419"/>
                    <a:pt x="0" y="419"/>
                  </a:cubicBezTo>
                  <a:cubicBezTo>
                    <a:pt x="0" y="441"/>
                    <a:pt x="18" y="459"/>
                    <a:pt x="40" y="459"/>
                  </a:cubicBezTo>
                  <a:cubicBezTo>
                    <a:pt x="406" y="459"/>
                    <a:pt x="406" y="459"/>
                    <a:pt x="406" y="459"/>
                  </a:cubicBezTo>
                  <a:cubicBezTo>
                    <a:pt x="442" y="459"/>
                    <a:pt x="460" y="416"/>
                    <a:pt x="434" y="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381000" rotWithShape="0" algn="ctr" dir="5400000" dist="127000">
                <a:srgbClr val="000000">
                  <a:alpha val="29803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529" name="Google Shape;529;p18"/>
          <p:cNvSpPr/>
          <p:nvPr/>
        </p:nvSpPr>
        <p:spPr>
          <a:xfrm>
            <a:off x="2188254" y="5778949"/>
            <a:ext cx="9556242" cy="641176"/>
          </a:xfrm>
          <a:prstGeom prst="roundRect">
            <a:avLst>
              <a:gd fmla="val 1937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252000" spcFirstLastPara="1" rIns="18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UnboundLocalError: </a:t>
            </a:r>
            <a:r>
              <a:rPr lang="es-CL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local variable 'precio' referenced before assignment</a:t>
            </a:r>
            <a:endParaRPr/>
          </a:p>
        </p:txBody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5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5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5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5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5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5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19"/>
          <p:cNvSpPr txBox="1"/>
          <p:nvPr>
            <p:ph type="title"/>
          </p:nvPr>
        </p:nvSpPr>
        <p:spPr>
          <a:xfrm>
            <a:off x="1104900" y="974329"/>
            <a:ext cx="9867900" cy="8166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</a:pPr>
            <a:r>
              <a:rPr lang="es-CL" sz="2800"/>
              <a:t>¿Por qué no había tenido este problema antes de </a:t>
            </a:r>
            <a:br>
              <a:rPr lang="es-CL" sz="2800"/>
            </a:br>
            <a:r>
              <a:rPr lang="es-CL" sz="2800"/>
              <a:t>empezar a usar funciones?</a:t>
            </a:r>
            <a:endParaRPr/>
          </a:p>
        </p:txBody>
      </p:sp>
      <p:sp>
        <p:nvSpPr>
          <p:cNvPr id="535" name="Google Shape;535;p19"/>
          <p:cNvSpPr txBox="1"/>
          <p:nvPr/>
        </p:nvSpPr>
        <p:spPr>
          <a:xfrm>
            <a:off x="1112989" y="615954"/>
            <a:ext cx="1985480" cy="3016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Clase 07: Subprogramas</a:t>
            </a:r>
            <a:endParaRPr/>
          </a:p>
        </p:txBody>
      </p:sp>
      <p:sp>
        <p:nvSpPr>
          <p:cNvPr id="536" name="Google Shape;536;p19"/>
          <p:cNvSpPr/>
          <p:nvPr/>
        </p:nvSpPr>
        <p:spPr>
          <a:xfrm>
            <a:off x="9055713" y="1845879"/>
            <a:ext cx="2688783" cy="4037792"/>
          </a:xfrm>
          <a:prstGeom prst="roundRect">
            <a:avLst>
              <a:gd fmla="val 4539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252000" spcFirstLastPara="1" rIns="18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suma </a:t>
            </a:r>
            <a:r>
              <a:rPr lang="es-CL" sz="2000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s-CL" sz="2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2000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s-CL" sz="2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a </a:t>
            </a:r>
            <a:r>
              <a:rPr lang="es-CL" sz="2000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s-CL" sz="2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2000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2000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b </a:t>
            </a:r>
            <a:r>
              <a:rPr lang="es-CL" sz="2000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s-CL" sz="2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2000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2000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s-CL" sz="2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s-CL" sz="2000">
                <a:solidFill>
                  <a:srgbClr val="4B69C6"/>
                </a:solidFill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lang="es-CL" sz="2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a </a:t>
            </a:r>
            <a:r>
              <a:rPr lang="es-CL" sz="2000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s-CL" sz="2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2000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10</a:t>
            </a:r>
            <a:r>
              <a:rPr lang="es-CL" sz="2000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 sz="2000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    c </a:t>
            </a:r>
            <a:r>
              <a:rPr lang="es-CL" sz="2000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s-CL" sz="2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a </a:t>
            </a:r>
            <a:r>
              <a:rPr lang="es-CL" sz="2000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+</a:t>
            </a:r>
            <a:r>
              <a:rPr lang="es-CL" sz="2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b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    suma </a:t>
            </a:r>
            <a:r>
              <a:rPr lang="es-CL" sz="2000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+=</a:t>
            </a:r>
            <a:r>
              <a:rPr lang="es-CL" sz="2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c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s-CL" sz="2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s-CL" sz="2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    a </a:t>
            </a:r>
            <a:r>
              <a:rPr lang="es-CL" sz="2000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s-CL" sz="2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b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    b </a:t>
            </a:r>
            <a:r>
              <a:rPr lang="es-CL" sz="2000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s-CL" sz="2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c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s-CL" sz="2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1" lang="es-CL" sz="2000">
                <a:solidFill>
                  <a:srgbClr val="AA3731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s-CL" sz="2000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CL" sz="2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suma</a:t>
            </a:r>
            <a:r>
              <a:rPr lang="es-CL" sz="2000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2000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37" name="Google Shape;537;p19"/>
          <p:cNvSpPr/>
          <p:nvPr/>
        </p:nvSpPr>
        <p:spPr>
          <a:xfrm>
            <a:off x="786809" y="1845881"/>
            <a:ext cx="8086023" cy="2360359"/>
          </a:xfrm>
          <a:prstGeom prst="roundRect">
            <a:avLst>
              <a:gd fmla="val 527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252000" spcFirstLastPara="1" rIns="18000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Cuando no usamos funciones ni procedimientos, todas las variables se crean en un contexto que se llama </a:t>
            </a:r>
            <a:r>
              <a:rPr b="1" lang="es-CL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“alcance global”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s-CL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Básicamente todo es visible!</a:t>
            </a:r>
            <a:endParaRPr/>
          </a:p>
        </p:txBody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20"/>
          <p:cNvSpPr txBox="1"/>
          <p:nvPr>
            <p:ph type="title"/>
          </p:nvPr>
        </p:nvSpPr>
        <p:spPr>
          <a:xfrm>
            <a:off x="1104900" y="974329"/>
            <a:ext cx="7692259" cy="999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</a:pPr>
            <a:r>
              <a:rPr lang="es-CL" sz="2800"/>
              <a:t>Aunque también pueden suceder </a:t>
            </a:r>
            <a:br>
              <a:rPr lang="es-CL" sz="2800"/>
            </a:br>
            <a:r>
              <a:rPr lang="es-CL" sz="2800"/>
              <a:t>problemas similares</a:t>
            </a:r>
            <a:endParaRPr/>
          </a:p>
        </p:txBody>
      </p:sp>
      <p:sp>
        <p:nvSpPr>
          <p:cNvPr id="543" name="Google Shape;543;p20"/>
          <p:cNvSpPr txBox="1"/>
          <p:nvPr/>
        </p:nvSpPr>
        <p:spPr>
          <a:xfrm>
            <a:off x="1112989" y="615954"/>
            <a:ext cx="1985480" cy="3016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Clase 07: Subprogramas</a:t>
            </a:r>
            <a:endParaRPr/>
          </a:p>
        </p:txBody>
      </p:sp>
      <p:sp>
        <p:nvSpPr>
          <p:cNvPr id="544" name="Google Shape;544;p20"/>
          <p:cNvSpPr/>
          <p:nvPr/>
        </p:nvSpPr>
        <p:spPr>
          <a:xfrm>
            <a:off x="7756634" y="953356"/>
            <a:ext cx="3924800" cy="5267717"/>
          </a:xfrm>
          <a:prstGeom prst="roundRect">
            <a:avLst>
              <a:gd fmla="val 4539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252000" spcFirstLastPara="1" rIns="18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suma </a:t>
            </a:r>
            <a:r>
              <a:rPr lang="es-CL" sz="2000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s-CL" sz="2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2000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s-CL" sz="2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a </a:t>
            </a:r>
            <a:r>
              <a:rPr lang="es-CL" sz="2000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s-CL" sz="2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2000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2000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b </a:t>
            </a:r>
            <a:r>
              <a:rPr lang="es-CL" sz="2000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s-CL" sz="2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2000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2000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s-CL" sz="2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s-CL" sz="2000">
                <a:solidFill>
                  <a:srgbClr val="4B69C6"/>
                </a:solidFill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lang="es-CL" sz="2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a </a:t>
            </a:r>
            <a:r>
              <a:rPr lang="es-CL" sz="2000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s-CL" sz="2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2000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10</a:t>
            </a:r>
            <a:r>
              <a:rPr lang="es-CL" sz="2000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 sz="2000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    c </a:t>
            </a:r>
            <a:r>
              <a:rPr lang="es-CL" sz="2000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s-CL" sz="2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a </a:t>
            </a:r>
            <a:r>
              <a:rPr lang="es-CL" sz="2000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+</a:t>
            </a:r>
            <a:r>
              <a:rPr lang="es-CL" sz="2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b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    suma </a:t>
            </a:r>
            <a:r>
              <a:rPr lang="es-CL" sz="2000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+=</a:t>
            </a:r>
            <a:r>
              <a:rPr lang="es-CL" sz="2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c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s-CL" sz="2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s-CL" sz="2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s-CL" sz="2000">
                <a:solidFill>
                  <a:srgbClr val="4B69C6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s-CL" sz="2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a </a:t>
            </a:r>
            <a:r>
              <a:rPr lang="es-CL" sz="2000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es-CL" sz="2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2000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1000</a:t>
            </a:r>
            <a:r>
              <a:rPr lang="es-CL" sz="2000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 sz="2000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        especial </a:t>
            </a:r>
            <a:r>
              <a:rPr lang="es-CL" sz="2000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s-CL" sz="2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2000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1000</a:t>
            </a:r>
            <a:endParaRPr sz="2000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s-CL" sz="2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s-CL" sz="2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    a </a:t>
            </a:r>
            <a:r>
              <a:rPr lang="es-CL" sz="2000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s-CL" sz="2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b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    b </a:t>
            </a:r>
            <a:r>
              <a:rPr lang="es-CL" sz="2000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s-CL" sz="2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c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s-CL" sz="2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1" lang="es-CL" sz="2000">
                <a:solidFill>
                  <a:srgbClr val="AA3731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s-CL" sz="2000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CL" sz="2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especial</a:t>
            </a:r>
            <a:r>
              <a:rPr lang="es-CL" sz="2000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2000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45" name="Google Shape;545;p20"/>
          <p:cNvSpPr/>
          <p:nvPr/>
        </p:nvSpPr>
        <p:spPr>
          <a:xfrm>
            <a:off x="1112989" y="3199392"/>
            <a:ext cx="6012155" cy="775643"/>
          </a:xfrm>
          <a:prstGeom prst="roundRect">
            <a:avLst>
              <a:gd fmla="val 1937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252000" spcFirstLastPara="1" rIns="18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NameError: </a:t>
            </a:r>
            <a:r>
              <a:rPr lang="es-CL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name 'especial' is not defined</a:t>
            </a:r>
            <a:endParaRPr/>
          </a:p>
        </p:txBody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21"/>
          <p:cNvSpPr txBox="1"/>
          <p:nvPr/>
        </p:nvSpPr>
        <p:spPr>
          <a:xfrm>
            <a:off x="1112990" y="1581818"/>
            <a:ext cx="5779424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4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¡A practicar!</a:t>
            </a:r>
            <a:endParaRPr/>
          </a:p>
        </p:txBody>
      </p:sp>
      <p:sp>
        <p:nvSpPr>
          <p:cNvPr id="551" name="Google Shape;551;p21"/>
          <p:cNvSpPr txBox="1"/>
          <p:nvPr/>
        </p:nvSpPr>
        <p:spPr>
          <a:xfrm>
            <a:off x="1112989" y="1211208"/>
            <a:ext cx="1985480" cy="3016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Clase 07: Subprogramas</a:t>
            </a:r>
            <a:endParaRPr/>
          </a:p>
        </p:txBody>
      </p:sp>
      <p:grpSp>
        <p:nvGrpSpPr>
          <p:cNvPr id="552" name="Google Shape;552;p21"/>
          <p:cNvGrpSpPr/>
          <p:nvPr/>
        </p:nvGrpSpPr>
        <p:grpSpPr>
          <a:xfrm>
            <a:off x="7507288" y="1763713"/>
            <a:ext cx="6037262" cy="5462588"/>
            <a:chOff x="7507288" y="1763713"/>
            <a:chExt cx="6037262" cy="5462588"/>
          </a:xfrm>
        </p:grpSpPr>
        <p:sp>
          <p:nvSpPr>
            <p:cNvPr id="553" name="Google Shape;553;p21"/>
            <p:cNvSpPr/>
            <p:nvPr/>
          </p:nvSpPr>
          <p:spPr>
            <a:xfrm>
              <a:off x="7507288" y="5321301"/>
              <a:ext cx="4684712" cy="685800"/>
            </a:xfrm>
            <a:prstGeom prst="rect">
              <a:avLst/>
            </a:pr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554" name="Google Shape;554;p21"/>
            <p:cNvSpPr/>
            <p:nvPr/>
          </p:nvSpPr>
          <p:spPr>
            <a:xfrm>
              <a:off x="7507288" y="5321301"/>
              <a:ext cx="6037262" cy="6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555" name="Google Shape;555;p21"/>
            <p:cNvSpPr/>
            <p:nvPr/>
          </p:nvSpPr>
          <p:spPr>
            <a:xfrm>
              <a:off x="12250738" y="5321301"/>
              <a:ext cx="1293812" cy="685800"/>
            </a:xfrm>
            <a:custGeom>
              <a:rect b="b" l="l" r="r" t="t"/>
              <a:pathLst>
                <a:path extrusionOk="0" h="432" w="815">
                  <a:moveTo>
                    <a:pt x="815" y="0"/>
                  </a:moveTo>
                  <a:lnTo>
                    <a:pt x="0" y="0"/>
                  </a:lnTo>
                  <a:lnTo>
                    <a:pt x="0" y="432"/>
                  </a:lnTo>
                  <a:lnTo>
                    <a:pt x="395" y="432"/>
                  </a:lnTo>
                  <a:lnTo>
                    <a:pt x="815" y="432"/>
                  </a:lnTo>
                  <a:lnTo>
                    <a:pt x="815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556" name="Google Shape;556;p21"/>
            <p:cNvSpPr/>
            <p:nvPr/>
          </p:nvSpPr>
          <p:spPr>
            <a:xfrm>
              <a:off x="7507288" y="6007101"/>
              <a:ext cx="666750" cy="1219200"/>
            </a:xfrm>
            <a:prstGeom prst="rect">
              <a:avLst/>
            </a:pr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557" name="Google Shape;557;p21"/>
            <p:cNvSpPr/>
            <p:nvPr/>
          </p:nvSpPr>
          <p:spPr>
            <a:xfrm>
              <a:off x="7507288" y="6007101"/>
              <a:ext cx="666750" cy="12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558" name="Google Shape;558;p21"/>
            <p:cNvSpPr/>
            <p:nvPr/>
          </p:nvSpPr>
          <p:spPr>
            <a:xfrm>
              <a:off x="7507288" y="6007101"/>
              <a:ext cx="666750" cy="1219200"/>
            </a:xfrm>
            <a:custGeom>
              <a:rect b="b" l="l" r="r" t="t"/>
              <a:pathLst>
                <a:path extrusionOk="0" h="768" w="420">
                  <a:moveTo>
                    <a:pt x="420" y="0"/>
                  </a:moveTo>
                  <a:lnTo>
                    <a:pt x="0" y="0"/>
                  </a:lnTo>
                  <a:lnTo>
                    <a:pt x="0" y="43"/>
                  </a:lnTo>
                  <a:lnTo>
                    <a:pt x="297" y="131"/>
                  </a:lnTo>
                  <a:lnTo>
                    <a:pt x="297" y="768"/>
                  </a:lnTo>
                  <a:lnTo>
                    <a:pt x="420" y="768"/>
                  </a:lnTo>
                  <a:lnTo>
                    <a:pt x="420" y="0"/>
                  </a:lnTo>
                  <a:close/>
                </a:path>
              </a:pathLst>
            </a:custGeom>
            <a:solidFill>
              <a:schemeClr val="dk1">
                <a:alpha val="2000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559" name="Google Shape;559;p21"/>
            <p:cNvSpPr/>
            <p:nvPr/>
          </p:nvSpPr>
          <p:spPr>
            <a:xfrm>
              <a:off x="7507288" y="6007101"/>
              <a:ext cx="666750" cy="1219200"/>
            </a:xfrm>
            <a:custGeom>
              <a:rect b="b" l="l" r="r" t="t"/>
              <a:pathLst>
                <a:path extrusionOk="0" h="768" w="420">
                  <a:moveTo>
                    <a:pt x="420" y="0"/>
                  </a:moveTo>
                  <a:lnTo>
                    <a:pt x="0" y="0"/>
                  </a:lnTo>
                  <a:lnTo>
                    <a:pt x="0" y="43"/>
                  </a:lnTo>
                  <a:lnTo>
                    <a:pt x="297" y="131"/>
                  </a:lnTo>
                  <a:lnTo>
                    <a:pt x="297" y="768"/>
                  </a:lnTo>
                  <a:lnTo>
                    <a:pt x="420" y="768"/>
                  </a:lnTo>
                  <a:lnTo>
                    <a:pt x="420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560" name="Google Shape;560;p21"/>
            <p:cNvSpPr/>
            <p:nvPr/>
          </p:nvSpPr>
          <p:spPr>
            <a:xfrm>
              <a:off x="12877800" y="6007101"/>
              <a:ext cx="666750" cy="12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561" name="Google Shape;561;p21"/>
            <p:cNvSpPr/>
            <p:nvPr/>
          </p:nvSpPr>
          <p:spPr>
            <a:xfrm>
              <a:off x="12877800" y="6007101"/>
              <a:ext cx="666750" cy="1219200"/>
            </a:xfrm>
            <a:custGeom>
              <a:rect b="b" l="l" r="r" t="t"/>
              <a:pathLst>
                <a:path extrusionOk="0" h="768" w="420">
                  <a:moveTo>
                    <a:pt x="0" y="0"/>
                  </a:moveTo>
                  <a:lnTo>
                    <a:pt x="0" y="0"/>
                  </a:lnTo>
                  <a:lnTo>
                    <a:pt x="0" y="768"/>
                  </a:lnTo>
                  <a:lnTo>
                    <a:pt x="420" y="768"/>
                  </a:lnTo>
                  <a:lnTo>
                    <a:pt x="297" y="768"/>
                  </a:lnTo>
                  <a:lnTo>
                    <a:pt x="297" y="131"/>
                  </a:lnTo>
                  <a:lnTo>
                    <a:pt x="0" y="43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562" name="Google Shape;562;p21"/>
            <p:cNvSpPr/>
            <p:nvPr/>
          </p:nvSpPr>
          <p:spPr>
            <a:xfrm>
              <a:off x="11585575" y="6007101"/>
              <a:ext cx="665162" cy="1219200"/>
            </a:xfrm>
            <a:prstGeom prst="rect">
              <a:avLst/>
            </a:pr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563" name="Google Shape;563;p21"/>
            <p:cNvSpPr/>
            <p:nvPr/>
          </p:nvSpPr>
          <p:spPr>
            <a:xfrm>
              <a:off x="11585575" y="6007101"/>
              <a:ext cx="665162" cy="12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564" name="Google Shape;564;p21"/>
            <p:cNvSpPr/>
            <p:nvPr/>
          </p:nvSpPr>
          <p:spPr>
            <a:xfrm>
              <a:off x="11585575" y="6007101"/>
              <a:ext cx="665162" cy="1219200"/>
            </a:xfrm>
            <a:custGeom>
              <a:rect b="b" l="l" r="r" t="t"/>
              <a:pathLst>
                <a:path extrusionOk="0" h="768" w="419">
                  <a:moveTo>
                    <a:pt x="419" y="0"/>
                  </a:moveTo>
                  <a:lnTo>
                    <a:pt x="419" y="0"/>
                  </a:lnTo>
                  <a:lnTo>
                    <a:pt x="0" y="0"/>
                  </a:lnTo>
                  <a:lnTo>
                    <a:pt x="0" y="43"/>
                  </a:lnTo>
                  <a:lnTo>
                    <a:pt x="297" y="131"/>
                  </a:lnTo>
                  <a:lnTo>
                    <a:pt x="297" y="768"/>
                  </a:lnTo>
                  <a:lnTo>
                    <a:pt x="419" y="768"/>
                  </a:lnTo>
                  <a:lnTo>
                    <a:pt x="419" y="0"/>
                  </a:lnTo>
                  <a:close/>
                </a:path>
              </a:pathLst>
            </a:custGeom>
            <a:solidFill>
              <a:schemeClr val="dk1">
                <a:alpha val="2000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565" name="Google Shape;565;p21"/>
            <p:cNvSpPr/>
            <p:nvPr/>
          </p:nvSpPr>
          <p:spPr>
            <a:xfrm>
              <a:off x="11585575" y="6007101"/>
              <a:ext cx="665162" cy="1219200"/>
            </a:xfrm>
            <a:custGeom>
              <a:rect b="b" l="l" r="r" t="t"/>
              <a:pathLst>
                <a:path extrusionOk="0" h="768" w="419">
                  <a:moveTo>
                    <a:pt x="419" y="0"/>
                  </a:moveTo>
                  <a:lnTo>
                    <a:pt x="419" y="0"/>
                  </a:lnTo>
                  <a:lnTo>
                    <a:pt x="0" y="0"/>
                  </a:lnTo>
                  <a:lnTo>
                    <a:pt x="0" y="43"/>
                  </a:lnTo>
                  <a:lnTo>
                    <a:pt x="297" y="131"/>
                  </a:lnTo>
                  <a:lnTo>
                    <a:pt x="297" y="768"/>
                  </a:lnTo>
                  <a:lnTo>
                    <a:pt x="419" y="768"/>
                  </a:lnTo>
                  <a:lnTo>
                    <a:pt x="419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566" name="Google Shape;566;p21"/>
            <p:cNvSpPr/>
            <p:nvPr/>
          </p:nvSpPr>
          <p:spPr>
            <a:xfrm>
              <a:off x="8801100" y="6007101"/>
              <a:ext cx="665162" cy="1219200"/>
            </a:xfrm>
            <a:prstGeom prst="rect">
              <a:avLst/>
            </a:pr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567" name="Google Shape;567;p21"/>
            <p:cNvSpPr/>
            <p:nvPr/>
          </p:nvSpPr>
          <p:spPr>
            <a:xfrm>
              <a:off x="8801100" y="6007101"/>
              <a:ext cx="665162" cy="12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568" name="Google Shape;568;p21"/>
            <p:cNvSpPr/>
            <p:nvPr/>
          </p:nvSpPr>
          <p:spPr>
            <a:xfrm>
              <a:off x="8801100" y="6007101"/>
              <a:ext cx="665162" cy="1219200"/>
            </a:xfrm>
            <a:custGeom>
              <a:rect b="b" l="l" r="r" t="t"/>
              <a:pathLst>
                <a:path extrusionOk="0" h="768" w="419">
                  <a:moveTo>
                    <a:pt x="0" y="0"/>
                  </a:moveTo>
                  <a:lnTo>
                    <a:pt x="0" y="0"/>
                  </a:lnTo>
                  <a:lnTo>
                    <a:pt x="0" y="768"/>
                  </a:lnTo>
                  <a:lnTo>
                    <a:pt x="419" y="768"/>
                  </a:lnTo>
                  <a:lnTo>
                    <a:pt x="297" y="768"/>
                  </a:lnTo>
                  <a:lnTo>
                    <a:pt x="297" y="131"/>
                  </a:lnTo>
                  <a:lnTo>
                    <a:pt x="0" y="43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569" name="Google Shape;569;p21"/>
            <p:cNvSpPr/>
            <p:nvPr/>
          </p:nvSpPr>
          <p:spPr>
            <a:xfrm>
              <a:off x="8801100" y="6007101"/>
              <a:ext cx="665162" cy="1219200"/>
            </a:xfrm>
            <a:custGeom>
              <a:rect b="b" l="l" r="r" t="t"/>
              <a:pathLst>
                <a:path extrusionOk="0" h="768" w="419">
                  <a:moveTo>
                    <a:pt x="419" y="0"/>
                  </a:moveTo>
                  <a:lnTo>
                    <a:pt x="0" y="0"/>
                  </a:lnTo>
                  <a:lnTo>
                    <a:pt x="0" y="43"/>
                  </a:lnTo>
                  <a:lnTo>
                    <a:pt x="297" y="131"/>
                  </a:lnTo>
                  <a:lnTo>
                    <a:pt x="297" y="768"/>
                  </a:lnTo>
                  <a:lnTo>
                    <a:pt x="419" y="768"/>
                  </a:lnTo>
                  <a:lnTo>
                    <a:pt x="419" y="0"/>
                  </a:lnTo>
                  <a:close/>
                </a:path>
              </a:pathLst>
            </a:custGeom>
            <a:solidFill>
              <a:schemeClr val="dk1">
                <a:alpha val="2000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570" name="Google Shape;570;p21"/>
            <p:cNvSpPr/>
            <p:nvPr/>
          </p:nvSpPr>
          <p:spPr>
            <a:xfrm>
              <a:off x="8801100" y="6007101"/>
              <a:ext cx="665162" cy="1219200"/>
            </a:xfrm>
            <a:custGeom>
              <a:rect b="b" l="l" r="r" t="t"/>
              <a:pathLst>
                <a:path extrusionOk="0" h="768" w="419">
                  <a:moveTo>
                    <a:pt x="419" y="0"/>
                  </a:moveTo>
                  <a:lnTo>
                    <a:pt x="0" y="0"/>
                  </a:lnTo>
                  <a:lnTo>
                    <a:pt x="0" y="43"/>
                  </a:lnTo>
                  <a:lnTo>
                    <a:pt x="297" y="131"/>
                  </a:lnTo>
                  <a:lnTo>
                    <a:pt x="297" y="768"/>
                  </a:lnTo>
                  <a:lnTo>
                    <a:pt x="419" y="768"/>
                  </a:lnTo>
                  <a:lnTo>
                    <a:pt x="419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571" name="Google Shape;571;p21"/>
            <p:cNvSpPr/>
            <p:nvPr/>
          </p:nvSpPr>
          <p:spPr>
            <a:xfrm>
              <a:off x="8936038" y="2600326"/>
              <a:ext cx="4025900" cy="2589213"/>
            </a:xfrm>
            <a:custGeom>
              <a:rect b="b" l="l" r="r" t="t"/>
              <a:pathLst>
                <a:path extrusionOk="0" h="533" w="828">
                  <a:moveTo>
                    <a:pt x="777" y="533"/>
                  </a:moveTo>
                  <a:cubicBezTo>
                    <a:pt x="17" y="533"/>
                    <a:pt x="17" y="533"/>
                    <a:pt x="17" y="533"/>
                  </a:cubicBezTo>
                  <a:cubicBezTo>
                    <a:pt x="7" y="533"/>
                    <a:pt x="0" y="524"/>
                    <a:pt x="0" y="514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2" y="8"/>
                    <a:pt x="41" y="0"/>
                    <a:pt x="51" y="0"/>
                  </a:cubicBezTo>
                  <a:cubicBezTo>
                    <a:pt x="811" y="0"/>
                    <a:pt x="811" y="0"/>
                    <a:pt x="811" y="0"/>
                  </a:cubicBezTo>
                  <a:cubicBezTo>
                    <a:pt x="821" y="0"/>
                    <a:pt x="828" y="8"/>
                    <a:pt x="828" y="18"/>
                  </a:cubicBezTo>
                  <a:cubicBezTo>
                    <a:pt x="796" y="514"/>
                    <a:pt x="796" y="514"/>
                    <a:pt x="796" y="514"/>
                  </a:cubicBezTo>
                  <a:cubicBezTo>
                    <a:pt x="796" y="524"/>
                    <a:pt x="787" y="533"/>
                    <a:pt x="777" y="533"/>
                  </a:cubicBezTo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572" name="Google Shape;572;p21"/>
            <p:cNvSpPr/>
            <p:nvPr/>
          </p:nvSpPr>
          <p:spPr>
            <a:xfrm>
              <a:off x="9018588" y="2600326"/>
              <a:ext cx="3943350" cy="2589213"/>
            </a:xfrm>
            <a:custGeom>
              <a:rect b="b" l="l" r="r" t="t"/>
              <a:pathLst>
                <a:path extrusionOk="0" h="533" w="811">
                  <a:moveTo>
                    <a:pt x="794" y="0"/>
                  </a:moveTo>
                  <a:cubicBezTo>
                    <a:pt x="788" y="0"/>
                    <a:pt x="788" y="0"/>
                    <a:pt x="788" y="0"/>
                  </a:cubicBezTo>
                  <a:cubicBezTo>
                    <a:pt x="798" y="0"/>
                    <a:pt x="806" y="8"/>
                    <a:pt x="805" y="18"/>
                  </a:cubicBezTo>
                  <a:cubicBezTo>
                    <a:pt x="774" y="514"/>
                    <a:pt x="774" y="514"/>
                    <a:pt x="774" y="514"/>
                  </a:cubicBezTo>
                  <a:cubicBezTo>
                    <a:pt x="773" y="524"/>
                    <a:pt x="764" y="533"/>
                    <a:pt x="754" y="533"/>
                  </a:cubicBezTo>
                  <a:cubicBezTo>
                    <a:pt x="0" y="533"/>
                    <a:pt x="0" y="533"/>
                    <a:pt x="0" y="533"/>
                  </a:cubicBezTo>
                  <a:cubicBezTo>
                    <a:pt x="0" y="533"/>
                    <a:pt x="0" y="533"/>
                    <a:pt x="0" y="533"/>
                  </a:cubicBezTo>
                  <a:cubicBezTo>
                    <a:pt x="760" y="533"/>
                    <a:pt x="760" y="533"/>
                    <a:pt x="760" y="533"/>
                  </a:cubicBezTo>
                  <a:cubicBezTo>
                    <a:pt x="770" y="533"/>
                    <a:pt x="779" y="524"/>
                    <a:pt x="779" y="514"/>
                  </a:cubicBezTo>
                  <a:cubicBezTo>
                    <a:pt x="811" y="18"/>
                    <a:pt x="811" y="18"/>
                    <a:pt x="811" y="18"/>
                  </a:cubicBezTo>
                  <a:cubicBezTo>
                    <a:pt x="811" y="18"/>
                    <a:pt x="811" y="17"/>
                    <a:pt x="811" y="17"/>
                  </a:cubicBezTo>
                  <a:cubicBezTo>
                    <a:pt x="811" y="7"/>
                    <a:pt x="803" y="0"/>
                    <a:pt x="794" y="0"/>
                  </a:cubicBezTo>
                </a:path>
              </a:pathLst>
            </a:custGeom>
            <a:solidFill>
              <a:srgbClr val="0F141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573" name="Google Shape;573;p21"/>
            <p:cNvSpPr/>
            <p:nvPr/>
          </p:nvSpPr>
          <p:spPr>
            <a:xfrm>
              <a:off x="8907463" y="2600326"/>
              <a:ext cx="4029075" cy="2589213"/>
            </a:xfrm>
            <a:custGeom>
              <a:rect b="b" l="l" r="r" t="t"/>
              <a:pathLst>
                <a:path extrusionOk="0" h="533" w="829">
                  <a:moveTo>
                    <a:pt x="777" y="533"/>
                  </a:moveTo>
                  <a:cubicBezTo>
                    <a:pt x="18" y="533"/>
                    <a:pt x="18" y="533"/>
                    <a:pt x="18" y="533"/>
                  </a:cubicBezTo>
                  <a:cubicBezTo>
                    <a:pt x="8" y="533"/>
                    <a:pt x="0" y="524"/>
                    <a:pt x="1" y="514"/>
                  </a:cubicBezTo>
                  <a:cubicBezTo>
                    <a:pt x="32" y="18"/>
                    <a:pt x="32" y="18"/>
                    <a:pt x="32" y="18"/>
                  </a:cubicBezTo>
                  <a:cubicBezTo>
                    <a:pt x="32" y="8"/>
                    <a:pt x="41" y="0"/>
                    <a:pt x="51" y="0"/>
                  </a:cubicBezTo>
                  <a:cubicBezTo>
                    <a:pt x="811" y="0"/>
                    <a:pt x="811" y="0"/>
                    <a:pt x="811" y="0"/>
                  </a:cubicBezTo>
                  <a:cubicBezTo>
                    <a:pt x="821" y="0"/>
                    <a:pt x="829" y="8"/>
                    <a:pt x="828" y="18"/>
                  </a:cubicBezTo>
                  <a:cubicBezTo>
                    <a:pt x="797" y="514"/>
                    <a:pt x="797" y="514"/>
                    <a:pt x="797" y="514"/>
                  </a:cubicBezTo>
                  <a:cubicBezTo>
                    <a:pt x="796" y="524"/>
                    <a:pt x="787" y="533"/>
                    <a:pt x="777" y="533"/>
                  </a:cubicBezTo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574" name="Google Shape;574;p21"/>
            <p:cNvSpPr/>
            <p:nvPr/>
          </p:nvSpPr>
          <p:spPr>
            <a:xfrm>
              <a:off x="8183563" y="5219701"/>
              <a:ext cx="4602162" cy="101600"/>
            </a:xfrm>
            <a:custGeom>
              <a:rect b="b" l="l" r="r" t="t"/>
              <a:pathLst>
                <a:path extrusionOk="0" h="21" w="947">
                  <a:moveTo>
                    <a:pt x="925" y="0"/>
                  </a:moveTo>
                  <a:cubicBezTo>
                    <a:pt x="22" y="0"/>
                    <a:pt x="22" y="0"/>
                    <a:pt x="22" y="0"/>
                  </a:cubicBezTo>
                  <a:cubicBezTo>
                    <a:pt x="13" y="0"/>
                    <a:pt x="5" y="5"/>
                    <a:pt x="2" y="12"/>
                  </a:cubicBezTo>
                  <a:cubicBezTo>
                    <a:pt x="0" y="16"/>
                    <a:pt x="3" y="21"/>
                    <a:pt x="8" y="21"/>
                  </a:cubicBezTo>
                  <a:cubicBezTo>
                    <a:pt x="939" y="21"/>
                    <a:pt x="939" y="21"/>
                    <a:pt x="939" y="21"/>
                  </a:cubicBezTo>
                  <a:cubicBezTo>
                    <a:pt x="944" y="21"/>
                    <a:pt x="947" y="16"/>
                    <a:pt x="945" y="12"/>
                  </a:cubicBezTo>
                  <a:cubicBezTo>
                    <a:pt x="942" y="5"/>
                    <a:pt x="934" y="0"/>
                    <a:pt x="925" y="0"/>
                  </a:cubicBezTo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575" name="Google Shape;575;p21"/>
            <p:cNvSpPr/>
            <p:nvPr/>
          </p:nvSpPr>
          <p:spPr>
            <a:xfrm>
              <a:off x="11950700" y="5219701"/>
              <a:ext cx="830262" cy="101600"/>
            </a:xfrm>
            <a:custGeom>
              <a:rect b="b" l="l" r="r" t="t"/>
              <a:pathLst>
                <a:path extrusionOk="0" h="21" w="171">
                  <a:moveTo>
                    <a:pt x="150" y="0"/>
                  </a:moveTo>
                  <a:cubicBezTo>
                    <a:pt x="22" y="0"/>
                    <a:pt x="22" y="0"/>
                    <a:pt x="22" y="0"/>
                  </a:cubicBezTo>
                  <a:cubicBezTo>
                    <a:pt x="13" y="0"/>
                    <a:pt x="5" y="5"/>
                    <a:pt x="2" y="12"/>
                  </a:cubicBezTo>
                  <a:cubicBezTo>
                    <a:pt x="0" y="16"/>
                    <a:pt x="3" y="21"/>
                    <a:pt x="8" y="21"/>
                  </a:cubicBezTo>
                  <a:cubicBezTo>
                    <a:pt x="164" y="21"/>
                    <a:pt x="164" y="21"/>
                    <a:pt x="164" y="21"/>
                  </a:cubicBezTo>
                  <a:cubicBezTo>
                    <a:pt x="168" y="21"/>
                    <a:pt x="171" y="18"/>
                    <a:pt x="171" y="15"/>
                  </a:cubicBezTo>
                  <a:cubicBezTo>
                    <a:pt x="171" y="14"/>
                    <a:pt x="171" y="13"/>
                    <a:pt x="170" y="12"/>
                  </a:cubicBezTo>
                  <a:cubicBezTo>
                    <a:pt x="167" y="5"/>
                    <a:pt x="159" y="0"/>
                    <a:pt x="150" y="0"/>
                  </a:cubicBezTo>
                </a:path>
              </a:pathLst>
            </a:custGeom>
            <a:solidFill>
              <a:srgbClr val="0F141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576" name="Google Shape;576;p21"/>
            <p:cNvSpPr/>
            <p:nvPr/>
          </p:nvSpPr>
          <p:spPr>
            <a:xfrm>
              <a:off x="12115800" y="5267326"/>
              <a:ext cx="188912" cy="30163"/>
            </a:xfrm>
            <a:custGeom>
              <a:rect b="b" l="l" r="r" t="t"/>
              <a:pathLst>
                <a:path extrusionOk="0" h="6" w="39">
                  <a:moveTo>
                    <a:pt x="37" y="6"/>
                  </a:moveTo>
                  <a:cubicBezTo>
                    <a:pt x="3" y="6"/>
                    <a:pt x="3" y="6"/>
                    <a:pt x="3" y="6"/>
                  </a:cubicBezTo>
                  <a:cubicBezTo>
                    <a:pt x="2" y="6"/>
                    <a:pt x="0" y="4"/>
                    <a:pt x="0" y="3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38" y="0"/>
                    <a:pt x="39" y="1"/>
                    <a:pt x="39" y="3"/>
                  </a:cubicBezTo>
                  <a:cubicBezTo>
                    <a:pt x="39" y="4"/>
                    <a:pt x="38" y="6"/>
                    <a:pt x="37" y="6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577" name="Google Shape;577;p21"/>
            <p:cNvSpPr/>
            <p:nvPr/>
          </p:nvSpPr>
          <p:spPr>
            <a:xfrm>
              <a:off x="10044113" y="5267326"/>
              <a:ext cx="190500" cy="30163"/>
            </a:xfrm>
            <a:custGeom>
              <a:rect b="b" l="l" r="r" t="t"/>
              <a:pathLst>
                <a:path extrusionOk="0" h="6" w="39">
                  <a:moveTo>
                    <a:pt x="36" y="0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36" y="6"/>
                    <a:pt x="36" y="6"/>
                    <a:pt x="36" y="6"/>
                  </a:cubicBezTo>
                  <a:cubicBezTo>
                    <a:pt x="37" y="6"/>
                    <a:pt x="39" y="4"/>
                    <a:pt x="39" y="3"/>
                  </a:cubicBezTo>
                  <a:cubicBezTo>
                    <a:pt x="39" y="1"/>
                    <a:pt x="37" y="0"/>
                    <a:pt x="36" y="0"/>
                  </a:cubicBezTo>
                </a:path>
              </a:pathLst>
            </a:custGeom>
            <a:solidFill>
              <a:srgbClr val="BEC2C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578" name="Google Shape;578;p21"/>
            <p:cNvSpPr/>
            <p:nvPr/>
          </p:nvSpPr>
          <p:spPr>
            <a:xfrm>
              <a:off x="12344400" y="5267326"/>
              <a:ext cx="125412" cy="30163"/>
            </a:xfrm>
            <a:custGeom>
              <a:rect b="b" l="l" r="r" t="t"/>
              <a:pathLst>
                <a:path extrusionOk="0" h="6" w="26">
                  <a:moveTo>
                    <a:pt x="24" y="6"/>
                  </a:moveTo>
                  <a:cubicBezTo>
                    <a:pt x="2" y="6"/>
                    <a:pt x="2" y="6"/>
                    <a:pt x="2" y="6"/>
                  </a:cubicBezTo>
                  <a:cubicBezTo>
                    <a:pt x="1" y="6"/>
                    <a:pt x="0" y="5"/>
                    <a:pt x="0" y="3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5" y="0"/>
                    <a:pt x="26" y="1"/>
                    <a:pt x="26" y="2"/>
                  </a:cubicBezTo>
                  <a:cubicBezTo>
                    <a:pt x="26" y="3"/>
                    <a:pt x="26" y="3"/>
                    <a:pt x="26" y="3"/>
                  </a:cubicBezTo>
                  <a:cubicBezTo>
                    <a:pt x="26" y="5"/>
                    <a:pt x="25" y="6"/>
                    <a:pt x="24" y="6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579" name="Google Shape;579;p21"/>
            <p:cNvSpPr/>
            <p:nvPr/>
          </p:nvSpPr>
          <p:spPr>
            <a:xfrm>
              <a:off x="8990013" y="2740026"/>
              <a:ext cx="3859212" cy="2305050"/>
            </a:xfrm>
            <a:custGeom>
              <a:rect b="b" l="l" r="r" t="t"/>
              <a:pathLst>
                <a:path extrusionOk="0" h="474" w="794">
                  <a:moveTo>
                    <a:pt x="1" y="467"/>
                  </a:moveTo>
                  <a:cubicBezTo>
                    <a:pt x="30" y="7"/>
                    <a:pt x="30" y="7"/>
                    <a:pt x="30" y="7"/>
                  </a:cubicBezTo>
                  <a:cubicBezTo>
                    <a:pt x="30" y="3"/>
                    <a:pt x="33" y="0"/>
                    <a:pt x="37" y="0"/>
                  </a:cubicBezTo>
                  <a:cubicBezTo>
                    <a:pt x="787" y="0"/>
                    <a:pt x="787" y="0"/>
                    <a:pt x="787" y="0"/>
                  </a:cubicBezTo>
                  <a:cubicBezTo>
                    <a:pt x="791" y="0"/>
                    <a:pt x="794" y="3"/>
                    <a:pt x="794" y="7"/>
                  </a:cubicBezTo>
                  <a:cubicBezTo>
                    <a:pt x="765" y="467"/>
                    <a:pt x="765" y="467"/>
                    <a:pt x="765" y="467"/>
                  </a:cubicBezTo>
                  <a:cubicBezTo>
                    <a:pt x="765" y="471"/>
                    <a:pt x="761" y="474"/>
                    <a:pt x="757" y="474"/>
                  </a:cubicBezTo>
                  <a:cubicBezTo>
                    <a:pt x="7" y="474"/>
                    <a:pt x="7" y="474"/>
                    <a:pt x="7" y="474"/>
                  </a:cubicBezTo>
                  <a:cubicBezTo>
                    <a:pt x="3" y="474"/>
                    <a:pt x="0" y="471"/>
                    <a:pt x="1" y="46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580" name="Google Shape;580;p21"/>
            <p:cNvSpPr/>
            <p:nvPr/>
          </p:nvSpPr>
          <p:spPr>
            <a:xfrm>
              <a:off x="8921750" y="2673351"/>
              <a:ext cx="2143125" cy="2303463"/>
            </a:xfrm>
            <a:custGeom>
              <a:rect b="b" l="l" r="r" t="t"/>
              <a:pathLst>
                <a:path extrusionOk="0" h="474" w="441">
                  <a:moveTo>
                    <a:pt x="441" y="0"/>
                  </a:moveTo>
                  <a:cubicBezTo>
                    <a:pt x="191" y="474"/>
                    <a:pt x="191" y="474"/>
                    <a:pt x="191" y="474"/>
                  </a:cubicBezTo>
                  <a:cubicBezTo>
                    <a:pt x="7" y="474"/>
                    <a:pt x="7" y="474"/>
                    <a:pt x="7" y="474"/>
                  </a:cubicBezTo>
                  <a:cubicBezTo>
                    <a:pt x="3" y="474"/>
                    <a:pt x="0" y="471"/>
                    <a:pt x="0" y="467"/>
                  </a:cubicBezTo>
                  <a:cubicBezTo>
                    <a:pt x="30" y="7"/>
                    <a:pt x="30" y="7"/>
                    <a:pt x="30" y="7"/>
                  </a:cubicBezTo>
                  <a:cubicBezTo>
                    <a:pt x="30" y="3"/>
                    <a:pt x="33" y="0"/>
                    <a:pt x="37" y="0"/>
                  </a:cubicBezTo>
                  <a:cubicBezTo>
                    <a:pt x="441" y="0"/>
                    <a:pt x="441" y="0"/>
                    <a:pt x="441" y="0"/>
                  </a:cubicBezTo>
                </a:path>
              </a:pathLst>
            </a:custGeom>
            <a:solidFill>
              <a:srgbClr val="407BFF">
                <a:alpha val="2000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581" name="Google Shape;581;p21"/>
            <p:cNvSpPr/>
            <p:nvPr/>
          </p:nvSpPr>
          <p:spPr>
            <a:xfrm>
              <a:off x="10633075" y="2673351"/>
              <a:ext cx="1497012" cy="2303463"/>
            </a:xfrm>
            <a:custGeom>
              <a:rect b="b" l="l" r="r" t="t"/>
              <a:pathLst>
                <a:path extrusionOk="0" h="1451" w="943">
                  <a:moveTo>
                    <a:pt x="943" y="0"/>
                  </a:moveTo>
                  <a:lnTo>
                    <a:pt x="177" y="1451"/>
                  </a:lnTo>
                  <a:lnTo>
                    <a:pt x="0" y="1451"/>
                  </a:lnTo>
                  <a:lnTo>
                    <a:pt x="765" y="0"/>
                  </a:lnTo>
                  <a:lnTo>
                    <a:pt x="943" y="0"/>
                  </a:lnTo>
                  <a:close/>
                </a:path>
              </a:pathLst>
            </a:custGeom>
            <a:solidFill>
              <a:srgbClr val="407BFF">
                <a:alpha val="2000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582" name="Google Shape;582;p21"/>
            <p:cNvSpPr/>
            <p:nvPr/>
          </p:nvSpPr>
          <p:spPr>
            <a:xfrm>
              <a:off x="10633075" y="2673351"/>
              <a:ext cx="1497012" cy="2303463"/>
            </a:xfrm>
            <a:custGeom>
              <a:rect b="b" l="l" r="r" t="t"/>
              <a:pathLst>
                <a:path extrusionOk="0" h="1451" w="943">
                  <a:moveTo>
                    <a:pt x="943" y="0"/>
                  </a:moveTo>
                  <a:lnTo>
                    <a:pt x="177" y="1451"/>
                  </a:lnTo>
                  <a:lnTo>
                    <a:pt x="0" y="1451"/>
                  </a:lnTo>
                  <a:lnTo>
                    <a:pt x="765" y="0"/>
                  </a:lnTo>
                  <a:lnTo>
                    <a:pt x="94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583" name="Google Shape;583;p21"/>
            <p:cNvSpPr/>
            <p:nvPr/>
          </p:nvSpPr>
          <p:spPr>
            <a:xfrm>
              <a:off x="11220450" y="2673351"/>
              <a:ext cx="1560512" cy="2303463"/>
            </a:xfrm>
            <a:custGeom>
              <a:rect b="b" l="l" r="r" t="t"/>
              <a:pathLst>
                <a:path extrusionOk="0" h="474" w="321">
                  <a:moveTo>
                    <a:pt x="321" y="7"/>
                  </a:moveTo>
                  <a:cubicBezTo>
                    <a:pt x="292" y="467"/>
                    <a:pt x="292" y="467"/>
                    <a:pt x="292" y="467"/>
                  </a:cubicBezTo>
                  <a:cubicBezTo>
                    <a:pt x="291" y="471"/>
                    <a:pt x="288" y="474"/>
                    <a:pt x="284" y="474"/>
                  </a:cubicBezTo>
                  <a:cubicBezTo>
                    <a:pt x="0" y="474"/>
                    <a:pt x="0" y="474"/>
                    <a:pt x="0" y="474"/>
                  </a:cubicBezTo>
                  <a:cubicBezTo>
                    <a:pt x="250" y="0"/>
                    <a:pt x="250" y="0"/>
                    <a:pt x="250" y="0"/>
                  </a:cubicBezTo>
                  <a:cubicBezTo>
                    <a:pt x="314" y="0"/>
                    <a:pt x="314" y="0"/>
                    <a:pt x="314" y="0"/>
                  </a:cubicBezTo>
                  <a:cubicBezTo>
                    <a:pt x="318" y="0"/>
                    <a:pt x="321" y="3"/>
                    <a:pt x="321" y="7"/>
                  </a:cubicBezTo>
                  <a:close/>
                </a:path>
              </a:pathLst>
            </a:custGeom>
            <a:solidFill>
              <a:srgbClr val="407BFF">
                <a:alpha val="2000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584" name="Google Shape;584;p21"/>
            <p:cNvSpPr/>
            <p:nvPr/>
          </p:nvSpPr>
          <p:spPr>
            <a:xfrm>
              <a:off x="9499600" y="1890713"/>
              <a:ext cx="2109787" cy="1885950"/>
            </a:xfrm>
            <a:custGeom>
              <a:rect b="b" l="l" r="r" t="t"/>
              <a:pathLst>
                <a:path extrusionOk="0" h="388" w="434">
                  <a:moveTo>
                    <a:pt x="190" y="51"/>
                  </a:moveTo>
                  <a:cubicBezTo>
                    <a:pt x="168" y="76"/>
                    <a:pt x="155" y="152"/>
                    <a:pt x="171" y="190"/>
                  </a:cubicBezTo>
                  <a:cubicBezTo>
                    <a:pt x="188" y="228"/>
                    <a:pt x="0" y="266"/>
                    <a:pt x="155" y="327"/>
                  </a:cubicBezTo>
                  <a:cubicBezTo>
                    <a:pt x="310" y="388"/>
                    <a:pt x="434" y="317"/>
                    <a:pt x="389" y="254"/>
                  </a:cubicBezTo>
                  <a:cubicBezTo>
                    <a:pt x="344" y="190"/>
                    <a:pt x="394" y="84"/>
                    <a:pt x="342" y="58"/>
                  </a:cubicBezTo>
                  <a:cubicBezTo>
                    <a:pt x="295" y="33"/>
                    <a:pt x="233" y="0"/>
                    <a:pt x="190" y="51"/>
                  </a:cubicBezTo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585" name="Google Shape;585;p21"/>
            <p:cNvSpPr/>
            <p:nvPr/>
          </p:nvSpPr>
          <p:spPr>
            <a:xfrm>
              <a:off x="9096375" y="3562351"/>
              <a:ext cx="1098550" cy="1117600"/>
            </a:xfrm>
            <a:custGeom>
              <a:rect b="b" l="l" r="r" t="t"/>
              <a:pathLst>
                <a:path extrusionOk="0" h="230" w="226">
                  <a:moveTo>
                    <a:pt x="226" y="16"/>
                  </a:moveTo>
                  <a:cubicBezTo>
                    <a:pt x="218" y="44"/>
                    <a:pt x="209" y="72"/>
                    <a:pt x="200" y="100"/>
                  </a:cubicBezTo>
                  <a:cubicBezTo>
                    <a:pt x="191" y="128"/>
                    <a:pt x="182" y="155"/>
                    <a:pt x="172" y="183"/>
                  </a:cubicBezTo>
                  <a:cubicBezTo>
                    <a:pt x="168" y="194"/>
                    <a:pt x="168" y="194"/>
                    <a:pt x="168" y="194"/>
                  </a:cubicBezTo>
                  <a:cubicBezTo>
                    <a:pt x="166" y="199"/>
                    <a:pt x="166" y="199"/>
                    <a:pt x="166" y="199"/>
                  </a:cubicBezTo>
                  <a:cubicBezTo>
                    <a:pt x="166" y="200"/>
                    <a:pt x="166" y="200"/>
                    <a:pt x="166" y="200"/>
                  </a:cubicBezTo>
                  <a:cubicBezTo>
                    <a:pt x="165" y="203"/>
                    <a:pt x="165" y="203"/>
                    <a:pt x="165" y="203"/>
                  </a:cubicBezTo>
                  <a:cubicBezTo>
                    <a:pt x="164" y="204"/>
                    <a:pt x="163" y="206"/>
                    <a:pt x="162" y="208"/>
                  </a:cubicBezTo>
                  <a:cubicBezTo>
                    <a:pt x="159" y="214"/>
                    <a:pt x="153" y="221"/>
                    <a:pt x="145" y="225"/>
                  </a:cubicBezTo>
                  <a:cubicBezTo>
                    <a:pt x="138" y="229"/>
                    <a:pt x="131" y="230"/>
                    <a:pt x="124" y="230"/>
                  </a:cubicBezTo>
                  <a:cubicBezTo>
                    <a:pt x="112" y="230"/>
                    <a:pt x="103" y="227"/>
                    <a:pt x="95" y="224"/>
                  </a:cubicBezTo>
                  <a:cubicBezTo>
                    <a:pt x="86" y="221"/>
                    <a:pt x="79" y="217"/>
                    <a:pt x="72" y="213"/>
                  </a:cubicBezTo>
                  <a:cubicBezTo>
                    <a:pt x="44" y="197"/>
                    <a:pt x="22" y="177"/>
                    <a:pt x="0" y="155"/>
                  </a:cubicBezTo>
                  <a:cubicBezTo>
                    <a:pt x="18" y="135"/>
                    <a:pt x="18" y="135"/>
                    <a:pt x="18" y="135"/>
                  </a:cubicBezTo>
                  <a:cubicBezTo>
                    <a:pt x="24" y="139"/>
                    <a:pt x="30" y="143"/>
                    <a:pt x="36" y="146"/>
                  </a:cubicBezTo>
                  <a:cubicBezTo>
                    <a:pt x="42" y="150"/>
                    <a:pt x="48" y="154"/>
                    <a:pt x="54" y="157"/>
                  </a:cubicBezTo>
                  <a:cubicBezTo>
                    <a:pt x="66" y="164"/>
                    <a:pt x="79" y="171"/>
                    <a:pt x="91" y="176"/>
                  </a:cubicBezTo>
                  <a:cubicBezTo>
                    <a:pt x="97" y="179"/>
                    <a:pt x="103" y="181"/>
                    <a:pt x="109" y="182"/>
                  </a:cubicBezTo>
                  <a:cubicBezTo>
                    <a:pt x="114" y="184"/>
                    <a:pt x="120" y="184"/>
                    <a:pt x="122" y="184"/>
                  </a:cubicBezTo>
                  <a:cubicBezTo>
                    <a:pt x="123" y="184"/>
                    <a:pt x="123" y="183"/>
                    <a:pt x="122" y="184"/>
                  </a:cubicBezTo>
                  <a:cubicBezTo>
                    <a:pt x="121" y="184"/>
                    <a:pt x="120" y="185"/>
                    <a:pt x="120" y="185"/>
                  </a:cubicBezTo>
                  <a:cubicBezTo>
                    <a:pt x="120" y="185"/>
                    <a:pt x="120" y="185"/>
                    <a:pt x="120" y="185"/>
                  </a:cubicBezTo>
                  <a:cubicBezTo>
                    <a:pt x="120" y="184"/>
                    <a:pt x="120" y="184"/>
                    <a:pt x="120" y="184"/>
                  </a:cubicBezTo>
                  <a:cubicBezTo>
                    <a:pt x="120" y="183"/>
                    <a:pt x="120" y="183"/>
                    <a:pt x="120" y="183"/>
                  </a:cubicBezTo>
                  <a:cubicBezTo>
                    <a:pt x="122" y="178"/>
                    <a:pt x="122" y="178"/>
                    <a:pt x="122" y="178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49" y="84"/>
                    <a:pt x="149" y="84"/>
                    <a:pt x="149" y="84"/>
                  </a:cubicBezTo>
                  <a:cubicBezTo>
                    <a:pt x="157" y="56"/>
                    <a:pt x="166" y="28"/>
                    <a:pt x="175" y="0"/>
                  </a:cubicBezTo>
                  <a:cubicBezTo>
                    <a:pt x="226" y="16"/>
                    <a:pt x="226" y="16"/>
                    <a:pt x="226" y="16"/>
                  </a:cubicBezTo>
                </a:path>
              </a:pathLst>
            </a:custGeom>
            <a:solidFill>
              <a:srgbClr val="B65B5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586" name="Google Shape;586;p21"/>
            <p:cNvSpPr/>
            <p:nvPr/>
          </p:nvSpPr>
          <p:spPr>
            <a:xfrm>
              <a:off x="8950325" y="4130676"/>
              <a:ext cx="311150" cy="261938"/>
            </a:xfrm>
            <a:custGeom>
              <a:rect b="b" l="l" r="r" t="t"/>
              <a:pathLst>
                <a:path extrusionOk="0" h="54" w="64">
                  <a:moveTo>
                    <a:pt x="46" y="17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9" y="49"/>
                    <a:pt x="19" y="49"/>
                    <a:pt x="19" y="49"/>
                  </a:cubicBezTo>
                  <a:cubicBezTo>
                    <a:pt x="19" y="49"/>
                    <a:pt x="51" y="54"/>
                    <a:pt x="64" y="37"/>
                  </a:cubicBezTo>
                  <a:cubicBezTo>
                    <a:pt x="54" y="23"/>
                    <a:pt x="54" y="23"/>
                    <a:pt x="54" y="23"/>
                  </a:cubicBezTo>
                  <a:cubicBezTo>
                    <a:pt x="52" y="20"/>
                    <a:pt x="49" y="18"/>
                    <a:pt x="46" y="17"/>
                  </a:cubicBez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587" name="Google Shape;587;p21"/>
            <p:cNvSpPr/>
            <p:nvPr/>
          </p:nvSpPr>
          <p:spPr>
            <a:xfrm>
              <a:off x="8751888" y="4130676"/>
              <a:ext cx="292100" cy="266700"/>
            </a:xfrm>
            <a:custGeom>
              <a:rect b="b" l="l" r="r" t="t"/>
              <a:pathLst>
                <a:path extrusionOk="0" h="168" w="184">
                  <a:moveTo>
                    <a:pt x="0" y="43"/>
                  </a:moveTo>
                  <a:lnTo>
                    <a:pt x="55" y="168"/>
                  </a:lnTo>
                  <a:lnTo>
                    <a:pt x="184" y="150"/>
                  </a:lnTo>
                  <a:lnTo>
                    <a:pt x="125" y="0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588" name="Google Shape;588;p21"/>
            <p:cNvSpPr/>
            <p:nvPr/>
          </p:nvSpPr>
          <p:spPr>
            <a:xfrm>
              <a:off x="9855200" y="3246438"/>
              <a:ext cx="558800" cy="685800"/>
            </a:xfrm>
            <a:custGeom>
              <a:rect b="b" l="l" r="r" t="t"/>
              <a:pathLst>
                <a:path extrusionOk="0" h="141" w="115">
                  <a:moveTo>
                    <a:pt x="36" y="8"/>
                  </a:moveTo>
                  <a:cubicBezTo>
                    <a:pt x="15" y="14"/>
                    <a:pt x="0" y="101"/>
                    <a:pt x="0" y="101"/>
                  </a:cubicBezTo>
                  <a:cubicBezTo>
                    <a:pt x="59" y="141"/>
                    <a:pt x="59" y="141"/>
                    <a:pt x="59" y="141"/>
                  </a:cubicBezTo>
                  <a:cubicBezTo>
                    <a:pt x="59" y="141"/>
                    <a:pt x="115" y="53"/>
                    <a:pt x="99" y="29"/>
                  </a:cubicBezTo>
                  <a:cubicBezTo>
                    <a:pt x="82" y="5"/>
                    <a:pt x="67" y="0"/>
                    <a:pt x="36" y="8"/>
                  </a:cubicBezTo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589" name="Google Shape;589;p21"/>
            <p:cNvSpPr/>
            <p:nvPr/>
          </p:nvSpPr>
          <p:spPr>
            <a:xfrm>
              <a:off x="9855200" y="3270251"/>
              <a:ext cx="257175" cy="544513"/>
            </a:xfrm>
            <a:custGeom>
              <a:rect b="b" l="l" r="r" t="t"/>
              <a:pathLst>
                <a:path extrusionOk="0" h="112" w="53">
                  <a:moveTo>
                    <a:pt x="36" y="3"/>
                  </a:moveTo>
                  <a:cubicBezTo>
                    <a:pt x="15" y="9"/>
                    <a:pt x="0" y="96"/>
                    <a:pt x="0" y="96"/>
                  </a:cubicBezTo>
                  <a:cubicBezTo>
                    <a:pt x="23" y="112"/>
                    <a:pt x="23" y="112"/>
                    <a:pt x="23" y="112"/>
                  </a:cubicBezTo>
                  <a:cubicBezTo>
                    <a:pt x="24" y="97"/>
                    <a:pt x="27" y="70"/>
                    <a:pt x="30" y="51"/>
                  </a:cubicBezTo>
                  <a:cubicBezTo>
                    <a:pt x="30" y="49"/>
                    <a:pt x="30" y="47"/>
                    <a:pt x="30" y="45"/>
                  </a:cubicBezTo>
                  <a:cubicBezTo>
                    <a:pt x="30" y="5"/>
                    <a:pt x="36" y="3"/>
                    <a:pt x="36" y="3"/>
                  </a:cubicBezTo>
                  <a:moveTo>
                    <a:pt x="53" y="0"/>
                  </a:moveTo>
                  <a:cubicBezTo>
                    <a:pt x="48" y="1"/>
                    <a:pt x="42" y="2"/>
                    <a:pt x="36" y="3"/>
                  </a:cubicBezTo>
                  <a:cubicBezTo>
                    <a:pt x="36" y="3"/>
                    <a:pt x="43" y="2"/>
                    <a:pt x="53" y="0"/>
                  </a:cubicBezTo>
                </a:path>
              </a:pathLst>
            </a:custGeom>
            <a:solidFill>
              <a:srgbClr val="A0BD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590" name="Google Shape;590;p21"/>
            <p:cNvSpPr/>
            <p:nvPr/>
          </p:nvSpPr>
          <p:spPr>
            <a:xfrm>
              <a:off x="9966325" y="3814763"/>
              <a:ext cx="53975" cy="33338"/>
            </a:xfrm>
            <a:custGeom>
              <a:rect b="b" l="l" r="r" t="t"/>
              <a:pathLst>
                <a:path extrusionOk="0" h="7" w="1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1" y="7"/>
                    <a:pt x="11" y="7"/>
                    <a:pt x="11" y="7"/>
                  </a:cubicBezTo>
                  <a:cubicBezTo>
                    <a:pt x="11" y="7"/>
                    <a:pt x="11" y="7"/>
                    <a:pt x="11" y="7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92494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591" name="Google Shape;591;p21"/>
            <p:cNvSpPr/>
            <p:nvPr/>
          </p:nvSpPr>
          <p:spPr>
            <a:xfrm>
              <a:off x="9966325" y="3517901"/>
              <a:ext cx="53975" cy="330200"/>
            </a:xfrm>
            <a:custGeom>
              <a:rect b="b" l="l" r="r" t="t"/>
              <a:pathLst>
                <a:path extrusionOk="0" h="68" w="11">
                  <a:moveTo>
                    <a:pt x="7" y="0"/>
                  </a:moveTo>
                  <a:cubicBezTo>
                    <a:pt x="4" y="19"/>
                    <a:pt x="1" y="46"/>
                    <a:pt x="0" y="61"/>
                  </a:cubicBezTo>
                  <a:cubicBezTo>
                    <a:pt x="11" y="68"/>
                    <a:pt x="11" y="68"/>
                    <a:pt x="11" y="68"/>
                  </a:cubicBezTo>
                  <a:cubicBezTo>
                    <a:pt x="9" y="39"/>
                    <a:pt x="7" y="16"/>
                    <a:pt x="7" y="0"/>
                  </a:cubicBezTo>
                </a:path>
              </a:pathLst>
            </a:custGeom>
            <a:solidFill>
              <a:srgbClr val="8097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592" name="Google Shape;592;p21"/>
            <p:cNvSpPr/>
            <p:nvPr/>
          </p:nvSpPr>
          <p:spPr>
            <a:xfrm>
              <a:off x="9913938" y="3206751"/>
              <a:ext cx="1438275" cy="1589088"/>
            </a:xfrm>
            <a:custGeom>
              <a:rect b="b" l="l" r="r" t="t"/>
              <a:pathLst>
                <a:path extrusionOk="0" h="327" w="296">
                  <a:moveTo>
                    <a:pt x="24" y="16"/>
                  </a:moveTo>
                  <a:cubicBezTo>
                    <a:pt x="24" y="16"/>
                    <a:pt x="0" y="25"/>
                    <a:pt x="49" y="327"/>
                  </a:cubicBezTo>
                  <a:cubicBezTo>
                    <a:pt x="132" y="327"/>
                    <a:pt x="218" y="327"/>
                    <a:pt x="258" y="327"/>
                  </a:cubicBezTo>
                  <a:cubicBezTo>
                    <a:pt x="255" y="242"/>
                    <a:pt x="255" y="190"/>
                    <a:pt x="296" y="15"/>
                  </a:cubicBezTo>
                  <a:cubicBezTo>
                    <a:pt x="296" y="15"/>
                    <a:pt x="252" y="5"/>
                    <a:pt x="207" y="3"/>
                  </a:cubicBezTo>
                  <a:cubicBezTo>
                    <a:pt x="171" y="1"/>
                    <a:pt x="142" y="0"/>
                    <a:pt x="111" y="3"/>
                  </a:cubicBezTo>
                  <a:cubicBezTo>
                    <a:pt x="71" y="7"/>
                    <a:pt x="24" y="16"/>
                    <a:pt x="24" y="16"/>
                  </a:cubicBezTo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593" name="Google Shape;593;p21"/>
            <p:cNvSpPr/>
            <p:nvPr/>
          </p:nvSpPr>
          <p:spPr>
            <a:xfrm>
              <a:off x="10001250" y="3222626"/>
              <a:ext cx="1327150" cy="1511300"/>
            </a:xfrm>
            <a:custGeom>
              <a:rect b="b" l="l" r="r" t="t"/>
              <a:pathLst>
                <a:path extrusionOk="0" h="311" w="273">
                  <a:moveTo>
                    <a:pt x="189" y="0"/>
                  </a:moveTo>
                  <a:cubicBezTo>
                    <a:pt x="189" y="0"/>
                    <a:pt x="169" y="46"/>
                    <a:pt x="116" y="46"/>
                  </a:cubicBezTo>
                  <a:cubicBezTo>
                    <a:pt x="62" y="46"/>
                    <a:pt x="93" y="0"/>
                    <a:pt x="93" y="0"/>
                  </a:cubicBezTo>
                  <a:cubicBezTo>
                    <a:pt x="53" y="4"/>
                    <a:pt x="6" y="13"/>
                    <a:pt x="6" y="13"/>
                  </a:cubicBezTo>
                  <a:cubicBezTo>
                    <a:pt x="6" y="13"/>
                    <a:pt x="0" y="15"/>
                    <a:pt x="0" y="55"/>
                  </a:cubicBezTo>
                  <a:cubicBezTo>
                    <a:pt x="0" y="94"/>
                    <a:pt x="6" y="168"/>
                    <a:pt x="29" y="311"/>
                  </a:cubicBezTo>
                  <a:cubicBezTo>
                    <a:pt x="240" y="311"/>
                    <a:pt x="240" y="311"/>
                    <a:pt x="240" y="311"/>
                  </a:cubicBezTo>
                  <a:cubicBezTo>
                    <a:pt x="239" y="296"/>
                    <a:pt x="239" y="283"/>
                    <a:pt x="239" y="269"/>
                  </a:cubicBezTo>
                  <a:cubicBezTo>
                    <a:pt x="239" y="246"/>
                    <a:pt x="240" y="222"/>
                    <a:pt x="243" y="195"/>
                  </a:cubicBezTo>
                  <a:cubicBezTo>
                    <a:pt x="239" y="177"/>
                    <a:pt x="231" y="135"/>
                    <a:pt x="228" y="110"/>
                  </a:cubicBezTo>
                  <a:cubicBezTo>
                    <a:pt x="224" y="96"/>
                    <a:pt x="220" y="82"/>
                    <a:pt x="220" y="71"/>
                  </a:cubicBezTo>
                  <a:cubicBezTo>
                    <a:pt x="220" y="67"/>
                    <a:pt x="220" y="64"/>
                    <a:pt x="221" y="61"/>
                  </a:cubicBezTo>
                  <a:cubicBezTo>
                    <a:pt x="230" y="36"/>
                    <a:pt x="249" y="11"/>
                    <a:pt x="270" y="11"/>
                  </a:cubicBezTo>
                  <a:cubicBezTo>
                    <a:pt x="271" y="11"/>
                    <a:pt x="272" y="11"/>
                    <a:pt x="273" y="11"/>
                  </a:cubicBezTo>
                  <a:cubicBezTo>
                    <a:pt x="260" y="8"/>
                    <a:pt x="225" y="2"/>
                    <a:pt x="189" y="0"/>
                  </a:cubicBezTo>
                  <a:cubicBezTo>
                    <a:pt x="189" y="0"/>
                    <a:pt x="189" y="0"/>
                    <a:pt x="189" y="0"/>
                  </a:cubicBezTo>
                </a:path>
              </a:pathLst>
            </a:custGeom>
            <a:solidFill>
              <a:srgbClr val="A0BD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594" name="Google Shape;594;p21"/>
            <p:cNvSpPr/>
            <p:nvPr/>
          </p:nvSpPr>
          <p:spPr>
            <a:xfrm>
              <a:off x="11182350" y="3984626"/>
              <a:ext cx="23812" cy="185738"/>
            </a:xfrm>
            <a:custGeom>
              <a:rect b="b" l="l" r="r" t="t"/>
              <a:pathLst>
                <a:path extrusionOk="0" h="38" w="5">
                  <a:moveTo>
                    <a:pt x="5" y="0"/>
                  </a:moveTo>
                  <a:cubicBezTo>
                    <a:pt x="3" y="13"/>
                    <a:pt x="1" y="26"/>
                    <a:pt x="0" y="38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" y="26"/>
                    <a:pt x="3" y="13"/>
                    <a:pt x="5" y="0"/>
                  </a:cubicBezTo>
                  <a:cubicBezTo>
                    <a:pt x="5" y="0"/>
                    <a:pt x="5" y="0"/>
                    <a:pt x="5" y="0"/>
                  </a:cubicBezTo>
                </a:path>
              </a:pathLst>
            </a:custGeom>
            <a:solidFill>
              <a:srgbClr val="3362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595" name="Google Shape;595;p21"/>
            <p:cNvSpPr/>
            <p:nvPr/>
          </p:nvSpPr>
          <p:spPr>
            <a:xfrm>
              <a:off x="11109325" y="3756026"/>
              <a:ext cx="96837" cy="414338"/>
            </a:xfrm>
            <a:custGeom>
              <a:rect b="b" l="l" r="r" t="t"/>
              <a:pathLst>
                <a:path extrusionOk="0" h="85" w="20">
                  <a:moveTo>
                    <a:pt x="0" y="0"/>
                  </a:moveTo>
                  <a:cubicBezTo>
                    <a:pt x="3" y="25"/>
                    <a:pt x="11" y="67"/>
                    <a:pt x="15" y="85"/>
                  </a:cubicBezTo>
                  <a:cubicBezTo>
                    <a:pt x="16" y="73"/>
                    <a:pt x="18" y="60"/>
                    <a:pt x="20" y="47"/>
                  </a:cubicBezTo>
                  <a:cubicBezTo>
                    <a:pt x="17" y="40"/>
                    <a:pt x="7" y="21"/>
                    <a:pt x="0" y="0"/>
                  </a:cubicBezTo>
                </a:path>
              </a:pathLst>
            </a:custGeom>
            <a:solidFill>
              <a:srgbClr val="8097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596" name="Google Shape;596;p21"/>
            <p:cNvSpPr/>
            <p:nvPr/>
          </p:nvSpPr>
          <p:spPr>
            <a:xfrm>
              <a:off x="10302875" y="2701926"/>
              <a:ext cx="617537" cy="742950"/>
            </a:xfrm>
            <a:custGeom>
              <a:rect b="b" l="l" r="r" t="t"/>
              <a:pathLst>
                <a:path extrusionOk="0" h="153" w="127">
                  <a:moveTo>
                    <a:pt x="117" y="0"/>
                  </a:moveTo>
                  <a:cubicBezTo>
                    <a:pt x="111" y="30"/>
                    <a:pt x="105" y="87"/>
                    <a:pt x="127" y="107"/>
                  </a:cubicBezTo>
                  <a:cubicBezTo>
                    <a:pt x="127" y="107"/>
                    <a:pt x="107" y="153"/>
                    <a:pt x="54" y="153"/>
                  </a:cubicBezTo>
                  <a:cubicBezTo>
                    <a:pt x="0" y="153"/>
                    <a:pt x="31" y="107"/>
                    <a:pt x="31" y="107"/>
                  </a:cubicBezTo>
                  <a:cubicBezTo>
                    <a:pt x="66" y="99"/>
                    <a:pt x="65" y="74"/>
                    <a:pt x="59" y="50"/>
                  </a:cubicBezTo>
                  <a:cubicBezTo>
                    <a:pt x="117" y="0"/>
                    <a:pt x="117" y="0"/>
                    <a:pt x="117" y="0"/>
                  </a:cubicBezTo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597" name="Google Shape;597;p21"/>
            <p:cNvSpPr/>
            <p:nvPr/>
          </p:nvSpPr>
          <p:spPr>
            <a:xfrm>
              <a:off x="10321925" y="3149601"/>
              <a:ext cx="660400" cy="339725"/>
            </a:xfrm>
            <a:custGeom>
              <a:rect b="b" l="l" r="r" t="t"/>
              <a:pathLst>
                <a:path extrusionOk="0" h="70" w="136">
                  <a:moveTo>
                    <a:pt x="116" y="4"/>
                  </a:moveTo>
                  <a:cubicBezTo>
                    <a:pt x="111" y="14"/>
                    <a:pt x="95" y="37"/>
                    <a:pt x="49" y="45"/>
                  </a:cubicBezTo>
                  <a:cubicBezTo>
                    <a:pt x="48" y="46"/>
                    <a:pt x="47" y="45"/>
                    <a:pt x="46" y="45"/>
                  </a:cubicBezTo>
                  <a:cubicBezTo>
                    <a:pt x="37" y="39"/>
                    <a:pt x="32" y="26"/>
                    <a:pt x="35" y="12"/>
                  </a:cubicBezTo>
                  <a:cubicBezTo>
                    <a:pt x="37" y="8"/>
                    <a:pt x="33" y="4"/>
                    <a:pt x="29" y="6"/>
                  </a:cubicBezTo>
                  <a:cubicBezTo>
                    <a:pt x="24" y="8"/>
                    <a:pt x="21" y="10"/>
                    <a:pt x="19" y="11"/>
                  </a:cubicBezTo>
                  <a:cubicBezTo>
                    <a:pt x="18" y="12"/>
                    <a:pt x="18" y="12"/>
                    <a:pt x="17" y="13"/>
                  </a:cubicBezTo>
                  <a:cubicBezTo>
                    <a:pt x="14" y="19"/>
                    <a:pt x="0" y="50"/>
                    <a:pt x="41" y="69"/>
                  </a:cubicBezTo>
                  <a:cubicBezTo>
                    <a:pt x="42" y="69"/>
                    <a:pt x="42" y="69"/>
                    <a:pt x="43" y="69"/>
                  </a:cubicBezTo>
                  <a:cubicBezTo>
                    <a:pt x="67" y="70"/>
                    <a:pt x="109" y="65"/>
                    <a:pt x="136" y="17"/>
                  </a:cubicBezTo>
                  <a:cubicBezTo>
                    <a:pt x="136" y="15"/>
                    <a:pt x="136" y="13"/>
                    <a:pt x="135" y="11"/>
                  </a:cubicBezTo>
                  <a:cubicBezTo>
                    <a:pt x="132" y="8"/>
                    <a:pt x="127" y="4"/>
                    <a:pt x="123" y="2"/>
                  </a:cubicBezTo>
                  <a:cubicBezTo>
                    <a:pt x="120" y="0"/>
                    <a:pt x="117" y="1"/>
                    <a:pt x="116" y="4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598" name="Google Shape;598;p21"/>
            <p:cNvSpPr/>
            <p:nvPr/>
          </p:nvSpPr>
          <p:spPr>
            <a:xfrm>
              <a:off x="10656888" y="3698876"/>
              <a:ext cx="306387" cy="82550"/>
            </a:xfrm>
            <a:custGeom>
              <a:rect b="b" l="l" r="r" t="t"/>
              <a:pathLst>
                <a:path extrusionOk="0" h="17" w="63">
                  <a:moveTo>
                    <a:pt x="58" y="16"/>
                  </a:moveTo>
                  <a:cubicBezTo>
                    <a:pt x="4" y="15"/>
                    <a:pt x="4" y="15"/>
                    <a:pt x="4" y="15"/>
                  </a:cubicBezTo>
                  <a:cubicBezTo>
                    <a:pt x="2" y="15"/>
                    <a:pt x="0" y="13"/>
                    <a:pt x="0" y="10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1" y="1"/>
                    <a:pt x="3" y="0"/>
                    <a:pt x="5" y="0"/>
                  </a:cubicBezTo>
                  <a:cubicBezTo>
                    <a:pt x="59" y="1"/>
                    <a:pt x="59" y="1"/>
                    <a:pt x="59" y="1"/>
                  </a:cubicBezTo>
                  <a:cubicBezTo>
                    <a:pt x="62" y="1"/>
                    <a:pt x="63" y="3"/>
                    <a:pt x="63" y="6"/>
                  </a:cubicBezTo>
                  <a:cubicBezTo>
                    <a:pt x="63" y="12"/>
                    <a:pt x="63" y="12"/>
                    <a:pt x="63" y="12"/>
                  </a:cubicBezTo>
                  <a:cubicBezTo>
                    <a:pt x="62" y="15"/>
                    <a:pt x="60" y="17"/>
                    <a:pt x="58" y="16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599" name="Google Shape;599;p21"/>
            <p:cNvSpPr/>
            <p:nvPr/>
          </p:nvSpPr>
          <p:spPr>
            <a:xfrm>
              <a:off x="10604500" y="3017838"/>
              <a:ext cx="0" cy="9525"/>
            </a:xfrm>
            <a:custGeom>
              <a:rect b="b" l="l" r="r" t="t"/>
              <a:pathLst>
                <a:path extrusionOk="0" h="2" w="120000">
                  <a:moveTo>
                    <a:pt x="0" y="0"/>
                  </a:moveTo>
                  <a:cubicBezTo>
                    <a:pt x="0" y="1"/>
                    <a:pt x="0" y="1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1"/>
                    <a:pt x="0" y="1"/>
                    <a:pt x="0" y="0"/>
                  </a:cubicBezTo>
                </a:path>
              </a:pathLst>
            </a:custGeom>
            <a:solidFill>
              <a:srgbClr val="1E282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00" name="Google Shape;600;p21"/>
            <p:cNvSpPr/>
            <p:nvPr/>
          </p:nvSpPr>
          <p:spPr>
            <a:xfrm>
              <a:off x="10588625" y="2949576"/>
              <a:ext cx="141287" cy="77788"/>
            </a:xfrm>
            <a:custGeom>
              <a:rect b="b" l="l" r="r" t="t"/>
              <a:pathLst>
                <a:path extrusionOk="0" h="16" w="29">
                  <a:moveTo>
                    <a:pt x="29" y="0"/>
                  </a:moveTo>
                  <a:cubicBezTo>
                    <a:pt x="23" y="1"/>
                    <a:pt x="17" y="2"/>
                    <a:pt x="12" y="2"/>
                  </a:cubicBezTo>
                  <a:cubicBezTo>
                    <a:pt x="8" y="2"/>
                    <a:pt x="4" y="1"/>
                    <a:pt x="0" y="1"/>
                  </a:cubicBezTo>
                  <a:cubicBezTo>
                    <a:pt x="1" y="5"/>
                    <a:pt x="2" y="10"/>
                    <a:pt x="3" y="14"/>
                  </a:cubicBezTo>
                  <a:cubicBezTo>
                    <a:pt x="3" y="15"/>
                    <a:pt x="3" y="15"/>
                    <a:pt x="3" y="16"/>
                  </a:cubicBezTo>
                  <a:cubicBezTo>
                    <a:pt x="11" y="14"/>
                    <a:pt x="22" y="8"/>
                    <a:pt x="29" y="0"/>
                  </a:cubicBezTo>
                </a:path>
              </a:pathLst>
            </a:custGeom>
            <a:solidFill>
              <a:srgbClr val="91494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01" name="Google Shape;601;p21"/>
            <p:cNvSpPr/>
            <p:nvPr/>
          </p:nvSpPr>
          <p:spPr>
            <a:xfrm>
              <a:off x="10312400" y="1958976"/>
              <a:ext cx="801687" cy="1087438"/>
            </a:xfrm>
            <a:custGeom>
              <a:rect b="b" l="l" r="r" t="t"/>
              <a:pathLst>
                <a:path extrusionOk="0" h="224" w="165">
                  <a:moveTo>
                    <a:pt x="155" y="95"/>
                  </a:moveTo>
                  <a:cubicBezTo>
                    <a:pt x="146" y="145"/>
                    <a:pt x="143" y="167"/>
                    <a:pt x="114" y="190"/>
                  </a:cubicBezTo>
                  <a:cubicBezTo>
                    <a:pt x="70" y="224"/>
                    <a:pt x="11" y="201"/>
                    <a:pt x="5" y="149"/>
                  </a:cubicBezTo>
                  <a:cubicBezTo>
                    <a:pt x="0" y="102"/>
                    <a:pt x="17" y="27"/>
                    <a:pt x="69" y="14"/>
                  </a:cubicBezTo>
                  <a:cubicBezTo>
                    <a:pt x="120" y="0"/>
                    <a:pt x="165" y="45"/>
                    <a:pt x="155" y="95"/>
                  </a:cubicBezTo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02" name="Google Shape;602;p21"/>
            <p:cNvSpPr/>
            <p:nvPr/>
          </p:nvSpPr>
          <p:spPr>
            <a:xfrm>
              <a:off x="10890250" y="1982788"/>
              <a:ext cx="393700" cy="612775"/>
            </a:xfrm>
            <a:custGeom>
              <a:rect b="b" l="l" r="r" t="t"/>
              <a:pathLst>
                <a:path extrusionOk="0" h="126" w="81">
                  <a:moveTo>
                    <a:pt x="8" y="53"/>
                  </a:moveTo>
                  <a:cubicBezTo>
                    <a:pt x="2" y="84"/>
                    <a:pt x="0" y="126"/>
                    <a:pt x="29" y="126"/>
                  </a:cubicBezTo>
                  <a:cubicBezTo>
                    <a:pt x="58" y="126"/>
                    <a:pt x="81" y="77"/>
                    <a:pt x="56" y="39"/>
                  </a:cubicBezTo>
                  <a:cubicBezTo>
                    <a:pt x="31" y="0"/>
                    <a:pt x="12" y="34"/>
                    <a:pt x="8" y="53"/>
                  </a:cubicBezTo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03" name="Google Shape;603;p21"/>
            <p:cNvSpPr/>
            <p:nvPr/>
          </p:nvSpPr>
          <p:spPr>
            <a:xfrm>
              <a:off x="10293350" y="1763713"/>
              <a:ext cx="879475" cy="660400"/>
            </a:xfrm>
            <a:custGeom>
              <a:rect b="b" l="l" r="r" t="t"/>
              <a:pathLst>
                <a:path extrusionOk="0" h="136" w="181">
                  <a:moveTo>
                    <a:pt x="181" y="102"/>
                  </a:moveTo>
                  <a:cubicBezTo>
                    <a:pt x="181" y="136"/>
                    <a:pt x="138" y="119"/>
                    <a:pt x="119" y="104"/>
                  </a:cubicBezTo>
                  <a:cubicBezTo>
                    <a:pt x="99" y="89"/>
                    <a:pt x="98" y="91"/>
                    <a:pt x="63" y="91"/>
                  </a:cubicBezTo>
                  <a:cubicBezTo>
                    <a:pt x="28" y="91"/>
                    <a:pt x="21" y="89"/>
                    <a:pt x="10" y="72"/>
                  </a:cubicBezTo>
                  <a:cubicBezTo>
                    <a:pt x="0" y="55"/>
                    <a:pt x="1" y="44"/>
                    <a:pt x="24" y="47"/>
                  </a:cubicBezTo>
                  <a:cubicBezTo>
                    <a:pt x="48" y="51"/>
                    <a:pt x="28" y="27"/>
                    <a:pt x="46" y="13"/>
                  </a:cubicBezTo>
                  <a:cubicBezTo>
                    <a:pt x="63" y="0"/>
                    <a:pt x="84" y="4"/>
                    <a:pt x="108" y="34"/>
                  </a:cubicBezTo>
                  <a:cubicBezTo>
                    <a:pt x="132" y="64"/>
                    <a:pt x="181" y="42"/>
                    <a:pt x="181" y="102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04" name="Google Shape;604;p21"/>
            <p:cNvSpPr/>
            <p:nvPr/>
          </p:nvSpPr>
          <p:spPr>
            <a:xfrm>
              <a:off x="10423525" y="2439988"/>
              <a:ext cx="87312" cy="146050"/>
            </a:xfrm>
            <a:custGeom>
              <a:rect b="b" l="l" r="r" t="t"/>
              <a:pathLst>
                <a:path extrusionOk="0" h="30" w="18">
                  <a:moveTo>
                    <a:pt x="18" y="0"/>
                  </a:moveTo>
                  <a:cubicBezTo>
                    <a:pt x="18" y="0"/>
                    <a:pt x="8" y="17"/>
                    <a:pt x="0" y="25"/>
                  </a:cubicBezTo>
                  <a:cubicBezTo>
                    <a:pt x="4" y="30"/>
                    <a:pt x="14" y="29"/>
                    <a:pt x="14" y="29"/>
                  </a:cubicBezTo>
                  <a:lnTo>
                    <a:pt x="18" y="0"/>
                  </a:lnTo>
                  <a:close/>
                </a:path>
              </a:pathLst>
            </a:custGeom>
            <a:solidFill>
              <a:srgbClr val="A0272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05" name="Google Shape;605;p21"/>
            <p:cNvSpPr/>
            <p:nvPr/>
          </p:nvSpPr>
          <p:spPr>
            <a:xfrm>
              <a:off x="10550525" y="2643188"/>
              <a:ext cx="125412" cy="53975"/>
            </a:xfrm>
            <a:custGeom>
              <a:rect b="b" l="l" r="r" t="t"/>
              <a:pathLst>
                <a:path extrusionOk="0" h="11" w="26">
                  <a:moveTo>
                    <a:pt x="1" y="9"/>
                  </a:moveTo>
                  <a:cubicBezTo>
                    <a:pt x="1" y="9"/>
                    <a:pt x="1" y="9"/>
                    <a:pt x="1" y="9"/>
                  </a:cubicBezTo>
                  <a:cubicBezTo>
                    <a:pt x="15" y="11"/>
                    <a:pt x="26" y="2"/>
                    <a:pt x="26" y="1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25" y="0"/>
                    <a:pt x="14" y="9"/>
                    <a:pt x="1" y="7"/>
                  </a:cubicBezTo>
                  <a:cubicBezTo>
                    <a:pt x="1" y="7"/>
                    <a:pt x="0" y="8"/>
                    <a:pt x="0" y="8"/>
                  </a:cubicBezTo>
                  <a:lnTo>
                    <a:pt x="1" y="9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06" name="Google Shape;606;p21"/>
            <p:cNvSpPr/>
            <p:nvPr/>
          </p:nvSpPr>
          <p:spPr>
            <a:xfrm>
              <a:off x="10687050" y="2279651"/>
              <a:ext cx="101600" cy="68263"/>
            </a:xfrm>
            <a:custGeom>
              <a:rect b="b" l="l" r="r" t="t"/>
              <a:pathLst>
                <a:path extrusionOk="0" h="14" w="21">
                  <a:moveTo>
                    <a:pt x="18" y="13"/>
                  </a:moveTo>
                  <a:cubicBezTo>
                    <a:pt x="19" y="14"/>
                    <a:pt x="19" y="14"/>
                    <a:pt x="20" y="13"/>
                  </a:cubicBezTo>
                  <a:cubicBezTo>
                    <a:pt x="20" y="13"/>
                    <a:pt x="21" y="12"/>
                    <a:pt x="20" y="11"/>
                  </a:cubicBezTo>
                  <a:cubicBezTo>
                    <a:pt x="13" y="0"/>
                    <a:pt x="2" y="0"/>
                    <a:pt x="2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2"/>
                    <a:pt x="1" y="3"/>
                    <a:pt x="2" y="3"/>
                  </a:cubicBezTo>
                  <a:cubicBezTo>
                    <a:pt x="2" y="3"/>
                    <a:pt x="12" y="3"/>
                    <a:pt x="18" y="13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07" name="Google Shape;607;p21"/>
            <p:cNvSpPr/>
            <p:nvPr/>
          </p:nvSpPr>
          <p:spPr>
            <a:xfrm>
              <a:off x="10614025" y="2400301"/>
              <a:ext cx="52387" cy="77788"/>
            </a:xfrm>
            <a:custGeom>
              <a:rect b="b" l="l" r="r" t="t"/>
              <a:pathLst>
                <a:path extrusionOk="0" h="16" w="11">
                  <a:moveTo>
                    <a:pt x="10" y="9"/>
                  </a:moveTo>
                  <a:cubicBezTo>
                    <a:pt x="10" y="13"/>
                    <a:pt x="7" y="16"/>
                    <a:pt x="4" y="16"/>
                  </a:cubicBezTo>
                  <a:cubicBezTo>
                    <a:pt x="2" y="15"/>
                    <a:pt x="0" y="11"/>
                    <a:pt x="1" y="7"/>
                  </a:cubicBezTo>
                  <a:cubicBezTo>
                    <a:pt x="1" y="3"/>
                    <a:pt x="4" y="0"/>
                    <a:pt x="7" y="1"/>
                  </a:cubicBezTo>
                  <a:cubicBezTo>
                    <a:pt x="9" y="1"/>
                    <a:pt x="11" y="5"/>
                    <a:pt x="10" y="9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08" name="Google Shape;608;p21"/>
            <p:cNvSpPr/>
            <p:nvPr/>
          </p:nvSpPr>
          <p:spPr>
            <a:xfrm>
              <a:off x="10385425" y="2362201"/>
              <a:ext cx="52387" cy="77788"/>
            </a:xfrm>
            <a:custGeom>
              <a:rect b="b" l="l" r="r" t="t"/>
              <a:pathLst>
                <a:path extrusionOk="0" h="16" w="11">
                  <a:moveTo>
                    <a:pt x="11" y="9"/>
                  </a:moveTo>
                  <a:cubicBezTo>
                    <a:pt x="10" y="13"/>
                    <a:pt x="7" y="16"/>
                    <a:pt x="5" y="16"/>
                  </a:cubicBezTo>
                  <a:cubicBezTo>
                    <a:pt x="2" y="15"/>
                    <a:pt x="0" y="11"/>
                    <a:pt x="1" y="7"/>
                  </a:cubicBezTo>
                  <a:cubicBezTo>
                    <a:pt x="2" y="3"/>
                    <a:pt x="4" y="0"/>
                    <a:pt x="7" y="1"/>
                  </a:cubicBezTo>
                  <a:cubicBezTo>
                    <a:pt x="10" y="1"/>
                    <a:pt x="11" y="5"/>
                    <a:pt x="11" y="9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09" name="Google Shape;609;p21"/>
            <p:cNvSpPr/>
            <p:nvPr/>
          </p:nvSpPr>
          <p:spPr>
            <a:xfrm>
              <a:off x="10380663" y="2347913"/>
              <a:ext cx="42862" cy="38100"/>
            </a:xfrm>
            <a:custGeom>
              <a:rect b="b" l="l" r="r" t="t"/>
              <a:pathLst>
                <a:path extrusionOk="0" h="8" w="9">
                  <a:moveTo>
                    <a:pt x="9" y="4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4" y="8"/>
                    <a:pt x="9" y="4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10" name="Google Shape;610;p21"/>
            <p:cNvSpPr/>
            <p:nvPr/>
          </p:nvSpPr>
          <p:spPr>
            <a:xfrm>
              <a:off x="10604500" y="2381251"/>
              <a:ext cx="47625" cy="42863"/>
            </a:xfrm>
            <a:custGeom>
              <a:rect b="b" l="l" r="r" t="t"/>
              <a:pathLst>
                <a:path extrusionOk="0" h="9" w="10">
                  <a:moveTo>
                    <a:pt x="10" y="5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4" y="9"/>
                    <a:pt x="10" y="5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11" name="Google Shape;611;p21"/>
            <p:cNvSpPr/>
            <p:nvPr/>
          </p:nvSpPr>
          <p:spPr>
            <a:xfrm>
              <a:off x="10355263" y="2216151"/>
              <a:ext cx="112712" cy="53975"/>
            </a:xfrm>
            <a:custGeom>
              <a:rect b="b" l="l" r="r" t="t"/>
              <a:pathLst>
                <a:path extrusionOk="0" h="11" w="23">
                  <a:moveTo>
                    <a:pt x="1" y="11"/>
                  </a:moveTo>
                  <a:cubicBezTo>
                    <a:pt x="1" y="11"/>
                    <a:pt x="2" y="11"/>
                    <a:pt x="2" y="11"/>
                  </a:cubicBezTo>
                  <a:cubicBezTo>
                    <a:pt x="11" y="4"/>
                    <a:pt x="20" y="7"/>
                    <a:pt x="21" y="7"/>
                  </a:cubicBezTo>
                  <a:cubicBezTo>
                    <a:pt x="21" y="7"/>
                    <a:pt x="22" y="7"/>
                    <a:pt x="23" y="6"/>
                  </a:cubicBezTo>
                  <a:cubicBezTo>
                    <a:pt x="23" y="5"/>
                    <a:pt x="22" y="4"/>
                    <a:pt x="22" y="4"/>
                  </a:cubicBezTo>
                  <a:cubicBezTo>
                    <a:pt x="21" y="4"/>
                    <a:pt x="11" y="0"/>
                    <a:pt x="1" y="8"/>
                  </a:cubicBezTo>
                  <a:cubicBezTo>
                    <a:pt x="0" y="9"/>
                    <a:pt x="0" y="10"/>
                    <a:pt x="0" y="11"/>
                  </a:cubicBezTo>
                  <a:lnTo>
                    <a:pt x="1" y="1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12" name="Google Shape;612;p21"/>
            <p:cNvSpPr/>
            <p:nvPr/>
          </p:nvSpPr>
          <p:spPr>
            <a:xfrm>
              <a:off x="10107613" y="4795838"/>
              <a:ext cx="1176337" cy="249238"/>
            </a:xfrm>
            <a:custGeom>
              <a:rect b="b" l="l" r="r" t="t"/>
              <a:pathLst>
                <a:path extrusionOk="0" h="51" w="242">
                  <a:moveTo>
                    <a:pt x="1" y="51"/>
                  </a:moveTo>
                  <a:cubicBezTo>
                    <a:pt x="1" y="51"/>
                    <a:pt x="0" y="23"/>
                    <a:pt x="9" y="0"/>
                  </a:cubicBezTo>
                  <a:cubicBezTo>
                    <a:pt x="27" y="0"/>
                    <a:pt x="218" y="0"/>
                    <a:pt x="218" y="0"/>
                  </a:cubicBezTo>
                  <a:cubicBezTo>
                    <a:pt x="218" y="0"/>
                    <a:pt x="237" y="31"/>
                    <a:pt x="242" y="51"/>
                  </a:cubicBezTo>
                  <a:cubicBezTo>
                    <a:pt x="219" y="51"/>
                    <a:pt x="1" y="51"/>
                    <a:pt x="1" y="51"/>
                  </a:cubicBezTo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13" name="Google Shape;613;p21"/>
            <p:cNvSpPr/>
            <p:nvPr/>
          </p:nvSpPr>
          <p:spPr>
            <a:xfrm>
              <a:off x="10117138" y="4733926"/>
              <a:ext cx="1079500" cy="111125"/>
            </a:xfrm>
            <a:custGeom>
              <a:rect b="b" l="l" r="r" t="t"/>
              <a:pathLst>
                <a:path extrusionOk="0" h="23" w="222">
                  <a:moveTo>
                    <a:pt x="220" y="1"/>
                  </a:moveTo>
                  <a:cubicBezTo>
                    <a:pt x="221" y="20"/>
                    <a:pt x="221" y="20"/>
                    <a:pt x="221" y="20"/>
                  </a:cubicBezTo>
                  <a:cubicBezTo>
                    <a:pt x="222" y="21"/>
                    <a:pt x="220" y="23"/>
                    <a:pt x="218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4" y="23"/>
                    <a:pt x="2" y="22"/>
                    <a:pt x="2" y="2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1"/>
                    <a:pt x="2" y="0"/>
                    <a:pt x="4" y="0"/>
                  </a:cubicBezTo>
                  <a:cubicBezTo>
                    <a:pt x="216" y="0"/>
                    <a:pt x="216" y="0"/>
                    <a:pt x="216" y="0"/>
                  </a:cubicBezTo>
                  <a:cubicBezTo>
                    <a:pt x="218" y="0"/>
                    <a:pt x="219" y="0"/>
                    <a:pt x="220" y="1"/>
                  </a:cubicBezTo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14" name="Google Shape;614;p21"/>
            <p:cNvSpPr/>
            <p:nvPr/>
          </p:nvSpPr>
          <p:spPr>
            <a:xfrm>
              <a:off x="10117138" y="4733926"/>
              <a:ext cx="1074737" cy="111125"/>
            </a:xfrm>
            <a:custGeom>
              <a:rect b="b" l="l" r="r" t="t"/>
              <a:pathLst>
                <a:path extrusionOk="0" h="23" w="221">
                  <a:moveTo>
                    <a:pt x="216" y="0"/>
                  </a:moveTo>
                  <a:cubicBezTo>
                    <a:pt x="216" y="0"/>
                    <a:pt x="216" y="0"/>
                    <a:pt x="216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2" y="22"/>
                    <a:pt x="4" y="23"/>
                    <a:pt x="6" y="23"/>
                  </a:cubicBezTo>
                  <a:cubicBezTo>
                    <a:pt x="218" y="23"/>
                    <a:pt x="218" y="23"/>
                    <a:pt x="218" y="23"/>
                  </a:cubicBezTo>
                  <a:cubicBezTo>
                    <a:pt x="220" y="23"/>
                    <a:pt x="221" y="22"/>
                    <a:pt x="221" y="21"/>
                  </a:cubicBezTo>
                  <a:cubicBezTo>
                    <a:pt x="221" y="20"/>
                    <a:pt x="221" y="20"/>
                    <a:pt x="221" y="20"/>
                  </a:cubicBezTo>
                  <a:cubicBezTo>
                    <a:pt x="220" y="1"/>
                    <a:pt x="220" y="1"/>
                    <a:pt x="220" y="1"/>
                  </a:cubicBezTo>
                  <a:cubicBezTo>
                    <a:pt x="219" y="0"/>
                    <a:pt x="218" y="0"/>
                    <a:pt x="216" y="0"/>
                  </a:cubicBezTo>
                </a:path>
              </a:pathLst>
            </a:custGeom>
            <a:solidFill>
              <a:srgbClr val="78A1F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15" name="Google Shape;615;p21"/>
            <p:cNvSpPr/>
            <p:nvPr/>
          </p:nvSpPr>
          <p:spPr>
            <a:xfrm>
              <a:off x="11022013" y="4724401"/>
              <a:ext cx="63500" cy="130175"/>
            </a:xfrm>
            <a:custGeom>
              <a:rect b="b" l="l" r="r" t="t"/>
              <a:pathLst>
                <a:path extrusionOk="0" h="27" w="13">
                  <a:moveTo>
                    <a:pt x="5" y="27"/>
                  </a:moveTo>
                  <a:cubicBezTo>
                    <a:pt x="11" y="27"/>
                    <a:pt x="11" y="27"/>
                    <a:pt x="11" y="27"/>
                  </a:cubicBezTo>
                  <a:cubicBezTo>
                    <a:pt x="12" y="27"/>
                    <a:pt x="13" y="26"/>
                    <a:pt x="13" y="26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1"/>
                    <a:pt x="9" y="0"/>
                    <a:pt x="8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1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3" y="26"/>
                    <a:pt x="4" y="27"/>
                    <a:pt x="5" y="27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16" name="Google Shape;616;p21"/>
            <p:cNvSpPr/>
            <p:nvPr/>
          </p:nvSpPr>
          <p:spPr>
            <a:xfrm>
              <a:off x="10199688" y="4724401"/>
              <a:ext cx="63500" cy="130175"/>
            </a:xfrm>
            <a:custGeom>
              <a:rect b="b" l="l" r="r" t="t"/>
              <a:pathLst>
                <a:path extrusionOk="0" h="27" w="13">
                  <a:moveTo>
                    <a:pt x="5" y="27"/>
                  </a:moveTo>
                  <a:cubicBezTo>
                    <a:pt x="11" y="27"/>
                    <a:pt x="11" y="27"/>
                    <a:pt x="11" y="27"/>
                  </a:cubicBezTo>
                  <a:cubicBezTo>
                    <a:pt x="12" y="27"/>
                    <a:pt x="13" y="26"/>
                    <a:pt x="12" y="26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1"/>
                    <a:pt x="9" y="0"/>
                    <a:pt x="8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1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3" y="26"/>
                    <a:pt x="4" y="27"/>
                    <a:pt x="5" y="27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17" name="Google Shape;617;p21"/>
            <p:cNvSpPr/>
            <p:nvPr/>
          </p:nvSpPr>
          <p:spPr>
            <a:xfrm>
              <a:off x="10614025" y="4724401"/>
              <a:ext cx="57150" cy="130175"/>
            </a:xfrm>
            <a:custGeom>
              <a:rect b="b" l="l" r="r" t="t"/>
              <a:pathLst>
                <a:path extrusionOk="0" h="27" w="12">
                  <a:moveTo>
                    <a:pt x="4" y="27"/>
                  </a:moveTo>
                  <a:cubicBezTo>
                    <a:pt x="10" y="27"/>
                    <a:pt x="10" y="27"/>
                    <a:pt x="10" y="27"/>
                  </a:cubicBezTo>
                  <a:cubicBezTo>
                    <a:pt x="11" y="27"/>
                    <a:pt x="12" y="26"/>
                    <a:pt x="12" y="26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1"/>
                    <a:pt x="8" y="0"/>
                    <a:pt x="7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2" y="26"/>
                    <a:pt x="2" y="26"/>
                    <a:pt x="2" y="26"/>
                  </a:cubicBezTo>
                  <a:cubicBezTo>
                    <a:pt x="2" y="26"/>
                    <a:pt x="3" y="27"/>
                    <a:pt x="4" y="27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18" name="Google Shape;618;p21"/>
            <p:cNvSpPr/>
            <p:nvPr/>
          </p:nvSpPr>
          <p:spPr>
            <a:xfrm>
              <a:off x="11187113" y="3567113"/>
              <a:ext cx="831850" cy="1001713"/>
            </a:xfrm>
            <a:custGeom>
              <a:rect b="b" l="l" r="r" t="t"/>
              <a:pathLst>
                <a:path extrusionOk="0" h="206" w="171">
                  <a:moveTo>
                    <a:pt x="51" y="0"/>
                  </a:moveTo>
                  <a:cubicBezTo>
                    <a:pt x="61" y="30"/>
                    <a:pt x="69" y="60"/>
                    <a:pt x="78" y="90"/>
                  </a:cubicBezTo>
                  <a:cubicBezTo>
                    <a:pt x="91" y="135"/>
                    <a:pt x="91" y="135"/>
                    <a:pt x="91" y="135"/>
                  </a:cubicBezTo>
                  <a:cubicBezTo>
                    <a:pt x="97" y="157"/>
                    <a:pt x="97" y="157"/>
                    <a:pt x="97" y="157"/>
                  </a:cubicBezTo>
                  <a:cubicBezTo>
                    <a:pt x="99" y="163"/>
                    <a:pt x="99" y="163"/>
                    <a:pt x="99" y="163"/>
                  </a:cubicBezTo>
                  <a:cubicBezTo>
                    <a:pt x="99" y="166"/>
                    <a:pt x="99" y="166"/>
                    <a:pt x="99" y="166"/>
                  </a:cubicBezTo>
                  <a:cubicBezTo>
                    <a:pt x="100" y="166"/>
                    <a:pt x="100" y="166"/>
                    <a:pt x="100" y="166"/>
                  </a:cubicBezTo>
                  <a:cubicBezTo>
                    <a:pt x="100" y="166"/>
                    <a:pt x="100" y="166"/>
                    <a:pt x="100" y="166"/>
                  </a:cubicBezTo>
                  <a:cubicBezTo>
                    <a:pt x="100" y="167"/>
                    <a:pt x="100" y="167"/>
                    <a:pt x="100" y="167"/>
                  </a:cubicBezTo>
                  <a:cubicBezTo>
                    <a:pt x="99" y="166"/>
                    <a:pt x="99" y="166"/>
                    <a:pt x="99" y="166"/>
                  </a:cubicBezTo>
                  <a:cubicBezTo>
                    <a:pt x="99" y="165"/>
                    <a:pt x="98" y="164"/>
                    <a:pt x="95" y="162"/>
                  </a:cubicBezTo>
                  <a:cubicBezTo>
                    <a:pt x="93" y="160"/>
                    <a:pt x="89" y="158"/>
                    <a:pt x="85" y="158"/>
                  </a:cubicBezTo>
                  <a:cubicBezTo>
                    <a:pt x="81" y="158"/>
                    <a:pt x="78" y="159"/>
                    <a:pt x="76" y="160"/>
                  </a:cubicBezTo>
                  <a:cubicBezTo>
                    <a:pt x="73" y="161"/>
                    <a:pt x="74" y="162"/>
                    <a:pt x="74" y="161"/>
                  </a:cubicBezTo>
                  <a:cubicBezTo>
                    <a:pt x="74" y="161"/>
                    <a:pt x="75" y="160"/>
                    <a:pt x="76" y="159"/>
                  </a:cubicBezTo>
                  <a:cubicBezTo>
                    <a:pt x="77" y="157"/>
                    <a:pt x="79" y="155"/>
                    <a:pt x="81" y="152"/>
                  </a:cubicBezTo>
                  <a:cubicBezTo>
                    <a:pt x="84" y="146"/>
                    <a:pt x="88" y="140"/>
                    <a:pt x="91" y="133"/>
                  </a:cubicBezTo>
                  <a:cubicBezTo>
                    <a:pt x="98" y="120"/>
                    <a:pt x="104" y="106"/>
                    <a:pt x="110" y="92"/>
                  </a:cubicBezTo>
                  <a:cubicBezTo>
                    <a:pt x="116" y="77"/>
                    <a:pt x="122" y="63"/>
                    <a:pt x="128" y="49"/>
                  </a:cubicBezTo>
                  <a:cubicBezTo>
                    <a:pt x="134" y="34"/>
                    <a:pt x="140" y="20"/>
                    <a:pt x="146" y="5"/>
                  </a:cubicBezTo>
                  <a:cubicBezTo>
                    <a:pt x="171" y="13"/>
                    <a:pt x="171" y="13"/>
                    <a:pt x="171" y="13"/>
                  </a:cubicBezTo>
                  <a:cubicBezTo>
                    <a:pt x="165" y="44"/>
                    <a:pt x="157" y="75"/>
                    <a:pt x="148" y="105"/>
                  </a:cubicBezTo>
                  <a:cubicBezTo>
                    <a:pt x="143" y="121"/>
                    <a:pt x="138" y="136"/>
                    <a:pt x="132" y="151"/>
                  </a:cubicBezTo>
                  <a:cubicBezTo>
                    <a:pt x="128" y="159"/>
                    <a:pt x="125" y="167"/>
                    <a:pt x="121" y="174"/>
                  </a:cubicBezTo>
                  <a:cubicBezTo>
                    <a:pt x="119" y="178"/>
                    <a:pt x="117" y="183"/>
                    <a:pt x="114" y="187"/>
                  </a:cubicBezTo>
                  <a:cubicBezTo>
                    <a:pt x="112" y="189"/>
                    <a:pt x="110" y="192"/>
                    <a:pt x="108" y="194"/>
                  </a:cubicBezTo>
                  <a:cubicBezTo>
                    <a:pt x="106" y="197"/>
                    <a:pt x="103" y="200"/>
                    <a:pt x="96" y="203"/>
                  </a:cubicBezTo>
                  <a:cubicBezTo>
                    <a:pt x="93" y="204"/>
                    <a:pt x="88" y="206"/>
                    <a:pt x="82" y="206"/>
                  </a:cubicBezTo>
                  <a:cubicBezTo>
                    <a:pt x="76" y="206"/>
                    <a:pt x="70" y="203"/>
                    <a:pt x="66" y="200"/>
                  </a:cubicBezTo>
                  <a:cubicBezTo>
                    <a:pt x="62" y="197"/>
                    <a:pt x="60" y="194"/>
                    <a:pt x="59" y="192"/>
                  </a:cubicBezTo>
                  <a:cubicBezTo>
                    <a:pt x="57" y="189"/>
                    <a:pt x="56" y="188"/>
                    <a:pt x="55" y="186"/>
                  </a:cubicBezTo>
                  <a:cubicBezTo>
                    <a:pt x="55" y="185"/>
                    <a:pt x="54" y="184"/>
                    <a:pt x="54" y="183"/>
                  </a:cubicBezTo>
                  <a:cubicBezTo>
                    <a:pt x="53" y="181"/>
                    <a:pt x="53" y="181"/>
                    <a:pt x="53" y="181"/>
                  </a:cubicBezTo>
                  <a:cubicBezTo>
                    <a:pt x="52" y="178"/>
                    <a:pt x="52" y="178"/>
                    <a:pt x="52" y="178"/>
                  </a:cubicBezTo>
                  <a:cubicBezTo>
                    <a:pt x="50" y="173"/>
                    <a:pt x="50" y="173"/>
                    <a:pt x="50" y="173"/>
                  </a:cubicBezTo>
                  <a:cubicBezTo>
                    <a:pt x="48" y="165"/>
                    <a:pt x="45" y="158"/>
                    <a:pt x="42" y="150"/>
                  </a:cubicBezTo>
                  <a:cubicBezTo>
                    <a:pt x="37" y="135"/>
                    <a:pt x="32" y="120"/>
                    <a:pt x="27" y="105"/>
                  </a:cubicBezTo>
                  <a:cubicBezTo>
                    <a:pt x="17" y="75"/>
                    <a:pt x="8" y="45"/>
                    <a:pt x="0" y="15"/>
                  </a:cubicBezTo>
                  <a:cubicBezTo>
                    <a:pt x="51" y="0"/>
                    <a:pt x="51" y="0"/>
                    <a:pt x="51" y="0"/>
                  </a:cubicBezTo>
                </a:path>
              </a:pathLst>
            </a:custGeom>
            <a:solidFill>
              <a:srgbClr val="B65B5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19" name="Google Shape;619;p21"/>
            <p:cNvSpPr/>
            <p:nvPr/>
          </p:nvSpPr>
          <p:spPr>
            <a:xfrm>
              <a:off x="11036300" y="3241676"/>
              <a:ext cx="573087" cy="752475"/>
            </a:xfrm>
            <a:custGeom>
              <a:rect b="b" l="l" r="r" t="t"/>
              <a:pathLst>
                <a:path extrusionOk="0" h="155" w="118">
                  <a:moveTo>
                    <a:pt x="65" y="8"/>
                  </a:moveTo>
                  <a:cubicBezTo>
                    <a:pt x="86" y="14"/>
                    <a:pt x="118" y="96"/>
                    <a:pt x="118" y="96"/>
                  </a:cubicBezTo>
                  <a:cubicBezTo>
                    <a:pt x="36" y="155"/>
                    <a:pt x="36" y="155"/>
                    <a:pt x="36" y="155"/>
                  </a:cubicBezTo>
                  <a:cubicBezTo>
                    <a:pt x="36" y="155"/>
                    <a:pt x="0" y="84"/>
                    <a:pt x="8" y="57"/>
                  </a:cubicBezTo>
                  <a:cubicBezTo>
                    <a:pt x="18" y="29"/>
                    <a:pt x="41" y="0"/>
                    <a:pt x="65" y="8"/>
                  </a:cubicBezTo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20" name="Google Shape;620;p21"/>
            <p:cNvSpPr/>
            <p:nvPr/>
          </p:nvSpPr>
          <p:spPr>
            <a:xfrm>
              <a:off x="11069638" y="3275013"/>
              <a:ext cx="539750" cy="719138"/>
            </a:xfrm>
            <a:custGeom>
              <a:rect b="b" l="l" r="r" t="t"/>
              <a:pathLst>
                <a:path extrusionOk="0" h="148" w="111">
                  <a:moveTo>
                    <a:pt x="50" y="0"/>
                  </a:moveTo>
                  <a:cubicBezTo>
                    <a:pt x="29" y="0"/>
                    <a:pt x="10" y="25"/>
                    <a:pt x="1" y="50"/>
                  </a:cubicBezTo>
                  <a:cubicBezTo>
                    <a:pt x="0" y="53"/>
                    <a:pt x="0" y="56"/>
                    <a:pt x="0" y="60"/>
                  </a:cubicBezTo>
                  <a:cubicBezTo>
                    <a:pt x="0" y="92"/>
                    <a:pt x="29" y="148"/>
                    <a:pt x="29" y="148"/>
                  </a:cubicBezTo>
                  <a:cubicBezTo>
                    <a:pt x="111" y="89"/>
                    <a:pt x="111" y="89"/>
                    <a:pt x="111" y="89"/>
                  </a:cubicBezTo>
                  <a:cubicBezTo>
                    <a:pt x="111" y="89"/>
                    <a:pt x="110" y="87"/>
                    <a:pt x="108" y="84"/>
                  </a:cubicBezTo>
                  <a:cubicBezTo>
                    <a:pt x="104" y="73"/>
                    <a:pt x="93" y="46"/>
                    <a:pt x="80" y="26"/>
                  </a:cubicBezTo>
                  <a:cubicBezTo>
                    <a:pt x="73" y="13"/>
                    <a:pt x="64" y="3"/>
                    <a:pt x="58" y="1"/>
                  </a:cubicBezTo>
                  <a:cubicBezTo>
                    <a:pt x="55" y="0"/>
                    <a:pt x="52" y="0"/>
                    <a:pt x="50" y="0"/>
                  </a:cubicBezTo>
                </a:path>
              </a:pathLst>
            </a:custGeom>
            <a:solidFill>
              <a:srgbClr val="A0BD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21" name="Google Shape;621;p21"/>
            <p:cNvSpPr/>
            <p:nvPr/>
          </p:nvSpPr>
          <p:spPr>
            <a:xfrm>
              <a:off x="11847513" y="3406776"/>
              <a:ext cx="228600" cy="330200"/>
            </a:xfrm>
            <a:custGeom>
              <a:rect b="b" l="l" r="r" t="t"/>
              <a:pathLst>
                <a:path extrusionOk="0" h="68" w="47">
                  <a:moveTo>
                    <a:pt x="11" y="49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46" y="24"/>
                    <a:pt x="46" y="24"/>
                    <a:pt x="46" y="24"/>
                  </a:cubicBezTo>
                  <a:cubicBezTo>
                    <a:pt x="46" y="24"/>
                    <a:pt x="47" y="58"/>
                    <a:pt x="28" y="68"/>
                  </a:cubicBezTo>
                  <a:lnTo>
                    <a:pt x="11" y="49"/>
                  </a:ln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22" name="Google Shape;622;p21"/>
            <p:cNvSpPr/>
            <p:nvPr/>
          </p:nvSpPr>
          <p:spPr>
            <a:xfrm>
              <a:off x="11847513" y="3216276"/>
              <a:ext cx="238125" cy="306388"/>
            </a:xfrm>
            <a:custGeom>
              <a:rect b="b" l="l" r="r" t="t"/>
              <a:pathLst>
                <a:path extrusionOk="0" h="193" w="150">
                  <a:moveTo>
                    <a:pt x="59" y="0"/>
                  </a:moveTo>
                  <a:lnTo>
                    <a:pt x="150" y="65"/>
                  </a:lnTo>
                  <a:lnTo>
                    <a:pt x="141" y="193"/>
                  </a:lnTo>
                  <a:lnTo>
                    <a:pt x="0" y="120"/>
                  </a:lnTo>
                  <a:lnTo>
                    <a:pt x="59" y="0"/>
                  </a:ln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23" name="Google Shape;623;p21"/>
            <p:cNvSpPr/>
            <p:nvPr/>
          </p:nvSpPr>
          <p:spPr>
            <a:xfrm>
              <a:off x="7599363" y="2011363"/>
              <a:ext cx="2105025" cy="1423988"/>
            </a:xfrm>
            <a:custGeom>
              <a:rect b="b" l="l" r="r" t="t"/>
              <a:pathLst>
                <a:path extrusionOk="0" h="293" w="433">
                  <a:moveTo>
                    <a:pt x="62" y="0"/>
                  </a:moveTo>
                  <a:cubicBezTo>
                    <a:pt x="386" y="0"/>
                    <a:pt x="386" y="0"/>
                    <a:pt x="386" y="0"/>
                  </a:cubicBezTo>
                  <a:cubicBezTo>
                    <a:pt x="412" y="0"/>
                    <a:pt x="433" y="22"/>
                    <a:pt x="431" y="48"/>
                  </a:cubicBezTo>
                  <a:cubicBezTo>
                    <a:pt x="422" y="195"/>
                    <a:pt x="422" y="195"/>
                    <a:pt x="422" y="195"/>
                  </a:cubicBezTo>
                  <a:cubicBezTo>
                    <a:pt x="420" y="221"/>
                    <a:pt x="398" y="243"/>
                    <a:pt x="371" y="243"/>
                  </a:cubicBezTo>
                  <a:cubicBezTo>
                    <a:pt x="334" y="243"/>
                    <a:pt x="334" y="243"/>
                    <a:pt x="334" y="243"/>
                  </a:cubicBezTo>
                  <a:cubicBezTo>
                    <a:pt x="349" y="293"/>
                    <a:pt x="349" y="293"/>
                    <a:pt x="349" y="293"/>
                  </a:cubicBezTo>
                  <a:cubicBezTo>
                    <a:pt x="276" y="243"/>
                    <a:pt x="276" y="243"/>
                    <a:pt x="276" y="243"/>
                  </a:cubicBezTo>
                  <a:cubicBezTo>
                    <a:pt x="47" y="243"/>
                    <a:pt x="47" y="243"/>
                    <a:pt x="47" y="243"/>
                  </a:cubicBezTo>
                  <a:cubicBezTo>
                    <a:pt x="21" y="243"/>
                    <a:pt x="0" y="221"/>
                    <a:pt x="2" y="195"/>
                  </a:cubicBezTo>
                  <a:cubicBezTo>
                    <a:pt x="11" y="48"/>
                    <a:pt x="11" y="48"/>
                    <a:pt x="11" y="48"/>
                  </a:cubicBezTo>
                  <a:cubicBezTo>
                    <a:pt x="13" y="22"/>
                    <a:pt x="36" y="0"/>
                    <a:pt x="62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24" name="Google Shape;624;p21"/>
            <p:cNvSpPr/>
            <p:nvPr/>
          </p:nvSpPr>
          <p:spPr>
            <a:xfrm>
              <a:off x="7959725" y="2298701"/>
              <a:ext cx="1419225" cy="87313"/>
            </a:xfrm>
            <a:custGeom>
              <a:rect b="b" l="l" r="r" t="t"/>
              <a:pathLst>
                <a:path extrusionOk="0" h="18" w="292">
                  <a:moveTo>
                    <a:pt x="282" y="18"/>
                  </a:moveTo>
                  <a:cubicBezTo>
                    <a:pt x="8" y="18"/>
                    <a:pt x="8" y="18"/>
                    <a:pt x="8" y="18"/>
                  </a:cubicBezTo>
                  <a:cubicBezTo>
                    <a:pt x="3" y="18"/>
                    <a:pt x="0" y="14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283" y="0"/>
                    <a:pt x="283" y="0"/>
                    <a:pt x="283" y="0"/>
                  </a:cubicBezTo>
                  <a:cubicBezTo>
                    <a:pt x="288" y="0"/>
                    <a:pt x="292" y="4"/>
                    <a:pt x="292" y="9"/>
                  </a:cubicBezTo>
                  <a:cubicBezTo>
                    <a:pt x="292" y="14"/>
                    <a:pt x="287" y="18"/>
                    <a:pt x="282" y="1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25" name="Google Shape;625;p21"/>
            <p:cNvSpPr/>
            <p:nvPr/>
          </p:nvSpPr>
          <p:spPr>
            <a:xfrm>
              <a:off x="7940675" y="2560638"/>
              <a:ext cx="650875" cy="87313"/>
            </a:xfrm>
            <a:custGeom>
              <a:rect b="b" l="l" r="r" t="t"/>
              <a:pathLst>
                <a:path extrusionOk="0" h="18" w="134">
                  <a:moveTo>
                    <a:pt x="124" y="18"/>
                  </a:moveTo>
                  <a:cubicBezTo>
                    <a:pt x="9" y="18"/>
                    <a:pt x="9" y="18"/>
                    <a:pt x="9" y="18"/>
                  </a:cubicBezTo>
                  <a:cubicBezTo>
                    <a:pt x="4" y="18"/>
                    <a:pt x="0" y="14"/>
                    <a:pt x="1" y="9"/>
                  </a:cubicBezTo>
                  <a:cubicBezTo>
                    <a:pt x="1" y="4"/>
                    <a:pt x="5" y="0"/>
                    <a:pt x="10" y="0"/>
                  </a:cubicBezTo>
                  <a:cubicBezTo>
                    <a:pt x="125" y="0"/>
                    <a:pt x="125" y="0"/>
                    <a:pt x="125" y="0"/>
                  </a:cubicBezTo>
                  <a:cubicBezTo>
                    <a:pt x="130" y="0"/>
                    <a:pt x="134" y="4"/>
                    <a:pt x="134" y="9"/>
                  </a:cubicBezTo>
                  <a:cubicBezTo>
                    <a:pt x="133" y="14"/>
                    <a:pt x="129" y="18"/>
                    <a:pt x="124" y="1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26" name="Google Shape;626;p21"/>
            <p:cNvSpPr/>
            <p:nvPr/>
          </p:nvSpPr>
          <p:spPr>
            <a:xfrm>
              <a:off x="7924800" y="2817813"/>
              <a:ext cx="1143000" cy="88900"/>
            </a:xfrm>
            <a:custGeom>
              <a:rect b="b" l="l" r="r" t="t"/>
              <a:pathLst>
                <a:path extrusionOk="0" h="18" w="235">
                  <a:moveTo>
                    <a:pt x="226" y="18"/>
                  </a:moveTo>
                  <a:cubicBezTo>
                    <a:pt x="9" y="18"/>
                    <a:pt x="9" y="18"/>
                    <a:pt x="9" y="18"/>
                  </a:cubicBezTo>
                  <a:cubicBezTo>
                    <a:pt x="4" y="18"/>
                    <a:pt x="0" y="14"/>
                    <a:pt x="0" y="9"/>
                  </a:cubicBezTo>
                  <a:cubicBezTo>
                    <a:pt x="1" y="4"/>
                    <a:pt x="5" y="0"/>
                    <a:pt x="10" y="0"/>
                  </a:cubicBezTo>
                  <a:cubicBezTo>
                    <a:pt x="227" y="0"/>
                    <a:pt x="227" y="0"/>
                    <a:pt x="227" y="0"/>
                  </a:cubicBezTo>
                  <a:cubicBezTo>
                    <a:pt x="232" y="0"/>
                    <a:pt x="235" y="4"/>
                    <a:pt x="235" y="9"/>
                  </a:cubicBezTo>
                  <a:cubicBezTo>
                    <a:pt x="235" y="14"/>
                    <a:pt x="231" y="18"/>
                    <a:pt x="226" y="1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27" name="Google Shape;627;p21"/>
            <p:cNvSpPr/>
            <p:nvPr/>
          </p:nvSpPr>
          <p:spPr>
            <a:xfrm>
              <a:off x="8688388" y="2560638"/>
              <a:ext cx="311150" cy="87313"/>
            </a:xfrm>
            <a:custGeom>
              <a:rect b="b" l="l" r="r" t="t"/>
              <a:pathLst>
                <a:path extrusionOk="0" h="18" w="64">
                  <a:moveTo>
                    <a:pt x="54" y="18"/>
                  </a:moveTo>
                  <a:cubicBezTo>
                    <a:pt x="9" y="18"/>
                    <a:pt x="9" y="18"/>
                    <a:pt x="9" y="18"/>
                  </a:cubicBezTo>
                  <a:cubicBezTo>
                    <a:pt x="4" y="18"/>
                    <a:pt x="0" y="14"/>
                    <a:pt x="1" y="9"/>
                  </a:cubicBezTo>
                  <a:cubicBezTo>
                    <a:pt x="1" y="4"/>
                    <a:pt x="5" y="0"/>
                    <a:pt x="10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61" y="0"/>
                    <a:pt x="64" y="4"/>
                    <a:pt x="64" y="9"/>
                  </a:cubicBezTo>
                  <a:cubicBezTo>
                    <a:pt x="64" y="14"/>
                    <a:pt x="59" y="18"/>
                    <a:pt x="54" y="1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22"/>
          <p:cNvSpPr txBox="1"/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</a:pPr>
            <a:r>
              <a:rPr lang="es-CL"/>
              <a:t>Trabajo autónomo mínimo</a:t>
            </a:r>
            <a:endParaRPr/>
          </a:p>
        </p:txBody>
      </p:sp>
      <p:sp>
        <p:nvSpPr>
          <p:cNvPr id="633" name="Google Shape;633;p22"/>
          <p:cNvSpPr txBox="1"/>
          <p:nvPr/>
        </p:nvSpPr>
        <p:spPr>
          <a:xfrm>
            <a:off x="1112989" y="615954"/>
            <a:ext cx="1985480" cy="3016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Clase 07: Subprogramas</a:t>
            </a:r>
            <a:endParaRPr/>
          </a:p>
        </p:txBody>
      </p:sp>
      <p:sp>
        <p:nvSpPr>
          <p:cNvPr id="634" name="Google Shape;634;p22"/>
          <p:cNvSpPr/>
          <p:nvPr/>
        </p:nvSpPr>
        <p:spPr>
          <a:xfrm>
            <a:off x="1104899" y="1702676"/>
            <a:ext cx="9982202" cy="1418029"/>
          </a:xfrm>
          <a:prstGeom prst="roundRect">
            <a:avLst>
              <a:gd fmla="val 785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504000" spcFirstLastPara="1" rIns="27430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Revisar capítulo 8 libro guía.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s-CL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Resolver ejercicios 12, 13, 14.</a:t>
            </a:r>
            <a:endParaRPr/>
          </a:p>
        </p:txBody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STARTUP">
      <a:dk1>
        <a:srgbClr val="000000"/>
      </a:dk1>
      <a:lt1>
        <a:srgbClr val="FFFFFF"/>
      </a:lt1>
      <a:dk2>
        <a:srgbClr val="2C2C2C"/>
      </a:dk2>
      <a:lt2>
        <a:srgbClr val="E7E7E9"/>
      </a:lt2>
      <a:accent1>
        <a:srgbClr val="005FF9"/>
      </a:accent1>
      <a:accent2>
        <a:srgbClr val="FC2C38"/>
      </a:accent2>
      <a:accent3>
        <a:srgbClr val="FF9E00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2020-12-19T16:12:24Z</dcterms:created>
  <dc:creator>Munkhuu</dc:creator>
</cp:coreProperties>
</file>