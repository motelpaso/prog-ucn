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oppins" panose="000005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4" roundtripDataSignature="AMtx7mgxc9HWvmW30ZEASWQe8oK/J6nS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72" y="3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72" name="Google Shape;27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0" name="Google Shape;28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8" name="Google Shape;28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_Title Slide">
  <p:cSld name="28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8"/>
          <p:cNvSpPr>
            <a:spLocks noGrp="1"/>
          </p:cNvSpPr>
          <p:nvPr>
            <p:ph type="pic" idx="2"/>
          </p:nvPr>
        </p:nvSpPr>
        <p:spPr>
          <a:xfrm>
            <a:off x="6719886" y="0"/>
            <a:ext cx="3828041" cy="6858000"/>
          </a:xfrm>
          <a:prstGeom prst="roundRect">
            <a:avLst>
              <a:gd name="adj" fmla="val 86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9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_Custom Layout">
  <p:cSld name="21_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ustom Layout">
  <p:cSld name="12_Custom Layou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"/>
          <p:cNvSpPr>
            <a:spLocks noGrp="1"/>
          </p:cNvSpPr>
          <p:nvPr>
            <p:ph type="pic" idx="2"/>
          </p:nvPr>
        </p:nvSpPr>
        <p:spPr>
          <a:xfrm>
            <a:off x="11049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1" name="Google Shape;21;p12"/>
          <p:cNvSpPr>
            <a:spLocks noGrp="1"/>
          </p:cNvSpPr>
          <p:nvPr>
            <p:ph type="pic" idx="3"/>
          </p:nvPr>
        </p:nvSpPr>
        <p:spPr>
          <a:xfrm>
            <a:off x="42386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2" name="Google Shape;22;p12"/>
          <p:cNvSpPr>
            <a:spLocks noGrp="1"/>
          </p:cNvSpPr>
          <p:nvPr>
            <p:ph type="pic" idx="4"/>
          </p:nvPr>
        </p:nvSpPr>
        <p:spPr>
          <a:xfrm>
            <a:off x="737235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3" name="Google Shape;23;p12"/>
          <p:cNvSpPr/>
          <p:nvPr/>
        </p:nvSpPr>
        <p:spPr>
          <a:xfrm>
            <a:off x="10506075" y="1390909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ustom Layout">
  <p:cSld name="2_Custom Layou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3"/>
          <p:cNvSpPr>
            <a:spLocks noGrp="1"/>
          </p:cNvSpPr>
          <p:nvPr>
            <p:ph type="pic" idx="2"/>
          </p:nvPr>
        </p:nvSpPr>
        <p:spPr>
          <a:xfrm>
            <a:off x="212407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6" name="Google Shape;26;p13"/>
          <p:cNvSpPr>
            <a:spLocks noGrp="1"/>
          </p:cNvSpPr>
          <p:nvPr>
            <p:ph type="pic" idx="3"/>
          </p:nvPr>
        </p:nvSpPr>
        <p:spPr>
          <a:xfrm>
            <a:off x="5257800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7" name="Google Shape;27;p13"/>
          <p:cNvSpPr>
            <a:spLocks noGrp="1"/>
          </p:cNvSpPr>
          <p:nvPr>
            <p:ph type="pic" idx="4"/>
          </p:nvPr>
        </p:nvSpPr>
        <p:spPr>
          <a:xfrm>
            <a:off x="8391525" y="1390909"/>
            <a:ext cx="2691687" cy="2938495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28" name="Google Shape;28;p13"/>
          <p:cNvSpPr/>
          <p:nvPr/>
        </p:nvSpPr>
        <p:spPr>
          <a:xfrm>
            <a:off x="-407826" y="1390908"/>
            <a:ext cx="2089863" cy="2938495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>
            <a:spLocks noGrp="1"/>
          </p:cNvSpPr>
          <p:nvPr>
            <p:ph type="pic" idx="2"/>
          </p:nvPr>
        </p:nvSpPr>
        <p:spPr>
          <a:xfrm>
            <a:off x="1514475" y="1733809"/>
            <a:ext cx="9172575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31" name="Google Shape;31;p14"/>
          <p:cNvSpPr/>
          <p:nvPr/>
        </p:nvSpPr>
        <p:spPr>
          <a:xfrm>
            <a:off x="4481511" y="-247650"/>
            <a:ext cx="3228975" cy="1152784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>
            <a:spLocks noGrp="1"/>
          </p:cNvSpPr>
          <p:nvPr>
            <p:ph type="pic" idx="2"/>
          </p:nvPr>
        </p:nvSpPr>
        <p:spPr>
          <a:xfrm>
            <a:off x="2130295" y="2789853"/>
            <a:ext cx="1928521" cy="2567862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34" name="Google Shape;34;p15"/>
          <p:cNvSpPr/>
          <p:nvPr/>
        </p:nvSpPr>
        <p:spPr>
          <a:xfrm>
            <a:off x="-547591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5" name="Google Shape;35;p15"/>
          <p:cNvSpPr/>
          <p:nvPr/>
        </p:nvSpPr>
        <p:spPr>
          <a:xfrm>
            <a:off x="11663005" y="2789853"/>
            <a:ext cx="1928521" cy="2567862"/>
          </a:xfrm>
          <a:prstGeom prst="roundRect">
            <a:avLst>
              <a:gd name="adj" fmla="val 6759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6" name="Google Shape;36;p15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>
            <a:spLocks noGrp="1"/>
          </p:cNvSpPr>
          <p:nvPr>
            <p:ph type="pic" idx="2"/>
          </p:nvPr>
        </p:nvSpPr>
        <p:spPr>
          <a:xfrm>
            <a:off x="0" y="0"/>
            <a:ext cx="10544175" cy="3924300"/>
          </a:xfrm>
          <a:prstGeom prst="rect">
            <a:avLst/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7"/>
          <p:cNvSpPr>
            <a:spLocks noGrp="1"/>
          </p:cNvSpPr>
          <p:nvPr>
            <p:ph type="pic" idx="2"/>
          </p:nvPr>
        </p:nvSpPr>
        <p:spPr>
          <a:xfrm>
            <a:off x="110490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2" name="Google Shape;42;p17"/>
          <p:cNvSpPr>
            <a:spLocks noGrp="1"/>
          </p:cNvSpPr>
          <p:nvPr>
            <p:ph type="pic" idx="3"/>
          </p:nvPr>
        </p:nvSpPr>
        <p:spPr>
          <a:xfrm>
            <a:off x="317087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3" name="Google Shape;43;p17"/>
          <p:cNvSpPr>
            <a:spLocks noGrp="1"/>
          </p:cNvSpPr>
          <p:nvPr>
            <p:ph type="pic" idx="4"/>
          </p:nvPr>
        </p:nvSpPr>
        <p:spPr>
          <a:xfrm>
            <a:off x="5236850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4" name="Google Shape;44;p17"/>
          <p:cNvSpPr>
            <a:spLocks noGrp="1"/>
          </p:cNvSpPr>
          <p:nvPr>
            <p:ph type="pic" idx="5"/>
          </p:nvPr>
        </p:nvSpPr>
        <p:spPr>
          <a:xfrm>
            <a:off x="7302825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45" name="Google Shape;45;p17"/>
          <p:cNvSpPr>
            <a:spLocks noGrp="1"/>
          </p:cNvSpPr>
          <p:nvPr>
            <p:ph type="pic" idx="6"/>
          </p:nvPr>
        </p:nvSpPr>
        <p:spPr>
          <a:xfrm>
            <a:off x="9362601" y="2676524"/>
            <a:ext cx="1904999" cy="2181226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75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25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2108058"/>
            <a:ext cx="12192000" cy="2172372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1119187" y="1019369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>
            <a:spLocks noGrp="1"/>
          </p:cNvSpPr>
          <p:nvPr>
            <p:ph type="pic" idx="2"/>
          </p:nvPr>
        </p:nvSpPr>
        <p:spPr>
          <a:xfrm>
            <a:off x="17673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0" name="Google Shape;50;p18"/>
          <p:cNvSpPr>
            <a:spLocks noGrp="1"/>
          </p:cNvSpPr>
          <p:nvPr>
            <p:ph type="pic" idx="3"/>
          </p:nvPr>
        </p:nvSpPr>
        <p:spPr>
          <a:xfrm>
            <a:off x="40216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1" name="Google Shape;51;p18"/>
          <p:cNvSpPr>
            <a:spLocks noGrp="1"/>
          </p:cNvSpPr>
          <p:nvPr>
            <p:ph type="pic" idx="4"/>
          </p:nvPr>
        </p:nvSpPr>
        <p:spPr>
          <a:xfrm>
            <a:off x="627587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2" name="Google Shape;52;p18"/>
          <p:cNvSpPr>
            <a:spLocks noGrp="1"/>
          </p:cNvSpPr>
          <p:nvPr>
            <p:ph type="pic" idx="5"/>
          </p:nvPr>
        </p:nvSpPr>
        <p:spPr>
          <a:xfrm>
            <a:off x="8530123" y="2349499"/>
            <a:ext cx="1904999" cy="217805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3" name="Google Shape;53;p18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>
            <a:spLocks noGrp="1"/>
          </p:cNvSpPr>
          <p:nvPr>
            <p:ph type="pic" idx="2"/>
          </p:nvPr>
        </p:nvSpPr>
        <p:spPr>
          <a:xfrm>
            <a:off x="7410450" y="1362075"/>
            <a:ext cx="3019425" cy="4133850"/>
          </a:xfrm>
          <a:prstGeom prst="round2DiagRect">
            <a:avLst>
              <a:gd name="adj1" fmla="val 16667"/>
              <a:gd name="adj2" fmla="val 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56" name="Google Shape;56;p19"/>
          <p:cNvSpPr>
            <a:spLocks noGrp="1"/>
          </p:cNvSpPr>
          <p:nvPr>
            <p:ph type="pic" idx="3"/>
          </p:nvPr>
        </p:nvSpPr>
        <p:spPr>
          <a:xfrm>
            <a:off x="5943600" y="1957388"/>
            <a:ext cx="1785938" cy="3833812"/>
          </a:xfrm>
          <a:prstGeom prst="roundRect">
            <a:avLst>
              <a:gd name="adj" fmla="val 8747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>
            <a:spLocks noGrp="1"/>
          </p:cNvSpPr>
          <p:nvPr>
            <p:ph type="pic" idx="2"/>
          </p:nvPr>
        </p:nvSpPr>
        <p:spPr>
          <a:xfrm>
            <a:off x="1104900" y="1016342"/>
            <a:ext cx="10063843" cy="2933441"/>
          </a:xfrm>
          <a:prstGeom prst="roundRect">
            <a:avLst>
              <a:gd name="adj" fmla="val 6405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1"/>
          <p:cNvSpPr>
            <a:spLocks noGrp="1"/>
          </p:cNvSpPr>
          <p:nvPr>
            <p:ph type="pic" idx="2"/>
          </p:nvPr>
        </p:nvSpPr>
        <p:spPr>
          <a:xfrm>
            <a:off x="6886575" y="0"/>
            <a:ext cx="5885996" cy="6858000"/>
          </a:xfrm>
          <a:prstGeom prst="roundRect">
            <a:avLst>
              <a:gd name="adj" fmla="val 194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ustom Layout">
  <p:cSld name="11_Custom Layou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t" rotWithShape="0">
              <a:srgbClr val="000000">
                <a:alpha val="29411"/>
              </a:srgbClr>
            </a:outerShdw>
          </a:effectLst>
        </p:spPr>
      </p:sp>
      <p:sp>
        <p:nvSpPr>
          <p:cNvPr id="63" name="Google Shape;63;p22"/>
          <p:cNvSpPr txBox="1">
            <a:spLocks noGrp="1"/>
          </p:cNvSpPr>
          <p:nvPr>
            <p:ph type="title"/>
          </p:nvPr>
        </p:nvSpPr>
        <p:spPr>
          <a:xfrm>
            <a:off x="1119187" y="443105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oppins"/>
              <a:buNone/>
              <a:defRPr sz="36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ustom Layout">
  <p:cSld name="13_Custom Layou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3"/>
          <p:cNvSpPr>
            <a:spLocks noGrp="1"/>
          </p:cNvSpPr>
          <p:nvPr>
            <p:ph type="pic" idx="2"/>
          </p:nvPr>
        </p:nvSpPr>
        <p:spPr>
          <a:xfrm>
            <a:off x="1" y="-200025"/>
            <a:ext cx="12192000" cy="2847975"/>
          </a:xfrm>
          <a:prstGeom prst="roundRect">
            <a:avLst>
              <a:gd name="adj" fmla="val 5690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66" name="Google Shape;66;p23"/>
          <p:cNvSpPr>
            <a:spLocks noGrp="1"/>
          </p:cNvSpPr>
          <p:nvPr>
            <p:ph type="pic" idx="3"/>
          </p:nvPr>
        </p:nvSpPr>
        <p:spPr>
          <a:xfrm>
            <a:off x="5421745" y="1673769"/>
            <a:ext cx="1348510" cy="1354638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67" name="Google Shape;67;p23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ustom Layout">
  <p:cSld name="14_Custom Layou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0" name="Google Shape;70;p24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1" name="Google Shape;71;p24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2" name="Google Shape;72;p24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3" name="Google Shape;73;p24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4" name="Google Shape;74;p24"/>
          <p:cNvSpPr>
            <a:spLocks noGrp="1"/>
          </p:cNvSpPr>
          <p:nvPr>
            <p:ph type="pic" idx="6"/>
          </p:nvPr>
        </p:nvSpPr>
        <p:spPr>
          <a:xfrm>
            <a:off x="7013575" y="1928395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5" name="Google Shape;75;p24"/>
          <p:cNvSpPr>
            <a:spLocks noGrp="1"/>
          </p:cNvSpPr>
          <p:nvPr>
            <p:ph type="pic" idx="7"/>
          </p:nvPr>
        </p:nvSpPr>
        <p:spPr>
          <a:xfrm>
            <a:off x="701357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6" name="Google Shape;76;p24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77" name="Google Shape;77;p2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>
            <a:spLocks noGrp="1"/>
          </p:cNvSpPr>
          <p:nvPr>
            <p:ph type="pic" idx="9"/>
          </p:nvPr>
        </p:nvSpPr>
        <p:spPr>
          <a:xfrm>
            <a:off x="95567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5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7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ustom Layout">
  <p:cSld name="15_Custom Layou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/>
          <p:nvPr/>
        </p:nvSpPr>
        <p:spPr>
          <a:xfrm>
            <a:off x="0" y="176213"/>
            <a:ext cx="12192000" cy="2174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1" name="Google Shape;81;p25"/>
          <p:cNvSpPr>
            <a:spLocks noGrp="1"/>
          </p:cNvSpPr>
          <p:nvPr>
            <p:ph type="pic" idx="2"/>
          </p:nvPr>
        </p:nvSpPr>
        <p:spPr>
          <a:xfrm>
            <a:off x="18605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2" name="Google Shape;82;p25"/>
          <p:cNvSpPr>
            <a:spLocks noGrp="1"/>
          </p:cNvSpPr>
          <p:nvPr>
            <p:ph type="pic" idx="3"/>
          </p:nvPr>
        </p:nvSpPr>
        <p:spPr>
          <a:xfrm>
            <a:off x="18605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3" name="Google Shape;83;p25"/>
          <p:cNvSpPr>
            <a:spLocks noGrp="1"/>
          </p:cNvSpPr>
          <p:nvPr>
            <p:ph type="pic" idx="4"/>
          </p:nvPr>
        </p:nvSpPr>
        <p:spPr>
          <a:xfrm>
            <a:off x="444182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4" name="Google Shape;84;p25"/>
          <p:cNvSpPr>
            <a:spLocks noGrp="1"/>
          </p:cNvSpPr>
          <p:nvPr>
            <p:ph type="pic" idx="5"/>
          </p:nvPr>
        </p:nvSpPr>
        <p:spPr>
          <a:xfrm>
            <a:off x="4441825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5" name="Google Shape;85;p25"/>
          <p:cNvSpPr>
            <a:spLocks noGrp="1"/>
          </p:cNvSpPr>
          <p:nvPr>
            <p:ph type="pic" idx="6"/>
          </p:nvPr>
        </p:nvSpPr>
        <p:spPr>
          <a:xfrm>
            <a:off x="7013575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6" name="Google Shape;86;p25"/>
          <p:cNvSpPr>
            <a:spLocks noGrp="1"/>
          </p:cNvSpPr>
          <p:nvPr>
            <p:ph type="pic" idx="7"/>
          </p:nvPr>
        </p:nvSpPr>
        <p:spPr>
          <a:xfrm>
            <a:off x="6775450" y="4544974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7" name="Google Shape;87;p25"/>
          <p:cNvSpPr>
            <a:spLocks noGrp="1"/>
          </p:cNvSpPr>
          <p:nvPr>
            <p:ph type="pic" idx="8"/>
          </p:nvPr>
        </p:nvSpPr>
        <p:spPr>
          <a:xfrm>
            <a:off x="9556750" y="2101678"/>
            <a:ext cx="774700" cy="778220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88" name="Google Shape;88;p2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2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ustom Layout">
  <p:cSld name="16_Custom Layou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6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6"/>
          <p:cNvSpPr>
            <a:spLocks noGrp="1"/>
          </p:cNvSpPr>
          <p:nvPr>
            <p:ph type="pic" idx="2"/>
          </p:nvPr>
        </p:nvSpPr>
        <p:spPr>
          <a:xfrm>
            <a:off x="11049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2" name="Google Shape;92;p26"/>
          <p:cNvSpPr>
            <a:spLocks noGrp="1"/>
          </p:cNvSpPr>
          <p:nvPr>
            <p:ph type="pic" idx="3"/>
          </p:nvPr>
        </p:nvSpPr>
        <p:spPr>
          <a:xfrm>
            <a:off x="11049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3" name="Google Shape;93;p26"/>
          <p:cNvSpPr>
            <a:spLocks noGrp="1"/>
          </p:cNvSpPr>
          <p:nvPr>
            <p:ph type="pic" idx="4"/>
          </p:nvPr>
        </p:nvSpPr>
        <p:spPr>
          <a:xfrm>
            <a:off x="309562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4" name="Google Shape;94;p26"/>
          <p:cNvSpPr>
            <a:spLocks noGrp="1"/>
          </p:cNvSpPr>
          <p:nvPr>
            <p:ph type="pic" idx="5"/>
          </p:nvPr>
        </p:nvSpPr>
        <p:spPr>
          <a:xfrm>
            <a:off x="309562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5" name="Google Shape;95;p26"/>
          <p:cNvSpPr>
            <a:spLocks noGrp="1"/>
          </p:cNvSpPr>
          <p:nvPr>
            <p:ph type="pic" idx="6"/>
          </p:nvPr>
        </p:nvSpPr>
        <p:spPr>
          <a:xfrm>
            <a:off x="508635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6" name="Google Shape;96;p26"/>
          <p:cNvSpPr>
            <a:spLocks noGrp="1"/>
          </p:cNvSpPr>
          <p:nvPr>
            <p:ph type="pic" idx="7"/>
          </p:nvPr>
        </p:nvSpPr>
        <p:spPr>
          <a:xfrm>
            <a:off x="508635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7" name="Google Shape;97;p26"/>
          <p:cNvSpPr>
            <a:spLocks noGrp="1"/>
          </p:cNvSpPr>
          <p:nvPr>
            <p:ph type="pic" idx="8"/>
          </p:nvPr>
        </p:nvSpPr>
        <p:spPr>
          <a:xfrm>
            <a:off x="7077076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8" name="Google Shape;98;p26"/>
          <p:cNvSpPr>
            <a:spLocks noGrp="1"/>
          </p:cNvSpPr>
          <p:nvPr>
            <p:ph type="pic" idx="9"/>
          </p:nvPr>
        </p:nvSpPr>
        <p:spPr>
          <a:xfrm>
            <a:off x="7077076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99" name="Google Shape;99;p26"/>
          <p:cNvSpPr>
            <a:spLocks noGrp="1"/>
          </p:cNvSpPr>
          <p:nvPr>
            <p:ph type="pic" idx="13"/>
          </p:nvPr>
        </p:nvSpPr>
        <p:spPr>
          <a:xfrm>
            <a:off x="9067801" y="1787524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0" name="Google Shape;100;p26"/>
          <p:cNvSpPr>
            <a:spLocks noGrp="1"/>
          </p:cNvSpPr>
          <p:nvPr>
            <p:ph type="pic" idx="14"/>
          </p:nvPr>
        </p:nvSpPr>
        <p:spPr>
          <a:xfrm>
            <a:off x="9067801" y="4152899"/>
            <a:ext cx="1752600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5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7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22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75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ustom Layout">
  <p:cSld name="17_Custom Layou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>
            <a:spLocks noGrp="1"/>
          </p:cNvSpPr>
          <p:nvPr>
            <p:ph type="pic" idx="2"/>
          </p:nvPr>
        </p:nvSpPr>
        <p:spPr>
          <a:xfrm>
            <a:off x="110490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4" name="Google Shape;104;p27"/>
          <p:cNvSpPr>
            <a:spLocks noGrp="1"/>
          </p:cNvSpPr>
          <p:nvPr>
            <p:ph type="pic" idx="3"/>
          </p:nvPr>
        </p:nvSpPr>
        <p:spPr>
          <a:xfrm>
            <a:off x="110490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5" name="Google Shape;105;p27"/>
          <p:cNvSpPr>
            <a:spLocks noGrp="1"/>
          </p:cNvSpPr>
          <p:nvPr>
            <p:ph type="pic" idx="4"/>
          </p:nvPr>
        </p:nvSpPr>
        <p:spPr>
          <a:xfrm>
            <a:off x="3371850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6" name="Google Shape;106;p27"/>
          <p:cNvSpPr>
            <a:spLocks noGrp="1"/>
          </p:cNvSpPr>
          <p:nvPr>
            <p:ph type="pic" idx="5"/>
          </p:nvPr>
        </p:nvSpPr>
        <p:spPr>
          <a:xfrm>
            <a:off x="3371850" y="4152899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7" name="Google Shape;107;p27"/>
          <p:cNvSpPr>
            <a:spLocks noGrp="1"/>
          </p:cNvSpPr>
          <p:nvPr>
            <p:ph type="pic" idx="6"/>
          </p:nvPr>
        </p:nvSpPr>
        <p:spPr>
          <a:xfrm>
            <a:off x="5638800" y="1787524"/>
            <a:ext cx="3124200" cy="4543426"/>
          </a:xfrm>
          <a:prstGeom prst="roundRect">
            <a:avLst>
              <a:gd name="adj" fmla="val 5463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8" name="Google Shape;108;p27"/>
          <p:cNvSpPr>
            <a:spLocks noGrp="1"/>
          </p:cNvSpPr>
          <p:nvPr>
            <p:ph type="pic" idx="7"/>
          </p:nvPr>
        </p:nvSpPr>
        <p:spPr>
          <a:xfrm>
            <a:off x="9010651" y="1787524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09" name="Google Shape;109;p27"/>
          <p:cNvSpPr>
            <a:spLocks noGrp="1"/>
          </p:cNvSpPr>
          <p:nvPr>
            <p:ph type="pic" idx="8"/>
          </p:nvPr>
        </p:nvSpPr>
        <p:spPr>
          <a:xfrm>
            <a:off x="9010651" y="4152898"/>
            <a:ext cx="2019299" cy="2178051"/>
          </a:xfrm>
          <a:prstGeom prst="roundRect">
            <a:avLst>
              <a:gd name="adj" fmla="val 9122"/>
            </a:avLst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750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750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_Custom Layout">
  <p:cSld name="18_Custom Layout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8"/>
          <p:cNvSpPr>
            <a:spLocks noGrp="1"/>
          </p:cNvSpPr>
          <p:nvPr>
            <p:ph type="pic" idx="2"/>
          </p:nvPr>
        </p:nvSpPr>
        <p:spPr>
          <a:xfrm>
            <a:off x="7810498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2" name="Google Shape;112;p28"/>
          <p:cNvSpPr>
            <a:spLocks noGrp="1"/>
          </p:cNvSpPr>
          <p:nvPr>
            <p:ph type="pic" idx="3"/>
          </p:nvPr>
        </p:nvSpPr>
        <p:spPr>
          <a:xfrm>
            <a:off x="1943100" y="2291293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</p:spPr>
      </p:sp>
      <p:sp>
        <p:nvSpPr>
          <p:cNvPr id="113" name="Google Shape;113;p28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>
            <a:spLocks noGrp="1"/>
          </p:cNvSpPr>
          <p:nvPr>
            <p:ph type="pic" idx="4"/>
          </p:nvPr>
        </p:nvSpPr>
        <p:spPr>
          <a:xfrm>
            <a:off x="4876798" y="2034118"/>
            <a:ext cx="2438402" cy="2465914"/>
          </a:xfrm>
          <a:prstGeom prst="roundRect">
            <a:avLst>
              <a:gd name="adj" fmla="val 7968"/>
            </a:avLst>
          </a:prstGeom>
          <a:solidFill>
            <a:srgbClr val="CADDFF"/>
          </a:solidFill>
          <a:ln>
            <a:noFill/>
          </a:ln>
          <a:effectLst>
            <a:outerShdw blurRad="381000" dist="127000" dir="5400000" algn="ctr" rotWithShape="0">
              <a:srgbClr val="000000">
                <a:alpha val="29411"/>
              </a:srgbClr>
            </a:outerShdw>
          </a:effectLst>
        </p:spPr>
      </p:sp>
      <p:sp>
        <p:nvSpPr>
          <p:cNvPr id="115" name="Google Shape;115;p28"/>
          <p:cNvSpPr/>
          <p:nvPr/>
        </p:nvSpPr>
        <p:spPr>
          <a:xfrm>
            <a:off x="-547591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28"/>
          <p:cNvSpPr/>
          <p:nvPr/>
        </p:nvSpPr>
        <p:spPr>
          <a:xfrm>
            <a:off x="10811068" y="2291293"/>
            <a:ext cx="1928521" cy="2465914"/>
          </a:xfrm>
          <a:prstGeom prst="roundRect">
            <a:avLst>
              <a:gd name="adj" fmla="val 1169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Custom Layout">
  <p:cSld name="19_Custom Layou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9"/>
          <p:cNvSpPr txBox="1">
            <a:spLocks noGrp="1"/>
          </p:cNvSpPr>
          <p:nvPr>
            <p:ph type="title"/>
          </p:nvPr>
        </p:nvSpPr>
        <p:spPr>
          <a:xfrm>
            <a:off x="1119187" y="724094"/>
            <a:ext cx="9953625" cy="961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oppins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9"/>
          <p:cNvSpPr>
            <a:spLocks noGrp="1"/>
          </p:cNvSpPr>
          <p:nvPr>
            <p:ph type="pic" idx="2"/>
          </p:nvPr>
        </p:nvSpPr>
        <p:spPr>
          <a:xfrm>
            <a:off x="2889160" y="3222611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0" name="Google Shape;120;p29"/>
          <p:cNvSpPr>
            <a:spLocks noGrp="1"/>
          </p:cNvSpPr>
          <p:nvPr>
            <p:ph type="pic" idx="3"/>
          </p:nvPr>
        </p:nvSpPr>
        <p:spPr>
          <a:xfrm>
            <a:off x="8313412" y="3059889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1" name="Google Shape;121;p29"/>
          <p:cNvSpPr>
            <a:spLocks noGrp="1"/>
          </p:cNvSpPr>
          <p:nvPr>
            <p:ph type="pic" idx="4"/>
          </p:nvPr>
        </p:nvSpPr>
        <p:spPr>
          <a:xfrm>
            <a:off x="6633174" y="216773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2" name="Google Shape;122;p29"/>
          <p:cNvSpPr>
            <a:spLocks noGrp="1"/>
          </p:cNvSpPr>
          <p:nvPr>
            <p:ph type="pic" idx="5"/>
          </p:nvPr>
        </p:nvSpPr>
        <p:spPr>
          <a:xfrm>
            <a:off x="9484342" y="4275365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3" name="Google Shape;123;p29"/>
          <p:cNvSpPr>
            <a:spLocks noGrp="1"/>
          </p:cNvSpPr>
          <p:nvPr>
            <p:ph type="pic" idx="6"/>
          </p:nvPr>
        </p:nvSpPr>
        <p:spPr>
          <a:xfrm>
            <a:off x="5237804" y="2920768"/>
            <a:ext cx="676812" cy="679886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  <p:sp>
        <p:nvSpPr>
          <p:cNvPr id="124" name="Google Shape;124;p29"/>
          <p:cNvSpPr>
            <a:spLocks noGrp="1"/>
          </p:cNvSpPr>
          <p:nvPr>
            <p:ph type="pic" idx="7"/>
          </p:nvPr>
        </p:nvSpPr>
        <p:spPr>
          <a:xfrm>
            <a:off x="6543231" y="3999763"/>
            <a:ext cx="310777" cy="312189"/>
          </a:xfrm>
          <a:prstGeom prst="ellipse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9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750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750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0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9_Title Slide">
  <p:cSld name="29_Title Slid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>
            <a:spLocks noGrp="1"/>
          </p:cNvSpPr>
          <p:nvPr>
            <p:ph type="pic" idx="2"/>
          </p:nvPr>
        </p:nvSpPr>
        <p:spPr>
          <a:xfrm>
            <a:off x="5876925" y="1466849"/>
            <a:ext cx="6315075" cy="5391151"/>
          </a:xfrm>
          <a:prstGeom prst="rect">
            <a:avLst/>
          </a:prstGeom>
          <a:solidFill>
            <a:srgbClr val="CADDF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1104900" y="365125"/>
            <a:ext cx="1022985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oppins"/>
              <a:buNone/>
              <a:defRPr sz="44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1104900" y="1825625"/>
            <a:ext cx="10229850" cy="2852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</p:sldLayoutIdLst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1"/>
          <p:cNvGrpSpPr/>
          <p:nvPr/>
        </p:nvGrpSpPr>
        <p:grpSpPr>
          <a:xfrm>
            <a:off x="5957405" y="620387"/>
            <a:ext cx="5603412" cy="6419046"/>
            <a:chOff x="5494338" y="449263"/>
            <a:chExt cx="5202237" cy="5959476"/>
          </a:xfrm>
        </p:grpSpPr>
        <p:sp>
          <p:nvSpPr>
            <p:cNvPr id="132" name="Google Shape;132;p1"/>
            <p:cNvSpPr/>
            <p:nvPr/>
          </p:nvSpPr>
          <p:spPr>
            <a:xfrm>
              <a:off x="5618163" y="3698876"/>
              <a:ext cx="4832350" cy="115888"/>
            </a:xfrm>
            <a:custGeom>
              <a:avLst/>
              <a:gdLst/>
              <a:ahLst/>
              <a:cxnLst/>
              <a:rect l="l" t="t" r="r" b="b"/>
              <a:pathLst>
                <a:path w="1136" h="27" extrusionOk="0">
                  <a:moveTo>
                    <a:pt x="1122" y="27"/>
                  </a:moveTo>
                  <a:cubicBezTo>
                    <a:pt x="13" y="27"/>
                    <a:pt x="13" y="27"/>
                    <a:pt x="13" y="27"/>
                  </a:cubicBezTo>
                  <a:cubicBezTo>
                    <a:pt x="6" y="27"/>
                    <a:pt x="0" y="21"/>
                    <a:pt x="0" y="14"/>
                  </a:cubicBezTo>
                  <a:cubicBezTo>
                    <a:pt x="0" y="6"/>
                    <a:pt x="6" y="0"/>
                    <a:pt x="13" y="0"/>
                  </a:cubicBezTo>
                  <a:cubicBezTo>
                    <a:pt x="1122" y="0"/>
                    <a:pt x="1122" y="0"/>
                    <a:pt x="1122" y="0"/>
                  </a:cubicBezTo>
                  <a:cubicBezTo>
                    <a:pt x="1130" y="0"/>
                    <a:pt x="1136" y="6"/>
                    <a:pt x="1136" y="14"/>
                  </a:cubicBezTo>
                  <a:cubicBezTo>
                    <a:pt x="1136" y="21"/>
                    <a:pt x="1130" y="27"/>
                    <a:pt x="1122" y="2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9229725" y="3698876"/>
              <a:ext cx="1220788" cy="115888"/>
            </a:xfrm>
            <a:custGeom>
              <a:avLst/>
              <a:gdLst/>
              <a:ahLst/>
              <a:cxnLst/>
              <a:rect l="l" t="t" r="r" b="b"/>
              <a:pathLst>
                <a:path w="287" h="27" extrusionOk="0">
                  <a:moveTo>
                    <a:pt x="273" y="0"/>
                  </a:moveTo>
                  <a:cubicBezTo>
                    <a:pt x="14" y="0"/>
                    <a:pt x="14" y="0"/>
                    <a:pt x="14" y="0"/>
                  </a:cubicBezTo>
                  <a:cubicBezTo>
                    <a:pt x="6" y="0"/>
                    <a:pt x="0" y="6"/>
                    <a:pt x="0" y="14"/>
                  </a:cubicBezTo>
                  <a:cubicBezTo>
                    <a:pt x="0" y="21"/>
                    <a:pt x="6" y="27"/>
                    <a:pt x="14" y="27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65" y="27"/>
                    <a:pt x="65" y="27"/>
                    <a:pt x="65" y="27"/>
                  </a:cubicBezTo>
                  <a:cubicBezTo>
                    <a:pt x="222" y="27"/>
                    <a:pt x="222" y="27"/>
                    <a:pt x="222" y="27"/>
                  </a:cubicBezTo>
                  <a:cubicBezTo>
                    <a:pt x="257" y="27"/>
                    <a:pt x="257" y="27"/>
                    <a:pt x="257" y="27"/>
                  </a:cubicBezTo>
                  <a:cubicBezTo>
                    <a:pt x="273" y="27"/>
                    <a:pt x="273" y="27"/>
                    <a:pt x="273" y="27"/>
                  </a:cubicBezTo>
                  <a:cubicBezTo>
                    <a:pt x="281" y="27"/>
                    <a:pt x="287" y="21"/>
                    <a:pt x="287" y="14"/>
                  </a:cubicBezTo>
                  <a:cubicBezTo>
                    <a:pt x="287" y="6"/>
                    <a:pt x="281" y="0"/>
                    <a:pt x="273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6642100" y="3954463"/>
              <a:ext cx="3629025" cy="395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30" y="1578"/>
                  </a:moveTo>
                  <a:lnTo>
                    <a:pt x="97" y="1578"/>
                  </a:lnTo>
                  <a:lnTo>
                    <a:pt x="94" y="0"/>
                  </a:lnTo>
                  <a:lnTo>
                    <a:pt x="0" y="0"/>
                  </a:lnTo>
                  <a:lnTo>
                    <a:pt x="30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0172700" y="3814763"/>
              <a:ext cx="153988" cy="2505075"/>
            </a:xfrm>
            <a:custGeom>
              <a:avLst/>
              <a:gdLst/>
              <a:ahLst/>
              <a:cxnLst/>
              <a:rect l="l" t="t" r="r" b="b"/>
              <a:pathLst>
                <a:path w="97" h="1578" extrusionOk="0">
                  <a:moveTo>
                    <a:pt x="94" y="0"/>
                  </a:moveTo>
                  <a:lnTo>
                    <a:pt x="0" y="0"/>
                  </a:lnTo>
                  <a:lnTo>
                    <a:pt x="30" y="1578"/>
                  </a:lnTo>
                  <a:lnTo>
                    <a:pt x="97" y="1578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3C47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49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9110663" y="3814763"/>
              <a:ext cx="395288" cy="2505075"/>
            </a:xfrm>
            <a:custGeom>
              <a:avLst/>
              <a:gdLst/>
              <a:ahLst/>
              <a:cxnLst/>
              <a:rect l="l" t="t" r="r" b="b"/>
              <a:pathLst>
                <a:path w="249" h="1578" extrusionOk="0">
                  <a:moveTo>
                    <a:pt x="249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4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  <a:close/>
                </a:path>
              </a:pathLst>
            </a:custGeom>
            <a:solidFill>
              <a:srgbClr val="263238">
                <a:alpha val="8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6557963" y="3814763"/>
              <a:ext cx="157163" cy="2505075"/>
            </a:xfrm>
            <a:custGeom>
              <a:avLst/>
              <a:gdLst/>
              <a:ahLst/>
              <a:cxnLst/>
              <a:rect l="l" t="t" r="r" b="b"/>
              <a:pathLst>
                <a:path w="99" h="1578" extrusionOk="0">
                  <a:moveTo>
                    <a:pt x="29" y="1578"/>
                  </a:moveTo>
                  <a:lnTo>
                    <a:pt x="99" y="1578"/>
                  </a:lnTo>
                  <a:lnTo>
                    <a:pt x="96" y="0"/>
                  </a:lnTo>
                  <a:lnTo>
                    <a:pt x="0" y="0"/>
                  </a:lnTo>
                  <a:lnTo>
                    <a:pt x="2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6573838" y="4660901"/>
              <a:ext cx="136525" cy="1658938"/>
            </a:xfrm>
            <a:custGeom>
              <a:avLst/>
              <a:gdLst/>
              <a:ahLst/>
              <a:cxnLst/>
              <a:rect l="l" t="t" r="r" b="b"/>
              <a:pathLst>
                <a:path w="86" h="1045" extrusionOk="0">
                  <a:moveTo>
                    <a:pt x="86" y="0"/>
                  </a:moveTo>
                  <a:lnTo>
                    <a:pt x="0" y="0"/>
                  </a:lnTo>
                  <a:lnTo>
                    <a:pt x="19" y="1045"/>
                  </a:lnTo>
                  <a:lnTo>
                    <a:pt x="70" y="1045"/>
                  </a:lnTo>
                  <a:lnTo>
                    <a:pt x="86" y="536"/>
                  </a:lnTo>
                  <a:lnTo>
                    <a:pt x="8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69" y="1578"/>
                  </a:moveTo>
                  <a:lnTo>
                    <a:pt x="0" y="1578"/>
                  </a:lnTo>
                  <a:lnTo>
                    <a:pt x="155" y="0"/>
                  </a:lnTo>
                  <a:lnTo>
                    <a:pt x="252" y="0"/>
                  </a:lnTo>
                  <a:lnTo>
                    <a:pt x="69" y="157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5494338" y="3814763"/>
              <a:ext cx="400050" cy="2505075"/>
            </a:xfrm>
            <a:custGeom>
              <a:avLst/>
              <a:gdLst/>
              <a:ahLst/>
              <a:cxnLst/>
              <a:rect l="l" t="t" r="r" b="b"/>
              <a:pathLst>
                <a:path w="252" h="1578" extrusionOk="0">
                  <a:moveTo>
                    <a:pt x="252" y="0"/>
                  </a:moveTo>
                  <a:lnTo>
                    <a:pt x="155" y="0"/>
                  </a:lnTo>
                  <a:lnTo>
                    <a:pt x="0" y="1578"/>
                  </a:lnTo>
                  <a:lnTo>
                    <a:pt x="69" y="1578"/>
                  </a:lnTo>
                  <a:lnTo>
                    <a:pt x="25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8310563" y="3209926"/>
              <a:ext cx="349250" cy="488950"/>
            </a:xfrm>
            <a:custGeom>
              <a:avLst/>
              <a:gdLst/>
              <a:ahLst/>
              <a:cxnLst/>
              <a:rect l="l" t="t" r="r" b="b"/>
              <a:pathLst>
                <a:path w="220" h="308" extrusionOk="0">
                  <a:moveTo>
                    <a:pt x="220" y="308"/>
                  </a:moveTo>
                  <a:lnTo>
                    <a:pt x="64" y="308"/>
                  </a:lnTo>
                  <a:lnTo>
                    <a:pt x="0" y="0"/>
                  </a:lnTo>
                  <a:lnTo>
                    <a:pt x="158" y="0"/>
                  </a:lnTo>
                  <a:lnTo>
                    <a:pt x="220" y="308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7842250" y="2779713"/>
              <a:ext cx="1263650" cy="822325"/>
            </a:xfrm>
            <a:custGeom>
              <a:avLst/>
              <a:gdLst/>
              <a:ahLst/>
              <a:cxnLst/>
              <a:rect l="l" t="t" r="r" b="b"/>
              <a:pathLst>
                <a:path w="297" h="193" extrusionOk="0">
                  <a:moveTo>
                    <a:pt x="271" y="193"/>
                  </a:moveTo>
                  <a:cubicBezTo>
                    <a:pt x="15" y="193"/>
                    <a:pt x="15" y="193"/>
                    <a:pt x="15" y="193"/>
                  </a:cubicBezTo>
                  <a:cubicBezTo>
                    <a:pt x="7" y="193"/>
                    <a:pt x="0" y="186"/>
                    <a:pt x="1" y="177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11" y="7"/>
                    <a:pt x="18" y="0"/>
                    <a:pt x="27" y="0"/>
                  </a:cubicBezTo>
                  <a:cubicBezTo>
                    <a:pt x="282" y="0"/>
                    <a:pt x="282" y="0"/>
                    <a:pt x="282" y="0"/>
                  </a:cubicBezTo>
                  <a:cubicBezTo>
                    <a:pt x="291" y="0"/>
                    <a:pt x="297" y="7"/>
                    <a:pt x="297" y="15"/>
                  </a:cubicBezTo>
                  <a:cubicBezTo>
                    <a:pt x="287" y="177"/>
                    <a:pt x="287" y="177"/>
                    <a:pt x="287" y="177"/>
                  </a:cubicBezTo>
                  <a:cubicBezTo>
                    <a:pt x="286" y="186"/>
                    <a:pt x="279" y="193"/>
                    <a:pt x="271" y="19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7862888" y="2814638"/>
              <a:ext cx="1192213" cy="752475"/>
            </a:xfrm>
            <a:custGeom>
              <a:avLst/>
              <a:gdLst/>
              <a:ahLst/>
              <a:cxnLst/>
              <a:rect l="l" t="t" r="r" b="b"/>
              <a:pathLst>
                <a:path w="280" h="177" extrusionOk="0">
                  <a:moveTo>
                    <a:pt x="6" y="177"/>
                  </a:moveTo>
                  <a:cubicBezTo>
                    <a:pt x="4" y="177"/>
                    <a:pt x="3" y="176"/>
                    <a:pt x="1" y="175"/>
                  </a:cubicBezTo>
                  <a:cubicBezTo>
                    <a:pt x="0" y="173"/>
                    <a:pt x="0" y="171"/>
                    <a:pt x="0" y="17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10" y="4"/>
                    <a:pt x="13" y="0"/>
                    <a:pt x="18" y="0"/>
                  </a:cubicBezTo>
                  <a:cubicBezTo>
                    <a:pt x="273" y="0"/>
                    <a:pt x="273" y="0"/>
                    <a:pt x="273" y="0"/>
                  </a:cubicBezTo>
                  <a:cubicBezTo>
                    <a:pt x="275" y="0"/>
                    <a:pt x="277" y="1"/>
                    <a:pt x="278" y="2"/>
                  </a:cubicBezTo>
                  <a:cubicBezTo>
                    <a:pt x="279" y="3"/>
                    <a:pt x="280" y="5"/>
                    <a:pt x="280" y="7"/>
                  </a:cubicBezTo>
                  <a:cubicBezTo>
                    <a:pt x="270" y="169"/>
                    <a:pt x="270" y="169"/>
                    <a:pt x="270" y="169"/>
                  </a:cubicBezTo>
                  <a:cubicBezTo>
                    <a:pt x="270" y="173"/>
                    <a:pt x="266" y="177"/>
                    <a:pt x="262" y="177"/>
                  </a:cubicBezTo>
                  <a:lnTo>
                    <a:pt x="6" y="1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8366125" y="2779713"/>
              <a:ext cx="279400" cy="242888"/>
            </a:xfrm>
            <a:custGeom>
              <a:avLst/>
              <a:gdLst/>
              <a:ahLst/>
              <a:cxnLst/>
              <a:rect l="l" t="t" r="r" b="b"/>
              <a:pathLst>
                <a:path w="176" h="153" extrusionOk="0">
                  <a:moveTo>
                    <a:pt x="0" y="0"/>
                  </a:moveTo>
                  <a:lnTo>
                    <a:pt x="45" y="153"/>
                  </a:lnTo>
                  <a:lnTo>
                    <a:pt x="17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6677025" y="2168526"/>
              <a:ext cx="33338" cy="46038"/>
            </a:xfrm>
            <a:custGeom>
              <a:avLst/>
              <a:gdLst/>
              <a:ahLst/>
              <a:cxnLst/>
              <a:rect l="l" t="t" r="r" b="b"/>
              <a:pathLst>
                <a:path w="8" h="11" extrusionOk="0">
                  <a:moveTo>
                    <a:pt x="0" y="6"/>
                  </a:moveTo>
                  <a:cubicBezTo>
                    <a:pt x="1" y="9"/>
                    <a:pt x="3" y="11"/>
                    <a:pt x="5" y="11"/>
                  </a:cubicBezTo>
                  <a:cubicBezTo>
                    <a:pt x="7" y="11"/>
                    <a:pt x="8" y="9"/>
                    <a:pt x="7" y="5"/>
                  </a:cubicBezTo>
                  <a:cubicBezTo>
                    <a:pt x="7" y="2"/>
                    <a:pt x="5" y="0"/>
                    <a:pt x="3" y="0"/>
                  </a:cubicBezTo>
                  <a:cubicBezTo>
                    <a:pt x="1" y="0"/>
                    <a:pt x="0" y="3"/>
                    <a:pt x="0" y="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6692900" y="2214563"/>
              <a:ext cx="55563" cy="111125"/>
            </a:xfrm>
            <a:custGeom>
              <a:avLst/>
              <a:gdLst/>
              <a:ahLst/>
              <a:cxnLst/>
              <a:rect l="l" t="t" r="r" b="b"/>
              <a:pathLst>
                <a:path w="13" h="26" extrusionOk="0">
                  <a:moveTo>
                    <a:pt x="0" y="0"/>
                  </a:moveTo>
                  <a:cubicBezTo>
                    <a:pt x="0" y="0"/>
                    <a:pt x="6" y="15"/>
                    <a:pt x="13" y="22"/>
                  </a:cubicBezTo>
                  <a:cubicBezTo>
                    <a:pt x="9" y="26"/>
                    <a:pt x="1" y="24"/>
                    <a:pt x="1" y="2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A0272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6626225" y="2087563"/>
              <a:ext cx="63500" cy="53975"/>
            </a:xfrm>
            <a:custGeom>
              <a:avLst/>
              <a:gdLst/>
              <a:ahLst/>
              <a:cxnLst/>
              <a:rect l="l" t="t" r="r" b="b"/>
              <a:pathLst>
                <a:path w="15" h="13" extrusionOk="0">
                  <a:moveTo>
                    <a:pt x="2" y="13"/>
                  </a:moveTo>
                  <a:cubicBezTo>
                    <a:pt x="1" y="13"/>
                    <a:pt x="1" y="13"/>
                    <a:pt x="1" y="13"/>
                  </a:cubicBezTo>
                  <a:cubicBezTo>
                    <a:pt x="0" y="13"/>
                    <a:pt x="0" y="12"/>
                    <a:pt x="0" y="11"/>
                  </a:cubicBezTo>
                  <a:cubicBezTo>
                    <a:pt x="4" y="2"/>
                    <a:pt x="12" y="0"/>
                    <a:pt x="13" y="0"/>
                  </a:cubicBezTo>
                  <a:cubicBezTo>
                    <a:pt x="14" y="0"/>
                    <a:pt x="15" y="1"/>
                    <a:pt x="15" y="1"/>
                  </a:cubicBezTo>
                  <a:cubicBezTo>
                    <a:pt x="15" y="2"/>
                    <a:pt x="14" y="3"/>
                    <a:pt x="13" y="4"/>
                  </a:cubicBezTo>
                  <a:cubicBezTo>
                    <a:pt x="13" y="4"/>
                    <a:pt x="7" y="5"/>
                    <a:pt x="4" y="12"/>
                  </a:cubicBezTo>
                  <a:cubicBezTo>
                    <a:pt x="3" y="13"/>
                    <a:pt x="3" y="13"/>
                    <a:pt x="2" y="1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6281738" y="2397126"/>
              <a:ext cx="357188" cy="447675"/>
            </a:xfrm>
            <a:custGeom>
              <a:avLst/>
              <a:gdLst/>
              <a:ahLst/>
              <a:cxnLst/>
              <a:rect l="l" t="t" r="r" b="b"/>
              <a:pathLst>
                <a:path w="84" h="105" extrusionOk="0">
                  <a:moveTo>
                    <a:pt x="3" y="0"/>
                  </a:moveTo>
                  <a:cubicBezTo>
                    <a:pt x="27" y="19"/>
                    <a:pt x="27" y="19"/>
                    <a:pt x="27" y="19"/>
                  </a:cubicBezTo>
                  <a:cubicBezTo>
                    <a:pt x="59" y="44"/>
                    <a:pt x="59" y="44"/>
                    <a:pt x="59" y="44"/>
                  </a:cubicBezTo>
                  <a:cubicBezTo>
                    <a:pt x="58" y="45"/>
                    <a:pt x="57" y="51"/>
                    <a:pt x="56" y="56"/>
                  </a:cubicBezTo>
                  <a:cubicBezTo>
                    <a:pt x="55" y="65"/>
                    <a:pt x="54" y="72"/>
                    <a:pt x="74" y="77"/>
                  </a:cubicBezTo>
                  <a:cubicBezTo>
                    <a:pt x="79" y="79"/>
                    <a:pt x="82" y="82"/>
                    <a:pt x="83" y="86"/>
                  </a:cubicBezTo>
                  <a:cubicBezTo>
                    <a:pt x="84" y="92"/>
                    <a:pt x="80" y="99"/>
                    <a:pt x="62" y="102"/>
                  </a:cubicBezTo>
                  <a:cubicBezTo>
                    <a:pt x="40" y="105"/>
                    <a:pt x="22" y="99"/>
                    <a:pt x="8" y="93"/>
                  </a:cubicBezTo>
                  <a:cubicBezTo>
                    <a:pt x="0" y="89"/>
                    <a:pt x="0" y="84"/>
                    <a:pt x="4" y="76"/>
                  </a:cubicBezTo>
                  <a:cubicBezTo>
                    <a:pt x="14" y="53"/>
                    <a:pt x="9" y="23"/>
                    <a:pt x="3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6175375" y="2619376"/>
              <a:ext cx="531813" cy="160338"/>
            </a:xfrm>
            <a:custGeom>
              <a:avLst/>
              <a:gdLst/>
              <a:ahLst/>
              <a:cxnLst/>
              <a:rect l="l" t="t" r="r" b="b"/>
              <a:pathLst>
                <a:path w="125" h="38" extrusionOk="0">
                  <a:moveTo>
                    <a:pt x="0" y="31"/>
                  </a:moveTo>
                  <a:cubicBezTo>
                    <a:pt x="8" y="15"/>
                    <a:pt x="11" y="3"/>
                    <a:pt x="11" y="3"/>
                  </a:cubicBezTo>
                  <a:cubicBezTo>
                    <a:pt x="11" y="3"/>
                    <a:pt x="72" y="0"/>
                    <a:pt x="92" y="6"/>
                  </a:cubicBezTo>
                  <a:cubicBezTo>
                    <a:pt x="112" y="12"/>
                    <a:pt x="125" y="38"/>
                    <a:pt x="125" y="38"/>
                  </a:cubicBezTo>
                  <a:cubicBezTo>
                    <a:pt x="0" y="31"/>
                    <a:pt x="0" y="31"/>
                    <a:pt x="0" y="31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5949950" y="2860676"/>
              <a:ext cx="611188" cy="876300"/>
            </a:xfrm>
            <a:custGeom>
              <a:avLst/>
              <a:gdLst/>
              <a:ahLst/>
              <a:cxnLst/>
              <a:rect l="l" t="t" r="r" b="b"/>
              <a:pathLst>
                <a:path w="144" h="206" extrusionOk="0">
                  <a:moveTo>
                    <a:pt x="78" y="19"/>
                  </a:moveTo>
                  <a:cubicBezTo>
                    <a:pt x="77" y="24"/>
                    <a:pt x="75" y="29"/>
                    <a:pt x="74" y="34"/>
                  </a:cubicBezTo>
                  <a:cubicBezTo>
                    <a:pt x="69" y="50"/>
                    <a:pt x="69" y="50"/>
                    <a:pt x="69" y="50"/>
                  </a:cubicBezTo>
                  <a:cubicBezTo>
                    <a:pt x="66" y="60"/>
                    <a:pt x="64" y="71"/>
                    <a:pt x="62" y="81"/>
                  </a:cubicBezTo>
                  <a:cubicBezTo>
                    <a:pt x="59" y="91"/>
                    <a:pt x="58" y="102"/>
                    <a:pt x="56" y="112"/>
                  </a:cubicBezTo>
                  <a:cubicBezTo>
                    <a:pt x="55" y="122"/>
                    <a:pt x="55" y="132"/>
                    <a:pt x="56" y="141"/>
                  </a:cubicBezTo>
                  <a:cubicBezTo>
                    <a:pt x="56" y="145"/>
                    <a:pt x="57" y="149"/>
                    <a:pt x="57" y="152"/>
                  </a:cubicBezTo>
                  <a:cubicBezTo>
                    <a:pt x="58" y="153"/>
                    <a:pt x="58" y="154"/>
                    <a:pt x="58" y="155"/>
                  </a:cubicBezTo>
                  <a:cubicBezTo>
                    <a:pt x="58" y="156"/>
                    <a:pt x="59" y="156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9" y="157"/>
                    <a:pt x="59" y="157"/>
                  </a:cubicBezTo>
                  <a:cubicBezTo>
                    <a:pt x="59" y="157"/>
                    <a:pt x="58" y="156"/>
                    <a:pt x="58" y="156"/>
                  </a:cubicBezTo>
                  <a:cubicBezTo>
                    <a:pt x="58" y="155"/>
                    <a:pt x="57" y="155"/>
                    <a:pt x="57" y="154"/>
                  </a:cubicBezTo>
                  <a:cubicBezTo>
                    <a:pt x="56" y="153"/>
                    <a:pt x="55" y="153"/>
                    <a:pt x="55" y="153"/>
                  </a:cubicBezTo>
                  <a:cubicBezTo>
                    <a:pt x="54" y="152"/>
                    <a:pt x="54" y="152"/>
                    <a:pt x="54" y="152"/>
                  </a:cubicBezTo>
                  <a:cubicBezTo>
                    <a:pt x="55" y="153"/>
                    <a:pt x="56" y="154"/>
                    <a:pt x="58" y="154"/>
                  </a:cubicBezTo>
                  <a:cubicBezTo>
                    <a:pt x="60" y="155"/>
                    <a:pt x="62" y="156"/>
                    <a:pt x="64" y="157"/>
                  </a:cubicBezTo>
                  <a:cubicBezTo>
                    <a:pt x="69" y="158"/>
                    <a:pt x="74" y="160"/>
                    <a:pt x="79" y="161"/>
                  </a:cubicBezTo>
                  <a:cubicBezTo>
                    <a:pt x="100" y="166"/>
                    <a:pt x="122" y="170"/>
                    <a:pt x="144" y="175"/>
                  </a:cubicBezTo>
                  <a:cubicBezTo>
                    <a:pt x="143" y="203"/>
                    <a:pt x="143" y="203"/>
                    <a:pt x="143" y="203"/>
                  </a:cubicBezTo>
                  <a:cubicBezTo>
                    <a:pt x="131" y="204"/>
                    <a:pt x="120" y="205"/>
                    <a:pt x="108" y="206"/>
                  </a:cubicBezTo>
                  <a:cubicBezTo>
                    <a:pt x="96" y="206"/>
                    <a:pt x="84" y="206"/>
                    <a:pt x="72" y="205"/>
                  </a:cubicBezTo>
                  <a:cubicBezTo>
                    <a:pt x="66" y="205"/>
                    <a:pt x="60" y="204"/>
                    <a:pt x="53" y="203"/>
                  </a:cubicBezTo>
                  <a:cubicBezTo>
                    <a:pt x="50" y="202"/>
                    <a:pt x="46" y="201"/>
                    <a:pt x="43" y="200"/>
                  </a:cubicBezTo>
                  <a:cubicBezTo>
                    <a:pt x="39" y="199"/>
                    <a:pt x="35" y="198"/>
                    <a:pt x="31" y="196"/>
                  </a:cubicBezTo>
                  <a:cubicBezTo>
                    <a:pt x="28" y="195"/>
                    <a:pt x="26" y="193"/>
                    <a:pt x="23" y="191"/>
                  </a:cubicBezTo>
                  <a:cubicBezTo>
                    <a:pt x="21" y="190"/>
                    <a:pt x="20" y="188"/>
                    <a:pt x="18" y="186"/>
                  </a:cubicBezTo>
                  <a:cubicBezTo>
                    <a:pt x="17" y="185"/>
                    <a:pt x="16" y="184"/>
                    <a:pt x="16" y="183"/>
                  </a:cubicBezTo>
                  <a:cubicBezTo>
                    <a:pt x="15" y="182"/>
                    <a:pt x="15" y="182"/>
                    <a:pt x="14" y="181"/>
                  </a:cubicBezTo>
                  <a:cubicBezTo>
                    <a:pt x="14" y="180"/>
                    <a:pt x="14" y="180"/>
                    <a:pt x="14" y="180"/>
                  </a:cubicBezTo>
                  <a:cubicBezTo>
                    <a:pt x="11" y="174"/>
                    <a:pt x="11" y="174"/>
                    <a:pt x="11" y="174"/>
                  </a:cubicBezTo>
                  <a:cubicBezTo>
                    <a:pt x="10" y="172"/>
                    <a:pt x="10" y="171"/>
                    <a:pt x="9" y="169"/>
                  </a:cubicBezTo>
                  <a:cubicBezTo>
                    <a:pt x="6" y="161"/>
                    <a:pt x="4" y="154"/>
                    <a:pt x="3" y="147"/>
                  </a:cubicBezTo>
                  <a:cubicBezTo>
                    <a:pt x="0" y="119"/>
                    <a:pt x="3" y="94"/>
                    <a:pt x="7" y="70"/>
                  </a:cubicBezTo>
                  <a:cubicBezTo>
                    <a:pt x="9" y="58"/>
                    <a:pt x="12" y="47"/>
                    <a:pt x="15" y="35"/>
                  </a:cubicBezTo>
                  <a:cubicBezTo>
                    <a:pt x="16" y="29"/>
                    <a:pt x="18" y="23"/>
                    <a:pt x="20" y="18"/>
                  </a:cubicBezTo>
                  <a:cubicBezTo>
                    <a:pt x="22" y="12"/>
                    <a:pt x="24" y="6"/>
                    <a:pt x="26" y="0"/>
                  </a:cubicBezTo>
                  <a:cubicBezTo>
                    <a:pt x="78" y="19"/>
                    <a:pt x="78" y="19"/>
                    <a:pt x="78" y="19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5922963" y="2686051"/>
              <a:ext cx="460375" cy="574675"/>
            </a:xfrm>
            <a:custGeom>
              <a:avLst/>
              <a:gdLst/>
              <a:ahLst/>
              <a:cxnLst/>
              <a:rect l="l" t="t" r="r" b="b"/>
              <a:pathLst>
                <a:path w="108" h="135" extrusionOk="0">
                  <a:moveTo>
                    <a:pt x="47" y="10"/>
                  </a:moveTo>
                  <a:cubicBezTo>
                    <a:pt x="85" y="0"/>
                    <a:pt x="108" y="31"/>
                    <a:pt x="95" y="82"/>
                  </a:cubicBezTo>
                  <a:cubicBezTo>
                    <a:pt x="82" y="133"/>
                    <a:pt x="78" y="135"/>
                    <a:pt x="78" y="135"/>
                  </a:cubicBezTo>
                  <a:cubicBezTo>
                    <a:pt x="0" y="122"/>
                    <a:pt x="0" y="122"/>
                    <a:pt x="0" y="122"/>
                  </a:cubicBezTo>
                  <a:cubicBezTo>
                    <a:pt x="9" y="72"/>
                    <a:pt x="9" y="20"/>
                    <a:pt x="47" y="10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6477000" y="3559176"/>
              <a:ext cx="280988" cy="203200"/>
            </a:xfrm>
            <a:custGeom>
              <a:avLst/>
              <a:gdLst/>
              <a:ahLst/>
              <a:cxnLst/>
              <a:rect l="l" t="t" r="r" b="b"/>
              <a:pathLst>
                <a:path w="66" h="48" extrusionOk="0">
                  <a:moveTo>
                    <a:pt x="40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8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8" y="1"/>
                    <a:pt x="40" y="0"/>
                  </a:cubicBezTo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6216650" y="1933576"/>
              <a:ext cx="511175" cy="714375"/>
            </a:xfrm>
            <a:custGeom>
              <a:avLst/>
              <a:gdLst/>
              <a:ahLst/>
              <a:cxnLst/>
              <a:rect l="l" t="t" r="r" b="b"/>
              <a:pathLst>
                <a:path w="120" h="168" extrusionOk="0">
                  <a:moveTo>
                    <a:pt x="7" y="69"/>
                  </a:moveTo>
                  <a:cubicBezTo>
                    <a:pt x="14" y="106"/>
                    <a:pt x="16" y="128"/>
                    <a:pt x="37" y="144"/>
                  </a:cubicBezTo>
                  <a:cubicBezTo>
                    <a:pt x="68" y="168"/>
                    <a:pt x="112" y="145"/>
                    <a:pt x="116" y="107"/>
                  </a:cubicBezTo>
                  <a:cubicBezTo>
                    <a:pt x="120" y="73"/>
                    <a:pt x="108" y="19"/>
                    <a:pt x="70" y="10"/>
                  </a:cubicBezTo>
                  <a:cubicBezTo>
                    <a:pt x="33" y="0"/>
                    <a:pt x="0" y="33"/>
                    <a:pt x="7" y="69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6046788" y="1806576"/>
              <a:ext cx="638175" cy="696913"/>
            </a:xfrm>
            <a:custGeom>
              <a:avLst/>
              <a:gdLst/>
              <a:ahLst/>
              <a:cxnLst/>
              <a:rect l="l" t="t" r="r" b="b"/>
              <a:pathLst>
                <a:path w="150" h="164" extrusionOk="0">
                  <a:moveTo>
                    <a:pt x="119" y="112"/>
                  </a:moveTo>
                  <a:cubicBezTo>
                    <a:pt x="145" y="110"/>
                    <a:pt x="138" y="83"/>
                    <a:pt x="130" y="77"/>
                  </a:cubicBezTo>
                  <a:cubicBezTo>
                    <a:pt x="142" y="72"/>
                    <a:pt x="150" y="53"/>
                    <a:pt x="139" y="40"/>
                  </a:cubicBezTo>
                  <a:cubicBezTo>
                    <a:pt x="146" y="22"/>
                    <a:pt x="126" y="0"/>
                    <a:pt x="91" y="3"/>
                  </a:cubicBezTo>
                  <a:cubicBezTo>
                    <a:pt x="66" y="6"/>
                    <a:pt x="63" y="19"/>
                    <a:pt x="63" y="19"/>
                  </a:cubicBezTo>
                  <a:cubicBezTo>
                    <a:pt x="63" y="19"/>
                    <a:pt x="33" y="16"/>
                    <a:pt x="21" y="41"/>
                  </a:cubicBezTo>
                  <a:cubicBezTo>
                    <a:pt x="10" y="62"/>
                    <a:pt x="23" y="74"/>
                    <a:pt x="23" y="74"/>
                  </a:cubicBezTo>
                  <a:cubicBezTo>
                    <a:pt x="23" y="74"/>
                    <a:pt x="0" y="80"/>
                    <a:pt x="6" y="110"/>
                  </a:cubicBezTo>
                  <a:cubicBezTo>
                    <a:pt x="13" y="141"/>
                    <a:pt x="38" y="134"/>
                    <a:pt x="38" y="134"/>
                  </a:cubicBezTo>
                  <a:cubicBezTo>
                    <a:pt x="38" y="134"/>
                    <a:pt x="32" y="163"/>
                    <a:pt x="65" y="164"/>
                  </a:cubicBezTo>
                  <a:cubicBezTo>
                    <a:pt x="94" y="164"/>
                    <a:pt x="94" y="143"/>
                    <a:pt x="94" y="143"/>
                  </a:cubicBezTo>
                  <a:cubicBezTo>
                    <a:pt x="94" y="143"/>
                    <a:pt x="131" y="139"/>
                    <a:pt x="119" y="11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6459538" y="2206626"/>
              <a:ext cx="153988" cy="182563"/>
            </a:xfrm>
            <a:custGeom>
              <a:avLst/>
              <a:gdLst/>
              <a:ahLst/>
              <a:cxnLst/>
              <a:rect l="l" t="t" r="r" b="b"/>
              <a:pathLst>
                <a:path w="36" h="43" extrusionOk="0">
                  <a:moveTo>
                    <a:pt x="3" y="20"/>
                  </a:moveTo>
                  <a:cubicBezTo>
                    <a:pt x="6" y="29"/>
                    <a:pt x="13" y="35"/>
                    <a:pt x="19" y="38"/>
                  </a:cubicBezTo>
                  <a:cubicBezTo>
                    <a:pt x="28" y="43"/>
                    <a:pt x="36" y="33"/>
                    <a:pt x="34" y="23"/>
                  </a:cubicBezTo>
                  <a:cubicBezTo>
                    <a:pt x="33" y="14"/>
                    <a:pt x="24" y="2"/>
                    <a:pt x="14" y="1"/>
                  </a:cubicBezTo>
                  <a:cubicBezTo>
                    <a:pt x="4" y="0"/>
                    <a:pt x="0" y="11"/>
                    <a:pt x="3" y="2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8016875" y="5702301"/>
              <a:ext cx="255588" cy="425450"/>
            </a:xfrm>
            <a:custGeom>
              <a:avLst/>
              <a:gdLst/>
              <a:ahLst/>
              <a:cxnLst/>
              <a:rect l="l" t="t" r="r" b="b"/>
              <a:pathLst>
                <a:path w="161" h="268" extrusionOk="0">
                  <a:moveTo>
                    <a:pt x="67" y="268"/>
                  </a:moveTo>
                  <a:lnTo>
                    <a:pt x="161" y="228"/>
                  </a:lnTo>
                  <a:lnTo>
                    <a:pt x="94" y="0"/>
                  </a:lnTo>
                  <a:lnTo>
                    <a:pt x="0" y="38"/>
                  </a:lnTo>
                  <a:lnTo>
                    <a:pt x="67" y="26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8191500" y="5792788"/>
              <a:ext cx="28575" cy="88900"/>
            </a:xfrm>
            <a:custGeom>
              <a:avLst/>
              <a:gdLst/>
              <a:ahLst/>
              <a:cxnLst/>
              <a:rect l="l" t="t" r="r" b="b"/>
              <a:pathLst>
                <a:path w="18" h="56" extrusionOk="0">
                  <a:moveTo>
                    <a:pt x="0" y="0"/>
                  </a:moveTo>
                  <a:lnTo>
                    <a:pt x="0" y="0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8042275" y="5792788"/>
              <a:ext cx="177800" cy="147638"/>
            </a:xfrm>
            <a:custGeom>
              <a:avLst/>
              <a:gdLst/>
              <a:ahLst/>
              <a:cxnLst/>
              <a:rect l="l" t="t" r="r" b="b"/>
              <a:pathLst>
                <a:path w="112" h="93" extrusionOk="0">
                  <a:moveTo>
                    <a:pt x="94" y="0"/>
                  </a:moveTo>
                  <a:lnTo>
                    <a:pt x="0" y="34"/>
                  </a:lnTo>
                  <a:lnTo>
                    <a:pt x="16" y="93"/>
                  </a:lnTo>
                  <a:lnTo>
                    <a:pt x="112" y="56"/>
                  </a:lnTo>
                  <a:lnTo>
                    <a:pt x="9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8075613" y="5975351"/>
              <a:ext cx="506413" cy="268288"/>
            </a:xfrm>
            <a:custGeom>
              <a:avLst/>
              <a:gdLst/>
              <a:ahLst/>
              <a:cxnLst/>
              <a:rect l="l" t="t" r="r" b="b"/>
              <a:pathLst>
                <a:path w="119" h="63" extrusionOk="0">
                  <a:moveTo>
                    <a:pt x="43" y="7"/>
                  </a:moveTo>
                  <a:cubicBezTo>
                    <a:pt x="3" y="21"/>
                    <a:pt x="3" y="21"/>
                    <a:pt x="3" y="21"/>
                  </a:cubicBezTo>
                  <a:cubicBezTo>
                    <a:pt x="1" y="21"/>
                    <a:pt x="0" y="23"/>
                    <a:pt x="1" y="24"/>
                  </a:cubicBezTo>
                  <a:cubicBezTo>
                    <a:pt x="10" y="57"/>
                    <a:pt x="10" y="57"/>
                    <a:pt x="10" y="57"/>
                  </a:cubicBezTo>
                  <a:cubicBezTo>
                    <a:pt x="11" y="61"/>
                    <a:pt x="15" y="63"/>
                    <a:pt x="19" y="61"/>
                  </a:cubicBezTo>
                  <a:cubicBezTo>
                    <a:pt x="33" y="56"/>
                    <a:pt x="38" y="53"/>
                    <a:pt x="56" y="46"/>
                  </a:cubicBezTo>
                  <a:cubicBezTo>
                    <a:pt x="66" y="41"/>
                    <a:pt x="92" y="30"/>
                    <a:pt x="106" y="22"/>
                  </a:cubicBezTo>
                  <a:cubicBezTo>
                    <a:pt x="119" y="14"/>
                    <a:pt x="111" y="0"/>
                    <a:pt x="105" y="3"/>
                  </a:cubicBezTo>
                  <a:cubicBezTo>
                    <a:pt x="89" y="8"/>
                    <a:pt x="63" y="11"/>
                    <a:pt x="50" y="7"/>
                  </a:cubicBezTo>
                  <a:cubicBezTo>
                    <a:pt x="48" y="6"/>
                    <a:pt x="46" y="6"/>
                    <a:pt x="43" y="7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6254750" y="4005263"/>
              <a:ext cx="1974850" cy="1854200"/>
            </a:xfrm>
            <a:custGeom>
              <a:avLst/>
              <a:gdLst/>
              <a:ahLst/>
              <a:cxnLst/>
              <a:rect l="l" t="t" r="r" b="b"/>
              <a:pathLst>
                <a:path w="464" h="436" extrusionOk="0">
                  <a:moveTo>
                    <a:pt x="153" y="6"/>
                  </a:moveTo>
                  <a:cubicBezTo>
                    <a:pt x="153" y="6"/>
                    <a:pt x="422" y="30"/>
                    <a:pt x="429" y="107"/>
                  </a:cubicBezTo>
                  <a:cubicBezTo>
                    <a:pt x="443" y="265"/>
                    <a:pt x="464" y="416"/>
                    <a:pt x="464" y="416"/>
                  </a:cubicBezTo>
                  <a:cubicBezTo>
                    <a:pt x="410" y="436"/>
                    <a:pt x="410" y="436"/>
                    <a:pt x="410" y="436"/>
                  </a:cubicBezTo>
                  <a:cubicBezTo>
                    <a:pt x="410" y="436"/>
                    <a:pt x="343" y="263"/>
                    <a:pt x="344" y="140"/>
                  </a:cubicBezTo>
                  <a:cubicBezTo>
                    <a:pt x="266" y="118"/>
                    <a:pt x="62" y="150"/>
                    <a:pt x="29" y="91"/>
                  </a:cubicBezTo>
                  <a:cubicBezTo>
                    <a:pt x="0" y="38"/>
                    <a:pt x="25" y="0"/>
                    <a:pt x="25" y="0"/>
                  </a:cubicBezTo>
                  <a:cubicBezTo>
                    <a:pt x="153" y="6"/>
                    <a:pt x="153" y="6"/>
                    <a:pt x="153" y="6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7931150" y="5686426"/>
              <a:ext cx="341313" cy="228600"/>
            </a:xfrm>
            <a:custGeom>
              <a:avLst/>
              <a:gdLst/>
              <a:ahLst/>
              <a:cxnLst/>
              <a:rect l="l" t="t" r="r" b="b"/>
              <a:pathLst>
                <a:path w="215" h="144" extrusionOk="0">
                  <a:moveTo>
                    <a:pt x="32" y="144"/>
                  </a:moveTo>
                  <a:lnTo>
                    <a:pt x="215" y="83"/>
                  </a:lnTo>
                  <a:lnTo>
                    <a:pt x="207" y="0"/>
                  </a:lnTo>
                  <a:lnTo>
                    <a:pt x="0" y="64"/>
                  </a:lnTo>
                  <a:lnTo>
                    <a:pt x="32" y="144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8275638" y="5965826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18" h="13" extrusionOk="0">
                  <a:moveTo>
                    <a:pt x="11" y="11"/>
                  </a:moveTo>
                  <a:cubicBezTo>
                    <a:pt x="8" y="12"/>
                    <a:pt x="4" y="12"/>
                    <a:pt x="1" y="13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1" y="10"/>
                    <a:pt x="9" y="0"/>
                    <a:pt x="14" y="0"/>
                  </a:cubicBezTo>
                  <a:cubicBezTo>
                    <a:pt x="15" y="0"/>
                    <a:pt x="16" y="0"/>
                    <a:pt x="17" y="1"/>
                  </a:cubicBezTo>
                  <a:cubicBezTo>
                    <a:pt x="18" y="3"/>
                    <a:pt x="18" y="5"/>
                    <a:pt x="17" y="6"/>
                  </a:cubicBezTo>
                  <a:cubicBezTo>
                    <a:pt x="17" y="8"/>
                    <a:pt x="14" y="10"/>
                    <a:pt x="11" y="11"/>
                  </a:cubicBezTo>
                  <a:close/>
                  <a:moveTo>
                    <a:pt x="3" y="11"/>
                  </a:moveTo>
                  <a:cubicBezTo>
                    <a:pt x="10" y="10"/>
                    <a:pt x="15" y="8"/>
                    <a:pt x="16" y="6"/>
                  </a:cubicBezTo>
                  <a:cubicBezTo>
                    <a:pt x="16" y="5"/>
                    <a:pt x="16" y="4"/>
                    <a:pt x="15" y="2"/>
                  </a:cubicBezTo>
                  <a:cubicBezTo>
                    <a:pt x="15" y="2"/>
                    <a:pt x="15" y="2"/>
                    <a:pt x="14" y="1"/>
                  </a:cubicBezTo>
                  <a:cubicBezTo>
                    <a:pt x="11" y="1"/>
                    <a:pt x="6" y="7"/>
                    <a:pt x="3" y="11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8259763" y="5940426"/>
              <a:ext cx="46038" cy="80963"/>
            </a:xfrm>
            <a:custGeom>
              <a:avLst/>
              <a:gdLst/>
              <a:ahLst/>
              <a:cxnLst/>
              <a:rect l="l" t="t" r="r" b="b"/>
              <a:pathLst>
                <a:path w="11" h="19" extrusionOk="0">
                  <a:moveTo>
                    <a:pt x="5" y="19"/>
                  </a:moveTo>
                  <a:cubicBezTo>
                    <a:pt x="5" y="19"/>
                    <a:pt x="5" y="19"/>
                    <a:pt x="5" y="19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4" y="18"/>
                    <a:pt x="0" y="8"/>
                    <a:pt x="2" y="3"/>
                  </a:cubicBezTo>
                  <a:cubicBezTo>
                    <a:pt x="3" y="2"/>
                    <a:pt x="4" y="1"/>
                    <a:pt x="5" y="0"/>
                  </a:cubicBezTo>
                  <a:cubicBezTo>
                    <a:pt x="7" y="0"/>
                    <a:pt x="8" y="1"/>
                    <a:pt x="9" y="2"/>
                  </a:cubicBezTo>
                  <a:cubicBezTo>
                    <a:pt x="11" y="6"/>
                    <a:pt x="9" y="15"/>
                    <a:pt x="6" y="18"/>
                  </a:cubicBezTo>
                  <a:lnTo>
                    <a:pt x="5" y="19"/>
                  </a:lnTo>
                  <a:close/>
                  <a:moveTo>
                    <a:pt x="5" y="2"/>
                  </a:moveTo>
                  <a:cubicBezTo>
                    <a:pt x="5" y="2"/>
                    <a:pt x="4" y="3"/>
                    <a:pt x="4" y="4"/>
                  </a:cubicBezTo>
                  <a:cubicBezTo>
                    <a:pt x="2" y="6"/>
                    <a:pt x="4" y="13"/>
                    <a:pt x="5" y="16"/>
                  </a:cubicBezTo>
                  <a:cubicBezTo>
                    <a:pt x="8" y="12"/>
                    <a:pt x="9" y="5"/>
                    <a:pt x="8" y="3"/>
                  </a:cubicBezTo>
                  <a:cubicBezTo>
                    <a:pt x="7" y="2"/>
                    <a:pt x="7" y="2"/>
                    <a:pt x="6" y="2"/>
                  </a:cubicBezTo>
                  <a:lnTo>
                    <a:pt x="5" y="2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7315200" y="5846763"/>
              <a:ext cx="187325" cy="387350"/>
            </a:xfrm>
            <a:custGeom>
              <a:avLst/>
              <a:gdLst/>
              <a:ahLst/>
              <a:cxnLst/>
              <a:rect l="l" t="t" r="r" b="b"/>
              <a:pathLst>
                <a:path w="118" h="244" extrusionOk="0">
                  <a:moveTo>
                    <a:pt x="0" y="244"/>
                  </a:moveTo>
                  <a:lnTo>
                    <a:pt x="102" y="239"/>
                  </a:lnTo>
                  <a:lnTo>
                    <a:pt x="118" y="0"/>
                  </a:lnTo>
                  <a:lnTo>
                    <a:pt x="16" y="3"/>
                  </a:lnTo>
                  <a:lnTo>
                    <a:pt x="0" y="24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7267575" y="6191251"/>
              <a:ext cx="485775" cy="196850"/>
            </a:xfrm>
            <a:custGeom>
              <a:avLst/>
              <a:gdLst/>
              <a:ahLst/>
              <a:cxnLst/>
              <a:rect l="l" t="t" r="r" b="b"/>
              <a:pathLst>
                <a:path w="114" h="46" extrusionOk="0">
                  <a:moveTo>
                    <a:pt x="49" y="2"/>
                  </a:moveTo>
                  <a:cubicBezTo>
                    <a:pt x="6" y="0"/>
                    <a:pt x="6" y="0"/>
                    <a:pt x="6" y="0"/>
                  </a:cubicBezTo>
                  <a:cubicBezTo>
                    <a:pt x="5" y="0"/>
                    <a:pt x="4" y="1"/>
                    <a:pt x="4" y="3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40"/>
                    <a:pt x="3" y="44"/>
                    <a:pt x="7" y="44"/>
                  </a:cubicBezTo>
                  <a:cubicBezTo>
                    <a:pt x="22" y="44"/>
                    <a:pt x="29" y="44"/>
                    <a:pt x="48" y="44"/>
                  </a:cubicBezTo>
                  <a:cubicBezTo>
                    <a:pt x="60" y="44"/>
                    <a:pt x="82" y="46"/>
                    <a:pt x="98" y="44"/>
                  </a:cubicBezTo>
                  <a:cubicBezTo>
                    <a:pt x="114" y="42"/>
                    <a:pt x="112" y="26"/>
                    <a:pt x="105" y="26"/>
                  </a:cubicBezTo>
                  <a:cubicBezTo>
                    <a:pt x="89" y="25"/>
                    <a:pt x="67" y="13"/>
                    <a:pt x="56" y="4"/>
                  </a:cubicBezTo>
                  <a:cubicBezTo>
                    <a:pt x="54" y="3"/>
                    <a:pt x="52" y="2"/>
                    <a:pt x="49" y="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7489825" y="6183313"/>
              <a:ext cx="84138" cy="47625"/>
            </a:xfrm>
            <a:custGeom>
              <a:avLst/>
              <a:gdLst/>
              <a:ahLst/>
              <a:cxnLst/>
              <a:rect l="l" t="t" r="r" b="b"/>
              <a:pathLst>
                <a:path w="20" h="11" extrusionOk="0">
                  <a:moveTo>
                    <a:pt x="11" y="11"/>
                  </a:moveTo>
                  <a:cubicBezTo>
                    <a:pt x="7" y="11"/>
                    <a:pt x="3" y="10"/>
                    <a:pt x="1" y="9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2" y="7"/>
                    <a:pt x="13" y="0"/>
                    <a:pt x="17" y="2"/>
                  </a:cubicBezTo>
                  <a:cubicBezTo>
                    <a:pt x="18" y="2"/>
                    <a:pt x="19" y="3"/>
                    <a:pt x="19" y="4"/>
                  </a:cubicBezTo>
                  <a:cubicBezTo>
                    <a:pt x="20" y="6"/>
                    <a:pt x="19" y="8"/>
                    <a:pt x="18" y="9"/>
                  </a:cubicBezTo>
                  <a:cubicBezTo>
                    <a:pt x="17" y="11"/>
                    <a:pt x="14" y="11"/>
                    <a:pt x="11" y="11"/>
                  </a:cubicBezTo>
                  <a:close/>
                  <a:moveTo>
                    <a:pt x="3" y="8"/>
                  </a:moveTo>
                  <a:cubicBezTo>
                    <a:pt x="10" y="10"/>
                    <a:pt x="15" y="10"/>
                    <a:pt x="17" y="8"/>
                  </a:cubicBezTo>
                  <a:cubicBezTo>
                    <a:pt x="18" y="7"/>
                    <a:pt x="18" y="6"/>
                    <a:pt x="18" y="5"/>
                  </a:cubicBezTo>
                  <a:cubicBezTo>
                    <a:pt x="17" y="4"/>
                    <a:pt x="17" y="4"/>
                    <a:pt x="17" y="3"/>
                  </a:cubicBezTo>
                  <a:cubicBezTo>
                    <a:pt x="14" y="2"/>
                    <a:pt x="8" y="5"/>
                    <a:pt x="3" y="8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7485063" y="6149976"/>
              <a:ext cx="50800" cy="71438"/>
            </a:xfrm>
            <a:custGeom>
              <a:avLst/>
              <a:gdLst/>
              <a:ahLst/>
              <a:cxnLst/>
              <a:rect l="l" t="t" r="r" b="b"/>
              <a:pathLst>
                <a:path w="12" h="17" extrusionOk="0">
                  <a:moveTo>
                    <a:pt x="2" y="17"/>
                  </a:moveTo>
                  <a:cubicBezTo>
                    <a:pt x="1" y="17"/>
                    <a:pt x="1" y="17"/>
                    <a:pt x="1" y="17"/>
                  </a:cubicBezTo>
                  <a:cubicBezTo>
                    <a:pt x="1" y="16"/>
                    <a:pt x="1" y="16"/>
                    <a:pt x="1" y="16"/>
                  </a:cubicBezTo>
                  <a:cubicBezTo>
                    <a:pt x="1" y="16"/>
                    <a:pt x="0" y="5"/>
                    <a:pt x="4" y="1"/>
                  </a:cubicBezTo>
                  <a:cubicBezTo>
                    <a:pt x="6" y="0"/>
                    <a:pt x="7" y="0"/>
                    <a:pt x="8" y="0"/>
                  </a:cubicBezTo>
                  <a:cubicBezTo>
                    <a:pt x="10" y="0"/>
                    <a:pt x="11" y="1"/>
                    <a:pt x="11" y="3"/>
                  </a:cubicBezTo>
                  <a:cubicBezTo>
                    <a:pt x="12" y="7"/>
                    <a:pt x="6" y="15"/>
                    <a:pt x="2" y="17"/>
                  </a:cubicBezTo>
                  <a:close/>
                  <a:moveTo>
                    <a:pt x="8" y="2"/>
                  </a:moveTo>
                  <a:cubicBezTo>
                    <a:pt x="7" y="2"/>
                    <a:pt x="6" y="2"/>
                    <a:pt x="6" y="3"/>
                  </a:cubicBezTo>
                  <a:cubicBezTo>
                    <a:pt x="3" y="5"/>
                    <a:pt x="3" y="11"/>
                    <a:pt x="3" y="15"/>
                  </a:cubicBezTo>
                  <a:cubicBezTo>
                    <a:pt x="6" y="12"/>
                    <a:pt x="10" y="6"/>
                    <a:pt x="10" y="3"/>
                  </a:cubicBezTo>
                  <a:cubicBezTo>
                    <a:pt x="10" y="3"/>
                    <a:pt x="9" y="2"/>
                    <a:pt x="8" y="2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7323138" y="5995988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3" y="0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rgbClr val="91494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7323138" y="5992813"/>
              <a:ext cx="166688" cy="71438"/>
            </a:xfrm>
            <a:custGeom>
              <a:avLst/>
              <a:gdLst/>
              <a:ahLst/>
              <a:cxnLst/>
              <a:rect l="l" t="t" r="r" b="b"/>
              <a:pathLst>
                <a:path w="105" h="45" extrusionOk="0">
                  <a:moveTo>
                    <a:pt x="105" y="0"/>
                  </a:moveTo>
                  <a:lnTo>
                    <a:pt x="3" y="2"/>
                  </a:lnTo>
                  <a:lnTo>
                    <a:pt x="0" y="45"/>
                  </a:lnTo>
                  <a:lnTo>
                    <a:pt x="102" y="45"/>
                  </a:lnTo>
                  <a:lnTo>
                    <a:pt x="1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5919788" y="3992563"/>
              <a:ext cx="1841500" cy="2003425"/>
            </a:xfrm>
            <a:custGeom>
              <a:avLst/>
              <a:gdLst/>
              <a:ahLst/>
              <a:cxnLst/>
              <a:rect l="l" t="t" r="r" b="b"/>
              <a:pathLst>
                <a:path w="433" h="471" extrusionOk="0">
                  <a:moveTo>
                    <a:pt x="143" y="5"/>
                  </a:moveTo>
                  <a:cubicBezTo>
                    <a:pt x="143" y="5"/>
                    <a:pt x="433" y="49"/>
                    <a:pt x="428" y="116"/>
                  </a:cubicBezTo>
                  <a:cubicBezTo>
                    <a:pt x="420" y="236"/>
                    <a:pt x="379" y="470"/>
                    <a:pt x="379" y="470"/>
                  </a:cubicBezTo>
                  <a:cubicBezTo>
                    <a:pt x="322" y="471"/>
                    <a:pt x="322" y="471"/>
                    <a:pt x="322" y="471"/>
                  </a:cubicBezTo>
                  <a:cubicBezTo>
                    <a:pt x="322" y="471"/>
                    <a:pt x="309" y="230"/>
                    <a:pt x="330" y="143"/>
                  </a:cubicBezTo>
                  <a:cubicBezTo>
                    <a:pt x="259" y="143"/>
                    <a:pt x="58" y="140"/>
                    <a:pt x="31" y="104"/>
                  </a:cubicBezTo>
                  <a:cubicBezTo>
                    <a:pt x="0" y="63"/>
                    <a:pt x="32" y="0"/>
                    <a:pt x="32" y="0"/>
                  </a:cubicBezTo>
                  <a:cubicBezTo>
                    <a:pt x="143" y="5"/>
                    <a:pt x="143" y="5"/>
                    <a:pt x="143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7246938" y="5856288"/>
              <a:ext cx="322263" cy="157163"/>
            </a:xfrm>
            <a:custGeom>
              <a:avLst/>
              <a:gdLst/>
              <a:ahLst/>
              <a:cxnLst/>
              <a:rect l="l" t="t" r="r" b="b"/>
              <a:pathLst>
                <a:path w="203" h="99" extrusionOk="0">
                  <a:moveTo>
                    <a:pt x="11" y="99"/>
                  </a:moveTo>
                  <a:lnTo>
                    <a:pt x="195" y="96"/>
                  </a:lnTo>
                  <a:lnTo>
                    <a:pt x="203" y="0"/>
                  </a:lnTo>
                  <a:lnTo>
                    <a:pt x="0" y="8"/>
                  </a:lnTo>
                  <a:lnTo>
                    <a:pt x="11" y="99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6000750" y="2690813"/>
              <a:ext cx="904875" cy="1339850"/>
            </a:xfrm>
            <a:custGeom>
              <a:avLst/>
              <a:gdLst/>
              <a:ahLst/>
              <a:cxnLst/>
              <a:rect l="l" t="t" r="r" b="b"/>
              <a:pathLst>
                <a:path w="213" h="315" extrusionOk="0">
                  <a:moveTo>
                    <a:pt x="175" y="5"/>
                  </a:moveTo>
                  <a:cubicBezTo>
                    <a:pt x="152" y="0"/>
                    <a:pt x="47" y="2"/>
                    <a:pt x="47" y="2"/>
                  </a:cubicBezTo>
                  <a:cubicBezTo>
                    <a:pt x="25" y="1"/>
                    <a:pt x="6" y="17"/>
                    <a:pt x="4" y="39"/>
                  </a:cubicBezTo>
                  <a:cubicBezTo>
                    <a:pt x="0" y="71"/>
                    <a:pt x="21" y="144"/>
                    <a:pt x="21" y="181"/>
                  </a:cubicBezTo>
                  <a:cubicBezTo>
                    <a:pt x="22" y="226"/>
                    <a:pt x="13" y="245"/>
                    <a:pt x="13" y="306"/>
                  </a:cubicBezTo>
                  <a:cubicBezTo>
                    <a:pt x="213" y="315"/>
                    <a:pt x="213" y="315"/>
                    <a:pt x="213" y="315"/>
                  </a:cubicBezTo>
                  <a:cubicBezTo>
                    <a:pt x="213" y="192"/>
                    <a:pt x="208" y="90"/>
                    <a:pt x="203" y="41"/>
                  </a:cubicBezTo>
                  <a:cubicBezTo>
                    <a:pt x="201" y="24"/>
                    <a:pt x="198" y="10"/>
                    <a:pt x="175" y="5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6013450" y="2698751"/>
              <a:ext cx="892175" cy="1331913"/>
            </a:xfrm>
            <a:custGeom>
              <a:avLst/>
              <a:gdLst/>
              <a:ahLst/>
              <a:cxnLst/>
              <a:rect l="l" t="t" r="r" b="b"/>
              <a:pathLst>
                <a:path w="210" h="313" extrusionOk="0">
                  <a:moveTo>
                    <a:pt x="76" y="0"/>
                  </a:moveTo>
                  <a:cubicBezTo>
                    <a:pt x="57" y="0"/>
                    <a:pt x="44" y="0"/>
                    <a:pt x="44" y="0"/>
                  </a:cubicBezTo>
                  <a:cubicBezTo>
                    <a:pt x="43" y="0"/>
                    <a:pt x="43" y="0"/>
                    <a:pt x="42" y="0"/>
                  </a:cubicBezTo>
                  <a:cubicBezTo>
                    <a:pt x="21" y="0"/>
                    <a:pt x="3" y="16"/>
                    <a:pt x="1" y="37"/>
                  </a:cubicBezTo>
                  <a:cubicBezTo>
                    <a:pt x="0" y="40"/>
                    <a:pt x="0" y="42"/>
                    <a:pt x="0" y="46"/>
                  </a:cubicBezTo>
                  <a:cubicBezTo>
                    <a:pt x="0" y="81"/>
                    <a:pt x="18" y="145"/>
                    <a:pt x="18" y="179"/>
                  </a:cubicBezTo>
                  <a:cubicBezTo>
                    <a:pt x="18" y="181"/>
                    <a:pt x="18" y="183"/>
                    <a:pt x="18" y="185"/>
                  </a:cubicBezTo>
                  <a:cubicBezTo>
                    <a:pt x="18" y="226"/>
                    <a:pt x="10" y="245"/>
                    <a:pt x="10" y="304"/>
                  </a:cubicBezTo>
                  <a:cubicBezTo>
                    <a:pt x="210" y="313"/>
                    <a:pt x="210" y="313"/>
                    <a:pt x="210" y="313"/>
                  </a:cubicBezTo>
                  <a:cubicBezTo>
                    <a:pt x="210" y="307"/>
                    <a:pt x="210" y="301"/>
                    <a:pt x="210" y="295"/>
                  </a:cubicBezTo>
                  <a:cubicBezTo>
                    <a:pt x="210" y="295"/>
                    <a:pt x="210" y="295"/>
                    <a:pt x="210" y="295"/>
                  </a:cubicBezTo>
                  <a:cubicBezTo>
                    <a:pt x="210" y="284"/>
                    <a:pt x="210" y="273"/>
                    <a:pt x="210" y="262"/>
                  </a:cubicBezTo>
                  <a:cubicBezTo>
                    <a:pt x="210" y="253"/>
                    <a:pt x="210" y="244"/>
                    <a:pt x="210" y="235"/>
                  </a:cubicBezTo>
                  <a:cubicBezTo>
                    <a:pt x="208" y="148"/>
                    <a:pt x="204" y="77"/>
                    <a:pt x="200" y="39"/>
                  </a:cubicBezTo>
                  <a:cubicBezTo>
                    <a:pt x="198" y="22"/>
                    <a:pt x="195" y="8"/>
                    <a:pt x="172" y="3"/>
                  </a:cubicBezTo>
                  <a:cubicBezTo>
                    <a:pt x="157" y="0"/>
                    <a:pt x="109" y="0"/>
                    <a:pt x="76" y="0"/>
                  </a:cubicBezTo>
                </a:path>
              </a:pathLst>
            </a:custGeom>
            <a:solidFill>
              <a:srgbClr val="7AA3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6629400" y="2878138"/>
              <a:ext cx="804863" cy="858838"/>
            </a:xfrm>
            <a:custGeom>
              <a:avLst/>
              <a:gdLst/>
              <a:ahLst/>
              <a:cxnLst/>
              <a:rect l="l" t="t" r="r" b="b"/>
              <a:pathLst>
                <a:path w="189" h="202" extrusionOk="0">
                  <a:moveTo>
                    <a:pt x="54" y="0"/>
                  </a:moveTo>
                  <a:cubicBezTo>
                    <a:pt x="61" y="21"/>
                    <a:pt x="67" y="44"/>
                    <a:pt x="74" y="65"/>
                  </a:cubicBezTo>
                  <a:cubicBezTo>
                    <a:pt x="80" y="87"/>
                    <a:pt x="87" y="109"/>
                    <a:pt x="94" y="129"/>
                  </a:cubicBezTo>
                  <a:cubicBezTo>
                    <a:pt x="96" y="135"/>
                    <a:pt x="98" y="139"/>
                    <a:pt x="100" y="144"/>
                  </a:cubicBezTo>
                  <a:cubicBezTo>
                    <a:pt x="103" y="152"/>
                    <a:pt x="103" y="152"/>
                    <a:pt x="103" y="152"/>
                  </a:cubicBezTo>
                  <a:cubicBezTo>
                    <a:pt x="104" y="152"/>
                    <a:pt x="104" y="152"/>
                    <a:pt x="104" y="152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4" y="153"/>
                    <a:pt x="104" y="153"/>
                    <a:pt x="104" y="153"/>
                  </a:cubicBezTo>
                  <a:cubicBezTo>
                    <a:pt x="103" y="151"/>
                    <a:pt x="102" y="150"/>
                    <a:pt x="101" y="150"/>
                  </a:cubicBezTo>
                  <a:cubicBezTo>
                    <a:pt x="100" y="148"/>
                    <a:pt x="99" y="148"/>
                    <a:pt x="99" y="148"/>
                  </a:cubicBezTo>
                  <a:cubicBezTo>
                    <a:pt x="99" y="148"/>
                    <a:pt x="100" y="149"/>
                    <a:pt x="102" y="150"/>
                  </a:cubicBezTo>
                  <a:cubicBezTo>
                    <a:pt x="104" y="151"/>
                    <a:pt x="106" y="152"/>
                    <a:pt x="108" y="152"/>
                  </a:cubicBezTo>
                  <a:cubicBezTo>
                    <a:pt x="113" y="154"/>
                    <a:pt x="118" y="155"/>
                    <a:pt x="123" y="157"/>
                  </a:cubicBezTo>
                  <a:cubicBezTo>
                    <a:pt x="144" y="162"/>
                    <a:pt x="167" y="166"/>
                    <a:pt x="189" y="171"/>
                  </a:cubicBezTo>
                  <a:cubicBezTo>
                    <a:pt x="188" y="199"/>
                    <a:pt x="188" y="199"/>
                    <a:pt x="188" y="199"/>
                  </a:cubicBezTo>
                  <a:cubicBezTo>
                    <a:pt x="176" y="200"/>
                    <a:pt x="164" y="201"/>
                    <a:pt x="152" y="202"/>
                  </a:cubicBezTo>
                  <a:cubicBezTo>
                    <a:pt x="140" y="202"/>
                    <a:pt x="128" y="202"/>
                    <a:pt x="116" y="201"/>
                  </a:cubicBezTo>
                  <a:cubicBezTo>
                    <a:pt x="110" y="200"/>
                    <a:pt x="103" y="200"/>
                    <a:pt x="97" y="198"/>
                  </a:cubicBezTo>
                  <a:cubicBezTo>
                    <a:pt x="93" y="198"/>
                    <a:pt x="90" y="197"/>
                    <a:pt x="86" y="196"/>
                  </a:cubicBezTo>
                  <a:cubicBezTo>
                    <a:pt x="82" y="195"/>
                    <a:pt x="78" y="193"/>
                    <a:pt x="73" y="191"/>
                  </a:cubicBezTo>
                  <a:cubicBezTo>
                    <a:pt x="71" y="189"/>
                    <a:pt x="68" y="187"/>
                    <a:pt x="64" y="184"/>
                  </a:cubicBezTo>
                  <a:cubicBezTo>
                    <a:pt x="63" y="182"/>
                    <a:pt x="61" y="180"/>
                    <a:pt x="59" y="177"/>
                  </a:cubicBezTo>
                  <a:cubicBezTo>
                    <a:pt x="58" y="174"/>
                    <a:pt x="58" y="174"/>
                    <a:pt x="58" y="174"/>
                  </a:cubicBezTo>
                  <a:cubicBezTo>
                    <a:pt x="53" y="166"/>
                    <a:pt x="53" y="166"/>
                    <a:pt x="53" y="166"/>
                  </a:cubicBezTo>
                  <a:cubicBezTo>
                    <a:pt x="51" y="160"/>
                    <a:pt x="48" y="155"/>
                    <a:pt x="46" y="149"/>
                  </a:cubicBezTo>
                  <a:cubicBezTo>
                    <a:pt x="41" y="138"/>
                    <a:pt x="36" y="127"/>
                    <a:pt x="32" y="116"/>
                  </a:cubicBezTo>
                  <a:cubicBezTo>
                    <a:pt x="28" y="104"/>
                    <a:pt x="24" y="93"/>
                    <a:pt x="20" y="82"/>
                  </a:cubicBezTo>
                  <a:cubicBezTo>
                    <a:pt x="13" y="60"/>
                    <a:pt x="6" y="37"/>
                    <a:pt x="0" y="14"/>
                  </a:cubicBezTo>
                  <a:lnTo>
                    <a:pt x="54" y="0"/>
                  </a:ln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6497638" y="2665413"/>
              <a:ext cx="514350" cy="630238"/>
            </a:xfrm>
            <a:custGeom>
              <a:avLst/>
              <a:gdLst/>
              <a:ahLst/>
              <a:cxnLst/>
              <a:rect l="l" t="t" r="r" b="b"/>
              <a:pathLst>
                <a:path w="121" h="148" extrusionOk="0">
                  <a:moveTo>
                    <a:pt x="28" y="27"/>
                  </a:moveTo>
                  <a:cubicBezTo>
                    <a:pt x="56" y="0"/>
                    <a:pt x="91" y="15"/>
                    <a:pt x="106" y="65"/>
                  </a:cubicBezTo>
                  <a:cubicBezTo>
                    <a:pt x="121" y="116"/>
                    <a:pt x="118" y="120"/>
                    <a:pt x="118" y="120"/>
                  </a:cubicBezTo>
                  <a:cubicBezTo>
                    <a:pt x="45" y="148"/>
                    <a:pt x="45" y="148"/>
                    <a:pt x="45" y="148"/>
                  </a:cubicBezTo>
                  <a:cubicBezTo>
                    <a:pt x="27" y="100"/>
                    <a:pt x="0" y="56"/>
                    <a:pt x="28" y="27"/>
                  </a:cubicBez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7348538" y="3559176"/>
              <a:ext cx="280988" cy="207963"/>
            </a:xfrm>
            <a:custGeom>
              <a:avLst/>
              <a:gdLst/>
              <a:ahLst/>
              <a:cxnLst/>
              <a:rect l="l" t="t" r="r" b="b"/>
              <a:pathLst>
                <a:path w="66" h="49" extrusionOk="0">
                  <a:moveTo>
                    <a:pt x="39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17" y="0"/>
                    <a:pt x="14" y="4"/>
                    <a:pt x="4" y="14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27" y="49"/>
                    <a:pt x="41" y="33"/>
                    <a:pt x="41" y="33"/>
                  </a:cubicBezTo>
                  <a:cubicBezTo>
                    <a:pt x="66" y="33"/>
                    <a:pt x="66" y="33"/>
                    <a:pt x="66" y="33"/>
                  </a:cubicBezTo>
                  <a:cubicBezTo>
                    <a:pt x="58" y="13"/>
                    <a:pt x="58" y="13"/>
                    <a:pt x="58" y="13"/>
                  </a:cubicBezTo>
                  <a:cubicBezTo>
                    <a:pt x="54" y="6"/>
                    <a:pt x="47" y="1"/>
                    <a:pt x="39" y="0"/>
                  </a:cubicBezTo>
                  <a:close/>
                </a:path>
              </a:pathLst>
            </a:custGeom>
            <a:solidFill>
              <a:srgbClr val="B55B5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6046788" y="4503738"/>
              <a:ext cx="1177925" cy="157163"/>
            </a:xfrm>
            <a:custGeom>
              <a:avLst/>
              <a:gdLst/>
              <a:ahLst/>
              <a:cxnLst/>
              <a:rect l="l" t="t" r="r" b="b"/>
              <a:pathLst>
                <a:path w="277" h="37" extrusionOk="0">
                  <a:moveTo>
                    <a:pt x="10" y="37"/>
                  </a:moveTo>
                  <a:cubicBezTo>
                    <a:pt x="267" y="37"/>
                    <a:pt x="267" y="37"/>
                    <a:pt x="267" y="37"/>
                  </a:cubicBezTo>
                  <a:cubicBezTo>
                    <a:pt x="272" y="37"/>
                    <a:pt x="277" y="33"/>
                    <a:pt x="277" y="27"/>
                  </a:cubicBezTo>
                  <a:cubicBezTo>
                    <a:pt x="277" y="11"/>
                    <a:pt x="277" y="11"/>
                    <a:pt x="277" y="11"/>
                  </a:cubicBezTo>
                  <a:cubicBezTo>
                    <a:pt x="277" y="5"/>
                    <a:pt x="272" y="0"/>
                    <a:pt x="267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5" y="0"/>
                    <a:pt x="0" y="5"/>
                    <a:pt x="0" y="11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33"/>
                    <a:pt x="5" y="37"/>
                    <a:pt x="10" y="37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6046788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2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2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6467475" y="4660901"/>
              <a:ext cx="119063" cy="1747838"/>
            </a:xfrm>
            <a:custGeom>
              <a:avLst/>
              <a:gdLst/>
              <a:ahLst/>
              <a:cxnLst/>
              <a:rect l="l" t="t" r="r" b="b"/>
              <a:pathLst>
                <a:path w="75" h="1101" extrusionOk="0">
                  <a:moveTo>
                    <a:pt x="46" y="1101"/>
                  </a:moveTo>
                  <a:lnTo>
                    <a:pt x="75" y="1101"/>
                  </a:lnTo>
                  <a:lnTo>
                    <a:pt x="41" y="0"/>
                  </a:lnTo>
                  <a:lnTo>
                    <a:pt x="0" y="0"/>
                  </a:lnTo>
                  <a:lnTo>
                    <a:pt x="46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6684963" y="4660901"/>
              <a:ext cx="123825" cy="1747838"/>
            </a:xfrm>
            <a:custGeom>
              <a:avLst/>
              <a:gdLst/>
              <a:ahLst/>
              <a:cxnLst/>
              <a:rect l="l" t="t" r="r" b="b"/>
              <a:pathLst>
                <a:path w="78" h="1101" extrusionOk="0">
                  <a:moveTo>
                    <a:pt x="30" y="1101"/>
                  </a:moveTo>
                  <a:lnTo>
                    <a:pt x="0" y="1101"/>
                  </a:lnTo>
                  <a:lnTo>
                    <a:pt x="35" y="0"/>
                  </a:lnTo>
                  <a:lnTo>
                    <a:pt x="78" y="0"/>
                  </a:lnTo>
                  <a:lnTo>
                    <a:pt x="30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  <a:close/>
                </a:path>
              </a:pathLst>
            </a:custGeom>
            <a:solidFill>
              <a:srgbClr val="8CB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6804025" y="4660901"/>
              <a:ext cx="4763" cy="68263"/>
            </a:xfrm>
            <a:custGeom>
              <a:avLst/>
              <a:gdLst/>
              <a:ahLst/>
              <a:cxnLst/>
              <a:rect l="l" t="t" r="r" b="b"/>
              <a:pathLst>
                <a:path w="3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7102475" y="4660901"/>
              <a:ext cx="122238" cy="1747838"/>
            </a:xfrm>
            <a:custGeom>
              <a:avLst/>
              <a:gdLst/>
              <a:ahLst/>
              <a:cxnLst/>
              <a:rect l="l" t="t" r="r" b="b"/>
              <a:pathLst>
                <a:path w="77" h="1101" extrusionOk="0">
                  <a:moveTo>
                    <a:pt x="48" y="1101"/>
                  </a:moveTo>
                  <a:lnTo>
                    <a:pt x="77" y="1101"/>
                  </a:lnTo>
                  <a:lnTo>
                    <a:pt x="43" y="0"/>
                  </a:lnTo>
                  <a:lnTo>
                    <a:pt x="0" y="0"/>
                  </a:lnTo>
                  <a:lnTo>
                    <a:pt x="48" y="110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7105650" y="4737101"/>
              <a:ext cx="119063" cy="1671638"/>
            </a:xfrm>
            <a:custGeom>
              <a:avLst/>
              <a:gdLst/>
              <a:ahLst/>
              <a:cxnLst/>
              <a:rect l="l" t="t" r="r" b="b"/>
              <a:pathLst>
                <a:path w="75" h="1053" extrusionOk="0">
                  <a:moveTo>
                    <a:pt x="41" y="0"/>
                  </a:moveTo>
                  <a:lnTo>
                    <a:pt x="0" y="0"/>
                  </a:lnTo>
                  <a:lnTo>
                    <a:pt x="46" y="1053"/>
                  </a:lnTo>
                  <a:lnTo>
                    <a:pt x="75" y="1053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6102350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6102350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0" y="48"/>
                  </a:lnTo>
                  <a:lnTo>
                    <a:pt x="40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close/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45"/>
                  </a:moveTo>
                  <a:lnTo>
                    <a:pt x="0" y="48"/>
                  </a:lnTo>
                  <a:lnTo>
                    <a:pt x="0" y="45"/>
                  </a:lnTo>
                  <a:moveTo>
                    <a:pt x="41" y="0"/>
                  </a:moveTo>
                  <a:lnTo>
                    <a:pt x="41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0" name="Google Shape;210;p1"/>
            <p:cNvSpPr/>
            <p:nvPr/>
          </p:nvSpPr>
          <p:spPr>
            <a:xfrm>
              <a:off x="6467475" y="4660901"/>
              <a:ext cx="65088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1" name="Google Shape;211;p1"/>
            <p:cNvSpPr/>
            <p:nvPr/>
          </p:nvSpPr>
          <p:spPr>
            <a:xfrm>
              <a:off x="6467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1" y="0"/>
                  </a:moveTo>
                  <a:lnTo>
                    <a:pt x="0" y="0"/>
                  </a:lnTo>
                  <a:lnTo>
                    <a:pt x="0" y="45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2" name="Google Shape;212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3" name="Google Shape;213;p1"/>
            <p:cNvSpPr/>
            <p:nvPr/>
          </p:nvSpPr>
          <p:spPr>
            <a:xfrm>
              <a:off x="6740525" y="4660901"/>
              <a:ext cx="63500" cy="15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4" name="Google Shape;214;p1"/>
            <p:cNvSpPr/>
            <p:nvPr/>
          </p:nvSpPr>
          <p:spPr>
            <a:xfrm>
              <a:off x="6735763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3" y="0"/>
                  </a:lnTo>
                  <a:lnTo>
                    <a:pt x="0" y="48"/>
                  </a:lnTo>
                  <a:lnTo>
                    <a:pt x="43" y="48"/>
                  </a:lnTo>
                  <a:lnTo>
                    <a:pt x="43" y="43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5" name="Google Shape;215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close/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C5D7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6" name="Google Shape;216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0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2" y="48"/>
                  </a:lnTo>
                  <a:lnTo>
                    <a:pt x="0" y="0"/>
                  </a:lnTo>
                  <a:moveTo>
                    <a:pt x="43" y="0"/>
                  </a:moveTo>
                  <a:lnTo>
                    <a:pt x="43" y="0"/>
                  </a:lnTo>
                  <a:lnTo>
                    <a:pt x="43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7" name="Google Shape;217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8" name="Google Shape;218;p1"/>
            <p:cNvSpPr/>
            <p:nvPr/>
          </p:nvSpPr>
          <p:spPr>
            <a:xfrm>
              <a:off x="7102475" y="4660901"/>
              <a:ext cx="68263" cy="0"/>
            </a:xfrm>
            <a:custGeom>
              <a:avLst/>
              <a:gdLst/>
              <a:ahLst/>
              <a:cxnLst/>
              <a:rect l="l" t="t" r="r" b="b"/>
              <a:pathLst>
                <a:path w="43" h="120000" extrusionOk="0">
                  <a:moveTo>
                    <a:pt x="43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3" y="0"/>
                  </a:lnTo>
                  <a:lnTo>
                    <a:pt x="43" y="0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19" name="Google Shape;219;p1"/>
            <p:cNvSpPr/>
            <p:nvPr/>
          </p:nvSpPr>
          <p:spPr>
            <a:xfrm>
              <a:off x="7102475" y="4660901"/>
              <a:ext cx="68263" cy="76200"/>
            </a:xfrm>
            <a:custGeom>
              <a:avLst/>
              <a:gdLst/>
              <a:ahLst/>
              <a:cxnLst/>
              <a:rect l="l" t="t" r="r" b="b"/>
              <a:pathLst>
                <a:path w="43" h="48" extrusionOk="0">
                  <a:moveTo>
                    <a:pt x="43" y="0"/>
                  </a:moveTo>
                  <a:lnTo>
                    <a:pt x="0" y="0"/>
                  </a:lnTo>
                  <a:lnTo>
                    <a:pt x="2" y="48"/>
                  </a:lnTo>
                  <a:lnTo>
                    <a:pt x="43" y="48"/>
                  </a:lnTo>
                  <a:lnTo>
                    <a:pt x="43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0" name="Google Shape;220;p1"/>
            <p:cNvSpPr/>
            <p:nvPr/>
          </p:nvSpPr>
          <p:spPr>
            <a:xfrm>
              <a:off x="7527925" y="474663"/>
              <a:ext cx="3168650" cy="2051050"/>
            </a:xfrm>
            <a:custGeom>
              <a:avLst/>
              <a:gdLst/>
              <a:ahLst/>
              <a:cxnLst/>
              <a:rect l="l" t="t" r="r" b="b"/>
              <a:pathLst>
                <a:path w="745" h="482" extrusionOk="0">
                  <a:moveTo>
                    <a:pt x="678" y="482"/>
                  </a:moveTo>
                  <a:cubicBezTo>
                    <a:pt x="37" y="482"/>
                    <a:pt x="37" y="482"/>
                    <a:pt x="37" y="482"/>
                  </a:cubicBezTo>
                  <a:cubicBezTo>
                    <a:pt x="16" y="482"/>
                    <a:pt x="0" y="465"/>
                    <a:pt x="1" y="444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7" y="17"/>
                    <a:pt x="45" y="0"/>
                    <a:pt x="66" y="0"/>
                  </a:cubicBezTo>
                  <a:cubicBezTo>
                    <a:pt x="707" y="0"/>
                    <a:pt x="707" y="0"/>
                    <a:pt x="707" y="0"/>
                  </a:cubicBezTo>
                  <a:cubicBezTo>
                    <a:pt x="728" y="0"/>
                    <a:pt x="745" y="17"/>
                    <a:pt x="743" y="38"/>
                  </a:cubicBezTo>
                  <a:cubicBezTo>
                    <a:pt x="719" y="444"/>
                    <a:pt x="719" y="444"/>
                    <a:pt x="719" y="444"/>
                  </a:cubicBezTo>
                  <a:cubicBezTo>
                    <a:pt x="717" y="465"/>
                    <a:pt x="699" y="482"/>
                    <a:pt x="678" y="482"/>
                  </a:cubicBezTo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1" name="Google Shape;221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7B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2" name="Google Shape;222;p1"/>
            <p:cNvSpPr/>
            <p:nvPr/>
          </p:nvSpPr>
          <p:spPr>
            <a:xfrm>
              <a:off x="8050213" y="2163763"/>
              <a:ext cx="995363" cy="858838"/>
            </a:xfrm>
            <a:custGeom>
              <a:avLst/>
              <a:gdLst/>
              <a:ahLst/>
              <a:cxnLst/>
              <a:rect l="l" t="t" r="r" b="b"/>
              <a:pathLst>
                <a:path w="627" h="541" extrusionOk="0">
                  <a:moveTo>
                    <a:pt x="0" y="0"/>
                  </a:moveTo>
                  <a:lnTo>
                    <a:pt x="158" y="541"/>
                  </a:lnTo>
                  <a:lnTo>
                    <a:pt x="627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3" name="Google Shape;223;p1"/>
            <p:cNvSpPr/>
            <p:nvPr/>
          </p:nvSpPr>
          <p:spPr>
            <a:xfrm>
              <a:off x="8701088" y="682626"/>
              <a:ext cx="1736725" cy="1149350"/>
            </a:xfrm>
            <a:custGeom>
              <a:avLst/>
              <a:gdLst/>
              <a:ahLst/>
              <a:cxnLst/>
              <a:rect l="l" t="t" r="r" b="b"/>
              <a:pathLst>
                <a:path w="408" h="270" extrusionOk="0">
                  <a:moveTo>
                    <a:pt x="387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16" y="0"/>
                    <a:pt x="6" y="9"/>
                    <a:pt x="5" y="21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92" y="98"/>
                    <a:pt x="92" y="98"/>
                    <a:pt x="92" y="98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05" y="87"/>
                    <a:pt x="105" y="87"/>
                    <a:pt x="105" y="87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3" y="79"/>
                    <a:pt x="121" y="88"/>
                    <a:pt x="120" y="98"/>
                  </a:cubicBezTo>
                  <a:cubicBezTo>
                    <a:pt x="195" y="98"/>
                    <a:pt x="195" y="98"/>
                    <a:pt x="195" y="98"/>
                  </a:cubicBezTo>
                  <a:cubicBezTo>
                    <a:pt x="207" y="98"/>
                    <a:pt x="216" y="107"/>
                    <a:pt x="215" y="119"/>
                  </a:cubicBezTo>
                  <a:cubicBezTo>
                    <a:pt x="206" y="270"/>
                    <a:pt x="206" y="270"/>
                    <a:pt x="206" y="270"/>
                  </a:cubicBezTo>
                  <a:cubicBezTo>
                    <a:pt x="371" y="270"/>
                    <a:pt x="371" y="270"/>
                    <a:pt x="371" y="270"/>
                  </a:cubicBezTo>
                  <a:cubicBezTo>
                    <a:pt x="383" y="270"/>
                    <a:pt x="393" y="261"/>
                    <a:pt x="394" y="249"/>
                  </a:cubicBezTo>
                  <a:cubicBezTo>
                    <a:pt x="407" y="21"/>
                    <a:pt x="407" y="21"/>
                    <a:pt x="407" y="21"/>
                  </a:cubicBezTo>
                  <a:cubicBezTo>
                    <a:pt x="408" y="9"/>
                    <a:pt x="399" y="0"/>
                    <a:pt x="387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4" name="Google Shape;224;p1"/>
            <p:cNvSpPr/>
            <p:nvPr/>
          </p:nvSpPr>
          <p:spPr>
            <a:xfrm>
              <a:off x="7847013" y="1100138"/>
              <a:ext cx="1730375" cy="1147763"/>
            </a:xfrm>
            <a:custGeom>
              <a:avLst/>
              <a:gdLst/>
              <a:ahLst/>
              <a:cxnLst/>
              <a:rect l="l" t="t" r="r" b="b"/>
              <a:pathLst>
                <a:path w="407" h="270" extrusionOk="0">
                  <a:moveTo>
                    <a:pt x="407" y="172"/>
                  </a:moveTo>
                  <a:cubicBezTo>
                    <a:pt x="372" y="172"/>
                    <a:pt x="372" y="172"/>
                    <a:pt x="372" y="172"/>
                  </a:cubicBezTo>
                  <a:cubicBezTo>
                    <a:pt x="370" y="192"/>
                    <a:pt x="367" y="211"/>
                    <a:pt x="365" y="228"/>
                  </a:cubicBezTo>
                  <a:cubicBezTo>
                    <a:pt x="365" y="228"/>
                    <a:pt x="365" y="228"/>
                    <a:pt x="365" y="228"/>
                  </a:cubicBezTo>
                  <a:cubicBezTo>
                    <a:pt x="365" y="229"/>
                    <a:pt x="365" y="229"/>
                    <a:pt x="365" y="229"/>
                  </a:cubicBezTo>
                  <a:cubicBezTo>
                    <a:pt x="363" y="245"/>
                    <a:pt x="362" y="258"/>
                    <a:pt x="362" y="270"/>
                  </a:cubicBezTo>
                  <a:cubicBezTo>
                    <a:pt x="380" y="270"/>
                    <a:pt x="380" y="270"/>
                    <a:pt x="380" y="270"/>
                  </a:cubicBezTo>
                  <a:cubicBezTo>
                    <a:pt x="392" y="270"/>
                    <a:pt x="402" y="261"/>
                    <a:pt x="403" y="249"/>
                  </a:cubicBezTo>
                  <a:cubicBezTo>
                    <a:pt x="407" y="172"/>
                    <a:pt x="407" y="172"/>
                    <a:pt x="407" y="172"/>
                  </a:cubicBezTo>
                  <a:moveTo>
                    <a:pt x="201" y="0"/>
                  </a:moveTo>
                  <a:cubicBezTo>
                    <a:pt x="37" y="0"/>
                    <a:pt x="37" y="0"/>
                    <a:pt x="37" y="0"/>
                  </a:cubicBezTo>
                  <a:cubicBezTo>
                    <a:pt x="25" y="0"/>
                    <a:pt x="15" y="9"/>
                    <a:pt x="14" y="21"/>
                  </a:cubicBezTo>
                  <a:cubicBezTo>
                    <a:pt x="0" y="249"/>
                    <a:pt x="0" y="249"/>
                    <a:pt x="0" y="249"/>
                  </a:cubicBezTo>
                  <a:cubicBezTo>
                    <a:pt x="0" y="261"/>
                    <a:pt x="9" y="270"/>
                    <a:pt x="21" y="270"/>
                  </a:cubicBezTo>
                  <a:cubicBezTo>
                    <a:pt x="54" y="270"/>
                    <a:pt x="54" y="270"/>
                    <a:pt x="54" y="270"/>
                  </a:cubicBezTo>
                  <a:cubicBezTo>
                    <a:pt x="48" y="250"/>
                    <a:pt x="48" y="250"/>
                    <a:pt x="48" y="250"/>
                  </a:cubicBezTo>
                  <a:cubicBezTo>
                    <a:pt x="180" y="250"/>
                    <a:pt x="180" y="250"/>
                    <a:pt x="180" y="250"/>
                  </a:cubicBezTo>
                  <a:cubicBezTo>
                    <a:pt x="179" y="166"/>
                    <a:pt x="188" y="119"/>
                    <a:pt x="196" y="92"/>
                  </a:cubicBezTo>
                  <a:cubicBezTo>
                    <a:pt x="201" y="0"/>
                    <a:pt x="201" y="0"/>
                    <a:pt x="201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5" name="Google Shape;225;p1"/>
            <p:cNvSpPr/>
            <p:nvPr/>
          </p:nvSpPr>
          <p:spPr>
            <a:xfrm>
              <a:off x="8050213" y="2163763"/>
              <a:ext cx="561975" cy="84138"/>
            </a:xfrm>
            <a:custGeom>
              <a:avLst/>
              <a:gdLst/>
              <a:ahLst/>
              <a:cxnLst/>
              <a:rect l="l" t="t" r="r" b="b"/>
              <a:pathLst>
                <a:path w="132" h="20" extrusionOk="0">
                  <a:moveTo>
                    <a:pt x="13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132" y="20"/>
                    <a:pt x="132" y="20"/>
                    <a:pt x="132" y="20"/>
                  </a:cubicBezTo>
                  <a:cubicBezTo>
                    <a:pt x="132" y="13"/>
                    <a:pt x="132" y="6"/>
                    <a:pt x="132" y="0"/>
                  </a:cubicBezTo>
                </a:path>
              </a:pathLst>
            </a:custGeom>
            <a:solidFill>
              <a:srgbClr val="5388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6" name="Google Shape;226;p1"/>
            <p:cNvSpPr/>
            <p:nvPr/>
          </p:nvSpPr>
          <p:spPr>
            <a:xfrm>
              <a:off x="8680450" y="1100138"/>
              <a:ext cx="939800" cy="731838"/>
            </a:xfrm>
            <a:custGeom>
              <a:avLst/>
              <a:gdLst/>
              <a:ahLst/>
              <a:cxnLst/>
              <a:rect l="l" t="t" r="r" b="b"/>
              <a:pathLst>
                <a:path w="221" h="172" extrusionOk="0">
                  <a:moveTo>
                    <a:pt x="97" y="0"/>
                  </a:moveTo>
                  <a:cubicBezTo>
                    <a:pt x="5" y="0"/>
                    <a:pt x="5" y="0"/>
                    <a:pt x="5" y="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2" y="86"/>
                    <a:pt x="3" y="82"/>
                    <a:pt x="5" y="77"/>
                  </a:cubicBezTo>
                  <a:cubicBezTo>
                    <a:pt x="9" y="65"/>
                    <a:pt x="19" y="56"/>
                    <a:pt x="30" y="54"/>
                  </a:cubicBezTo>
                  <a:cubicBezTo>
                    <a:pt x="38" y="52"/>
                    <a:pt x="58" y="51"/>
                    <a:pt x="63" y="51"/>
                  </a:cubicBezTo>
                  <a:cubicBezTo>
                    <a:pt x="64" y="51"/>
                    <a:pt x="64" y="51"/>
                    <a:pt x="64" y="51"/>
                  </a:cubicBezTo>
                  <a:cubicBezTo>
                    <a:pt x="64" y="51"/>
                    <a:pt x="64" y="52"/>
                    <a:pt x="63" y="52"/>
                  </a:cubicBezTo>
                  <a:cubicBezTo>
                    <a:pt x="84" y="48"/>
                    <a:pt x="88" y="35"/>
                    <a:pt x="86" y="21"/>
                  </a:cubicBezTo>
                  <a:cubicBezTo>
                    <a:pt x="86" y="17"/>
                    <a:pt x="85" y="14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84" y="10"/>
                    <a:pt x="84" y="10"/>
                    <a:pt x="84" y="10"/>
                  </a:cubicBezTo>
                  <a:cubicBezTo>
                    <a:pt x="97" y="0"/>
                    <a:pt x="97" y="0"/>
                    <a:pt x="97" y="0"/>
                  </a:cubicBezTo>
                  <a:moveTo>
                    <a:pt x="200" y="0"/>
                  </a:moveTo>
                  <a:cubicBezTo>
                    <a:pt x="125" y="0"/>
                    <a:pt x="125" y="0"/>
                    <a:pt x="125" y="0"/>
                  </a:cubicBezTo>
                  <a:cubicBezTo>
                    <a:pt x="123" y="19"/>
                    <a:pt x="123" y="39"/>
                    <a:pt x="132" y="51"/>
                  </a:cubicBezTo>
                  <a:cubicBezTo>
                    <a:pt x="132" y="51"/>
                    <a:pt x="133" y="51"/>
                    <a:pt x="134" y="51"/>
                  </a:cubicBezTo>
                  <a:cubicBezTo>
                    <a:pt x="147" y="52"/>
                    <a:pt x="160" y="54"/>
                    <a:pt x="171" y="56"/>
                  </a:cubicBezTo>
                  <a:cubicBezTo>
                    <a:pt x="171" y="56"/>
                    <a:pt x="171" y="56"/>
                    <a:pt x="171" y="56"/>
                  </a:cubicBezTo>
                  <a:cubicBezTo>
                    <a:pt x="183" y="58"/>
                    <a:pt x="191" y="69"/>
                    <a:pt x="189" y="81"/>
                  </a:cubicBezTo>
                  <a:cubicBezTo>
                    <a:pt x="189" y="85"/>
                    <a:pt x="188" y="91"/>
                    <a:pt x="187" y="97"/>
                  </a:cubicBezTo>
                  <a:cubicBezTo>
                    <a:pt x="187" y="97"/>
                    <a:pt x="187" y="97"/>
                    <a:pt x="187" y="97"/>
                  </a:cubicBezTo>
                  <a:cubicBezTo>
                    <a:pt x="184" y="117"/>
                    <a:pt x="180" y="144"/>
                    <a:pt x="176" y="172"/>
                  </a:cubicBezTo>
                  <a:cubicBezTo>
                    <a:pt x="211" y="172"/>
                    <a:pt x="211" y="172"/>
                    <a:pt x="211" y="172"/>
                  </a:cubicBezTo>
                  <a:cubicBezTo>
                    <a:pt x="220" y="21"/>
                    <a:pt x="220" y="21"/>
                    <a:pt x="220" y="21"/>
                  </a:cubicBezTo>
                  <a:cubicBezTo>
                    <a:pt x="221" y="9"/>
                    <a:pt x="212" y="0"/>
                    <a:pt x="200" y="0"/>
                  </a:cubicBezTo>
                </a:path>
              </a:pathLst>
            </a:custGeom>
            <a:solidFill>
              <a:srgbClr val="6594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7" name="Google Shape;227;p1"/>
            <p:cNvSpPr/>
            <p:nvPr/>
          </p:nvSpPr>
          <p:spPr>
            <a:xfrm>
              <a:off x="7821613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1" y="12"/>
                  </a:cubicBezTo>
                  <a:cubicBezTo>
                    <a:pt x="0" y="19"/>
                    <a:pt x="5" y="24"/>
                    <a:pt x="10" y="24"/>
                  </a:cubicBezTo>
                  <a:cubicBezTo>
                    <a:pt x="16" y="24"/>
                    <a:pt x="21" y="19"/>
                    <a:pt x="22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8" name="Google Shape;228;p1"/>
            <p:cNvSpPr/>
            <p:nvPr/>
          </p:nvSpPr>
          <p:spPr>
            <a:xfrm>
              <a:off x="7986713" y="573088"/>
              <a:ext cx="98425" cy="101600"/>
            </a:xfrm>
            <a:custGeom>
              <a:avLst/>
              <a:gdLst/>
              <a:ahLst/>
              <a:cxnLst/>
              <a:rect l="l" t="t" r="r" b="b"/>
              <a:pathLst>
                <a:path w="23" h="24" extrusionOk="0">
                  <a:moveTo>
                    <a:pt x="12" y="0"/>
                  </a:moveTo>
                  <a:cubicBezTo>
                    <a:pt x="7" y="0"/>
                    <a:pt x="1" y="5"/>
                    <a:pt x="1" y="12"/>
                  </a:cubicBezTo>
                  <a:cubicBezTo>
                    <a:pt x="0" y="19"/>
                    <a:pt x="5" y="24"/>
                    <a:pt x="11" y="24"/>
                  </a:cubicBezTo>
                  <a:cubicBezTo>
                    <a:pt x="17" y="24"/>
                    <a:pt x="22" y="19"/>
                    <a:pt x="22" y="12"/>
                  </a:cubicBezTo>
                  <a:cubicBezTo>
                    <a:pt x="23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29" name="Google Shape;229;p1"/>
            <p:cNvSpPr/>
            <p:nvPr/>
          </p:nvSpPr>
          <p:spPr>
            <a:xfrm>
              <a:off x="8156575" y="573088"/>
              <a:ext cx="93663" cy="101600"/>
            </a:xfrm>
            <a:custGeom>
              <a:avLst/>
              <a:gdLst/>
              <a:ahLst/>
              <a:cxnLst/>
              <a:rect l="l" t="t" r="r" b="b"/>
              <a:pathLst>
                <a:path w="22" h="24" extrusionOk="0">
                  <a:moveTo>
                    <a:pt x="12" y="0"/>
                  </a:moveTo>
                  <a:cubicBezTo>
                    <a:pt x="6" y="0"/>
                    <a:pt x="1" y="5"/>
                    <a:pt x="0" y="12"/>
                  </a:cubicBezTo>
                  <a:cubicBezTo>
                    <a:pt x="0" y="19"/>
                    <a:pt x="4" y="24"/>
                    <a:pt x="10" y="24"/>
                  </a:cubicBezTo>
                  <a:cubicBezTo>
                    <a:pt x="16" y="24"/>
                    <a:pt x="21" y="19"/>
                    <a:pt x="21" y="12"/>
                  </a:cubicBezTo>
                  <a:cubicBezTo>
                    <a:pt x="22" y="5"/>
                    <a:pt x="18" y="0"/>
                    <a:pt x="12" y="0"/>
                  </a:cubicBezTo>
                </a:path>
              </a:pathLst>
            </a:custGeom>
            <a:solidFill>
              <a:srgbClr val="A0BD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0" name="Google Shape;230;p1"/>
            <p:cNvSpPr/>
            <p:nvPr/>
          </p:nvSpPr>
          <p:spPr>
            <a:xfrm>
              <a:off x="7505700" y="449263"/>
              <a:ext cx="3144838" cy="2036763"/>
            </a:xfrm>
            <a:custGeom>
              <a:avLst/>
              <a:gdLst/>
              <a:ahLst/>
              <a:cxnLst/>
              <a:rect l="l" t="t" r="r" b="b"/>
              <a:pathLst>
                <a:path w="739" h="479" extrusionOk="0">
                  <a:moveTo>
                    <a:pt x="707" y="0"/>
                  </a:moveTo>
                  <a:cubicBezTo>
                    <a:pt x="67" y="0"/>
                    <a:pt x="67" y="0"/>
                    <a:pt x="67" y="0"/>
                  </a:cubicBezTo>
                  <a:cubicBezTo>
                    <a:pt x="45" y="0"/>
                    <a:pt x="26" y="18"/>
                    <a:pt x="25" y="40"/>
                  </a:cubicBezTo>
                  <a:cubicBezTo>
                    <a:pt x="0" y="445"/>
                    <a:pt x="0" y="445"/>
                    <a:pt x="0" y="445"/>
                  </a:cubicBezTo>
                  <a:cubicBezTo>
                    <a:pt x="0" y="456"/>
                    <a:pt x="3" y="466"/>
                    <a:pt x="10" y="473"/>
                  </a:cubicBezTo>
                  <a:cubicBezTo>
                    <a:pt x="13" y="476"/>
                    <a:pt x="15" y="478"/>
                    <a:pt x="18" y="479"/>
                  </a:cubicBezTo>
                  <a:cubicBezTo>
                    <a:pt x="15" y="477"/>
                    <a:pt x="13" y="474"/>
                    <a:pt x="11" y="471"/>
                  </a:cubicBezTo>
                  <a:cubicBezTo>
                    <a:pt x="5" y="464"/>
                    <a:pt x="2" y="455"/>
                    <a:pt x="2" y="445"/>
                  </a:cubicBezTo>
                  <a:cubicBezTo>
                    <a:pt x="27" y="40"/>
                    <a:pt x="27" y="40"/>
                    <a:pt x="27" y="40"/>
                  </a:cubicBezTo>
                  <a:cubicBezTo>
                    <a:pt x="28" y="19"/>
                    <a:pt x="46" y="2"/>
                    <a:pt x="67" y="2"/>
                  </a:cubicBezTo>
                  <a:cubicBezTo>
                    <a:pt x="707" y="2"/>
                    <a:pt x="707" y="2"/>
                    <a:pt x="707" y="2"/>
                  </a:cubicBezTo>
                  <a:cubicBezTo>
                    <a:pt x="716" y="2"/>
                    <a:pt x="724" y="5"/>
                    <a:pt x="731" y="11"/>
                  </a:cubicBezTo>
                  <a:cubicBezTo>
                    <a:pt x="734" y="13"/>
                    <a:pt x="737" y="15"/>
                    <a:pt x="739" y="18"/>
                  </a:cubicBezTo>
                  <a:cubicBezTo>
                    <a:pt x="738" y="16"/>
                    <a:pt x="736" y="14"/>
                    <a:pt x="734" y="12"/>
                  </a:cubicBezTo>
                  <a:cubicBezTo>
                    <a:pt x="727" y="4"/>
                    <a:pt x="718" y="0"/>
                    <a:pt x="707" y="0"/>
                  </a:cubicBezTo>
                </a:path>
              </a:pathLst>
            </a:custGeom>
            <a:solidFill>
              <a:srgbClr val="BDC1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1" name="Google Shape;231;p1"/>
            <p:cNvSpPr/>
            <p:nvPr/>
          </p:nvSpPr>
          <p:spPr>
            <a:xfrm>
              <a:off x="8148638" y="2503488"/>
              <a:ext cx="600075" cy="9525"/>
            </a:xfrm>
            <a:custGeom>
              <a:avLst/>
              <a:gdLst/>
              <a:ahLst/>
              <a:cxnLst/>
              <a:rect l="l" t="t" r="r" b="b"/>
              <a:pathLst>
                <a:path w="141" h="2" extrusionOk="0">
                  <a:moveTo>
                    <a:pt x="11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2"/>
                    <a:pt x="1" y="2"/>
                    <a:pt x="1" y="2"/>
                  </a:cubicBezTo>
                  <a:cubicBezTo>
                    <a:pt x="140" y="2"/>
                    <a:pt x="140" y="2"/>
                    <a:pt x="140" y="2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13" y="1"/>
                    <a:pt x="113" y="1"/>
                    <a:pt x="113" y="1"/>
                  </a:cubicBezTo>
                  <a:cubicBezTo>
                    <a:pt x="113" y="0"/>
                    <a:pt x="113" y="0"/>
                    <a:pt x="112" y="0"/>
                  </a:cubicBezTo>
                </a:path>
              </a:pathLst>
            </a:custGeom>
            <a:solidFill>
              <a:srgbClr val="3865C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2" name="Google Shape;232;p1"/>
            <p:cNvSpPr/>
            <p:nvPr/>
          </p:nvSpPr>
          <p:spPr>
            <a:xfrm>
              <a:off x="8199438" y="1317626"/>
              <a:ext cx="739775" cy="782638"/>
            </a:xfrm>
            <a:custGeom>
              <a:avLst/>
              <a:gdLst/>
              <a:ahLst/>
              <a:cxnLst/>
              <a:rect l="l" t="t" r="r" b="b"/>
              <a:pathLst>
                <a:path w="174" h="184" extrusionOk="0">
                  <a:moveTo>
                    <a:pt x="168" y="44"/>
                  </a:moveTo>
                  <a:cubicBezTo>
                    <a:pt x="165" y="49"/>
                    <a:pt x="163" y="54"/>
                    <a:pt x="160" y="60"/>
                  </a:cubicBezTo>
                  <a:cubicBezTo>
                    <a:pt x="158" y="65"/>
                    <a:pt x="155" y="70"/>
                    <a:pt x="152" y="75"/>
                  </a:cubicBezTo>
                  <a:cubicBezTo>
                    <a:pt x="146" y="85"/>
                    <a:pt x="140" y="94"/>
                    <a:pt x="133" y="104"/>
                  </a:cubicBezTo>
                  <a:cubicBezTo>
                    <a:pt x="130" y="109"/>
                    <a:pt x="126" y="114"/>
                    <a:pt x="123" y="118"/>
                  </a:cubicBezTo>
                  <a:cubicBezTo>
                    <a:pt x="119" y="123"/>
                    <a:pt x="116" y="128"/>
                    <a:pt x="112" y="132"/>
                  </a:cubicBezTo>
                  <a:cubicBezTo>
                    <a:pt x="105" y="141"/>
                    <a:pt x="96" y="150"/>
                    <a:pt x="88" y="159"/>
                  </a:cubicBezTo>
                  <a:cubicBezTo>
                    <a:pt x="85" y="161"/>
                    <a:pt x="83" y="163"/>
                    <a:pt x="81" y="165"/>
                  </a:cubicBezTo>
                  <a:cubicBezTo>
                    <a:pt x="78" y="167"/>
                    <a:pt x="76" y="169"/>
                    <a:pt x="73" y="171"/>
                  </a:cubicBezTo>
                  <a:cubicBezTo>
                    <a:pt x="66" y="177"/>
                    <a:pt x="66" y="177"/>
                    <a:pt x="66" y="177"/>
                  </a:cubicBezTo>
                  <a:cubicBezTo>
                    <a:pt x="66" y="177"/>
                    <a:pt x="64" y="178"/>
                    <a:pt x="63" y="178"/>
                  </a:cubicBezTo>
                  <a:cubicBezTo>
                    <a:pt x="62" y="179"/>
                    <a:pt x="61" y="180"/>
                    <a:pt x="60" y="180"/>
                  </a:cubicBezTo>
                  <a:cubicBezTo>
                    <a:pt x="58" y="181"/>
                    <a:pt x="56" y="182"/>
                    <a:pt x="53" y="183"/>
                  </a:cubicBezTo>
                  <a:cubicBezTo>
                    <a:pt x="49" y="184"/>
                    <a:pt x="44" y="184"/>
                    <a:pt x="39" y="183"/>
                  </a:cubicBezTo>
                  <a:cubicBezTo>
                    <a:pt x="34" y="182"/>
                    <a:pt x="30" y="180"/>
                    <a:pt x="26" y="177"/>
                  </a:cubicBezTo>
                  <a:cubicBezTo>
                    <a:pt x="24" y="175"/>
                    <a:pt x="22" y="174"/>
                    <a:pt x="21" y="172"/>
                  </a:cubicBezTo>
                  <a:cubicBezTo>
                    <a:pt x="20" y="170"/>
                    <a:pt x="20" y="170"/>
                    <a:pt x="20" y="170"/>
                  </a:cubicBezTo>
                  <a:cubicBezTo>
                    <a:pt x="19" y="170"/>
                    <a:pt x="19" y="170"/>
                    <a:pt x="19" y="170"/>
                  </a:cubicBezTo>
                  <a:cubicBezTo>
                    <a:pt x="19" y="169"/>
                    <a:pt x="19" y="169"/>
                    <a:pt x="19" y="169"/>
                  </a:cubicBezTo>
                  <a:cubicBezTo>
                    <a:pt x="18" y="168"/>
                    <a:pt x="18" y="168"/>
                    <a:pt x="18" y="168"/>
                  </a:cubicBezTo>
                  <a:cubicBezTo>
                    <a:pt x="15" y="163"/>
                    <a:pt x="15" y="163"/>
                    <a:pt x="15" y="163"/>
                  </a:cubicBezTo>
                  <a:cubicBezTo>
                    <a:pt x="15" y="161"/>
                    <a:pt x="14" y="159"/>
                    <a:pt x="13" y="158"/>
                  </a:cubicBezTo>
                  <a:cubicBezTo>
                    <a:pt x="10" y="151"/>
                    <a:pt x="9" y="145"/>
                    <a:pt x="7" y="139"/>
                  </a:cubicBezTo>
                  <a:cubicBezTo>
                    <a:pt x="4" y="127"/>
                    <a:pt x="2" y="116"/>
                    <a:pt x="1" y="104"/>
                  </a:cubicBezTo>
                  <a:cubicBezTo>
                    <a:pt x="0" y="92"/>
                    <a:pt x="0" y="81"/>
                    <a:pt x="0" y="69"/>
                  </a:cubicBezTo>
                  <a:cubicBezTo>
                    <a:pt x="0" y="62"/>
                    <a:pt x="6" y="56"/>
                    <a:pt x="14" y="56"/>
                  </a:cubicBezTo>
                  <a:cubicBezTo>
                    <a:pt x="20" y="56"/>
                    <a:pt x="25" y="60"/>
                    <a:pt x="27" y="66"/>
                  </a:cubicBezTo>
                  <a:cubicBezTo>
                    <a:pt x="27" y="66"/>
                    <a:pt x="27" y="66"/>
                    <a:pt x="27" y="66"/>
                  </a:cubicBezTo>
                  <a:cubicBezTo>
                    <a:pt x="33" y="87"/>
                    <a:pt x="39" y="108"/>
                    <a:pt x="47" y="126"/>
                  </a:cubicBezTo>
                  <a:cubicBezTo>
                    <a:pt x="49" y="131"/>
                    <a:pt x="51" y="135"/>
                    <a:pt x="53" y="138"/>
                  </a:cubicBezTo>
                  <a:cubicBezTo>
                    <a:pt x="53" y="139"/>
                    <a:pt x="54" y="140"/>
                    <a:pt x="54" y="141"/>
                  </a:cubicBezTo>
                  <a:cubicBezTo>
                    <a:pt x="55" y="141"/>
                    <a:pt x="55" y="142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3"/>
                    <a:pt x="56" y="143"/>
                    <a:pt x="56" y="143"/>
                  </a:cubicBezTo>
                  <a:cubicBezTo>
                    <a:pt x="56" y="142"/>
                    <a:pt x="56" y="142"/>
                    <a:pt x="56" y="142"/>
                  </a:cubicBezTo>
                  <a:cubicBezTo>
                    <a:pt x="55" y="142"/>
                    <a:pt x="54" y="141"/>
                    <a:pt x="53" y="140"/>
                  </a:cubicBezTo>
                  <a:cubicBezTo>
                    <a:pt x="52" y="139"/>
                    <a:pt x="50" y="138"/>
                    <a:pt x="48" y="137"/>
                  </a:cubicBezTo>
                  <a:cubicBezTo>
                    <a:pt x="46" y="137"/>
                    <a:pt x="44" y="137"/>
                    <a:pt x="42" y="137"/>
                  </a:cubicBezTo>
                  <a:cubicBezTo>
                    <a:pt x="41" y="138"/>
                    <a:pt x="40" y="138"/>
                    <a:pt x="39" y="138"/>
                  </a:cubicBezTo>
                  <a:cubicBezTo>
                    <a:pt x="38" y="139"/>
                    <a:pt x="38" y="139"/>
                    <a:pt x="38" y="139"/>
                  </a:cubicBezTo>
                  <a:cubicBezTo>
                    <a:pt x="37" y="139"/>
                    <a:pt x="36" y="140"/>
                    <a:pt x="37" y="139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4" y="133"/>
                    <a:pt x="45" y="131"/>
                    <a:pt x="47" y="129"/>
                  </a:cubicBezTo>
                  <a:cubicBezTo>
                    <a:pt x="48" y="128"/>
                    <a:pt x="50" y="126"/>
                    <a:pt x="52" y="124"/>
                  </a:cubicBezTo>
                  <a:cubicBezTo>
                    <a:pt x="65" y="109"/>
                    <a:pt x="76" y="92"/>
                    <a:pt x="87" y="74"/>
                  </a:cubicBezTo>
                  <a:cubicBezTo>
                    <a:pt x="93" y="65"/>
                    <a:pt x="98" y="56"/>
                    <a:pt x="104" y="47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19" y="20"/>
                    <a:pt x="119" y="20"/>
                    <a:pt x="119" y="20"/>
                  </a:cubicBezTo>
                  <a:cubicBezTo>
                    <a:pt x="119" y="19"/>
                    <a:pt x="119" y="19"/>
                    <a:pt x="119" y="19"/>
                  </a:cubicBezTo>
                  <a:cubicBezTo>
                    <a:pt x="126" y="5"/>
                    <a:pt x="143" y="0"/>
                    <a:pt x="156" y="8"/>
                  </a:cubicBezTo>
                  <a:cubicBezTo>
                    <a:pt x="169" y="15"/>
                    <a:pt x="174" y="30"/>
                    <a:pt x="168" y="44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3" name="Google Shape;233;p1"/>
            <p:cNvSpPr/>
            <p:nvPr/>
          </p:nvSpPr>
          <p:spPr>
            <a:xfrm>
              <a:off x="8131175" y="1465263"/>
              <a:ext cx="182563" cy="153988"/>
            </a:xfrm>
            <a:custGeom>
              <a:avLst/>
              <a:gdLst/>
              <a:ahLst/>
              <a:cxnLst/>
              <a:rect l="l" t="t" r="r" b="b"/>
              <a:pathLst>
                <a:path w="43" h="36" extrusionOk="0">
                  <a:moveTo>
                    <a:pt x="19" y="33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30" y="6"/>
                    <a:pt x="38" y="15"/>
                  </a:cubicBezTo>
                  <a:cubicBezTo>
                    <a:pt x="43" y="21"/>
                    <a:pt x="42" y="30"/>
                    <a:pt x="35" y="33"/>
                  </a:cubicBezTo>
                  <a:cubicBezTo>
                    <a:pt x="30" y="36"/>
                    <a:pt x="24" y="35"/>
                    <a:pt x="19" y="33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4" name="Google Shape;234;p1"/>
            <p:cNvSpPr/>
            <p:nvPr/>
          </p:nvSpPr>
          <p:spPr>
            <a:xfrm>
              <a:off x="8097838" y="1419226"/>
              <a:ext cx="122238" cy="139700"/>
            </a:xfrm>
            <a:custGeom>
              <a:avLst/>
              <a:gdLst/>
              <a:ahLst/>
              <a:cxnLst/>
              <a:rect l="l" t="t" r="r" b="b"/>
              <a:pathLst>
                <a:path w="29" h="33" extrusionOk="0">
                  <a:moveTo>
                    <a:pt x="4" y="10"/>
                  </a:moveTo>
                  <a:cubicBezTo>
                    <a:pt x="14" y="2"/>
                    <a:pt x="14" y="2"/>
                    <a:pt x="14" y="2"/>
                  </a:cubicBezTo>
                  <a:cubicBezTo>
                    <a:pt x="17" y="0"/>
                    <a:pt x="21" y="1"/>
                    <a:pt x="23" y="3"/>
                  </a:cubicBezTo>
                  <a:cubicBezTo>
                    <a:pt x="29" y="11"/>
                    <a:pt x="29" y="11"/>
                    <a:pt x="29" y="11"/>
                  </a:cubicBezTo>
                  <a:cubicBezTo>
                    <a:pt x="8" y="33"/>
                    <a:pt x="8" y="33"/>
                    <a:pt x="8" y="33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0" y="15"/>
                    <a:pt x="1" y="11"/>
                    <a:pt x="4" y="10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5" name="Google Shape;235;p1"/>
            <p:cNvSpPr/>
            <p:nvPr/>
          </p:nvSpPr>
          <p:spPr>
            <a:xfrm>
              <a:off x="8632825" y="1317626"/>
              <a:ext cx="838200" cy="1147763"/>
            </a:xfrm>
            <a:custGeom>
              <a:avLst/>
              <a:gdLst/>
              <a:ahLst/>
              <a:cxnLst/>
              <a:rect l="l" t="t" r="r" b="b"/>
              <a:pathLst>
                <a:path w="197" h="270" extrusionOk="0">
                  <a:moveTo>
                    <a:pt x="24" y="26"/>
                  </a:moveTo>
                  <a:cubicBezTo>
                    <a:pt x="27" y="15"/>
                    <a:pt x="36" y="7"/>
                    <a:pt x="47" y="5"/>
                  </a:cubicBezTo>
                  <a:cubicBezTo>
                    <a:pt x="56" y="4"/>
                    <a:pt x="60" y="2"/>
                    <a:pt x="71" y="2"/>
                  </a:cubicBezTo>
                  <a:cubicBezTo>
                    <a:pt x="90" y="0"/>
                    <a:pt x="121" y="1"/>
                    <a:pt x="142" y="3"/>
                  </a:cubicBezTo>
                  <a:cubicBezTo>
                    <a:pt x="155" y="4"/>
                    <a:pt x="168" y="5"/>
                    <a:pt x="178" y="7"/>
                  </a:cubicBezTo>
                  <a:cubicBezTo>
                    <a:pt x="178" y="7"/>
                    <a:pt x="178" y="7"/>
                    <a:pt x="178" y="7"/>
                  </a:cubicBezTo>
                  <a:cubicBezTo>
                    <a:pt x="189" y="9"/>
                    <a:pt x="197" y="20"/>
                    <a:pt x="195" y="31"/>
                  </a:cubicBezTo>
                  <a:cubicBezTo>
                    <a:pt x="190" y="60"/>
                    <a:pt x="176" y="110"/>
                    <a:pt x="174" y="157"/>
                  </a:cubicBezTo>
                  <a:cubicBezTo>
                    <a:pt x="172" y="220"/>
                    <a:pt x="173" y="255"/>
                    <a:pt x="172" y="270"/>
                  </a:cubicBezTo>
                  <a:cubicBezTo>
                    <a:pt x="11" y="267"/>
                    <a:pt x="11" y="267"/>
                    <a:pt x="11" y="267"/>
                  </a:cubicBezTo>
                  <a:cubicBezTo>
                    <a:pt x="0" y="115"/>
                    <a:pt x="14" y="60"/>
                    <a:pt x="24" y="2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6" name="Google Shape;236;p1"/>
            <p:cNvSpPr/>
            <p:nvPr/>
          </p:nvSpPr>
          <p:spPr>
            <a:xfrm>
              <a:off x="8578850" y="1317626"/>
              <a:ext cx="914400" cy="1190625"/>
            </a:xfrm>
            <a:custGeom>
              <a:avLst/>
              <a:gdLst/>
              <a:ahLst/>
              <a:cxnLst/>
              <a:rect l="l" t="t" r="r" b="b"/>
              <a:pathLst>
                <a:path w="215" h="280" extrusionOk="0">
                  <a:moveTo>
                    <a:pt x="195" y="5"/>
                  </a:moveTo>
                  <a:cubicBezTo>
                    <a:pt x="195" y="5"/>
                    <a:pt x="195" y="5"/>
                    <a:pt x="195" y="5"/>
                  </a:cubicBezTo>
                  <a:cubicBezTo>
                    <a:pt x="184" y="3"/>
                    <a:pt x="171" y="1"/>
                    <a:pt x="158" y="0"/>
                  </a:cubicBezTo>
                  <a:cubicBezTo>
                    <a:pt x="156" y="0"/>
                    <a:pt x="153" y="0"/>
                    <a:pt x="151" y="0"/>
                  </a:cubicBezTo>
                  <a:cubicBezTo>
                    <a:pt x="144" y="29"/>
                    <a:pt x="102" y="77"/>
                    <a:pt x="89" y="151"/>
                  </a:cubicBezTo>
                  <a:cubicBezTo>
                    <a:pt x="84" y="90"/>
                    <a:pt x="81" y="25"/>
                    <a:pt x="88" y="0"/>
                  </a:cubicBezTo>
                  <a:cubicBezTo>
                    <a:pt x="83" y="0"/>
                    <a:pt x="63" y="1"/>
                    <a:pt x="54" y="3"/>
                  </a:cubicBezTo>
                  <a:cubicBezTo>
                    <a:pt x="43" y="5"/>
                    <a:pt x="33" y="14"/>
                    <a:pt x="29" y="26"/>
                  </a:cubicBezTo>
                  <a:cubicBezTo>
                    <a:pt x="19" y="55"/>
                    <a:pt x="0" y="120"/>
                    <a:pt x="12" y="280"/>
                  </a:cubicBezTo>
                  <a:cubicBezTo>
                    <a:pt x="190" y="280"/>
                    <a:pt x="190" y="280"/>
                    <a:pt x="190" y="280"/>
                  </a:cubicBezTo>
                  <a:cubicBezTo>
                    <a:pt x="191" y="264"/>
                    <a:pt x="187" y="230"/>
                    <a:pt x="193" y="178"/>
                  </a:cubicBezTo>
                  <a:cubicBezTo>
                    <a:pt x="199" y="128"/>
                    <a:pt x="208" y="60"/>
                    <a:pt x="213" y="30"/>
                  </a:cubicBezTo>
                  <a:cubicBezTo>
                    <a:pt x="215" y="18"/>
                    <a:pt x="207" y="7"/>
                    <a:pt x="195" y="5"/>
                  </a:cubicBezTo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7" name="Google Shape;237;p1"/>
            <p:cNvSpPr/>
            <p:nvPr/>
          </p:nvSpPr>
          <p:spPr>
            <a:xfrm>
              <a:off x="8923338" y="1993901"/>
              <a:ext cx="38100" cy="476250"/>
            </a:xfrm>
            <a:custGeom>
              <a:avLst/>
              <a:gdLst/>
              <a:ahLst/>
              <a:cxnLst/>
              <a:rect l="l" t="t" r="r" b="b"/>
              <a:pathLst>
                <a:path w="9" h="112" extrusionOk="0">
                  <a:moveTo>
                    <a:pt x="8" y="0"/>
                  </a:moveTo>
                  <a:cubicBezTo>
                    <a:pt x="7" y="0"/>
                    <a:pt x="7" y="1"/>
                    <a:pt x="7" y="1"/>
                  </a:cubicBezTo>
                  <a:cubicBezTo>
                    <a:pt x="7" y="2"/>
                    <a:pt x="0" y="66"/>
                    <a:pt x="3" y="111"/>
                  </a:cubicBezTo>
                  <a:cubicBezTo>
                    <a:pt x="3" y="112"/>
                    <a:pt x="4" y="112"/>
                    <a:pt x="4" y="112"/>
                  </a:cubicBezTo>
                  <a:cubicBezTo>
                    <a:pt x="4" y="112"/>
                    <a:pt x="4" y="112"/>
                    <a:pt x="4" y="112"/>
                  </a:cubicBezTo>
                  <a:cubicBezTo>
                    <a:pt x="5" y="112"/>
                    <a:pt x="6" y="112"/>
                    <a:pt x="5" y="111"/>
                  </a:cubicBezTo>
                  <a:cubicBezTo>
                    <a:pt x="2" y="66"/>
                    <a:pt x="9" y="2"/>
                    <a:pt x="9" y="1"/>
                  </a:cubicBezTo>
                  <a:cubicBezTo>
                    <a:pt x="9" y="1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</a:path>
              </a:pathLst>
            </a:custGeom>
            <a:solidFill>
              <a:srgbClr val="515B6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8" name="Google Shape;238;p1"/>
            <p:cNvSpPr/>
            <p:nvPr/>
          </p:nvSpPr>
          <p:spPr>
            <a:xfrm>
              <a:off x="9399588" y="1831976"/>
              <a:ext cx="30163" cy="238125"/>
            </a:xfrm>
            <a:custGeom>
              <a:avLst/>
              <a:gdLst/>
              <a:ahLst/>
              <a:cxnLst/>
              <a:rect l="l" t="t" r="r" b="b"/>
              <a:pathLst>
                <a:path w="7" h="56" extrusionOk="0">
                  <a:moveTo>
                    <a:pt x="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5" y="19"/>
                    <a:pt x="2" y="39"/>
                    <a:pt x="0" y="56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2" y="39"/>
                    <a:pt x="5" y="20"/>
                    <a:pt x="7" y="0"/>
                  </a:cubicBezTo>
                </a:path>
              </a:pathLst>
            </a:custGeom>
            <a:solidFill>
              <a:srgbClr val="3A5F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39" name="Google Shape;239;p1"/>
            <p:cNvSpPr/>
            <p:nvPr/>
          </p:nvSpPr>
          <p:spPr>
            <a:xfrm>
              <a:off x="9429750" y="1512888"/>
              <a:ext cx="46038" cy="319088"/>
            </a:xfrm>
            <a:custGeom>
              <a:avLst/>
              <a:gdLst/>
              <a:ahLst/>
              <a:cxnLst/>
              <a:rect l="l" t="t" r="r" b="b"/>
              <a:pathLst>
                <a:path w="11" h="75" extrusionOk="0">
                  <a:moveTo>
                    <a:pt x="11" y="0"/>
                  </a:moveTo>
                  <a:cubicBezTo>
                    <a:pt x="8" y="20"/>
                    <a:pt x="4" y="47"/>
                    <a:pt x="0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4" y="47"/>
                    <a:pt x="8" y="2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</a:path>
              </a:pathLst>
            </a:custGeom>
            <a:solidFill>
              <a:srgbClr val="4767B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0" name="Google Shape;240;p1"/>
            <p:cNvSpPr/>
            <p:nvPr/>
          </p:nvSpPr>
          <p:spPr>
            <a:xfrm>
              <a:off x="9356725" y="1503363"/>
              <a:ext cx="119063" cy="566738"/>
            </a:xfrm>
            <a:custGeom>
              <a:avLst/>
              <a:gdLst/>
              <a:ahLst/>
              <a:cxnLst/>
              <a:rect l="l" t="t" r="r" b="b"/>
              <a:pathLst>
                <a:path w="28" h="133" extrusionOk="0">
                  <a:moveTo>
                    <a:pt x="22" y="0"/>
                  </a:moveTo>
                  <a:cubicBezTo>
                    <a:pt x="16" y="0"/>
                    <a:pt x="10" y="6"/>
                    <a:pt x="6" y="24"/>
                  </a:cubicBezTo>
                  <a:cubicBezTo>
                    <a:pt x="0" y="54"/>
                    <a:pt x="3" y="95"/>
                    <a:pt x="10" y="133"/>
                  </a:cubicBezTo>
                  <a:cubicBezTo>
                    <a:pt x="12" y="116"/>
                    <a:pt x="15" y="96"/>
                    <a:pt x="17" y="77"/>
                  </a:cubicBezTo>
                  <a:cubicBezTo>
                    <a:pt x="21" y="49"/>
                    <a:pt x="25" y="22"/>
                    <a:pt x="28" y="2"/>
                  </a:cubicBezTo>
                  <a:cubicBezTo>
                    <a:pt x="26" y="0"/>
                    <a:pt x="24" y="0"/>
                    <a:pt x="22" y="0"/>
                  </a:cubicBezTo>
                </a:path>
              </a:pathLst>
            </a:custGeom>
            <a:solidFill>
              <a:srgbClr val="1B2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1" name="Google Shape;241;p1"/>
            <p:cNvSpPr/>
            <p:nvPr/>
          </p:nvSpPr>
          <p:spPr>
            <a:xfrm>
              <a:off x="8918575" y="989013"/>
              <a:ext cx="331788" cy="430213"/>
            </a:xfrm>
            <a:custGeom>
              <a:avLst/>
              <a:gdLst/>
              <a:ahLst/>
              <a:cxnLst/>
              <a:rect l="l" t="t" r="r" b="b"/>
              <a:pathLst>
                <a:path w="78" h="101" extrusionOk="0">
                  <a:moveTo>
                    <a:pt x="7" y="78"/>
                  </a:moveTo>
                  <a:cubicBezTo>
                    <a:pt x="28" y="74"/>
                    <a:pt x="32" y="61"/>
                    <a:pt x="30" y="47"/>
                  </a:cubicBezTo>
                  <a:cubicBezTo>
                    <a:pt x="30" y="43"/>
                    <a:pt x="29" y="40"/>
                    <a:pt x="28" y="36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68" y="23"/>
                    <a:pt x="63" y="64"/>
                    <a:pt x="78" y="80"/>
                  </a:cubicBezTo>
                  <a:cubicBezTo>
                    <a:pt x="78" y="80"/>
                    <a:pt x="65" y="101"/>
                    <a:pt x="30" y="98"/>
                  </a:cubicBezTo>
                  <a:cubicBezTo>
                    <a:pt x="0" y="96"/>
                    <a:pt x="7" y="78"/>
                    <a:pt x="7" y="78"/>
                  </a:cubicBezTo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2" name="Google Shape;242;p1"/>
            <p:cNvSpPr/>
            <p:nvPr/>
          </p:nvSpPr>
          <p:spPr>
            <a:xfrm>
              <a:off x="9058275" y="1384301"/>
              <a:ext cx="77788" cy="55563"/>
            </a:xfrm>
            <a:custGeom>
              <a:avLst/>
              <a:gdLst/>
              <a:ahLst/>
              <a:cxnLst/>
              <a:rect l="l" t="t" r="r" b="b"/>
              <a:pathLst>
                <a:path w="49" h="35" extrusionOk="0">
                  <a:moveTo>
                    <a:pt x="16" y="0"/>
                  </a:moveTo>
                  <a:lnTo>
                    <a:pt x="0" y="17"/>
                  </a:lnTo>
                  <a:lnTo>
                    <a:pt x="49" y="35"/>
                  </a:lnTo>
                  <a:lnTo>
                    <a:pt x="43" y="17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3" name="Google Shape;243;p1"/>
            <p:cNvSpPr/>
            <p:nvPr/>
          </p:nvSpPr>
          <p:spPr>
            <a:xfrm>
              <a:off x="9083675" y="1300163"/>
              <a:ext cx="212725" cy="177800"/>
            </a:xfrm>
            <a:custGeom>
              <a:avLst/>
              <a:gdLst/>
              <a:ahLst/>
              <a:cxnLst/>
              <a:rect l="l" t="t" r="r" b="b"/>
              <a:pathLst>
                <a:path w="50" h="42" extrusionOk="0">
                  <a:moveTo>
                    <a:pt x="14" y="42"/>
                  </a:moveTo>
                  <a:cubicBezTo>
                    <a:pt x="14" y="42"/>
                    <a:pt x="7" y="24"/>
                    <a:pt x="0" y="20"/>
                  </a:cubicBezTo>
                  <a:cubicBezTo>
                    <a:pt x="24" y="14"/>
                    <a:pt x="35" y="0"/>
                    <a:pt x="35" y="0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5"/>
                    <a:pt x="50" y="26"/>
                    <a:pt x="14" y="42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4" name="Google Shape;244;p1"/>
            <p:cNvSpPr/>
            <p:nvPr/>
          </p:nvSpPr>
          <p:spPr>
            <a:xfrm>
              <a:off x="8977313" y="1381126"/>
              <a:ext cx="80963" cy="33338"/>
            </a:xfrm>
            <a:custGeom>
              <a:avLst/>
              <a:gdLst/>
              <a:ahLst/>
              <a:cxnLst/>
              <a:rect l="l" t="t" r="r" b="b"/>
              <a:pathLst>
                <a:path w="51" h="21" extrusionOk="0">
                  <a:moveTo>
                    <a:pt x="41" y="0"/>
                  </a:moveTo>
                  <a:lnTo>
                    <a:pt x="51" y="19"/>
                  </a:lnTo>
                  <a:lnTo>
                    <a:pt x="0" y="21"/>
                  </a:lnTo>
                  <a:lnTo>
                    <a:pt x="11" y="5"/>
                  </a:lnTo>
                  <a:lnTo>
                    <a:pt x="41" y="0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5" name="Google Shape;245;p1"/>
            <p:cNvSpPr/>
            <p:nvPr/>
          </p:nvSpPr>
          <p:spPr>
            <a:xfrm>
              <a:off x="8870950" y="1304926"/>
              <a:ext cx="171450" cy="152400"/>
            </a:xfrm>
            <a:custGeom>
              <a:avLst/>
              <a:gdLst/>
              <a:ahLst/>
              <a:cxnLst/>
              <a:rect l="l" t="t" r="r" b="b"/>
              <a:pathLst>
                <a:path w="40" h="36" extrusionOk="0">
                  <a:moveTo>
                    <a:pt x="15" y="36"/>
                  </a:moveTo>
                  <a:cubicBezTo>
                    <a:pt x="15" y="36"/>
                    <a:pt x="25" y="25"/>
                    <a:pt x="40" y="18"/>
                  </a:cubicBezTo>
                  <a:cubicBezTo>
                    <a:pt x="29" y="15"/>
                    <a:pt x="29" y="0"/>
                    <a:pt x="29" y="0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8" y="2"/>
                    <a:pt x="0" y="20"/>
                    <a:pt x="15" y="36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6" name="Google Shape;246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solidFill>
              <a:srgbClr val="426D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7" name="Google Shape;247;p1"/>
            <p:cNvSpPr/>
            <p:nvPr/>
          </p:nvSpPr>
          <p:spPr>
            <a:xfrm>
              <a:off x="9093200" y="1052513"/>
              <a:ext cx="55563" cy="47625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35" y="0"/>
                  </a:moveTo>
                  <a:lnTo>
                    <a:pt x="0" y="30"/>
                  </a:lnTo>
                  <a:lnTo>
                    <a:pt x="0" y="30"/>
                  </a:lnTo>
                  <a:lnTo>
                    <a:pt x="35" y="0"/>
                  </a:lnTo>
                  <a:lnTo>
                    <a:pt x="3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8" name="Google Shape;248;p1"/>
            <p:cNvSpPr/>
            <p:nvPr/>
          </p:nvSpPr>
          <p:spPr>
            <a:xfrm>
              <a:off x="9037638" y="1100138"/>
              <a:ext cx="55563" cy="42863"/>
            </a:xfrm>
            <a:custGeom>
              <a:avLst/>
              <a:gdLst/>
              <a:ahLst/>
              <a:cxnLst/>
              <a:rect l="l" t="t" r="r" b="b"/>
              <a:pathLst>
                <a:path w="13" h="10" extrusionOk="0">
                  <a:moveTo>
                    <a:pt x="13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0"/>
                    <a:pt x="13" y="0"/>
                    <a:pt x="13" y="0"/>
                  </a:cubicBezTo>
                </a:path>
              </a:pathLst>
            </a:custGeom>
            <a:solidFill>
              <a:srgbClr val="5176C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49" name="Google Shape;249;p1"/>
            <p:cNvSpPr/>
            <p:nvPr/>
          </p:nvSpPr>
          <p:spPr>
            <a:xfrm>
              <a:off x="9037638" y="1052513"/>
              <a:ext cx="114300" cy="136525"/>
            </a:xfrm>
            <a:custGeom>
              <a:avLst/>
              <a:gdLst/>
              <a:ahLst/>
              <a:cxnLst/>
              <a:rect l="l" t="t" r="r" b="b"/>
              <a:pathLst>
                <a:path w="27" h="32" extrusionOk="0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1" y="25"/>
                    <a:pt x="2" y="28"/>
                    <a:pt x="2" y="32"/>
                  </a:cubicBezTo>
                  <a:cubicBezTo>
                    <a:pt x="12" y="30"/>
                    <a:pt x="25" y="20"/>
                    <a:pt x="26" y="10"/>
                  </a:cubicBezTo>
                  <a:cubicBezTo>
                    <a:pt x="27" y="6"/>
                    <a:pt x="27" y="3"/>
                    <a:pt x="26" y="0"/>
                  </a:cubicBezTo>
                </a:path>
              </a:pathLst>
            </a:custGeom>
            <a:solidFill>
              <a:srgbClr val="CC9C9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0" name="Google Shape;250;p1"/>
            <p:cNvSpPr/>
            <p:nvPr/>
          </p:nvSpPr>
          <p:spPr>
            <a:xfrm>
              <a:off x="8867775" y="611188"/>
              <a:ext cx="169863" cy="314325"/>
            </a:xfrm>
            <a:custGeom>
              <a:avLst/>
              <a:gdLst/>
              <a:ahLst/>
              <a:cxnLst/>
              <a:rect l="l" t="t" r="r" b="b"/>
              <a:pathLst>
                <a:path w="40" h="74" extrusionOk="0">
                  <a:moveTo>
                    <a:pt x="9" y="21"/>
                  </a:moveTo>
                  <a:cubicBezTo>
                    <a:pt x="0" y="32"/>
                    <a:pt x="1" y="73"/>
                    <a:pt x="20" y="74"/>
                  </a:cubicBezTo>
                  <a:cubicBezTo>
                    <a:pt x="40" y="74"/>
                    <a:pt x="26" y="0"/>
                    <a:pt x="9" y="2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1" name="Google Shape;251;p1"/>
            <p:cNvSpPr/>
            <p:nvPr/>
          </p:nvSpPr>
          <p:spPr>
            <a:xfrm>
              <a:off x="8867775" y="593726"/>
              <a:ext cx="407988" cy="617538"/>
            </a:xfrm>
            <a:custGeom>
              <a:avLst/>
              <a:gdLst/>
              <a:ahLst/>
              <a:cxnLst/>
              <a:rect l="l" t="t" r="r" b="b"/>
              <a:pathLst>
                <a:path w="96" h="145" extrusionOk="0">
                  <a:moveTo>
                    <a:pt x="94" y="55"/>
                  </a:moveTo>
                  <a:cubicBezTo>
                    <a:pt x="92" y="86"/>
                    <a:pt x="92" y="104"/>
                    <a:pt x="76" y="120"/>
                  </a:cubicBezTo>
                  <a:cubicBezTo>
                    <a:pt x="53" y="145"/>
                    <a:pt x="14" y="131"/>
                    <a:pt x="7" y="100"/>
                  </a:cubicBezTo>
                  <a:cubicBezTo>
                    <a:pt x="0" y="72"/>
                    <a:pt x="5" y="25"/>
                    <a:pt x="35" y="13"/>
                  </a:cubicBezTo>
                  <a:cubicBezTo>
                    <a:pt x="65" y="0"/>
                    <a:pt x="96" y="23"/>
                    <a:pt x="94" y="55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2" name="Google Shape;252;p1"/>
            <p:cNvSpPr/>
            <p:nvPr/>
          </p:nvSpPr>
          <p:spPr>
            <a:xfrm>
              <a:off x="9118600" y="682626"/>
              <a:ext cx="369888" cy="361950"/>
            </a:xfrm>
            <a:custGeom>
              <a:avLst/>
              <a:gdLst/>
              <a:ahLst/>
              <a:cxnLst/>
              <a:rect l="l" t="t" r="r" b="b"/>
              <a:pathLst>
                <a:path w="87" h="85" extrusionOk="0">
                  <a:moveTo>
                    <a:pt x="19" y="8"/>
                  </a:moveTo>
                  <a:cubicBezTo>
                    <a:pt x="0" y="27"/>
                    <a:pt x="25" y="41"/>
                    <a:pt x="15" y="52"/>
                  </a:cubicBezTo>
                  <a:cubicBezTo>
                    <a:pt x="34" y="61"/>
                    <a:pt x="27" y="69"/>
                    <a:pt x="27" y="69"/>
                  </a:cubicBezTo>
                  <a:cubicBezTo>
                    <a:pt x="27" y="69"/>
                    <a:pt x="24" y="76"/>
                    <a:pt x="27" y="85"/>
                  </a:cubicBezTo>
                  <a:cubicBezTo>
                    <a:pt x="48" y="80"/>
                    <a:pt x="87" y="10"/>
                    <a:pt x="44" y="0"/>
                  </a:cubicBezTo>
                  <a:cubicBezTo>
                    <a:pt x="19" y="11"/>
                    <a:pt x="19" y="8"/>
                    <a:pt x="19" y="8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3" name="Google Shape;253;p1"/>
            <p:cNvSpPr/>
            <p:nvPr/>
          </p:nvSpPr>
          <p:spPr>
            <a:xfrm>
              <a:off x="8855075" y="538163"/>
              <a:ext cx="496888" cy="247650"/>
            </a:xfrm>
            <a:custGeom>
              <a:avLst/>
              <a:gdLst/>
              <a:ahLst/>
              <a:cxnLst/>
              <a:rect l="l" t="t" r="r" b="b"/>
              <a:pathLst>
                <a:path w="117" h="58" extrusionOk="0">
                  <a:moveTo>
                    <a:pt x="89" y="56"/>
                  </a:moveTo>
                  <a:cubicBezTo>
                    <a:pt x="71" y="58"/>
                    <a:pt x="47" y="50"/>
                    <a:pt x="33" y="42"/>
                  </a:cubicBezTo>
                  <a:cubicBezTo>
                    <a:pt x="18" y="35"/>
                    <a:pt x="16" y="49"/>
                    <a:pt x="21" y="53"/>
                  </a:cubicBezTo>
                  <a:cubicBezTo>
                    <a:pt x="12" y="53"/>
                    <a:pt x="0" y="46"/>
                    <a:pt x="3" y="30"/>
                  </a:cubicBezTo>
                  <a:cubicBezTo>
                    <a:pt x="6" y="15"/>
                    <a:pt x="26" y="0"/>
                    <a:pt x="54" y="13"/>
                  </a:cubicBezTo>
                  <a:cubicBezTo>
                    <a:pt x="73" y="22"/>
                    <a:pt x="98" y="10"/>
                    <a:pt x="107" y="21"/>
                  </a:cubicBezTo>
                  <a:cubicBezTo>
                    <a:pt x="117" y="31"/>
                    <a:pt x="102" y="54"/>
                    <a:pt x="89" y="5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4" name="Google Shape;254;p1"/>
            <p:cNvSpPr/>
            <p:nvPr/>
          </p:nvSpPr>
          <p:spPr>
            <a:xfrm>
              <a:off x="9288463" y="588963"/>
              <a:ext cx="98425" cy="128588"/>
            </a:xfrm>
            <a:custGeom>
              <a:avLst/>
              <a:gdLst/>
              <a:ahLst/>
              <a:cxnLst/>
              <a:rect l="l" t="t" r="r" b="b"/>
              <a:pathLst>
                <a:path w="23" h="30" extrusionOk="0">
                  <a:moveTo>
                    <a:pt x="0" y="23"/>
                  </a:moveTo>
                  <a:cubicBezTo>
                    <a:pt x="12" y="22"/>
                    <a:pt x="13" y="14"/>
                    <a:pt x="9" y="0"/>
                  </a:cubicBezTo>
                  <a:cubicBezTo>
                    <a:pt x="23" y="19"/>
                    <a:pt x="18" y="25"/>
                    <a:pt x="9" y="30"/>
                  </a:cubicBezTo>
                  <a:cubicBezTo>
                    <a:pt x="1" y="27"/>
                    <a:pt x="0" y="23"/>
                    <a:pt x="0" y="23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5" name="Google Shape;255;p1"/>
            <p:cNvSpPr/>
            <p:nvPr/>
          </p:nvSpPr>
          <p:spPr>
            <a:xfrm>
              <a:off x="9194800" y="857251"/>
              <a:ext cx="119063" cy="144463"/>
            </a:xfrm>
            <a:custGeom>
              <a:avLst/>
              <a:gdLst/>
              <a:ahLst/>
              <a:cxnLst/>
              <a:rect l="l" t="t" r="r" b="b"/>
              <a:pathLst>
                <a:path w="28" h="34" extrusionOk="0">
                  <a:moveTo>
                    <a:pt x="25" y="17"/>
                  </a:moveTo>
                  <a:cubicBezTo>
                    <a:pt x="22" y="23"/>
                    <a:pt x="17" y="28"/>
                    <a:pt x="11" y="30"/>
                  </a:cubicBezTo>
                  <a:cubicBezTo>
                    <a:pt x="4" y="34"/>
                    <a:pt x="0" y="27"/>
                    <a:pt x="2" y="18"/>
                  </a:cubicBezTo>
                  <a:cubicBezTo>
                    <a:pt x="4" y="11"/>
                    <a:pt x="10" y="0"/>
                    <a:pt x="18" y="0"/>
                  </a:cubicBezTo>
                  <a:cubicBezTo>
                    <a:pt x="25" y="0"/>
                    <a:pt x="28" y="9"/>
                    <a:pt x="25" y="17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6" name="Google Shape;256;p1"/>
            <p:cNvSpPr/>
            <p:nvPr/>
          </p:nvSpPr>
          <p:spPr>
            <a:xfrm>
              <a:off x="9032875" y="844551"/>
              <a:ext cx="25400" cy="42863"/>
            </a:xfrm>
            <a:custGeom>
              <a:avLst/>
              <a:gdLst/>
              <a:ahLst/>
              <a:cxnLst/>
              <a:rect l="l" t="t" r="r" b="b"/>
              <a:pathLst>
                <a:path w="6" h="10" extrusionOk="0">
                  <a:moveTo>
                    <a:pt x="6" y="5"/>
                  </a:moveTo>
                  <a:cubicBezTo>
                    <a:pt x="6" y="8"/>
                    <a:pt x="4" y="10"/>
                    <a:pt x="3" y="10"/>
                  </a:cubicBezTo>
                  <a:cubicBezTo>
                    <a:pt x="1" y="10"/>
                    <a:pt x="0" y="8"/>
                    <a:pt x="0" y="5"/>
                  </a:cubicBezTo>
                  <a:cubicBezTo>
                    <a:pt x="0" y="3"/>
                    <a:pt x="1" y="0"/>
                    <a:pt x="3" y="0"/>
                  </a:cubicBezTo>
                  <a:cubicBezTo>
                    <a:pt x="5" y="0"/>
                    <a:pt x="6" y="2"/>
                    <a:pt x="6" y="5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7" name="Google Shape;257;p1"/>
            <p:cNvSpPr/>
            <p:nvPr/>
          </p:nvSpPr>
          <p:spPr>
            <a:xfrm>
              <a:off x="8910638" y="849313"/>
              <a:ext cx="25400" cy="38100"/>
            </a:xfrm>
            <a:prstGeom prst="ellipse">
              <a:avLst/>
            </a:pr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8" name="Google Shape;258;p1"/>
            <p:cNvSpPr/>
            <p:nvPr/>
          </p:nvSpPr>
          <p:spPr>
            <a:xfrm>
              <a:off x="8931275" y="869951"/>
              <a:ext cx="50800" cy="111125"/>
            </a:xfrm>
            <a:custGeom>
              <a:avLst/>
              <a:gdLst/>
              <a:ahLst/>
              <a:cxnLst/>
              <a:rect l="l" t="t" r="r" b="b"/>
              <a:pathLst>
                <a:path w="12" h="26" extrusionOk="0">
                  <a:moveTo>
                    <a:pt x="12" y="0"/>
                  </a:moveTo>
                  <a:cubicBezTo>
                    <a:pt x="12" y="0"/>
                    <a:pt x="6" y="15"/>
                    <a:pt x="0" y="22"/>
                  </a:cubicBezTo>
                  <a:cubicBezTo>
                    <a:pt x="4" y="26"/>
                    <a:pt x="12" y="24"/>
                    <a:pt x="12" y="2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ED847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1"/>
            <p:cNvSpPr/>
            <p:nvPr/>
          </p:nvSpPr>
          <p:spPr>
            <a:xfrm>
              <a:off x="9007475" y="958851"/>
              <a:ext cx="80963" cy="42863"/>
            </a:xfrm>
            <a:custGeom>
              <a:avLst/>
              <a:gdLst/>
              <a:ahLst/>
              <a:cxnLst/>
              <a:rect l="l" t="t" r="r" b="b"/>
              <a:pathLst>
                <a:path w="19" h="10" extrusionOk="0">
                  <a:moveTo>
                    <a:pt x="4" y="10"/>
                  </a:moveTo>
                  <a:cubicBezTo>
                    <a:pt x="14" y="9"/>
                    <a:pt x="19" y="2"/>
                    <a:pt x="19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7" y="1"/>
                    <a:pt x="12" y="9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10"/>
                    <a:pt x="1" y="10"/>
                    <a:pt x="1" y="10"/>
                  </a:cubicBezTo>
                  <a:cubicBezTo>
                    <a:pt x="2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0" name="Google Shape;260;p1"/>
            <p:cNvSpPr/>
            <p:nvPr/>
          </p:nvSpPr>
          <p:spPr>
            <a:xfrm>
              <a:off x="9063038" y="785813"/>
              <a:ext cx="60325" cy="38100"/>
            </a:xfrm>
            <a:custGeom>
              <a:avLst/>
              <a:gdLst/>
              <a:ahLst/>
              <a:cxnLst/>
              <a:rect l="l" t="t" r="r" b="b"/>
              <a:pathLst>
                <a:path w="14" h="9" extrusionOk="0">
                  <a:moveTo>
                    <a:pt x="13" y="9"/>
                  </a:moveTo>
                  <a:cubicBezTo>
                    <a:pt x="13" y="9"/>
                    <a:pt x="13" y="9"/>
                    <a:pt x="13" y="9"/>
                  </a:cubicBezTo>
                  <a:cubicBezTo>
                    <a:pt x="14" y="8"/>
                    <a:pt x="14" y="7"/>
                    <a:pt x="14" y="7"/>
                  </a:cubicBezTo>
                  <a:cubicBezTo>
                    <a:pt x="9" y="0"/>
                    <a:pt x="2" y="0"/>
                    <a:pt x="2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3"/>
                    <a:pt x="1" y="3"/>
                    <a:pt x="2" y="3"/>
                  </a:cubicBezTo>
                  <a:cubicBezTo>
                    <a:pt x="2" y="3"/>
                    <a:pt x="7" y="3"/>
                    <a:pt x="11" y="8"/>
                  </a:cubicBezTo>
                  <a:cubicBezTo>
                    <a:pt x="12" y="9"/>
                    <a:pt x="12" y="9"/>
                    <a:pt x="13" y="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1" name="Google Shape;261;p1"/>
            <p:cNvSpPr/>
            <p:nvPr/>
          </p:nvSpPr>
          <p:spPr>
            <a:xfrm>
              <a:off x="8880475" y="781051"/>
              <a:ext cx="55563" cy="46038"/>
            </a:xfrm>
            <a:custGeom>
              <a:avLst/>
              <a:gdLst/>
              <a:ahLst/>
              <a:cxnLst/>
              <a:rect l="l" t="t" r="r" b="b"/>
              <a:pathLst>
                <a:path w="13" h="11" extrusionOk="0">
                  <a:moveTo>
                    <a:pt x="2" y="11"/>
                  </a:moveTo>
                  <a:cubicBezTo>
                    <a:pt x="2" y="11"/>
                    <a:pt x="3" y="11"/>
                    <a:pt x="3" y="10"/>
                  </a:cubicBezTo>
                  <a:cubicBezTo>
                    <a:pt x="6" y="4"/>
                    <a:pt x="11" y="3"/>
                    <a:pt x="11" y="3"/>
                  </a:cubicBezTo>
                  <a:cubicBezTo>
                    <a:pt x="12" y="3"/>
                    <a:pt x="13" y="3"/>
                    <a:pt x="12" y="2"/>
                  </a:cubicBezTo>
                  <a:cubicBezTo>
                    <a:pt x="12" y="1"/>
                    <a:pt x="12" y="0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0" y="1"/>
                    <a:pt x="4" y="2"/>
                    <a:pt x="0" y="9"/>
                  </a:cubicBezTo>
                  <a:cubicBezTo>
                    <a:pt x="0" y="10"/>
                    <a:pt x="0" y="11"/>
                    <a:pt x="1" y="11"/>
                  </a:cubicBezTo>
                  <a:lnTo>
                    <a:pt x="2" y="1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2" name="Google Shape;262;p1"/>
            <p:cNvSpPr/>
            <p:nvPr/>
          </p:nvSpPr>
          <p:spPr>
            <a:xfrm>
              <a:off x="9217025" y="1330326"/>
              <a:ext cx="479425" cy="1003300"/>
            </a:xfrm>
            <a:custGeom>
              <a:avLst/>
              <a:gdLst/>
              <a:ahLst/>
              <a:cxnLst/>
              <a:rect l="l" t="t" r="r" b="b"/>
              <a:pathLst>
                <a:path w="113" h="236" extrusionOk="0">
                  <a:moveTo>
                    <a:pt x="68" y="20"/>
                  </a:moveTo>
                  <a:cubicBezTo>
                    <a:pt x="73" y="30"/>
                    <a:pt x="77" y="40"/>
                    <a:pt x="81" y="50"/>
                  </a:cubicBezTo>
                  <a:cubicBezTo>
                    <a:pt x="85" y="60"/>
                    <a:pt x="89" y="70"/>
                    <a:pt x="92" y="80"/>
                  </a:cubicBezTo>
                  <a:cubicBezTo>
                    <a:pt x="99" y="101"/>
                    <a:pt x="105" y="122"/>
                    <a:pt x="109" y="144"/>
                  </a:cubicBezTo>
                  <a:cubicBezTo>
                    <a:pt x="110" y="149"/>
                    <a:pt x="111" y="155"/>
                    <a:pt x="112" y="16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112" y="167"/>
                    <a:pt x="112" y="167"/>
                    <a:pt x="112" y="167"/>
                  </a:cubicBezTo>
                  <a:cubicBezTo>
                    <a:pt x="113" y="168"/>
                    <a:pt x="113" y="168"/>
                    <a:pt x="113" y="168"/>
                  </a:cubicBezTo>
                  <a:cubicBezTo>
                    <a:pt x="113" y="169"/>
                    <a:pt x="113" y="169"/>
                    <a:pt x="113" y="169"/>
                  </a:cubicBezTo>
                  <a:cubicBezTo>
                    <a:pt x="113" y="173"/>
                    <a:pt x="113" y="177"/>
                    <a:pt x="113" y="182"/>
                  </a:cubicBezTo>
                  <a:cubicBezTo>
                    <a:pt x="112" y="190"/>
                    <a:pt x="109" y="200"/>
                    <a:pt x="104" y="207"/>
                  </a:cubicBezTo>
                  <a:cubicBezTo>
                    <a:pt x="99" y="215"/>
                    <a:pt x="92" y="220"/>
                    <a:pt x="85" y="224"/>
                  </a:cubicBezTo>
                  <a:cubicBezTo>
                    <a:pt x="79" y="228"/>
                    <a:pt x="72" y="231"/>
                    <a:pt x="66" y="232"/>
                  </a:cubicBezTo>
                  <a:cubicBezTo>
                    <a:pt x="60" y="234"/>
                    <a:pt x="54" y="235"/>
                    <a:pt x="48" y="236"/>
                  </a:cubicBezTo>
                  <a:cubicBezTo>
                    <a:pt x="42" y="236"/>
                    <a:pt x="36" y="236"/>
                    <a:pt x="30" y="236"/>
                  </a:cubicBezTo>
                  <a:cubicBezTo>
                    <a:pt x="24" y="236"/>
                    <a:pt x="19" y="235"/>
                    <a:pt x="13" y="234"/>
                  </a:cubicBezTo>
                  <a:cubicBezTo>
                    <a:pt x="5" y="233"/>
                    <a:pt x="0" y="226"/>
                    <a:pt x="1" y="218"/>
                  </a:cubicBezTo>
                  <a:cubicBezTo>
                    <a:pt x="2" y="213"/>
                    <a:pt x="7" y="208"/>
                    <a:pt x="12" y="207"/>
                  </a:cubicBezTo>
                  <a:cubicBezTo>
                    <a:pt x="13" y="207"/>
                    <a:pt x="13" y="207"/>
                    <a:pt x="13" y="207"/>
                  </a:cubicBezTo>
                  <a:cubicBezTo>
                    <a:pt x="17" y="206"/>
                    <a:pt x="23" y="205"/>
                    <a:pt x="27" y="204"/>
                  </a:cubicBezTo>
                  <a:cubicBezTo>
                    <a:pt x="32" y="202"/>
                    <a:pt x="36" y="201"/>
                    <a:pt x="40" y="199"/>
                  </a:cubicBezTo>
                  <a:cubicBezTo>
                    <a:pt x="49" y="196"/>
                    <a:pt x="56" y="192"/>
                    <a:pt x="61" y="188"/>
                  </a:cubicBezTo>
                  <a:cubicBezTo>
                    <a:pt x="63" y="186"/>
                    <a:pt x="64" y="184"/>
                    <a:pt x="64" y="183"/>
                  </a:cubicBezTo>
                  <a:cubicBezTo>
                    <a:pt x="64" y="182"/>
                    <a:pt x="64" y="180"/>
                    <a:pt x="64" y="179"/>
                  </a:cubicBezTo>
                  <a:cubicBezTo>
                    <a:pt x="64" y="178"/>
                    <a:pt x="64" y="177"/>
                    <a:pt x="63" y="175"/>
                  </a:cubicBezTo>
                  <a:cubicBezTo>
                    <a:pt x="62" y="169"/>
                    <a:pt x="62" y="169"/>
                    <a:pt x="62" y="169"/>
                  </a:cubicBezTo>
                  <a:cubicBezTo>
                    <a:pt x="61" y="164"/>
                    <a:pt x="60" y="160"/>
                    <a:pt x="59" y="155"/>
                  </a:cubicBezTo>
                  <a:cubicBezTo>
                    <a:pt x="56" y="146"/>
                    <a:pt x="53" y="136"/>
                    <a:pt x="50" y="127"/>
                  </a:cubicBezTo>
                  <a:cubicBezTo>
                    <a:pt x="47" y="117"/>
                    <a:pt x="44" y="108"/>
                    <a:pt x="40" y="99"/>
                  </a:cubicBezTo>
                  <a:cubicBezTo>
                    <a:pt x="37" y="89"/>
                    <a:pt x="33" y="80"/>
                    <a:pt x="29" y="70"/>
                  </a:cubicBezTo>
                  <a:cubicBezTo>
                    <a:pt x="25" y="61"/>
                    <a:pt x="22" y="52"/>
                    <a:pt x="18" y="43"/>
                  </a:cubicBezTo>
                  <a:cubicBezTo>
                    <a:pt x="18" y="42"/>
                    <a:pt x="18" y="42"/>
                    <a:pt x="18" y="42"/>
                  </a:cubicBezTo>
                  <a:cubicBezTo>
                    <a:pt x="12" y="28"/>
                    <a:pt x="18" y="12"/>
                    <a:pt x="32" y="6"/>
                  </a:cubicBezTo>
                  <a:cubicBezTo>
                    <a:pt x="46" y="0"/>
                    <a:pt x="62" y="6"/>
                    <a:pt x="68" y="2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3" name="Google Shape;263;p1"/>
            <p:cNvSpPr/>
            <p:nvPr/>
          </p:nvSpPr>
          <p:spPr>
            <a:xfrm>
              <a:off x="9139238" y="2244726"/>
              <a:ext cx="217488" cy="96838"/>
            </a:xfrm>
            <a:custGeom>
              <a:avLst/>
              <a:gdLst/>
              <a:ahLst/>
              <a:cxnLst/>
              <a:rect l="l" t="t" r="r" b="b"/>
              <a:pathLst>
                <a:path w="51" h="23" extrusionOk="0">
                  <a:moveTo>
                    <a:pt x="18" y="4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23"/>
                    <a:pt x="51" y="16"/>
                    <a:pt x="41" y="5"/>
                  </a:cubicBezTo>
                  <a:cubicBezTo>
                    <a:pt x="36" y="3"/>
                    <a:pt x="36" y="3"/>
                    <a:pt x="36" y="3"/>
                  </a:cubicBezTo>
                  <a:cubicBezTo>
                    <a:pt x="27" y="0"/>
                    <a:pt x="22" y="1"/>
                    <a:pt x="18" y="4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4" name="Google Shape;264;p1"/>
            <p:cNvSpPr/>
            <p:nvPr/>
          </p:nvSpPr>
          <p:spPr>
            <a:xfrm>
              <a:off x="9110663" y="2295526"/>
              <a:ext cx="160338" cy="106363"/>
            </a:xfrm>
            <a:custGeom>
              <a:avLst/>
              <a:gdLst/>
              <a:ahLst/>
              <a:cxnLst/>
              <a:rect l="l" t="t" r="r" b="b"/>
              <a:pathLst>
                <a:path w="38" h="25" extrusionOk="0">
                  <a:moveTo>
                    <a:pt x="9" y="22"/>
                  </a:moveTo>
                  <a:cubicBezTo>
                    <a:pt x="23" y="24"/>
                    <a:pt x="23" y="24"/>
                    <a:pt x="23" y="24"/>
                  </a:cubicBezTo>
                  <a:cubicBezTo>
                    <a:pt x="27" y="25"/>
                    <a:pt x="31" y="23"/>
                    <a:pt x="33" y="19"/>
                  </a:cubicBezTo>
                  <a:cubicBezTo>
                    <a:pt x="38" y="11"/>
                    <a:pt x="38" y="11"/>
                    <a:pt x="38" y="11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0" y="14"/>
                    <a:pt x="3" y="20"/>
                    <a:pt x="9" y="22"/>
                  </a:cubicBezTo>
                  <a:close/>
                </a:path>
              </a:pathLst>
            </a:custGeom>
            <a:solidFill>
              <a:srgbClr val="FFC3B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265" name="Google Shape;265;p1"/>
          <p:cNvSpPr txBox="1"/>
          <p:nvPr/>
        </p:nvSpPr>
        <p:spPr>
          <a:xfrm>
            <a:off x="1104900" y="1333022"/>
            <a:ext cx="4563529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s-ES" sz="6000" b="1" i="0" u="none" strike="noStrike" cap="none" dirty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Clase 08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"/>
          <p:cNvSpPr txBox="1"/>
          <p:nvPr/>
        </p:nvSpPr>
        <p:spPr>
          <a:xfrm>
            <a:off x="1104900" y="929147"/>
            <a:ext cx="1193596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Programación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7" name="Google Shape;267;p1"/>
          <p:cNvGrpSpPr/>
          <p:nvPr/>
        </p:nvGrpSpPr>
        <p:grpSpPr>
          <a:xfrm>
            <a:off x="1409091" y="3842795"/>
            <a:ext cx="4201202" cy="1826757"/>
            <a:chOff x="1067655" y="3842795"/>
            <a:chExt cx="3235325" cy="1826757"/>
          </a:xfrm>
        </p:grpSpPr>
        <p:sp>
          <p:nvSpPr>
            <p:cNvPr id="268" name="Google Shape;268;p1"/>
            <p:cNvSpPr/>
            <p:nvPr/>
          </p:nvSpPr>
          <p:spPr>
            <a:xfrm>
              <a:off x="1067655" y="3842795"/>
              <a:ext cx="3235325" cy="1826757"/>
            </a:xfrm>
            <a:prstGeom prst="roundRect">
              <a:avLst>
                <a:gd name="adj" fmla="val 12488"/>
              </a:avLst>
            </a:prstGeom>
            <a:solidFill>
              <a:schemeClr val="lt1"/>
            </a:solidFill>
            <a:ln>
              <a:noFill/>
            </a:ln>
            <a:effectLst>
              <a:outerShdw blurRad="254000" dist="127000" dir="5400000" algn="ctr" rotWithShape="0">
                <a:srgbClr val="000000">
                  <a:alpha val="9411"/>
                </a:srgbClr>
              </a:outerShdw>
            </a:effectLst>
          </p:spPr>
          <p:txBody>
            <a:bodyPr spcFirstLastPara="1" wrap="square" lIns="216000" tIns="45700" rIns="91425" bIns="180000" anchor="b" anchorCtr="0">
              <a:noAutofit/>
            </a:bodyPr>
            <a:lstStyle/>
            <a:p>
              <a:pPr marL="0" marR="0" lvl="0" indent="0" algn="l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69" name="Google Shape;269;p1"/>
            <p:cNvSpPr txBox="1"/>
            <p:nvPr/>
          </p:nvSpPr>
          <p:spPr>
            <a:xfrm>
              <a:off x="1361797" y="4221499"/>
              <a:ext cx="2738043" cy="108951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91425" anchor="t" anchorCtr="0">
              <a:spAutoFit/>
            </a:bodyPr>
            <a:lstStyle/>
            <a:p>
              <a:pPr marL="0" marR="0" lvl="0" indent="0" algn="ctr" rtl="0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C0FF"/>
                </a:buClr>
                <a:buSzPts val="6000"/>
                <a:buFont typeface="Poppins"/>
                <a:buNone/>
              </a:pPr>
              <a:r>
                <a:rPr lang="es-ES" sz="5400" b="1" i="0" u="none" strike="noStrike" cap="none">
                  <a:solidFill>
                    <a:srgbClr val="00C0FF"/>
                  </a:solidFill>
                  <a:latin typeface="Poppins"/>
                  <a:ea typeface="Poppins"/>
                  <a:cs typeface="Poppins"/>
                  <a:sym typeface="Poppins"/>
                </a:rPr>
                <a:t>Ejercicios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1</a:t>
            </a:r>
            <a:endParaRPr/>
          </a:p>
        </p:txBody>
      </p:sp>
      <p:sp>
        <p:nvSpPr>
          <p:cNvPr id="275" name="Google Shape;275;p2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08: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"/>
          <p:cNvSpPr/>
          <p:nvPr/>
        </p:nvSpPr>
        <p:spPr>
          <a:xfrm>
            <a:off x="1104901" y="1600201"/>
            <a:ext cx="5090948" cy="3050627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partir de un archivo de texto con muchos nombres, determinar los nombres únicos presentes en el archivo.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 un archivo de texto y agrégale unas 10 líneas, y en cada línea escribe un nombre.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1668" y="1098550"/>
            <a:ext cx="4048125" cy="48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2</a:t>
            </a:r>
            <a:endParaRPr/>
          </a:p>
        </p:txBody>
      </p:sp>
      <p:sp>
        <p:nvSpPr>
          <p:cNvPr id="283" name="Google Shape;283;p3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08: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3"/>
          <p:cNvSpPr/>
          <p:nvPr/>
        </p:nvSpPr>
        <p:spPr>
          <a:xfrm>
            <a:off x="1104900" y="1600201"/>
            <a:ext cx="5327431" cy="3137337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 partir de dos archivos de texto, cada uno conteniendo nombres, determinar los nombres que están presentes en ambos archivos.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Crea un nuevo archivo de texto y agrégale unas 10 líneas, y en cada línea escribe un nombre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81825" y="1166457"/>
            <a:ext cx="4048125" cy="48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3</a:t>
            </a:r>
            <a:endParaRPr/>
          </a:p>
        </p:txBody>
      </p:sp>
      <p:sp>
        <p:nvSpPr>
          <p:cNvPr id="291" name="Google Shape;291;p4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08: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1104900" y="1600201"/>
            <a:ext cx="5461438" cy="3034861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Volvamos a la lista inicial de nombres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Lo que queremos saber ahora es cuál es la frecuencia con que se repite cada nombre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 sea, la cantidad de veces que aparece cada nombre en el archivo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3" name="Google Shape;293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8975" y="1008062"/>
            <a:ext cx="4048125" cy="4841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5"/>
          <p:cNvSpPr txBox="1">
            <a:spLocks noGrp="1"/>
          </p:cNvSpPr>
          <p:nvPr>
            <p:ph type="title"/>
          </p:nvPr>
        </p:nvSpPr>
        <p:spPr>
          <a:xfrm>
            <a:off x="1104900" y="917575"/>
            <a:ext cx="9925050" cy="682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"/>
              <a:buNone/>
            </a:pPr>
            <a:r>
              <a:rPr lang="es-ES"/>
              <a:t>Ejercicio 4</a:t>
            </a:r>
            <a:endParaRPr/>
          </a:p>
        </p:txBody>
      </p:sp>
      <p:sp>
        <p:nvSpPr>
          <p:cNvPr id="299" name="Google Shape;299;p5"/>
          <p:cNvSpPr txBox="1"/>
          <p:nvPr/>
        </p:nvSpPr>
        <p:spPr>
          <a:xfrm>
            <a:off x="1112989" y="615954"/>
            <a:ext cx="1536639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-ES" sz="1200" b="0" i="0" u="none" strike="noStrike" cap="none" dirty="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Clase 08: Ejercicios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"/>
          <p:cNvSpPr/>
          <p:nvPr/>
        </p:nvSpPr>
        <p:spPr>
          <a:xfrm>
            <a:off x="1104900" y="1600201"/>
            <a:ext cx="5264369" cy="3972909"/>
          </a:xfrm>
          <a:prstGeom prst="roundRect">
            <a:avLst>
              <a:gd name="adj" fmla="val 5915"/>
            </a:avLst>
          </a:prstGeom>
          <a:solidFill>
            <a:srgbClr val="FFFFFF"/>
          </a:solidFill>
          <a:ln>
            <a:noFill/>
          </a:ln>
        </p:spPr>
        <p:txBody>
          <a:bodyPr spcFirstLastPara="1" wrap="square" lIns="360000" tIns="0" rIns="360000" bIns="0" anchor="ctr" anchorCtr="1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Cree una función que tome una lista con números y calcule: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mínimo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máximo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El promedio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La suma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1800" b="0" i="0" u="none" strike="noStrike" cap="non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Pruebe su solución leyendo el archivo que ve en la imagen de al lado.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1" name="Google Shape;301;p5"/>
          <p:cNvPicPr preferRelativeResize="0"/>
          <p:nvPr/>
        </p:nvPicPr>
        <p:blipFill rotWithShape="1">
          <a:blip r:embed="rId3">
            <a:alphaModFix/>
          </a:blip>
          <a:srcRect l="1764" t="4264"/>
          <a:stretch/>
        </p:blipFill>
        <p:spPr>
          <a:xfrm>
            <a:off x="7473950" y="1576552"/>
            <a:ext cx="3556000" cy="3941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reveal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STARTUP">
      <a:dk1>
        <a:srgbClr val="000000"/>
      </a:dk1>
      <a:lt1>
        <a:srgbClr val="FFFFFF"/>
      </a:lt1>
      <a:dk2>
        <a:srgbClr val="2C2C2C"/>
      </a:dk2>
      <a:lt2>
        <a:srgbClr val="E7E7E9"/>
      </a:lt2>
      <a:accent1>
        <a:srgbClr val="005FF9"/>
      </a:accent1>
      <a:accent2>
        <a:srgbClr val="FC2C38"/>
      </a:accent2>
      <a:accent3>
        <a:srgbClr val="FF9E00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181</Words>
  <Application>Microsoft Office PowerPoint</Application>
  <PresentationFormat>Panorámica</PresentationFormat>
  <Paragraphs>24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Poppins</vt:lpstr>
      <vt:lpstr>Office Theme</vt:lpstr>
      <vt:lpstr>Presentación de PowerPoint</vt:lpstr>
      <vt:lpstr>Ejercicio 1</vt:lpstr>
      <vt:lpstr>Ejercicio 2</vt:lpstr>
      <vt:lpstr>Ejercicio 3</vt:lpstr>
      <vt:lpstr>Ejercicio 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Munkhuu</dc:creator>
  <cp:lastModifiedBy>Alejandro Paolini</cp:lastModifiedBy>
  <cp:revision>1</cp:revision>
  <dcterms:created xsi:type="dcterms:W3CDTF">2020-12-19T16:12:24Z</dcterms:created>
  <dcterms:modified xsi:type="dcterms:W3CDTF">2025-05-12T17:07:31Z</dcterms:modified>
</cp:coreProperties>
</file>