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gM+WLJ82QFG7YEVZaEmRmYsk4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2" y="3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CL"/>
              <a:t>La respuesta debe ser [2311, 2311, 2300]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Joaquín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María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Leonor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Antonia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Cristina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Alberto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Lorena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Rosario</a:t>
            </a:r>
            <a:r>
              <a:rPr lang="es-CL"/>
              <a:t> </a:t>
            </a:r>
            <a:r>
              <a:rPr lang="es-CL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CL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El más repetido es Joaquín (9)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EL nombre más repetido es Joaquín con 9.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 El lugar 1 fue para Joaquín con 94.33333333333333 (12 penalizaciones)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 El lugar 2 fue para Mauricio con 95.66666666666667 (15 penalizaciones)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 El lugar 3 fue para Cristina con 97.0 (12 penalizaciones)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>
            <a:spLocks noGrp="1"/>
          </p:cNvSpPr>
          <p:nvPr>
            <p:ph type="pic" idx="2"/>
          </p:nvPr>
        </p:nvSpPr>
        <p:spPr>
          <a:xfrm>
            <a:off x="6719886" y="0"/>
            <a:ext cx="3828041" cy="6858000"/>
          </a:xfrm>
          <a:prstGeom prst="roundRect">
            <a:avLst>
              <a:gd name="adj" fmla="val 86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Custom Layout">
  <p:cSld name="21_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>
            <a:spLocks noGrp="1"/>
          </p:cNvSpPr>
          <p:nvPr>
            <p:ph type="pic" idx="2"/>
          </p:nvPr>
        </p:nvSpPr>
        <p:spPr>
          <a:xfrm>
            <a:off x="11049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5" name="Google Shape;25;p13"/>
          <p:cNvSpPr>
            <a:spLocks noGrp="1"/>
          </p:cNvSpPr>
          <p:nvPr>
            <p:ph type="pic" idx="3"/>
          </p:nvPr>
        </p:nvSpPr>
        <p:spPr>
          <a:xfrm>
            <a:off x="42386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13"/>
          <p:cNvSpPr>
            <a:spLocks noGrp="1"/>
          </p:cNvSpPr>
          <p:nvPr>
            <p:ph type="pic" idx="4"/>
          </p:nvPr>
        </p:nvSpPr>
        <p:spPr>
          <a:xfrm>
            <a:off x="737235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13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>
            <a:spLocks noGrp="1"/>
          </p:cNvSpPr>
          <p:nvPr>
            <p:ph type="pic" idx="2"/>
          </p:nvPr>
        </p:nvSpPr>
        <p:spPr>
          <a:xfrm>
            <a:off x="212407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0" name="Google Shape;30;p14"/>
          <p:cNvSpPr>
            <a:spLocks noGrp="1"/>
          </p:cNvSpPr>
          <p:nvPr>
            <p:ph type="pic" idx="3"/>
          </p:nvPr>
        </p:nvSpPr>
        <p:spPr>
          <a:xfrm>
            <a:off x="52578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1" name="Google Shape;31;p14"/>
          <p:cNvSpPr>
            <a:spLocks noGrp="1"/>
          </p:cNvSpPr>
          <p:nvPr>
            <p:ph type="pic" idx="4"/>
          </p:nvPr>
        </p:nvSpPr>
        <p:spPr>
          <a:xfrm>
            <a:off x="83915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2" name="Google Shape;32;p14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>
            <a:spLocks noGrp="1"/>
          </p:cNvSpPr>
          <p:nvPr>
            <p:ph type="pic" idx="2"/>
          </p:nvPr>
        </p:nvSpPr>
        <p:spPr>
          <a:xfrm>
            <a:off x="1514475" y="1733809"/>
            <a:ext cx="9172575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35" name="Google Shape;35;p15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>
            <a:spLocks noGrp="1"/>
          </p:cNvSpPr>
          <p:nvPr>
            <p:ph type="pic" idx="2"/>
          </p:nvPr>
        </p:nvSpPr>
        <p:spPr>
          <a:xfrm>
            <a:off x="2130295" y="2789853"/>
            <a:ext cx="1928521" cy="2567862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38" name="Google Shape;38;p16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16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>
            <a:spLocks noGrp="1"/>
          </p:cNvSpPr>
          <p:nvPr>
            <p:ph type="pic" idx="2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>
            <a:spLocks noGrp="1"/>
          </p:cNvSpPr>
          <p:nvPr>
            <p:ph type="pic" idx="2"/>
          </p:nvPr>
        </p:nvSpPr>
        <p:spPr>
          <a:xfrm>
            <a:off x="110490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6" name="Google Shape;46;p18"/>
          <p:cNvSpPr>
            <a:spLocks noGrp="1"/>
          </p:cNvSpPr>
          <p:nvPr>
            <p:ph type="pic" idx="3"/>
          </p:nvPr>
        </p:nvSpPr>
        <p:spPr>
          <a:xfrm>
            <a:off x="317087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7" name="Google Shape;47;p18"/>
          <p:cNvSpPr>
            <a:spLocks noGrp="1"/>
          </p:cNvSpPr>
          <p:nvPr>
            <p:ph type="pic" idx="4"/>
          </p:nvPr>
        </p:nvSpPr>
        <p:spPr>
          <a:xfrm>
            <a:off x="523685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8" name="Google Shape;48;p18"/>
          <p:cNvSpPr>
            <a:spLocks noGrp="1"/>
          </p:cNvSpPr>
          <p:nvPr>
            <p:ph type="pic" idx="5"/>
          </p:nvPr>
        </p:nvSpPr>
        <p:spPr>
          <a:xfrm>
            <a:off x="730282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9" name="Google Shape;49;p18"/>
          <p:cNvSpPr>
            <a:spLocks noGrp="1"/>
          </p:cNvSpPr>
          <p:nvPr>
            <p:ph type="pic" idx="6"/>
          </p:nvPr>
        </p:nvSpPr>
        <p:spPr>
          <a:xfrm>
            <a:off x="9362601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9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>
            <a:spLocks noGrp="1"/>
          </p:cNvSpPr>
          <p:nvPr>
            <p:ph type="pic" idx="2"/>
          </p:nvPr>
        </p:nvSpPr>
        <p:spPr>
          <a:xfrm>
            <a:off x="17673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4" name="Google Shape;54;p19"/>
          <p:cNvSpPr>
            <a:spLocks noGrp="1"/>
          </p:cNvSpPr>
          <p:nvPr>
            <p:ph type="pic" idx="3"/>
          </p:nvPr>
        </p:nvSpPr>
        <p:spPr>
          <a:xfrm>
            <a:off x="40216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5" name="Google Shape;55;p19"/>
          <p:cNvSpPr>
            <a:spLocks noGrp="1"/>
          </p:cNvSpPr>
          <p:nvPr>
            <p:ph type="pic" idx="4"/>
          </p:nvPr>
        </p:nvSpPr>
        <p:spPr>
          <a:xfrm>
            <a:off x="62758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19"/>
          <p:cNvSpPr>
            <a:spLocks noGrp="1"/>
          </p:cNvSpPr>
          <p:nvPr>
            <p:ph type="pic" idx="5"/>
          </p:nvPr>
        </p:nvSpPr>
        <p:spPr>
          <a:xfrm>
            <a:off x="85301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7" name="Google Shape;57;p19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>
            <a:spLocks noGrp="1"/>
          </p:cNvSpPr>
          <p:nvPr>
            <p:ph type="pic" idx="2"/>
          </p:nvPr>
        </p:nvSpPr>
        <p:spPr>
          <a:xfrm>
            <a:off x="7410450" y="1362075"/>
            <a:ext cx="3019425" cy="413385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0" name="Google Shape;60;p20"/>
          <p:cNvSpPr>
            <a:spLocks noGrp="1"/>
          </p:cNvSpPr>
          <p:nvPr>
            <p:ph type="pic" idx="3"/>
          </p:nvPr>
        </p:nvSpPr>
        <p:spPr>
          <a:xfrm>
            <a:off x="5943600" y="1957388"/>
            <a:ext cx="1785938" cy="3833812"/>
          </a:xfrm>
          <a:prstGeom prst="roundRect">
            <a:avLst>
              <a:gd name="adj" fmla="val 8747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>
            <a:spLocks noGrp="1"/>
          </p:cNvSpPr>
          <p:nvPr>
            <p:ph type="pic" idx="2"/>
          </p:nvPr>
        </p:nvSpPr>
        <p:spPr>
          <a:xfrm>
            <a:off x="1104900" y="1016342"/>
            <a:ext cx="10063843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>
            <a:spLocks noGrp="1"/>
          </p:cNvSpPr>
          <p:nvPr>
            <p:ph type="pic" idx="2"/>
          </p:nvPr>
        </p:nvSpPr>
        <p:spPr>
          <a:xfrm>
            <a:off x="6886575" y="0"/>
            <a:ext cx="5885996" cy="6858000"/>
          </a:xfrm>
          <a:prstGeom prst="roundRect">
            <a:avLst>
              <a:gd name="adj" fmla="val 194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t" rotWithShape="0">
              <a:srgbClr val="000000">
                <a:alpha val="29411"/>
              </a:srgbClr>
            </a:outerShdw>
          </a:effectLst>
        </p:spPr>
      </p:sp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70" name="Google Shape;70;p24"/>
          <p:cNvSpPr>
            <a:spLocks noGrp="1"/>
          </p:cNvSpPr>
          <p:nvPr>
            <p:ph type="pic" idx="3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2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25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25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25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8" name="Google Shape;78;p25"/>
          <p:cNvSpPr>
            <a:spLocks noGrp="1"/>
          </p:cNvSpPr>
          <p:nvPr>
            <p:ph type="pic" idx="6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9" name="Google Shape;79;p25"/>
          <p:cNvSpPr>
            <a:spLocks noGrp="1"/>
          </p:cNvSpPr>
          <p:nvPr>
            <p:ph type="pic" idx="7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0" name="Google Shape;80;p25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1" name="Google Shape;81;p2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>
            <a:spLocks noGrp="1"/>
          </p:cNvSpPr>
          <p:nvPr>
            <p:ph type="pic" idx="9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26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26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26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26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9" name="Google Shape;89;p26"/>
          <p:cNvSpPr>
            <a:spLocks noGrp="1"/>
          </p:cNvSpPr>
          <p:nvPr>
            <p:ph type="pic" idx="6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0" name="Google Shape;90;p26"/>
          <p:cNvSpPr>
            <a:spLocks noGrp="1"/>
          </p:cNvSpPr>
          <p:nvPr>
            <p:ph type="pic" idx="7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1" name="Google Shape;91;p26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2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11049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27"/>
          <p:cNvSpPr>
            <a:spLocks noGrp="1"/>
          </p:cNvSpPr>
          <p:nvPr>
            <p:ph type="pic" idx="3"/>
          </p:nvPr>
        </p:nvSpPr>
        <p:spPr>
          <a:xfrm>
            <a:off x="11049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27"/>
          <p:cNvSpPr>
            <a:spLocks noGrp="1"/>
          </p:cNvSpPr>
          <p:nvPr>
            <p:ph type="pic" idx="4"/>
          </p:nvPr>
        </p:nvSpPr>
        <p:spPr>
          <a:xfrm>
            <a:off x="309562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27"/>
          <p:cNvSpPr>
            <a:spLocks noGrp="1"/>
          </p:cNvSpPr>
          <p:nvPr>
            <p:ph type="pic" idx="5"/>
          </p:nvPr>
        </p:nvSpPr>
        <p:spPr>
          <a:xfrm>
            <a:off x="309562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27"/>
          <p:cNvSpPr>
            <a:spLocks noGrp="1"/>
          </p:cNvSpPr>
          <p:nvPr>
            <p:ph type="pic" idx="6"/>
          </p:nvPr>
        </p:nvSpPr>
        <p:spPr>
          <a:xfrm>
            <a:off x="508635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27"/>
          <p:cNvSpPr>
            <a:spLocks noGrp="1"/>
          </p:cNvSpPr>
          <p:nvPr>
            <p:ph type="pic" idx="7"/>
          </p:nvPr>
        </p:nvSpPr>
        <p:spPr>
          <a:xfrm>
            <a:off x="508635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1" name="Google Shape;101;p27"/>
          <p:cNvSpPr>
            <a:spLocks noGrp="1"/>
          </p:cNvSpPr>
          <p:nvPr>
            <p:ph type="pic" idx="8"/>
          </p:nvPr>
        </p:nvSpPr>
        <p:spPr>
          <a:xfrm>
            <a:off x="707707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2" name="Google Shape;102;p27"/>
          <p:cNvSpPr>
            <a:spLocks noGrp="1"/>
          </p:cNvSpPr>
          <p:nvPr>
            <p:ph type="pic" idx="9"/>
          </p:nvPr>
        </p:nvSpPr>
        <p:spPr>
          <a:xfrm>
            <a:off x="707707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3" name="Google Shape;103;p27"/>
          <p:cNvSpPr>
            <a:spLocks noGrp="1"/>
          </p:cNvSpPr>
          <p:nvPr>
            <p:ph type="pic" idx="13"/>
          </p:nvPr>
        </p:nvSpPr>
        <p:spPr>
          <a:xfrm>
            <a:off x="90678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27"/>
          <p:cNvSpPr>
            <a:spLocks noGrp="1"/>
          </p:cNvSpPr>
          <p:nvPr>
            <p:ph type="pic" idx="14"/>
          </p:nvPr>
        </p:nvSpPr>
        <p:spPr>
          <a:xfrm>
            <a:off x="90678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>
            <a:spLocks noGrp="1"/>
          </p:cNvSpPr>
          <p:nvPr>
            <p:ph type="pic" idx="2"/>
          </p:nvPr>
        </p:nvSpPr>
        <p:spPr>
          <a:xfrm>
            <a:off x="110490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28"/>
          <p:cNvSpPr>
            <a:spLocks noGrp="1"/>
          </p:cNvSpPr>
          <p:nvPr>
            <p:ph type="pic" idx="3"/>
          </p:nvPr>
        </p:nvSpPr>
        <p:spPr>
          <a:xfrm>
            <a:off x="110490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28"/>
          <p:cNvSpPr>
            <a:spLocks noGrp="1"/>
          </p:cNvSpPr>
          <p:nvPr>
            <p:ph type="pic" idx="4"/>
          </p:nvPr>
        </p:nvSpPr>
        <p:spPr>
          <a:xfrm>
            <a:off x="337185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0" name="Google Shape;110;p28"/>
          <p:cNvSpPr>
            <a:spLocks noGrp="1"/>
          </p:cNvSpPr>
          <p:nvPr>
            <p:ph type="pic" idx="5"/>
          </p:nvPr>
        </p:nvSpPr>
        <p:spPr>
          <a:xfrm>
            <a:off x="337185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1" name="Google Shape;111;p28"/>
          <p:cNvSpPr>
            <a:spLocks noGrp="1"/>
          </p:cNvSpPr>
          <p:nvPr>
            <p:ph type="pic" idx="6"/>
          </p:nvPr>
        </p:nvSpPr>
        <p:spPr>
          <a:xfrm>
            <a:off x="5638800" y="1787524"/>
            <a:ext cx="3124200" cy="4543426"/>
          </a:xfrm>
          <a:prstGeom prst="roundRect">
            <a:avLst>
              <a:gd name="adj" fmla="val 5463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28"/>
          <p:cNvSpPr>
            <a:spLocks noGrp="1"/>
          </p:cNvSpPr>
          <p:nvPr>
            <p:ph type="pic" idx="7"/>
          </p:nvPr>
        </p:nvSpPr>
        <p:spPr>
          <a:xfrm>
            <a:off x="9010651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28"/>
          <p:cNvSpPr>
            <a:spLocks noGrp="1"/>
          </p:cNvSpPr>
          <p:nvPr>
            <p:ph type="pic" idx="8"/>
          </p:nvPr>
        </p:nvSpPr>
        <p:spPr>
          <a:xfrm>
            <a:off x="9010651" y="4152898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>
            <a:spLocks noGrp="1"/>
          </p:cNvSpPr>
          <p:nvPr>
            <p:ph type="pic" idx="2"/>
          </p:nvPr>
        </p:nvSpPr>
        <p:spPr>
          <a:xfrm>
            <a:off x="7810498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6" name="Google Shape;116;p29"/>
          <p:cNvSpPr>
            <a:spLocks noGrp="1"/>
          </p:cNvSpPr>
          <p:nvPr>
            <p:ph type="pic" idx="3"/>
          </p:nvPr>
        </p:nvSpPr>
        <p:spPr>
          <a:xfrm>
            <a:off x="1943100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>
            <a:spLocks noGrp="1"/>
          </p:cNvSpPr>
          <p:nvPr>
            <p:ph type="pic" idx="4"/>
          </p:nvPr>
        </p:nvSpPr>
        <p:spPr>
          <a:xfrm>
            <a:off x="4876798" y="2034118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119" name="Google Shape;119;p29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9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Custom Layout">
  <p:cSld name="19_Custom Layou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>
            <a:spLocks noGrp="1"/>
          </p:cNvSpPr>
          <p:nvPr>
            <p:ph type="pic" idx="2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30"/>
          <p:cNvSpPr>
            <a:spLocks noGrp="1"/>
          </p:cNvSpPr>
          <p:nvPr>
            <p:ph type="pic" idx="3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5" name="Google Shape;125;p30"/>
          <p:cNvSpPr>
            <a:spLocks noGrp="1"/>
          </p:cNvSpPr>
          <p:nvPr>
            <p:ph type="pic" idx="4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6" name="Google Shape;126;p30"/>
          <p:cNvSpPr>
            <a:spLocks noGrp="1"/>
          </p:cNvSpPr>
          <p:nvPr>
            <p:ph type="pic" idx="5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7" name="Google Shape;127;p30"/>
          <p:cNvSpPr>
            <a:spLocks noGrp="1"/>
          </p:cNvSpPr>
          <p:nvPr>
            <p:ph type="pic" idx="6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8" name="Google Shape;128;p30"/>
          <p:cNvSpPr>
            <a:spLocks noGrp="1"/>
          </p:cNvSpPr>
          <p:nvPr>
            <p:ph type="pic" idx="7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>
            <a:spLocks noGrp="1"/>
          </p:cNvSpPr>
          <p:nvPr>
            <p:ph type="pic" idx="2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6" name="Google Shape;136;p1"/>
            <p:cNvSpPr/>
            <p:nvPr/>
          </p:nvSpPr>
          <p:spPr>
            <a:xfrm>
              <a:off x="5618163" y="3698876"/>
              <a:ext cx="4832350" cy="115888"/>
            </a:xfrm>
            <a:custGeom>
              <a:avLst/>
              <a:gdLst/>
              <a:ahLst/>
              <a:cxnLst/>
              <a:rect l="l" t="t" r="r" b="b"/>
              <a:pathLst>
                <a:path w="1136" h="27" extrusionOk="0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9229725" y="3698876"/>
              <a:ext cx="1220788" cy="115888"/>
            </a:xfrm>
            <a:custGeom>
              <a:avLst/>
              <a:gdLst/>
              <a:ahLst/>
              <a:cxnLst/>
              <a:rect l="l" t="t" r="r" b="b"/>
              <a:pathLst>
                <a:path w="287" h="27" extrusionOk="0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573838" y="4660901"/>
              <a:ext cx="136525" cy="1658938"/>
            </a:xfrm>
            <a:custGeom>
              <a:avLst/>
              <a:gdLst/>
              <a:ahLst/>
              <a:cxnLst/>
              <a:rect l="l" t="t" r="r" b="b"/>
              <a:pathLst>
                <a:path w="86" h="1045" extrusionOk="0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310563" y="3209926"/>
              <a:ext cx="349250" cy="488950"/>
            </a:xfrm>
            <a:custGeom>
              <a:avLst/>
              <a:gdLst/>
              <a:ahLst/>
              <a:cxnLst/>
              <a:rect l="l" t="t" r="r" b="b"/>
              <a:pathLst>
                <a:path w="220" h="308" extrusionOk="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7842250" y="2779713"/>
              <a:ext cx="1263650" cy="822325"/>
            </a:xfrm>
            <a:custGeom>
              <a:avLst/>
              <a:gdLst/>
              <a:ahLst/>
              <a:cxnLst/>
              <a:rect l="l" t="t" r="r" b="b"/>
              <a:pathLst>
                <a:path w="297" h="193" extrusionOk="0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7862888" y="2814638"/>
              <a:ext cx="1192213" cy="752475"/>
            </a:xfrm>
            <a:custGeom>
              <a:avLst/>
              <a:gdLst/>
              <a:ahLst/>
              <a:cxnLst/>
              <a:rect l="l" t="t" r="r" b="b"/>
              <a:pathLst>
                <a:path w="280" h="177" extrusionOk="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8366125" y="2779713"/>
              <a:ext cx="279400" cy="242888"/>
            </a:xfrm>
            <a:custGeom>
              <a:avLst/>
              <a:gdLst/>
              <a:ahLst/>
              <a:cxnLst/>
              <a:rect l="l" t="t" r="r" b="b"/>
              <a:pathLst>
                <a:path w="176" h="153" extrusionOk="0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677025" y="2168526"/>
              <a:ext cx="33338" cy="46038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92900" y="2214563"/>
              <a:ext cx="55563" cy="111125"/>
            </a:xfrm>
            <a:custGeom>
              <a:avLst/>
              <a:gdLst/>
              <a:ahLst/>
              <a:cxnLst/>
              <a:rect l="l" t="t" r="r" b="b"/>
              <a:pathLst>
                <a:path w="13" h="26" extrusionOk="0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6225" y="2087563"/>
              <a:ext cx="63500" cy="53975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281738" y="2397126"/>
              <a:ext cx="357188" cy="44767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175375" y="2619376"/>
              <a:ext cx="531813" cy="160338"/>
            </a:xfrm>
            <a:custGeom>
              <a:avLst/>
              <a:gdLst/>
              <a:ahLst/>
              <a:cxnLst/>
              <a:rect l="l" t="t" r="r" b="b"/>
              <a:pathLst>
                <a:path w="125" h="38" extrusionOk="0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949950" y="2860676"/>
              <a:ext cx="611188" cy="876300"/>
            </a:xfrm>
            <a:custGeom>
              <a:avLst/>
              <a:gdLst/>
              <a:ahLst/>
              <a:cxnLst/>
              <a:rect l="l" t="t" r="r" b="b"/>
              <a:pathLst>
                <a:path w="144" h="206" extrusionOk="0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922963" y="2686051"/>
              <a:ext cx="460375" cy="574675"/>
            </a:xfrm>
            <a:custGeom>
              <a:avLst/>
              <a:gdLst/>
              <a:ahLst/>
              <a:cxnLst/>
              <a:rect l="l" t="t" r="r" b="b"/>
              <a:pathLst>
                <a:path w="108" h="135" extrusionOk="0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477000" y="3559176"/>
              <a:ext cx="280988" cy="203200"/>
            </a:xfrm>
            <a:custGeom>
              <a:avLst/>
              <a:gdLst/>
              <a:ahLst/>
              <a:cxnLst/>
              <a:rect l="l" t="t" r="r" b="b"/>
              <a:pathLst>
                <a:path w="66" h="48" extrusionOk="0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216650" y="1933576"/>
              <a:ext cx="511175" cy="714375"/>
            </a:xfrm>
            <a:custGeom>
              <a:avLst/>
              <a:gdLst/>
              <a:ahLst/>
              <a:cxnLst/>
              <a:rect l="l" t="t" r="r" b="b"/>
              <a:pathLst>
                <a:path w="120" h="168" extrusionOk="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046788" y="1806576"/>
              <a:ext cx="638175" cy="696913"/>
            </a:xfrm>
            <a:custGeom>
              <a:avLst/>
              <a:gdLst/>
              <a:ahLst/>
              <a:cxnLst/>
              <a:rect l="l" t="t" r="r" b="b"/>
              <a:pathLst>
                <a:path w="150" h="164" extrusionOk="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459538" y="2206626"/>
              <a:ext cx="153988" cy="182563"/>
            </a:xfrm>
            <a:custGeom>
              <a:avLst/>
              <a:gdLst/>
              <a:ahLst/>
              <a:cxnLst/>
              <a:rect l="l" t="t" r="r" b="b"/>
              <a:pathLst>
                <a:path w="36" h="43" extrusionOk="0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075613" y="5975351"/>
              <a:ext cx="506413" cy="268288"/>
            </a:xfrm>
            <a:custGeom>
              <a:avLst/>
              <a:gdLst/>
              <a:ahLst/>
              <a:cxnLst/>
              <a:rect l="l" t="t" r="r" b="b"/>
              <a:pathLst>
                <a:path w="119" h="63" extrusionOk="0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254750" y="4005263"/>
              <a:ext cx="1974850" cy="1854200"/>
            </a:xfrm>
            <a:custGeom>
              <a:avLst/>
              <a:gdLst/>
              <a:ahLst/>
              <a:cxnLst/>
              <a:rect l="l" t="t" r="r" b="b"/>
              <a:pathLst>
                <a:path w="464" h="436" extrusionOk="0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931150" y="5686426"/>
              <a:ext cx="341313" cy="228600"/>
            </a:xfrm>
            <a:custGeom>
              <a:avLst/>
              <a:gdLst/>
              <a:ahLst/>
              <a:cxnLst/>
              <a:rect l="l" t="t" r="r" b="b"/>
              <a:pathLst>
                <a:path w="215" h="144" extrusionOk="0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275638" y="5965826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18" h="13" extrusionOk="0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259763" y="5940426"/>
              <a:ext cx="46038" cy="80963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267575" y="6191251"/>
              <a:ext cx="485775" cy="196850"/>
            </a:xfrm>
            <a:custGeom>
              <a:avLst/>
              <a:gdLst/>
              <a:ahLst/>
              <a:cxnLst/>
              <a:rect l="l" t="t" r="r" b="b"/>
              <a:pathLst>
                <a:path w="114" h="46" extrusionOk="0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489825" y="6183313"/>
              <a:ext cx="84138" cy="4762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485063" y="6149976"/>
              <a:ext cx="50800" cy="71438"/>
            </a:xfrm>
            <a:custGeom>
              <a:avLst/>
              <a:gdLst/>
              <a:ahLst/>
              <a:cxnLst/>
              <a:rect l="l" t="t" r="r" b="b"/>
              <a:pathLst>
                <a:path w="12" h="17" extrusionOk="0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5919788" y="3992563"/>
              <a:ext cx="1841500" cy="2003425"/>
            </a:xfrm>
            <a:custGeom>
              <a:avLst/>
              <a:gdLst/>
              <a:ahLst/>
              <a:cxnLst/>
              <a:rect l="l" t="t" r="r" b="b"/>
              <a:pathLst>
                <a:path w="433" h="471" extrusionOk="0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7246938" y="5856288"/>
              <a:ext cx="322263" cy="157163"/>
            </a:xfrm>
            <a:custGeom>
              <a:avLst/>
              <a:gdLst/>
              <a:ahLst/>
              <a:cxnLst/>
              <a:rect l="l" t="t" r="r" b="b"/>
              <a:pathLst>
                <a:path w="203" h="99" extrusionOk="0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6000750" y="2690813"/>
              <a:ext cx="904875" cy="1339850"/>
            </a:xfrm>
            <a:custGeom>
              <a:avLst/>
              <a:gdLst/>
              <a:ahLst/>
              <a:cxnLst/>
              <a:rect l="l" t="t" r="r" b="b"/>
              <a:pathLst>
                <a:path w="213" h="315" extrusionOk="0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13450" y="2698751"/>
              <a:ext cx="892175" cy="1331913"/>
            </a:xfrm>
            <a:custGeom>
              <a:avLst/>
              <a:gdLst/>
              <a:ahLst/>
              <a:cxnLst/>
              <a:rect l="l" t="t" r="r" b="b"/>
              <a:pathLst>
                <a:path w="210" h="313" extrusionOk="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629400" y="2878138"/>
              <a:ext cx="804863" cy="858838"/>
            </a:xfrm>
            <a:custGeom>
              <a:avLst/>
              <a:gdLst/>
              <a:ahLst/>
              <a:cxnLst/>
              <a:rect l="l" t="t" r="r" b="b"/>
              <a:pathLst>
                <a:path w="189" h="202" extrusionOk="0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497638" y="2665413"/>
              <a:ext cx="514350" cy="630238"/>
            </a:xfrm>
            <a:custGeom>
              <a:avLst/>
              <a:gdLst/>
              <a:ahLst/>
              <a:cxnLst/>
              <a:rect l="l" t="t" r="r" b="b"/>
              <a:pathLst>
                <a:path w="121" h="148" extrusionOk="0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7348538" y="3559176"/>
              <a:ext cx="280988" cy="207963"/>
            </a:xfrm>
            <a:custGeom>
              <a:avLst/>
              <a:gdLst/>
              <a:ahLst/>
              <a:cxnLst/>
              <a:rect l="l" t="t" r="r" b="b"/>
              <a:pathLst>
                <a:path w="66" h="49" extrusionOk="0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046788" y="4503738"/>
              <a:ext cx="1177925" cy="157163"/>
            </a:xfrm>
            <a:custGeom>
              <a:avLst/>
              <a:gdLst/>
              <a:ahLst/>
              <a:cxnLst/>
              <a:rect l="l" t="t" r="r" b="b"/>
              <a:pathLst>
                <a:path w="277" h="37" extrusionOk="0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7105650" y="4737101"/>
              <a:ext cx="119063" cy="1671638"/>
            </a:xfrm>
            <a:custGeom>
              <a:avLst/>
              <a:gdLst/>
              <a:ahLst/>
              <a:cxnLst/>
              <a:rect l="l" t="t" r="r" b="b"/>
              <a:pathLst>
                <a:path w="75" h="1053" extrusionOk="0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735763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527925" y="474663"/>
              <a:ext cx="3168650" cy="2051050"/>
            </a:xfrm>
            <a:custGeom>
              <a:avLst/>
              <a:gdLst/>
              <a:ahLst/>
              <a:cxnLst/>
              <a:rect l="l" t="t" r="r" b="b"/>
              <a:pathLst>
                <a:path w="745" h="482" extrusionOk="0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701088" y="682626"/>
              <a:ext cx="1736725" cy="1149350"/>
            </a:xfrm>
            <a:custGeom>
              <a:avLst/>
              <a:gdLst/>
              <a:ahLst/>
              <a:cxnLst/>
              <a:rect l="l" t="t" r="r" b="b"/>
              <a:pathLst>
                <a:path w="408" h="270" extrusionOk="0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7013" y="1100138"/>
              <a:ext cx="1730375" cy="1147763"/>
            </a:xfrm>
            <a:custGeom>
              <a:avLst/>
              <a:gdLst/>
              <a:ahLst/>
              <a:cxnLst/>
              <a:rect l="l" t="t" r="r" b="b"/>
              <a:pathLst>
                <a:path w="407" h="270" extrusionOk="0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050213" y="2163763"/>
              <a:ext cx="561975" cy="84138"/>
            </a:xfrm>
            <a:custGeom>
              <a:avLst/>
              <a:gdLst/>
              <a:ahLst/>
              <a:cxnLst/>
              <a:rect l="l" t="t" r="r" b="b"/>
              <a:pathLst>
                <a:path w="132" h="20" extrusionOk="0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8680450" y="1100138"/>
              <a:ext cx="939800" cy="731838"/>
            </a:xfrm>
            <a:custGeom>
              <a:avLst/>
              <a:gdLst/>
              <a:ahLst/>
              <a:cxnLst/>
              <a:rect l="l" t="t" r="r" b="b"/>
              <a:pathLst>
                <a:path w="221" h="172" extrusionOk="0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821613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986713" y="573088"/>
              <a:ext cx="98425" cy="101600"/>
            </a:xfrm>
            <a:custGeom>
              <a:avLst/>
              <a:gdLst/>
              <a:ahLst/>
              <a:cxnLst/>
              <a:rect l="l" t="t" r="r" b="b"/>
              <a:pathLst>
                <a:path w="23" h="24" extrusionOk="0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56575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505700" y="449263"/>
              <a:ext cx="3144838" cy="2036763"/>
            </a:xfrm>
            <a:custGeom>
              <a:avLst/>
              <a:gdLst/>
              <a:ahLst/>
              <a:cxnLst/>
              <a:rect l="l" t="t" r="r" b="b"/>
              <a:pathLst>
                <a:path w="739" h="479" extrusionOk="0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148638" y="2503488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141" h="2" extrusionOk="0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99438" y="1317626"/>
              <a:ext cx="739775" cy="782638"/>
            </a:xfrm>
            <a:custGeom>
              <a:avLst/>
              <a:gdLst/>
              <a:ahLst/>
              <a:cxnLst/>
              <a:rect l="l" t="t" r="r" b="b"/>
              <a:pathLst>
                <a:path w="174" h="184" extrusionOk="0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131175" y="1465263"/>
              <a:ext cx="182563" cy="153988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097838" y="1419226"/>
              <a:ext cx="122238" cy="139700"/>
            </a:xfrm>
            <a:custGeom>
              <a:avLst/>
              <a:gdLst/>
              <a:ahLst/>
              <a:cxnLst/>
              <a:rect l="l" t="t" r="r" b="b"/>
              <a:pathLst>
                <a:path w="29" h="33" extrusionOk="0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632825" y="1317626"/>
              <a:ext cx="838200" cy="1147763"/>
            </a:xfrm>
            <a:custGeom>
              <a:avLst/>
              <a:gdLst/>
              <a:ahLst/>
              <a:cxnLst/>
              <a:rect l="l" t="t" r="r" b="b"/>
              <a:pathLst>
                <a:path w="197" h="270" extrusionOk="0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578850" y="1317626"/>
              <a:ext cx="914400" cy="1190625"/>
            </a:xfrm>
            <a:custGeom>
              <a:avLst/>
              <a:gdLst/>
              <a:ahLst/>
              <a:cxnLst/>
              <a:rect l="l" t="t" r="r" b="b"/>
              <a:pathLst>
                <a:path w="215" h="280" extrusionOk="0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23338" y="1993901"/>
              <a:ext cx="38100" cy="476250"/>
            </a:xfrm>
            <a:custGeom>
              <a:avLst/>
              <a:gdLst/>
              <a:ahLst/>
              <a:cxnLst/>
              <a:rect l="l" t="t" r="r" b="b"/>
              <a:pathLst>
                <a:path w="9" h="112" extrusionOk="0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399588" y="1831976"/>
              <a:ext cx="30163" cy="238125"/>
            </a:xfrm>
            <a:custGeom>
              <a:avLst/>
              <a:gdLst/>
              <a:ahLst/>
              <a:cxnLst/>
              <a:rect l="l" t="t" r="r" b="b"/>
              <a:pathLst>
                <a:path w="7" h="56" extrusionOk="0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429750" y="1512888"/>
              <a:ext cx="46038" cy="319088"/>
            </a:xfrm>
            <a:custGeom>
              <a:avLst/>
              <a:gdLst/>
              <a:ahLst/>
              <a:cxnLst/>
              <a:rect l="l" t="t" r="r" b="b"/>
              <a:pathLst>
                <a:path w="11" h="75" extrusionOk="0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9356725" y="1503363"/>
              <a:ext cx="119063" cy="566738"/>
            </a:xfrm>
            <a:custGeom>
              <a:avLst/>
              <a:gdLst/>
              <a:ahLst/>
              <a:cxnLst/>
              <a:rect l="l" t="t" r="r" b="b"/>
              <a:pathLst>
                <a:path w="28" h="133" extrusionOk="0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918575" y="989013"/>
              <a:ext cx="331788" cy="430213"/>
            </a:xfrm>
            <a:custGeom>
              <a:avLst/>
              <a:gdLst/>
              <a:ahLst/>
              <a:cxnLst/>
              <a:rect l="l" t="t" r="r" b="b"/>
              <a:pathLst>
                <a:path w="78" h="101" extrusionOk="0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58275" y="1384301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49" h="35" extrusionOk="0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83675" y="1300163"/>
              <a:ext cx="212725" cy="177800"/>
            </a:xfrm>
            <a:custGeom>
              <a:avLst/>
              <a:gdLst/>
              <a:ahLst/>
              <a:cxnLst/>
              <a:rect l="l" t="t" r="r" b="b"/>
              <a:pathLst>
                <a:path w="50" h="42" extrusionOk="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977313" y="1381126"/>
              <a:ext cx="80963" cy="33338"/>
            </a:xfrm>
            <a:custGeom>
              <a:avLst/>
              <a:gdLst/>
              <a:ahLst/>
              <a:cxnLst/>
              <a:rect l="l" t="t" r="r" b="b"/>
              <a:pathLst>
                <a:path w="51" h="21" extrusionOk="0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870950" y="1304926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40" h="36" extrusionOk="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037638" y="1100138"/>
              <a:ext cx="55563" cy="42863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9037638" y="1052513"/>
              <a:ext cx="114300" cy="136525"/>
            </a:xfrm>
            <a:custGeom>
              <a:avLst/>
              <a:gdLst/>
              <a:ahLst/>
              <a:cxnLst/>
              <a:rect l="l" t="t" r="r" b="b"/>
              <a:pathLst>
                <a:path w="27" h="32" extrusionOk="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867775" y="611188"/>
              <a:ext cx="169863" cy="314325"/>
            </a:xfrm>
            <a:custGeom>
              <a:avLst/>
              <a:gdLst/>
              <a:ahLst/>
              <a:cxnLst/>
              <a:rect l="l" t="t" r="r" b="b"/>
              <a:pathLst>
                <a:path w="40" h="74" extrusionOk="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867775" y="593726"/>
              <a:ext cx="407988" cy="617538"/>
            </a:xfrm>
            <a:custGeom>
              <a:avLst/>
              <a:gdLst/>
              <a:ahLst/>
              <a:cxnLst/>
              <a:rect l="l" t="t" r="r" b="b"/>
              <a:pathLst>
                <a:path w="96" h="145" extrusionOk="0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118600" y="682626"/>
              <a:ext cx="369888" cy="361950"/>
            </a:xfrm>
            <a:custGeom>
              <a:avLst/>
              <a:gdLst/>
              <a:ahLst/>
              <a:cxnLst/>
              <a:rect l="l" t="t" r="r" b="b"/>
              <a:pathLst>
                <a:path w="87" h="85" extrusionOk="0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855075" y="538163"/>
              <a:ext cx="496888" cy="247650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9288463" y="588963"/>
              <a:ext cx="98425" cy="128588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194800" y="857251"/>
              <a:ext cx="119063" cy="144463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32875" y="844551"/>
              <a:ext cx="25400" cy="42863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8931275" y="869951"/>
              <a:ext cx="50800" cy="111125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007475" y="958851"/>
              <a:ext cx="80963" cy="42863"/>
            </a:xfrm>
            <a:custGeom>
              <a:avLst/>
              <a:gdLst/>
              <a:ahLst/>
              <a:cxnLst/>
              <a:rect l="l" t="t" r="r" b="b"/>
              <a:pathLst>
                <a:path w="19" h="10" extrusionOk="0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063038" y="785813"/>
              <a:ext cx="60325" cy="38100"/>
            </a:xfrm>
            <a:custGeom>
              <a:avLst/>
              <a:gdLst/>
              <a:ahLst/>
              <a:cxnLst/>
              <a:rect l="l" t="t" r="r" b="b"/>
              <a:pathLst>
                <a:path w="14" h="9" extrusionOk="0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8880475" y="78105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9217025" y="1330326"/>
              <a:ext cx="479425" cy="1003300"/>
            </a:xfrm>
            <a:custGeom>
              <a:avLst/>
              <a:gdLst/>
              <a:ahLst/>
              <a:cxnLst/>
              <a:rect l="l" t="t" r="r" b="b"/>
              <a:pathLst>
                <a:path w="113" h="236" extrusionOk="0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9139238" y="2244726"/>
              <a:ext cx="217488" cy="96838"/>
            </a:xfrm>
            <a:custGeom>
              <a:avLst/>
              <a:gdLst/>
              <a:ahLst/>
              <a:cxnLst/>
              <a:rect l="l" t="t" r="r" b="b"/>
              <a:pathLst>
                <a:path w="51" h="23" extrusionOk="0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9110663" y="2295526"/>
              <a:ext cx="160338" cy="106363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9" name="Google Shape;269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L" sz="6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1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272" name="Google Shape;272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name="adj" fmla="val 12488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dist="127000" dir="5400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216000" tIns="45700" rIns="91425" bIns="18000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1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lang="es-CL" sz="5400" b="1" i="0" u="none" strike="noStrike" cap="non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1</a:t>
            </a:r>
            <a:endParaRPr/>
          </a:p>
        </p:txBody>
      </p:sp>
      <p:sp>
        <p:nvSpPr>
          <p:cNvPr id="280" name="Google Shape;280;p2"/>
          <p:cNvSpPr txBox="1"/>
          <p:nvPr/>
        </p:nvSpPr>
        <p:spPr>
          <a:xfrm>
            <a:off x="1112989" y="615954"/>
            <a:ext cx="1551066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/>
          <p:nvPr/>
        </p:nvSpPr>
        <p:spPr>
          <a:xfrm>
            <a:off x="1104901" y="1600201"/>
            <a:ext cx="5090948" cy="4193627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Cree una función que devuelva una lista con los tres números más altos de una lista, entregada por parámetro, en orden descendente.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Ejemplo: Si la lista es [1,2,5,7,2,9,7]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función debe devolver [9,7,7]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Utilizando la función, encuentre los tres números más altos del archivo.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2"/>
          <p:cNvGraphicFramePr/>
          <p:nvPr/>
        </p:nvGraphicFramePr>
        <p:xfrm>
          <a:off x="8043773" y="2664345"/>
          <a:ext cx="2446338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46338" imgH="2065338" progId="Package">
                  <p:embed/>
                </p:oleObj>
              </mc:Choice>
              <mc:Fallback>
                <p:oleObj r:id="rId3" imgW="2446338" imgH="2065338" progId="Package">
                  <p:embed/>
                  <p:pic>
                    <p:nvPicPr>
                      <p:cNvPr id="282" name="Google Shape;282;p2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043773" y="2664345"/>
                        <a:ext cx="2446338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2</a:t>
            </a:r>
            <a:endParaRPr/>
          </a:p>
        </p:txBody>
      </p:sp>
      <p:sp>
        <p:nvSpPr>
          <p:cNvPr id="289" name="Google Shape;289;p3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1104900" y="1600201"/>
            <a:ext cx="5327431" cy="2758965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partir de un archivo de texto con nombres, imprima la cantidad de veces que se repite cada nombre de forma ordenada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Luego, identifique el nombre más repetido.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1" name="Google Shape;291;p3"/>
          <p:cNvGraphicFramePr/>
          <p:nvPr/>
        </p:nvGraphicFramePr>
        <p:xfrm>
          <a:off x="8555038" y="2593975"/>
          <a:ext cx="178435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84350" imgH="1214438" progId="Package">
                  <p:embed/>
                </p:oleObj>
              </mc:Choice>
              <mc:Fallback>
                <p:oleObj r:id="rId3" imgW="1784350" imgH="1214438" progId="Package">
                  <p:embed/>
                  <p:pic>
                    <p:nvPicPr>
                      <p:cNvPr id="291" name="Google Shape;291;p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555038" y="2593975"/>
                        <a:ext cx="178435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3</a:t>
            </a:r>
            <a:endParaRPr/>
          </a:p>
        </p:txBody>
      </p:sp>
      <p:sp>
        <p:nvSpPr>
          <p:cNvPr id="298" name="Google Shape;298;p4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1104900" y="1600201"/>
            <a:ext cx="6667500" cy="4564116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archivo contiene los participantes de la competencia de ski acrobático mixto. Los primeros 3 valores corresponde al tiempo en segundos en llegar a la meta. Los siguientes 3 corresponde a las penalizaciones.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Indique los 3 primeros lugares de acuerdo con la fórmula de puntaje de la competencia: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Puntaje = promedio de tiempo + suma de penalizaciones.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Los 3 primeros lugares deben tener los 3 tiempos inferiores.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4"/>
          <p:cNvGraphicFramePr/>
          <p:nvPr/>
        </p:nvGraphicFramePr>
        <p:xfrm>
          <a:off x="8688333" y="2824984"/>
          <a:ext cx="2506663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06663" imgH="2114550" progId="Package">
                  <p:embed/>
                </p:oleObj>
              </mc:Choice>
              <mc:Fallback>
                <p:oleObj r:id="rId3" imgW="2506663" imgH="2114550" progId="Package">
                  <p:embed/>
                  <p:pic>
                    <p:nvPicPr>
                      <p:cNvPr id="300" name="Google Shape;300;p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688333" y="2824984"/>
                        <a:ext cx="2506663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4</a:t>
            </a:r>
            <a:endParaRPr/>
          </a:p>
        </p:txBody>
      </p:sp>
      <p:sp>
        <p:nvSpPr>
          <p:cNvPr id="306" name="Google Shape;306;p5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1104900" y="1600201"/>
            <a:ext cx="10230507" cy="4177861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archivo presenta el resultado de un examen realizado a pacientes en un hospital.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acuerdo al primer valor se clasifican los pacientes de acuerdo a riesgo.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mayor a 75 el riesgo es alto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mayor a 50 y menor o igual a 75 el riesgo es medio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menor a 50 el riesgo es bajo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segundo valor corresponde a el riesgo ajustado de acuerdo al peso de la persona.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Imprima los pacientes por cada categoría ordenados de acuerdo a su riesgo ajustado.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Debe presentar la categoría, luego mostrar a los pacientes ordenados, mostrando sus dos valores.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4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8837" y="1833563"/>
            <a:ext cx="2543175" cy="4371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6"/>
          <p:cNvGraphicFramePr/>
          <p:nvPr/>
        </p:nvGraphicFramePr>
        <p:xfrm>
          <a:off x="7167563" y="2405282"/>
          <a:ext cx="2895600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95600" imgH="2444750" progId="Package">
                  <p:embed/>
                </p:oleObj>
              </mc:Choice>
              <mc:Fallback>
                <p:oleObj r:id="rId4" imgW="2895600" imgH="2444750" progId="Package">
                  <p:embed/>
                  <p:pic>
                    <p:nvPicPr>
                      <p:cNvPr id="315" name="Google Shape;315;p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167563" y="2405282"/>
                        <a:ext cx="2895600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Panorámica</PresentationFormat>
  <Paragraphs>52</Paragraphs>
  <Slides>6</Slides>
  <Notes>6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Poppins</vt:lpstr>
      <vt:lpstr>Office Theme</vt:lpstr>
      <vt:lpstr>Package</vt:lpstr>
      <vt:lpstr>Presentación de PowerPoint</vt:lpstr>
      <vt:lpstr>Ejercicio 1</vt:lpstr>
      <vt:lpstr>Ejercicio 2</vt:lpstr>
      <vt:lpstr>Ejercicio 3</vt:lpstr>
      <vt:lpstr>Ejercicio 4</vt:lpstr>
      <vt:lpstr>Ejercicio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Munkhuu</dc:creator>
  <cp:lastModifiedBy>Alejandro Paolini</cp:lastModifiedBy>
  <cp:revision>2</cp:revision>
  <dcterms:created xsi:type="dcterms:W3CDTF">2020-12-19T16:12:24Z</dcterms:created>
  <dcterms:modified xsi:type="dcterms:W3CDTF">2025-05-19T17:00:03Z</dcterms:modified>
</cp:coreProperties>
</file>