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06PMQtSXixXU97WzJkDS32j1h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2" y="3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9" name="Google Shape;2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6" name="Google Shape;2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2" name="Google Shape;3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0" name="Google Shape;3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7" name="Google Shape;3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1" name="Google Shape;3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5" name="Google Shape;3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2" name="Google Shape;3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3" name="Google Shape;3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0" name="Google Shape;3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8" name="Google Shape;3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6" name="Google Shape;39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4" name="Google Shape;4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2" name="Google Shape;4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3" name="Google Shape;4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4"/>
          <p:cNvSpPr>
            <a:spLocks noGrp="1"/>
          </p:cNvSpPr>
          <p:nvPr>
            <p:ph type="pic" idx="2"/>
          </p:nvPr>
        </p:nvSpPr>
        <p:spPr>
          <a:xfrm>
            <a:off x="6719886" y="0"/>
            <a:ext cx="3828041" cy="6858000"/>
          </a:xfrm>
          <a:prstGeom prst="roundRect">
            <a:avLst>
              <a:gd name="adj" fmla="val 86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Custom Layout">
  <p:cSld name="21_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>
            <a:spLocks noGrp="1"/>
          </p:cNvSpPr>
          <p:nvPr>
            <p:ph type="pic" idx="2"/>
          </p:nvPr>
        </p:nvSpPr>
        <p:spPr>
          <a:xfrm>
            <a:off x="11049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1" name="Google Shape;21;p28"/>
          <p:cNvSpPr>
            <a:spLocks noGrp="1"/>
          </p:cNvSpPr>
          <p:nvPr>
            <p:ph type="pic" idx="3"/>
          </p:nvPr>
        </p:nvSpPr>
        <p:spPr>
          <a:xfrm>
            <a:off x="42386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2" name="Google Shape;22;p28"/>
          <p:cNvSpPr>
            <a:spLocks noGrp="1"/>
          </p:cNvSpPr>
          <p:nvPr>
            <p:ph type="pic" idx="4"/>
          </p:nvPr>
        </p:nvSpPr>
        <p:spPr>
          <a:xfrm>
            <a:off x="737235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3" name="Google Shape;23;p28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>
            <a:spLocks noGrp="1"/>
          </p:cNvSpPr>
          <p:nvPr>
            <p:ph type="pic" idx="2"/>
          </p:nvPr>
        </p:nvSpPr>
        <p:spPr>
          <a:xfrm>
            <a:off x="212407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29"/>
          <p:cNvSpPr>
            <a:spLocks noGrp="1"/>
          </p:cNvSpPr>
          <p:nvPr>
            <p:ph type="pic" idx="3"/>
          </p:nvPr>
        </p:nvSpPr>
        <p:spPr>
          <a:xfrm>
            <a:off x="52578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29"/>
          <p:cNvSpPr>
            <a:spLocks noGrp="1"/>
          </p:cNvSpPr>
          <p:nvPr>
            <p:ph type="pic" idx="4"/>
          </p:nvPr>
        </p:nvSpPr>
        <p:spPr>
          <a:xfrm>
            <a:off x="83915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8" name="Google Shape;28;p29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>
            <a:spLocks noGrp="1"/>
          </p:cNvSpPr>
          <p:nvPr>
            <p:ph type="pic" idx="2"/>
          </p:nvPr>
        </p:nvSpPr>
        <p:spPr>
          <a:xfrm>
            <a:off x="1514475" y="1733809"/>
            <a:ext cx="9172575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31" name="Google Shape;31;p30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>
            <a:spLocks noGrp="1"/>
          </p:cNvSpPr>
          <p:nvPr>
            <p:ph type="pic" idx="2"/>
          </p:nvPr>
        </p:nvSpPr>
        <p:spPr>
          <a:xfrm>
            <a:off x="2130295" y="2789853"/>
            <a:ext cx="1928521" cy="2567862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34" name="Google Shape;34;p31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31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p31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>
            <a:spLocks noGrp="1"/>
          </p:cNvSpPr>
          <p:nvPr>
            <p:ph type="pic" idx="2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3"/>
          <p:cNvSpPr>
            <a:spLocks noGrp="1"/>
          </p:cNvSpPr>
          <p:nvPr>
            <p:ph type="pic" idx="2"/>
          </p:nvPr>
        </p:nvSpPr>
        <p:spPr>
          <a:xfrm>
            <a:off x="110490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2" name="Google Shape;42;p33"/>
          <p:cNvSpPr>
            <a:spLocks noGrp="1"/>
          </p:cNvSpPr>
          <p:nvPr>
            <p:ph type="pic" idx="3"/>
          </p:nvPr>
        </p:nvSpPr>
        <p:spPr>
          <a:xfrm>
            <a:off x="317087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3" name="Google Shape;43;p33"/>
          <p:cNvSpPr>
            <a:spLocks noGrp="1"/>
          </p:cNvSpPr>
          <p:nvPr>
            <p:ph type="pic" idx="4"/>
          </p:nvPr>
        </p:nvSpPr>
        <p:spPr>
          <a:xfrm>
            <a:off x="523685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4" name="Google Shape;44;p33"/>
          <p:cNvSpPr>
            <a:spLocks noGrp="1"/>
          </p:cNvSpPr>
          <p:nvPr>
            <p:ph type="pic" idx="5"/>
          </p:nvPr>
        </p:nvSpPr>
        <p:spPr>
          <a:xfrm>
            <a:off x="730282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5" name="Google Shape;45;p33"/>
          <p:cNvSpPr>
            <a:spLocks noGrp="1"/>
          </p:cNvSpPr>
          <p:nvPr>
            <p:ph type="pic" idx="6"/>
          </p:nvPr>
        </p:nvSpPr>
        <p:spPr>
          <a:xfrm>
            <a:off x="9362601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4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4"/>
          <p:cNvSpPr>
            <a:spLocks noGrp="1"/>
          </p:cNvSpPr>
          <p:nvPr>
            <p:ph type="pic" idx="2"/>
          </p:nvPr>
        </p:nvSpPr>
        <p:spPr>
          <a:xfrm>
            <a:off x="17673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0" name="Google Shape;50;p34"/>
          <p:cNvSpPr>
            <a:spLocks noGrp="1"/>
          </p:cNvSpPr>
          <p:nvPr>
            <p:ph type="pic" idx="3"/>
          </p:nvPr>
        </p:nvSpPr>
        <p:spPr>
          <a:xfrm>
            <a:off x="40216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1" name="Google Shape;51;p34"/>
          <p:cNvSpPr>
            <a:spLocks noGrp="1"/>
          </p:cNvSpPr>
          <p:nvPr>
            <p:ph type="pic" idx="4"/>
          </p:nvPr>
        </p:nvSpPr>
        <p:spPr>
          <a:xfrm>
            <a:off x="62758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2" name="Google Shape;52;p34"/>
          <p:cNvSpPr>
            <a:spLocks noGrp="1"/>
          </p:cNvSpPr>
          <p:nvPr>
            <p:ph type="pic" idx="5"/>
          </p:nvPr>
        </p:nvSpPr>
        <p:spPr>
          <a:xfrm>
            <a:off x="85301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3" name="Google Shape;53;p34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>
            <a:spLocks noGrp="1"/>
          </p:cNvSpPr>
          <p:nvPr>
            <p:ph type="pic" idx="2"/>
          </p:nvPr>
        </p:nvSpPr>
        <p:spPr>
          <a:xfrm>
            <a:off x="7410450" y="1362075"/>
            <a:ext cx="3019425" cy="413385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35"/>
          <p:cNvSpPr>
            <a:spLocks noGrp="1"/>
          </p:cNvSpPr>
          <p:nvPr>
            <p:ph type="pic" idx="3"/>
          </p:nvPr>
        </p:nvSpPr>
        <p:spPr>
          <a:xfrm>
            <a:off x="5943600" y="1957388"/>
            <a:ext cx="1785938" cy="3833812"/>
          </a:xfrm>
          <a:prstGeom prst="roundRect">
            <a:avLst>
              <a:gd name="adj" fmla="val 8747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>
            <a:spLocks noGrp="1"/>
          </p:cNvSpPr>
          <p:nvPr>
            <p:ph type="pic" idx="2"/>
          </p:nvPr>
        </p:nvSpPr>
        <p:spPr>
          <a:xfrm>
            <a:off x="1104900" y="1016342"/>
            <a:ext cx="10063843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>
            <a:spLocks noGrp="1"/>
          </p:cNvSpPr>
          <p:nvPr>
            <p:ph type="pic" idx="2"/>
          </p:nvPr>
        </p:nvSpPr>
        <p:spPr>
          <a:xfrm>
            <a:off x="6886575" y="0"/>
            <a:ext cx="5885996" cy="6858000"/>
          </a:xfrm>
          <a:prstGeom prst="roundRect">
            <a:avLst>
              <a:gd name="adj" fmla="val 194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t" rotWithShape="0">
              <a:srgbClr val="000000">
                <a:alpha val="29411"/>
              </a:srgbClr>
            </a:outerShdw>
          </a:effectLst>
        </p:spPr>
      </p:sp>
      <p:sp>
        <p:nvSpPr>
          <p:cNvPr id="63" name="Google Shape;63;p38"/>
          <p:cNvSpPr txBox="1">
            <a:spLocks noGrp="1"/>
          </p:cNvSpPr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6" name="Google Shape;66;p39"/>
          <p:cNvSpPr>
            <a:spLocks noGrp="1"/>
          </p:cNvSpPr>
          <p:nvPr>
            <p:ph type="pic" idx="3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67" name="Google Shape;67;p39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40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40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2" name="Google Shape;72;p40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3" name="Google Shape;73;p40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4" name="Google Shape;74;p40"/>
          <p:cNvSpPr>
            <a:spLocks noGrp="1"/>
          </p:cNvSpPr>
          <p:nvPr>
            <p:ph type="pic" idx="6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40"/>
          <p:cNvSpPr>
            <a:spLocks noGrp="1"/>
          </p:cNvSpPr>
          <p:nvPr>
            <p:ph type="pic" idx="7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40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40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>
            <a:spLocks noGrp="1"/>
          </p:cNvSpPr>
          <p:nvPr>
            <p:ph type="pic" idx="9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41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2" name="Google Shape;82;p41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3" name="Google Shape;83;p41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4" name="Google Shape;84;p41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5" name="Google Shape;85;p41"/>
          <p:cNvSpPr>
            <a:spLocks noGrp="1"/>
          </p:cNvSpPr>
          <p:nvPr>
            <p:ph type="pic" idx="6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41"/>
          <p:cNvSpPr>
            <a:spLocks noGrp="1"/>
          </p:cNvSpPr>
          <p:nvPr>
            <p:ph type="pic" idx="7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41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41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ustom Layout">
  <p:cSld name="16_Custom Layou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>
            <a:spLocks noGrp="1"/>
          </p:cNvSpPr>
          <p:nvPr>
            <p:ph type="pic" idx="2"/>
          </p:nvPr>
        </p:nvSpPr>
        <p:spPr>
          <a:xfrm>
            <a:off x="11049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42"/>
          <p:cNvSpPr>
            <a:spLocks noGrp="1"/>
          </p:cNvSpPr>
          <p:nvPr>
            <p:ph type="pic" idx="3"/>
          </p:nvPr>
        </p:nvSpPr>
        <p:spPr>
          <a:xfrm>
            <a:off x="11049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3" name="Google Shape;93;p42"/>
          <p:cNvSpPr>
            <a:spLocks noGrp="1"/>
          </p:cNvSpPr>
          <p:nvPr>
            <p:ph type="pic" idx="4"/>
          </p:nvPr>
        </p:nvSpPr>
        <p:spPr>
          <a:xfrm>
            <a:off x="309562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4" name="Google Shape;94;p42"/>
          <p:cNvSpPr>
            <a:spLocks noGrp="1"/>
          </p:cNvSpPr>
          <p:nvPr>
            <p:ph type="pic" idx="5"/>
          </p:nvPr>
        </p:nvSpPr>
        <p:spPr>
          <a:xfrm>
            <a:off x="309562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5" name="Google Shape;95;p42"/>
          <p:cNvSpPr>
            <a:spLocks noGrp="1"/>
          </p:cNvSpPr>
          <p:nvPr>
            <p:ph type="pic" idx="6"/>
          </p:nvPr>
        </p:nvSpPr>
        <p:spPr>
          <a:xfrm>
            <a:off x="508635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42"/>
          <p:cNvSpPr>
            <a:spLocks noGrp="1"/>
          </p:cNvSpPr>
          <p:nvPr>
            <p:ph type="pic" idx="7"/>
          </p:nvPr>
        </p:nvSpPr>
        <p:spPr>
          <a:xfrm>
            <a:off x="508635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42"/>
          <p:cNvSpPr>
            <a:spLocks noGrp="1"/>
          </p:cNvSpPr>
          <p:nvPr>
            <p:ph type="pic" idx="8"/>
          </p:nvPr>
        </p:nvSpPr>
        <p:spPr>
          <a:xfrm>
            <a:off x="707707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42"/>
          <p:cNvSpPr>
            <a:spLocks noGrp="1"/>
          </p:cNvSpPr>
          <p:nvPr>
            <p:ph type="pic" idx="9"/>
          </p:nvPr>
        </p:nvSpPr>
        <p:spPr>
          <a:xfrm>
            <a:off x="707707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42"/>
          <p:cNvSpPr>
            <a:spLocks noGrp="1"/>
          </p:cNvSpPr>
          <p:nvPr>
            <p:ph type="pic" idx="13"/>
          </p:nvPr>
        </p:nvSpPr>
        <p:spPr>
          <a:xfrm>
            <a:off x="90678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42"/>
          <p:cNvSpPr>
            <a:spLocks noGrp="1"/>
          </p:cNvSpPr>
          <p:nvPr>
            <p:ph type="pic" idx="14"/>
          </p:nvPr>
        </p:nvSpPr>
        <p:spPr>
          <a:xfrm>
            <a:off x="90678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ustom Layout">
  <p:cSld name="17_Custom Layou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3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>
            <a:spLocks noGrp="1"/>
          </p:cNvSpPr>
          <p:nvPr>
            <p:ph type="pic" idx="2"/>
          </p:nvPr>
        </p:nvSpPr>
        <p:spPr>
          <a:xfrm>
            <a:off x="110490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43"/>
          <p:cNvSpPr>
            <a:spLocks noGrp="1"/>
          </p:cNvSpPr>
          <p:nvPr>
            <p:ph type="pic" idx="3"/>
          </p:nvPr>
        </p:nvSpPr>
        <p:spPr>
          <a:xfrm>
            <a:off x="110490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5" name="Google Shape;105;p43"/>
          <p:cNvSpPr>
            <a:spLocks noGrp="1"/>
          </p:cNvSpPr>
          <p:nvPr>
            <p:ph type="pic" idx="4"/>
          </p:nvPr>
        </p:nvSpPr>
        <p:spPr>
          <a:xfrm>
            <a:off x="337185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6" name="Google Shape;106;p43"/>
          <p:cNvSpPr>
            <a:spLocks noGrp="1"/>
          </p:cNvSpPr>
          <p:nvPr>
            <p:ph type="pic" idx="5"/>
          </p:nvPr>
        </p:nvSpPr>
        <p:spPr>
          <a:xfrm>
            <a:off x="337185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7" name="Google Shape;107;p43"/>
          <p:cNvSpPr>
            <a:spLocks noGrp="1"/>
          </p:cNvSpPr>
          <p:nvPr>
            <p:ph type="pic" idx="6"/>
          </p:nvPr>
        </p:nvSpPr>
        <p:spPr>
          <a:xfrm>
            <a:off x="5638800" y="1787524"/>
            <a:ext cx="3124200" cy="4543426"/>
          </a:xfrm>
          <a:prstGeom prst="roundRect">
            <a:avLst>
              <a:gd name="adj" fmla="val 5463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43"/>
          <p:cNvSpPr>
            <a:spLocks noGrp="1"/>
          </p:cNvSpPr>
          <p:nvPr>
            <p:ph type="pic" idx="7"/>
          </p:nvPr>
        </p:nvSpPr>
        <p:spPr>
          <a:xfrm>
            <a:off x="9010651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43"/>
          <p:cNvSpPr>
            <a:spLocks noGrp="1"/>
          </p:cNvSpPr>
          <p:nvPr>
            <p:ph type="pic" idx="8"/>
          </p:nvPr>
        </p:nvSpPr>
        <p:spPr>
          <a:xfrm>
            <a:off x="9010651" y="4152898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Custom Layout">
  <p:cSld name="18_Custom Layou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4"/>
          <p:cNvSpPr>
            <a:spLocks noGrp="1"/>
          </p:cNvSpPr>
          <p:nvPr>
            <p:ph type="pic" idx="2"/>
          </p:nvPr>
        </p:nvSpPr>
        <p:spPr>
          <a:xfrm>
            <a:off x="7810498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44"/>
          <p:cNvSpPr>
            <a:spLocks noGrp="1"/>
          </p:cNvSpPr>
          <p:nvPr>
            <p:ph type="pic" idx="3"/>
          </p:nvPr>
        </p:nvSpPr>
        <p:spPr>
          <a:xfrm>
            <a:off x="1943100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44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4"/>
          <p:cNvSpPr>
            <a:spLocks noGrp="1"/>
          </p:cNvSpPr>
          <p:nvPr>
            <p:ph type="pic" idx="4"/>
          </p:nvPr>
        </p:nvSpPr>
        <p:spPr>
          <a:xfrm>
            <a:off x="4876798" y="2034118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115" name="Google Shape;115;p44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44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Custom Layout">
  <p:cSld name="19_Custom Layou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>
            <a:spLocks noGrp="1"/>
          </p:cNvSpPr>
          <p:nvPr>
            <p:ph type="pic" idx="2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0" name="Google Shape;120;p45"/>
          <p:cNvSpPr>
            <a:spLocks noGrp="1"/>
          </p:cNvSpPr>
          <p:nvPr>
            <p:ph type="pic" idx="3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1" name="Google Shape;121;p45"/>
          <p:cNvSpPr>
            <a:spLocks noGrp="1"/>
          </p:cNvSpPr>
          <p:nvPr>
            <p:ph type="pic" idx="4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2" name="Google Shape;122;p45"/>
          <p:cNvSpPr>
            <a:spLocks noGrp="1"/>
          </p:cNvSpPr>
          <p:nvPr>
            <p:ph type="pic" idx="5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3" name="Google Shape;123;p45"/>
          <p:cNvSpPr>
            <a:spLocks noGrp="1"/>
          </p:cNvSpPr>
          <p:nvPr>
            <p:ph type="pic" idx="6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45"/>
          <p:cNvSpPr>
            <a:spLocks noGrp="1"/>
          </p:cNvSpPr>
          <p:nvPr>
            <p:ph type="pic" idx="7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6"/>
          <p:cNvSpPr>
            <a:spLocks noGrp="1"/>
          </p:cNvSpPr>
          <p:nvPr>
            <p:ph type="pic" idx="2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2" name="Google Shape;132;p1"/>
            <p:cNvSpPr/>
            <p:nvPr/>
          </p:nvSpPr>
          <p:spPr>
            <a:xfrm>
              <a:off x="5618163" y="3698876"/>
              <a:ext cx="4832350" cy="115888"/>
            </a:xfrm>
            <a:custGeom>
              <a:avLst/>
              <a:gdLst/>
              <a:ahLst/>
              <a:cxnLst/>
              <a:rect l="l" t="t" r="r" b="b"/>
              <a:pathLst>
                <a:path w="1136" h="27" extrusionOk="0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9229725" y="3698876"/>
              <a:ext cx="1220788" cy="115888"/>
            </a:xfrm>
            <a:custGeom>
              <a:avLst/>
              <a:gdLst/>
              <a:ahLst/>
              <a:cxnLst/>
              <a:rect l="l" t="t" r="r" b="b"/>
              <a:pathLst>
                <a:path w="287" h="27" extrusionOk="0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573838" y="4660901"/>
              <a:ext cx="136525" cy="1658938"/>
            </a:xfrm>
            <a:custGeom>
              <a:avLst/>
              <a:gdLst/>
              <a:ahLst/>
              <a:cxnLst/>
              <a:rect l="l" t="t" r="r" b="b"/>
              <a:pathLst>
                <a:path w="86" h="1045" extrusionOk="0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8310563" y="3209926"/>
              <a:ext cx="349250" cy="488950"/>
            </a:xfrm>
            <a:custGeom>
              <a:avLst/>
              <a:gdLst/>
              <a:ahLst/>
              <a:cxnLst/>
              <a:rect l="l" t="t" r="r" b="b"/>
              <a:pathLst>
                <a:path w="220" h="308" extrusionOk="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842250" y="2779713"/>
              <a:ext cx="1263650" cy="822325"/>
            </a:xfrm>
            <a:custGeom>
              <a:avLst/>
              <a:gdLst/>
              <a:ahLst/>
              <a:cxnLst/>
              <a:rect l="l" t="t" r="r" b="b"/>
              <a:pathLst>
                <a:path w="297" h="193" extrusionOk="0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862888" y="2814638"/>
              <a:ext cx="1192213" cy="752475"/>
            </a:xfrm>
            <a:custGeom>
              <a:avLst/>
              <a:gdLst/>
              <a:ahLst/>
              <a:cxnLst/>
              <a:rect l="l" t="t" r="r" b="b"/>
              <a:pathLst>
                <a:path w="280" h="177" extrusionOk="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8366125" y="2779713"/>
              <a:ext cx="279400" cy="242888"/>
            </a:xfrm>
            <a:custGeom>
              <a:avLst/>
              <a:gdLst/>
              <a:ahLst/>
              <a:cxnLst/>
              <a:rect l="l" t="t" r="r" b="b"/>
              <a:pathLst>
                <a:path w="176" h="153" extrusionOk="0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677025" y="2168526"/>
              <a:ext cx="33338" cy="46038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92900" y="2214563"/>
              <a:ext cx="55563" cy="111125"/>
            </a:xfrm>
            <a:custGeom>
              <a:avLst/>
              <a:gdLst/>
              <a:ahLst/>
              <a:cxnLst/>
              <a:rect l="l" t="t" r="r" b="b"/>
              <a:pathLst>
                <a:path w="13" h="26" extrusionOk="0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626225" y="2087563"/>
              <a:ext cx="63500" cy="53975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81738" y="2397126"/>
              <a:ext cx="357188" cy="447675"/>
            </a:xfrm>
            <a:custGeom>
              <a:avLst/>
              <a:gdLst/>
              <a:ahLst/>
              <a:cxnLst/>
              <a:rect l="l" t="t" r="r" b="b"/>
              <a:pathLst>
                <a:path w="84" h="105" extrusionOk="0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175375" y="2619376"/>
              <a:ext cx="531813" cy="160338"/>
            </a:xfrm>
            <a:custGeom>
              <a:avLst/>
              <a:gdLst/>
              <a:ahLst/>
              <a:cxnLst/>
              <a:rect l="l" t="t" r="r" b="b"/>
              <a:pathLst>
                <a:path w="125" h="38" extrusionOk="0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949950" y="2860676"/>
              <a:ext cx="611188" cy="876300"/>
            </a:xfrm>
            <a:custGeom>
              <a:avLst/>
              <a:gdLst/>
              <a:ahLst/>
              <a:cxnLst/>
              <a:rect l="l" t="t" r="r" b="b"/>
              <a:pathLst>
                <a:path w="144" h="206" extrusionOk="0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5922963" y="2686051"/>
              <a:ext cx="460375" cy="574675"/>
            </a:xfrm>
            <a:custGeom>
              <a:avLst/>
              <a:gdLst/>
              <a:ahLst/>
              <a:cxnLst/>
              <a:rect l="l" t="t" r="r" b="b"/>
              <a:pathLst>
                <a:path w="108" h="135" extrusionOk="0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477000" y="3559176"/>
              <a:ext cx="280988" cy="203200"/>
            </a:xfrm>
            <a:custGeom>
              <a:avLst/>
              <a:gdLst/>
              <a:ahLst/>
              <a:cxnLst/>
              <a:rect l="l" t="t" r="r" b="b"/>
              <a:pathLst>
                <a:path w="66" h="48" extrusionOk="0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216650" y="1933576"/>
              <a:ext cx="511175" cy="714375"/>
            </a:xfrm>
            <a:custGeom>
              <a:avLst/>
              <a:gdLst/>
              <a:ahLst/>
              <a:cxnLst/>
              <a:rect l="l" t="t" r="r" b="b"/>
              <a:pathLst>
                <a:path w="120" h="168" extrusionOk="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046788" y="1806576"/>
              <a:ext cx="638175" cy="696913"/>
            </a:xfrm>
            <a:custGeom>
              <a:avLst/>
              <a:gdLst/>
              <a:ahLst/>
              <a:cxnLst/>
              <a:rect l="l" t="t" r="r" b="b"/>
              <a:pathLst>
                <a:path w="150" h="164" extrusionOk="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459538" y="2206626"/>
              <a:ext cx="153988" cy="182563"/>
            </a:xfrm>
            <a:custGeom>
              <a:avLst/>
              <a:gdLst/>
              <a:ahLst/>
              <a:cxnLst/>
              <a:rect l="l" t="t" r="r" b="b"/>
              <a:pathLst>
                <a:path w="36" h="43" extrusionOk="0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075613" y="5975351"/>
              <a:ext cx="506413" cy="268288"/>
            </a:xfrm>
            <a:custGeom>
              <a:avLst/>
              <a:gdLst/>
              <a:ahLst/>
              <a:cxnLst/>
              <a:rect l="l" t="t" r="r" b="b"/>
              <a:pathLst>
                <a:path w="119" h="63" extrusionOk="0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6254750" y="4005263"/>
              <a:ext cx="1974850" cy="1854200"/>
            </a:xfrm>
            <a:custGeom>
              <a:avLst/>
              <a:gdLst/>
              <a:ahLst/>
              <a:cxnLst/>
              <a:rect l="l" t="t" r="r" b="b"/>
              <a:pathLst>
                <a:path w="464" h="436" extrusionOk="0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7931150" y="5686426"/>
              <a:ext cx="341313" cy="228600"/>
            </a:xfrm>
            <a:custGeom>
              <a:avLst/>
              <a:gdLst/>
              <a:ahLst/>
              <a:cxnLst/>
              <a:rect l="l" t="t" r="r" b="b"/>
              <a:pathLst>
                <a:path w="215" h="144" extrusionOk="0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275638" y="5965826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18" h="13" extrusionOk="0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259763" y="5940426"/>
              <a:ext cx="46038" cy="80963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7267575" y="6191251"/>
              <a:ext cx="485775" cy="196850"/>
            </a:xfrm>
            <a:custGeom>
              <a:avLst/>
              <a:gdLst/>
              <a:ahLst/>
              <a:cxnLst/>
              <a:rect l="l" t="t" r="r" b="b"/>
              <a:pathLst>
                <a:path w="114" h="46" extrusionOk="0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7489825" y="6183313"/>
              <a:ext cx="84138" cy="47625"/>
            </a:xfrm>
            <a:custGeom>
              <a:avLst/>
              <a:gdLst/>
              <a:ahLst/>
              <a:cxnLst/>
              <a:rect l="l" t="t" r="r" b="b"/>
              <a:pathLst>
                <a:path w="20" h="11" extrusionOk="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485063" y="6149976"/>
              <a:ext cx="50800" cy="71438"/>
            </a:xfrm>
            <a:custGeom>
              <a:avLst/>
              <a:gdLst/>
              <a:ahLst/>
              <a:cxnLst/>
              <a:rect l="l" t="t" r="r" b="b"/>
              <a:pathLst>
                <a:path w="12" h="17" extrusionOk="0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5919788" y="3992563"/>
              <a:ext cx="1841500" cy="2003425"/>
            </a:xfrm>
            <a:custGeom>
              <a:avLst/>
              <a:gdLst/>
              <a:ahLst/>
              <a:cxnLst/>
              <a:rect l="l" t="t" r="r" b="b"/>
              <a:pathLst>
                <a:path w="433" h="471" extrusionOk="0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246938" y="5856288"/>
              <a:ext cx="322263" cy="157163"/>
            </a:xfrm>
            <a:custGeom>
              <a:avLst/>
              <a:gdLst/>
              <a:ahLst/>
              <a:cxnLst/>
              <a:rect l="l" t="t" r="r" b="b"/>
              <a:pathLst>
                <a:path w="203" h="99" extrusionOk="0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000750" y="2690813"/>
              <a:ext cx="904875" cy="1339850"/>
            </a:xfrm>
            <a:custGeom>
              <a:avLst/>
              <a:gdLst/>
              <a:ahLst/>
              <a:cxnLst/>
              <a:rect l="l" t="t" r="r" b="b"/>
              <a:pathLst>
                <a:path w="213" h="315" extrusionOk="0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013450" y="2698751"/>
              <a:ext cx="892175" cy="1331913"/>
            </a:xfrm>
            <a:custGeom>
              <a:avLst/>
              <a:gdLst/>
              <a:ahLst/>
              <a:cxnLst/>
              <a:rect l="l" t="t" r="r" b="b"/>
              <a:pathLst>
                <a:path w="210" h="313" extrusionOk="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629400" y="2878138"/>
              <a:ext cx="804863" cy="858838"/>
            </a:xfrm>
            <a:custGeom>
              <a:avLst/>
              <a:gdLst/>
              <a:ahLst/>
              <a:cxnLst/>
              <a:rect l="l" t="t" r="r" b="b"/>
              <a:pathLst>
                <a:path w="189" h="202" extrusionOk="0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497638" y="2665413"/>
              <a:ext cx="514350" cy="630238"/>
            </a:xfrm>
            <a:custGeom>
              <a:avLst/>
              <a:gdLst/>
              <a:ahLst/>
              <a:cxnLst/>
              <a:rect l="l" t="t" r="r" b="b"/>
              <a:pathLst>
                <a:path w="121" h="148" extrusionOk="0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7348538" y="3559176"/>
              <a:ext cx="280988" cy="207963"/>
            </a:xfrm>
            <a:custGeom>
              <a:avLst/>
              <a:gdLst/>
              <a:ahLst/>
              <a:cxnLst/>
              <a:rect l="l" t="t" r="r" b="b"/>
              <a:pathLst>
                <a:path w="66" h="49" extrusionOk="0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46788" y="4503738"/>
              <a:ext cx="1177925" cy="157163"/>
            </a:xfrm>
            <a:custGeom>
              <a:avLst/>
              <a:gdLst/>
              <a:ahLst/>
              <a:cxnLst/>
              <a:rect l="l" t="t" r="r" b="b"/>
              <a:pathLst>
                <a:path w="277" h="37" extrusionOk="0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7105650" y="4737101"/>
              <a:ext cx="119063" cy="1671638"/>
            </a:xfrm>
            <a:custGeom>
              <a:avLst/>
              <a:gdLst/>
              <a:ahLst/>
              <a:cxnLst/>
              <a:rect l="l" t="t" r="r" b="b"/>
              <a:pathLst>
                <a:path w="75" h="1053" extrusionOk="0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735763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527925" y="474663"/>
              <a:ext cx="3168650" cy="2051050"/>
            </a:xfrm>
            <a:custGeom>
              <a:avLst/>
              <a:gdLst/>
              <a:ahLst/>
              <a:cxnLst/>
              <a:rect l="l" t="t" r="r" b="b"/>
              <a:pathLst>
                <a:path w="745" h="482" extrusionOk="0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8701088" y="682626"/>
              <a:ext cx="1736725" cy="1149350"/>
            </a:xfrm>
            <a:custGeom>
              <a:avLst/>
              <a:gdLst/>
              <a:ahLst/>
              <a:cxnLst/>
              <a:rect l="l" t="t" r="r" b="b"/>
              <a:pathLst>
                <a:path w="408" h="270" extrusionOk="0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847013" y="1100138"/>
              <a:ext cx="1730375" cy="1147763"/>
            </a:xfrm>
            <a:custGeom>
              <a:avLst/>
              <a:gdLst/>
              <a:ahLst/>
              <a:cxnLst/>
              <a:rect l="l" t="t" r="r" b="b"/>
              <a:pathLst>
                <a:path w="407" h="270" extrusionOk="0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561975" cy="84138"/>
            </a:xfrm>
            <a:custGeom>
              <a:avLst/>
              <a:gdLst/>
              <a:ahLst/>
              <a:cxnLst/>
              <a:rect l="l" t="t" r="r" b="b"/>
              <a:pathLst>
                <a:path w="132" h="20" extrusionOk="0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680450" y="1100138"/>
              <a:ext cx="939800" cy="731838"/>
            </a:xfrm>
            <a:custGeom>
              <a:avLst/>
              <a:gdLst/>
              <a:ahLst/>
              <a:cxnLst/>
              <a:rect l="l" t="t" r="r" b="b"/>
              <a:pathLst>
                <a:path w="221" h="172" extrusionOk="0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821613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986713" y="573088"/>
              <a:ext cx="98425" cy="101600"/>
            </a:xfrm>
            <a:custGeom>
              <a:avLst/>
              <a:gdLst/>
              <a:ahLst/>
              <a:cxnLst/>
              <a:rect l="l" t="t" r="r" b="b"/>
              <a:pathLst>
                <a:path w="23" h="24" extrusionOk="0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156575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505700" y="449263"/>
              <a:ext cx="3144838" cy="2036763"/>
            </a:xfrm>
            <a:custGeom>
              <a:avLst/>
              <a:gdLst/>
              <a:ahLst/>
              <a:cxnLst/>
              <a:rect l="l" t="t" r="r" b="b"/>
              <a:pathLst>
                <a:path w="739" h="479" extrusionOk="0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8148638" y="2503488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141" h="2" extrusionOk="0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8199438" y="1317626"/>
              <a:ext cx="739775" cy="782638"/>
            </a:xfrm>
            <a:custGeom>
              <a:avLst/>
              <a:gdLst/>
              <a:ahLst/>
              <a:cxnLst/>
              <a:rect l="l" t="t" r="r" b="b"/>
              <a:pathLst>
                <a:path w="174" h="184" extrusionOk="0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31175" y="1465263"/>
              <a:ext cx="182563" cy="153988"/>
            </a:xfrm>
            <a:custGeom>
              <a:avLst/>
              <a:gdLst/>
              <a:ahLst/>
              <a:cxnLst/>
              <a:rect l="l" t="t" r="r" b="b"/>
              <a:pathLst>
                <a:path w="43" h="36" extrusionOk="0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097838" y="1419226"/>
              <a:ext cx="122238" cy="139700"/>
            </a:xfrm>
            <a:custGeom>
              <a:avLst/>
              <a:gdLst/>
              <a:ahLst/>
              <a:cxnLst/>
              <a:rect l="l" t="t" r="r" b="b"/>
              <a:pathLst>
                <a:path w="29" h="33" extrusionOk="0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632825" y="1317626"/>
              <a:ext cx="838200" cy="1147763"/>
            </a:xfrm>
            <a:custGeom>
              <a:avLst/>
              <a:gdLst/>
              <a:ahLst/>
              <a:cxnLst/>
              <a:rect l="l" t="t" r="r" b="b"/>
              <a:pathLst>
                <a:path w="197" h="270" extrusionOk="0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578850" y="1317626"/>
              <a:ext cx="914400" cy="1190625"/>
            </a:xfrm>
            <a:custGeom>
              <a:avLst/>
              <a:gdLst/>
              <a:ahLst/>
              <a:cxnLst/>
              <a:rect l="l" t="t" r="r" b="b"/>
              <a:pathLst>
                <a:path w="215" h="280" extrusionOk="0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923338" y="1993901"/>
              <a:ext cx="38100" cy="476250"/>
            </a:xfrm>
            <a:custGeom>
              <a:avLst/>
              <a:gdLst/>
              <a:ahLst/>
              <a:cxnLst/>
              <a:rect l="l" t="t" r="r" b="b"/>
              <a:pathLst>
                <a:path w="9" h="112" extrusionOk="0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9399588" y="1831976"/>
              <a:ext cx="30163" cy="238125"/>
            </a:xfrm>
            <a:custGeom>
              <a:avLst/>
              <a:gdLst/>
              <a:ahLst/>
              <a:cxnLst/>
              <a:rect l="l" t="t" r="r" b="b"/>
              <a:pathLst>
                <a:path w="7" h="56" extrusionOk="0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9429750" y="1512888"/>
              <a:ext cx="46038" cy="319088"/>
            </a:xfrm>
            <a:custGeom>
              <a:avLst/>
              <a:gdLst/>
              <a:ahLst/>
              <a:cxnLst/>
              <a:rect l="l" t="t" r="r" b="b"/>
              <a:pathLst>
                <a:path w="11" h="75" extrusionOk="0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9356725" y="1503363"/>
              <a:ext cx="119063" cy="566738"/>
            </a:xfrm>
            <a:custGeom>
              <a:avLst/>
              <a:gdLst/>
              <a:ahLst/>
              <a:cxnLst/>
              <a:rect l="l" t="t" r="r" b="b"/>
              <a:pathLst>
                <a:path w="28" h="133" extrusionOk="0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18575" y="989013"/>
              <a:ext cx="331788" cy="430213"/>
            </a:xfrm>
            <a:custGeom>
              <a:avLst/>
              <a:gdLst/>
              <a:ahLst/>
              <a:cxnLst/>
              <a:rect l="l" t="t" r="r" b="b"/>
              <a:pathLst>
                <a:path w="78" h="101" extrusionOk="0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058275" y="1384301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49" h="35" extrusionOk="0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083675" y="1300163"/>
              <a:ext cx="212725" cy="177800"/>
            </a:xfrm>
            <a:custGeom>
              <a:avLst/>
              <a:gdLst/>
              <a:ahLst/>
              <a:cxnLst/>
              <a:rect l="l" t="t" r="r" b="b"/>
              <a:pathLst>
                <a:path w="50" h="42" extrusionOk="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977313" y="1381126"/>
              <a:ext cx="80963" cy="33338"/>
            </a:xfrm>
            <a:custGeom>
              <a:avLst/>
              <a:gdLst/>
              <a:ahLst/>
              <a:cxnLst/>
              <a:rect l="l" t="t" r="r" b="b"/>
              <a:pathLst>
                <a:path w="51" h="21" extrusionOk="0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870950" y="1304926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40" h="36" extrusionOk="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9037638" y="1100138"/>
              <a:ext cx="55563" cy="42863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9037638" y="1052513"/>
              <a:ext cx="114300" cy="136525"/>
            </a:xfrm>
            <a:custGeom>
              <a:avLst/>
              <a:gdLst/>
              <a:ahLst/>
              <a:cxnLst/>
              <a:rect l="l" t="t" r="r" b="b"/>
              <a:pathLst>
                <a:path w="27" h="32" extrusionOk="0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867775" y="611188"/>
              <a:ext cx="169863" cy="314325"/>
            </a:xfrm>
            <a:custGeom>
              <a:avLst/>
              <a:gdLst/>
              <a:ahLst/>
              <a:cxnLst/>
              <a:rect l="l" t="t" r="r" b="b"/>
              <a:pathLst>
                <a:path w="40" h="74" extrusionOk="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867775" y="593726"/>
              <a:ext cx="407988" cy="617538"/>
            </a:xfrm>
            <a:custGeom>
              <a:avLst/>
              <a:gdLst/>
              <a:ahLst/>
              <a:cxnLst/>
              <a:rect l="l" t="t" r="r" b="b"/>
              <a:pathLst>
                <a:path w="96" h="145" extrusionOk="0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118600" y="682626"/>
              <a:ext cx="369888" cy="361950"/>
            </a:xfrm>
            <a:custGeom>
              <a:avLst/>
              <a:gdLst/>
              <a:ahLst/>
              <a:cxnLst/>
              <a:rect l="l" t="t" r="r" b="b"/>
              <a:pathLst>
                <a:path w="87" h="85" extrusionOk="0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855075" y="538163"/>
              <a:ext cx="496888" cy="247650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9288463" y="588963"/>
              <a:ext cx="98425" cy="128588"/>
            </a:xfrm>
            <a:custGeom>
              <a:avLst/>
              <a:gdLst/>
              <a:ahLst/>
              <a:cxnLst/>
              <a:rect l="l" t="t" r="r" b="b"/>
              <a:pathLst>
                <a:path w="23" h="30" extrusionOk="0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9194800" y="857251"/>
              <a:ext cx="119063" cy="144463"/>
            </a:xfrm>
            <a:custGeom>
              <a:avLst/>
              <a:gdLst/>
              <a:ahLst/>
              <a:cxnLst/>
              <a:rect l="l" t="t" r="r" b="b"/>
              <a:pathLst>
                <a:path w="28" h="34" extrusionOk="0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032875" y="844551"/>
              <a:ext cx="25400" cy="42863"/>
            </a:xfrm>
            <a:custGeom>
              <a:avLst/>
              <a:gdLst/>
              <a:ahLst/>
              <a:cxnLst/>
              <a:rect l="l" t="t" r="r" b="b"/>
              <a:pathLst>
                <a:path w="6" h="10" extrusionOk="0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8931275" y="869951"/>
              <a:ext cx="50800" cy="111125"/>
            </a:xfrm>
            <a:custGeom>
              <a:avLst/>
              <a:gdLst/>
              <a:ahLst/>
              <a:cxnLst/>
              <a:rect l="l" t="t" r="r" b="b"/>
              <a:pathLst>
                <a:path w="12" h="26" extrusionOk="0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007475" y="958851"/>
              <a:ext cx="80963" cy="42863"/>
            </a:xfrm>
            <a:custGeom>
              <a:avLst/>
              <a:gdLst/>
              <a:ahLst/>
              <a:cxnLst/>
              <a:rect l="l" t="t" r="r" b="b"/>
              <a:pathLst>
                <a:path w="19" h="10" extrusionOk="0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63038" y="785813"/>
              <a:ext cx="60325" cy="38100"/>
            </a:xfrm>
            <a:custGeom>
              <a:avLst/>
              <a:gdLst/>
              <a:ahLst/>
              <a:cxnLst/>
              <a:rect l="l" t="t" r="r" b="b"/>
              <a:pathLst>
                <a:path w="14" h="9" extrusionOk="0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880475" y="781051"/>
              <a:ext cx="55563" cy="46038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9217025" y="1330326"/>
              <a:ext cx="479425" cy="1003300"/>
            </a:xfrm>
            <a:custGeom>
              <a:avLst/>
              <a:gdLst/>
              <a:ahLst/>
              <a:cxnLst/>
              <a:rect l="l" t="t" r="r" b="b"/>
              <a:pathLst>
                <a:path w="113" h="236" extrusionOk="0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139238" y="2244726"/>
              <a:ext cx="217488" cy="96838"/>
            </a:xfrm>
            <a:custGeom>
              <a:avLst/>
              <a:gdLst/>
              <a:ahLst/>
              <a:cxnLst/>
              <a:rect l="l" t="t" r="r" b="b"/>
              <a:pathLst>
                <a:path w="51" h="23" extrusionOk="0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110663" y="2295526"/>
              <a:ext cx="160338" cy="106363"/>
            </a:xfrm>
            <a:custGeom>
              <a:avLst/>
              <a:gdLst/>
              <a:ahLst/>
              <a:cxnLst/>
              <a:rect l="l" t="t" r="r" b="b"/>
              <a:pathLst>
                <a:path w="38" h="25" extrusionOk="0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5" name="Google Shape;265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L" sz="6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"/>
          <p:cNvGrpSpPr/>
          <p:nvPr/>
        </p:nvGrpSpPr>
        <p:grpSpPr>
          <a:xfrm>
            <a:off x="1067655" y="3842795"/>
            <a:ext cx="3235325" cy="2163867"/>
            <a:chOff x="1067655" y="3842795"/>
            <a:chExt cx="3235325" cy="1826757"/>
          </a:xfrm>
        </p:grpSpPr>
        <p:sp>
          <p:nvSpPr>
            <p:cNvPr id="268" name="Google Shape;268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name="adj" fmla="val 12488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dist="127000" dir="5400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216000" tIns="45700" rIns="91425" bIns="18000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Arreglos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CL" sz="16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Algoritmos con listas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"/>
            <p:cNvSpPr txBox="1"/>
            <p:nvPr/>
          </p:nvSpPr>
          <p:spPr>
            <a:xfrm>
              <a:off x="1199947" y="3857260"/>
              <a:ext cx="1571400" cy="85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lang="es-CL" sz="6000" b="1" i="0" u="none" strike="noStrike" cap="non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U4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Máximo en una lista</a:t>
            </a:r>
            <a:endParaRPr/>
          </a:p>
        </p:txBody>
      </p:sp>
      <p:sp>
        <p:nvSpPr>
          <p:cNvPr id="275" name="Google Shape;275;p2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1112989" y="1895803"/>
            <a:ext cx="9982202" cy="4481349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calculamos el máximo normalmente?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¿Y como sería una función que hiciera eso en una lista?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maximo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max_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max_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max_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max_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maximo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2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Los dos máximos de una lista</a:t>
            </a:r>
            <a:endParaRPr/>
          </a:p>
        </p:txBody>
      </p:sp>
      <p:sp>
        <p:nvSpPr>
          <p:cNvPr id="282" name="Google Shape;282;p3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"/>
          <p:cNvSpPr/>
          <p:nvPr/>
        </p:nvSpPr>
        <p:spPr>
          <a:xfrm>
            <a:off x="1112989" y="1895804"/>
            <a:ext cx="9982202" cy="3204342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pasa si queremos saber cuales son los dos valores máximos de una lista?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lo podríamos hacer?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Encontrando el mayor y luego encontrando un valor que sea el segundo mayor comparándolo con el mayor ya encontrado.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pasa si ambos máximos son iguales?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"/>
          <p:cNvSpPr txBox="1">
            <a:spLocks noGrp="1"/>
          </p:cNvSpPr>
          <p:nvPr>
            <p:ph type="title"/>
          </p:nvPr>
        </p:nvSpPr>
        <p:spPr>
          <a:xfrm>
            <a:off x="1104899" y="917575"/>
            <a:ext cx="5762245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 dirty="0"/>
              <a:t>Los dos máximos de una lista</a:t>
            </a:r>
            <a:endParaRPr dirty="0"/>
          </a:p>
        </p:txBody>
      </p:sp>
      <p:sp>
        <p:nvSpPr>
          <p:cNvPr id="289" name="Google Shape;289;p4"/>
          <p:cNvSpPr/>
          <p:nvPr/>
        </p:nvSpPr>
        <p:spPr>
          <a:xfrm>
            <a:off x="7272242" y="1600200"/>
            <a:ext cx="4425771" cy="2073166"/>
          </a:xfrm>
          <a:prstGeom prst="roundRect">
            <a:avLst>
              <a:gd name="adj" fmla="val 1507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44000" tIns="0" rIns="1440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Salida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9C5D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8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endParaRPr sz="2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834876" y="1600200"/>
            <a:ext cx="6271669" cy="4830543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80000" tIns="0" rIns="1800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maximo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max_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max_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max_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max_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1" u="none" strike="noStrike" cap="non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# Encontrando el primer mayor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maximo_1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maximo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remove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maximo_1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1" u="none" strike="noStrike" cap="non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# Encontrando el segundo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maximo_2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maximo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7272242" y="4979299"/>
            <a:ext cx="2433444" cy="1451444"/>
          </a:xfrm>
          <a:prstGeom prst="roundRect">
            <a:avLst>
              <a:gd name="adj" fmla="val 13090"/>
            </a:avLst>
          </a:prstGeom>
          <a:solidFill>
            <a:schemeClr val="accent1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  <p:txBody>
          <a:bodyPr spcFirstLastPara="1" wrap="square" lIns="288000" tIns="0" rIns="2880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es la única forma de encontrar los dos mayores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Existencia e Índice</a:t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1112989" y="1895803"/>
            <a:ext cx="9982202" cy="2155935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Muchas veces tenemos listas que tienen tantos elementos, que no sabemos si algún elemento existe en una lista e incluso en qué posición de la lista se encuentra.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podríamos hacerlo?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Existencia</a:t>
            </a:r>
            <a:endParaRPr/>
          </a:p>
        </p:txBody>
      </p:sp>
      <p:sp>
        <p:nvSpPr>
          <p:cNvPr id="305" name="Google Shape;305;p6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1104900" y="1895803"/>
            <a:ext cx="3080639" cy="2526425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Podríamos revisar la lista completa y compararla con el valor.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se haría?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461642" y="1895803"/>
            <a:ext cx="6834352" cy="3669426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existe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valor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existe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valor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existe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existe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existe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43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existe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Existencia mejorado</a:t>
            </a:r>
            <a:endParaRPr/>
          </a:p>
        </p:txBody>
      </p:sp>
      <p:sp>
        <p:nvSpPr>
          <p:cNvPr id="313" name="Google Shape;313;p7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2650249" y="2132285"/>
            <a:ext cx="6834352" cy="3669426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existemejor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valor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valor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existe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43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existe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Existencia super mejorado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2650249" y="2132285"/>
            <a:ext cx="6834352" cy="1564729"/>
          </a:xfrm>
          <a:prstGeom prst="roundRect">
            <a:avLst>
              <a:gd name="adj" fmla="val 1792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milista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43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milista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Índice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1112989" y="1895803"/>
            <a:ext cx="9982202" cy="4481349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podemos saber en qué posición se encuentra un elemento en la lista?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pasa si el elemento está más de una vez?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indice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Index</a:t>
            </a:r>
            <a:endParaRPr/>
          </a:p>
        </p:txBody>
      </p:sp>
      <p:sp>
        <p:nvSpPr>
          <p:cNvPr id="334" name="Google Shape;334;p10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1112989" y="1895803"/>
            <a:ext cx="5926314" cy="2305707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indice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469980" y="4497113"/>
            <a:ext cx="4559970" cy="1500351"/>
          </a:xfrm>
          <a:prstGeom prst="roundRect">
            <a:avLst>
              <a:gd name="adj" fmla="val 1731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elemento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Ordenamiento</a:t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1104900" y="1895803"/>
            <a:ext cx="9749659" cy="2282059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Muchas veces vamos a necesitar ordenar los datos antes de procesarlos y/o mostrarlos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Vamos a empezar por el caso más simple: ordenar una lista de números enteros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5140452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 dirty="0"/>
              <a:t>Ordenando una lista</a:t>
            </a:r>
            <a:endParaRPr dirty="0"/>
          </a:p>
        </p:txBody>
      </p:sp>
      <p:sp>
        <p:nvSpPr>
          <p:cNvPr id="349" name="Google Shape;349;p12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738352" y="2018774"/>
            <a:ext cx="6277304" cy="4169979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aux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aux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7212724" y="669246"/>
            <a:ext cx="4635062" cy="5519507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288000" tIns="0" rIns="1800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Fíjate que lo que estamos haciendo es comparar cada elemento contra los que vienen “después”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 hay un </a:t>
            </a:r>
            <a:r>
              <a:rPr lang="es-CL" sz="2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 permite determinar cuándo es necesario intercambiar los elementos.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caso, el orden es de menor a mayor, por lo que el </a:t>
            </a:r>
            <a:r>
              <a:rPr lang="es-CL" sz="2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detecta cuando el primer elemento es mayor, y por lo tanto necesita intercambiarse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553722" y="5574686"/>
            <a:ext cx="3160986" cy="1032641"/>
          </a:xfrm>
          <a:prstGeom prst="roundRect">
            <a:avLst>
              <a:gd name="adj" fmla="val 15077"/>
            </a:avLst>
          </a:prstGeom>
          <a:solidFill>
            <a:srgbClr val="FFFFFF"/>
          </a:solidFill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52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Algunas consideraciones</a:t>
            </a:r>
            <a:endParaRPr/>
          </a:p>
        </p:txBody>
      </p:sp>
      <p:sp>
        <p:nvSpPr>
          <p:cNvPr id="358" name="Google Shape;358;p13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104900" y="1895803"/>
            <a:ext cx="9749659" cy="2723494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primer elemento se compara contra todos los otros elementos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Pero a medida que avanza el primer índice, la cantidad de comparaciones va disminuyendo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segundo ciclo comienza en a+1, ya que los elementos que están antes de ese índice ya están ordenados!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Algunas consideraciones</a:t>
            </a:r>
            <a:endParaRPr/>
          </a:p>
        </p:txBody>
      </p:sp>
      <p:sp>
        <p:nvSpPr>
          <p:cNvPr id="365" name="Google Shape;365;p14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738352" y="2018774"/>
            <a:ext cx="6277304" cy="4169979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aux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aux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7890641" y="3074276"/>
            <a:ext cx="3775842" cy="1806167"/>
          </a:xfrm>
          <a:prstGeom prst="roundRect">
            <a:avLst>
              <a:gd name="adj" fmla="val 13090"/>
            </a:avLst>
          </a:prstGeom>
          <a:solidFill>
            <a:schemeClr val="accent1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  <p:txBody>
          <a:bodyPr spcFirstLastPara="1" wrap="square" lIns="288000" tIns="0" rIns="2880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Debido a este </a:t>
            </a:r>
            <a:r>
              <a:rPr lang="es-CL" sz="16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¿cómo se ordena la lista?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 se quiere ordenar en otro sentido, ¿qué hay que hacer?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14"/>
          <p:cNvGrpSpPr/>
          <p:nvPr/>
        </p:nvGrpSpPr>
        <p:grpSpPr>
          <a:xfrm rot="2689725">
            <a:off x="6881173" y="3846692"/>
            <a:ext cx="616590" cy="616058"/>
            <a:chOff x="6170613" y="1512888"/>
            <a:chExt cx="1838325" cy="1836738"/>
          </a:xfrm>
        </p:grpSpPr>
        <p:sp>
          <p:nvSpPr>
            <p:cNvPr id="369" name="Google Shape;369;p14"/>
            <p:cNvSpPr/>
            <p:nvPr/>
          </p:nvSpPr>
          <p:spPr>
            <a:xfrm>
              <a:off x="6473825" y="1512888"/>
              <a:ext cx="1535113" cy="1535113"/>
            </a:xfrm>
            <a:custGeom>
              <a:avLst/>
              <a:gdLst/>
              <a:ahLst/>
              <a:cxnLst/>
              <a:rect l="l" t="t" r="r" b="b"/>
              <a:pathLst>
                <a:path w="407" h="407" extrusionOk="0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dist="127000" dir="5400000" algn="ctr" rotWithShape="0">
                <a:srgbClr val="000000">
                  <a:alpha val="2941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6170613" y="1617663"/>
              <a:ext cx="1736725" cy="1731963"/>
            </a:xfrm>
            <a:custGeom>
              <a:avLst/>
              <a:gdLst/>
              <a:ahLst/>
              <a:cxnLst/>
              <a:rect l="l" t="t" r="r" b="b"/>
              <a:pathLst>
                <a:path w="460" h="459" extrusionOk="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dist="127000" dir="5400000" algn="ctr" rotWithShape="0">
                <a:srgbClr val="000000">
                  <a:alpha val="2941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Dos listas</a:t>
            </a:r>
            <a:endParaRPr/>
          </a:p>
        </p:txBody>
      </p:sp>
      <p:sp>
        <p:nvSpPr>
          <p:cNvPr id="376" name="Google Shape;376;p15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1104900" y="1895802"/>
            <a:ext cx="9749659" cy="4173921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Muchas veces nos va a suceder que tenemos dos listas, y ambas están relacionadas.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ejemplo: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['</a:t>
            </a:r>
            <a:r>
              <a:rPr lang="es-CL" sz="20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Juan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María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podemos hacer para escribir el nombre de las personas, pero ordenadas por edad de mayor a menor?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Dos listas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1112989" y="1901821"/>
            <a:ext cx="4499740" cy="4615357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 momento de determinar que es necesario intercambiar los elementos (en el </a:t>
            </a:r>
            <a:r>
              <a:rPr lang="es-CL"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), si movemos una lista, hay que mover la otra también.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esta forma se mantiene la estructura, y las listas siguen siendo paralelas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6096000" y="319252"/>
            <a:ext cx="5793827" cy="621949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8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Juan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8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8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María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8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mensaje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lista2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mensaje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8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18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lista2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CL" sz="18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inicial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8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18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8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lang="es-CL" sz="18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18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aux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aux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aux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nombres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nombres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aux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CL" sz="18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8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8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Tres listas</a:t>
            </a:r>
            <a:endParaRPr/>
          </a:p>
        </p:txBody>
      </p:sp>
      <p:sp>
        <p:nvSpPr>
          <p:cNvPr id="391" name="Google Shape;391;p17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1112989" y="1901822"/>
            <a:ext cx="4081749" cy="2102620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caso, ¿qué criterio estamos usando para ordenar?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¡Podemos mejorar el </a:t>
            </a:r>
            <a:r>
              <a:rPr lang="es-CL"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5612729" y="319252"/>
            <a:ext cx="6277098" cy="621949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Juan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María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estatura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170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165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mensaje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lista2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lista3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mensaje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lista2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lista3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inicial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aux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aux</a:t>
            </a: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aux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aux</a:t>
            </a: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aux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aux</a:t>
            </a: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Tres listas</a:t>
            </a:r>
            <a:endParaRPr/>
          </a:p>
        </p:txBody>
      </p:sp>
      <p:sp>
        <p:nvSpPr>
          <p:cNvPr id="399" name="Google Shape;399;p18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1112989" y="1901822"/>
            <a:ext cx="4081749" cy="833495"/>
          </a:xfrm>
          <a:prstGeom prst="roundRect">
            <a:avLst>
              <a:gd name="adj" fmla="val 2771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¡Mucho más fácil de leer!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5612729" y="319252"/>
            <a:ext cx="6277098" cy="621949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Juan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María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estatura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170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165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mensaje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lista2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lista3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mensaje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lista2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lista3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intercambiar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lista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indice1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indice2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aux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indice1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lista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indice1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indice2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lista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indice2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aux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inicial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16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intercambiar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intercambiar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intercambiar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CL" sz="16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16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estatura</a:t>
            </a:r>
            <a:r>
              <a:rPr lang="es-CL" sz="16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Ordenamiento multicriterio</a:t>
            </a:r>
            <a:endParaRPr/>
          </a:p>
        </p:txBody>
      </p:sp>
      <p:sp>
        <p:nvSpPr>
          <p:cNvPr id="407" name="Google Shape;407;p19"/>
          <p:cNvSpPr txBox="1"/>
          <p:nvPr/>
        </p:nvSpPr>
        <p:spPr>
          <a:xfrm>
            <a:off x="1112989" y="615954"/>
            <a:ext cx="24407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1104900" y="1895802"/>
            <a:ext cx="9749659" cy="4173921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['</a:t>
            </a:r>
            <a:r>
              <a:rPr lang="es-CL" sz="20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Juanita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María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José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 b="0" i="0" u="none" strike="noStrike" cap="non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Ximena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 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  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40   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25  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25  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25 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30  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Ahora queremos escribir por pantalla a las personas, ordenadas por su edad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Fíjate que hay personas que tienen la misma edad. En ese caso queremos escribir los nombres ordenados de forma alfabética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hacemos para que esto suceda?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9766737" y="4114800"/>
            <a:ext cx="1891862" cy="2500803"/>
          </a:xfrm>
          <a:prstGeom prst="roundRect">
            <a:avLst>
              <a:gd name="adj" fmla="val 13090"/>
            </a:avLst>
          </a:prstGeom>
          <a:solidFill>
            <a:schemeClr val="accent1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  <p:txBody>
          <a:bodyPr spcFirstLastPara="1" wrap="square" lIns="288000" tIns="0" rIns="2880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José 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María 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Pedro 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Ximena 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Juanita 40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5835396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 dirty="0"/>
              <a:t>Ordenamiento multicriterio</a:t>
            </a:r>
            <a:endParaRPr dirty="0"/>
          </a:p>
        </p:txBody>
      </p:sp>
      <p:sp>
        <p:nvSpPr>
          <p:cNvPr id="415" name="Google Shape;415;p20"/>
          <p:cNvSpPr txBox="1"/>
          <p:nvPr/>
        </p:nvSpPr>
        <p:spPr>
          <a:xfrm>
            <a:off x="1112989" y="615954"/>
            <a:ext cx="244233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1112989" y="1901820"/>
            <a:ext cx="6982604" cy="3671289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252000" tIns="0" rIns="25200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1" i="0" u="none" strike="noStrike" cap="non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intercambiar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intercambiar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edades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s-CL" sz="2000" b="0" i="0" u="none" strike="noStrike" cap="non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intercambiar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edades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intercambiar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 b="0" i="0" u="none" strike="noStrike" cap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 b="0" i="0" u="none" strike="noStrike" cap="non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8316311" y="2122536"/>
            <a:ext cx="3358054" cy="3229856"/>
          </a:xfrm>
          <a:prstGeom prst="roundRect">
            <a:avLst>
              <a:gd name="adj" fmla="val 13090"/>
            </a:avLst>
          </a:prstGeom>
          <a:solidFill>
            <a:schemeClr val="accent1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  <p:txBody>
          <a:bodyPr spcFirstLastPara="1" wrap="square" lIns="288000" tIns="0" rIns="2880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Fíjate que en este caso, si al comparar dos elementos, éstos tienen la misma edad, pasamos a comparar por el siguiente criterio para ver si requiere que los elementos se intercambien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8" name="Google Shape;418;p20"/>
          <p:cNvGrpSpPr/>
          <p:nvPr/>
        </p:nvGrpSpPr>
        <p:grpSpPr>
          <a:xfrm rot="2689725">
            <a:off x="7461851" y="4083175"/>
            <a:ext cx="616590" cy="616058"/>
            <a:chOff x="6170613" y="1512888"/>
            <a:chExt cx="1838325" cy="1836738"/>
          </a:xfrm>
        </p:grpSpPr>
        <p:sp>
          <p:nvSpPr>
            <p:cNvPr id="419" name="Google Shape;419;p20"/>
            <p:cNvSpPr/>
            <p:nvPr/>
          </p:nvSpPr>
          <p:spPr>
            <a:xfrm>
              <a:off x="6473825" y="1512888"/>
              <a:ext cx="1535113" cy="1535113"/>
            </a:xfrm>
            <a:custGeom>
              <a:avLst/>
              <a:gdLst/>
              <a:ahLst/>
              <a:cxnLst/>
              <a:rect l="l" t="t" r="r" b="b"/>
              <a:pathLst>
                <a:path w="407" h="407" extrusionOk="0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dist="127000" dir="5400000" algn="ctr" rotWithShape="0">
                <a:srgbClr val="000000">
                  <a:alpha val="2941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6170613" y="1617663"/>
              <a:ext cx="1736725" cy="1731963"/>
            </a:xfrm>
            <a:custGeom>
              <a:avLst/>
              <a:gdLst/>
              <a:ahLst/>
              <a:cxnLst/>
              <a:rect l="l" t="t" r="r" b="b"/>
              <a:pathLst>
                <a:path w="460" h="459" extrusionOk="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dist="127000" dir="5400000" algn="ctr" rotWithShape="0">
                <a:srgbClr val="000000">
                  <a:alpha val="2941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Trabajo autónomo mínimo</a:t>
            </a:r>
            <a:endParaRPr/>
          </a:p>
        </p:txBody>
      </p:sp>
      <p:sp>
        <p:nvSpPr>
          <p:cNvPr id="426" name="Google Shape;426;p21"/>
          <p:cNvSpPr txBox="1"/>
          <p:nvPr/>
        </p:nvSpPr>
        <p:spPr>
          <a:xfrm>
            <a:off x="1112989" y="615954"/>
            <a:ext cx="244233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09: Algoritmos con listas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1104899" y="1702676"/>
            <a:ext cx="9982202" cy="1418029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04000" tIns="0" rIns="2743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Revisar capítulo 9(1) libro guía.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Resolver ejercicios 1, 2, 3 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1924</Words>
  <Application>Microsoft Office PowerPoint</Application>
  <PresentationFormat>Panorámica</PresentationFormat>
  <Paragraphs>235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Poppins</vt:lpstr>
      <vt:lpstr>Consolas</vt:lpstr>
      <vt:lpstr>Office Theme</vt:lpstr>
      <vt:lpstr>Presentación de PowerPoint</vt:lpstr>
      <vt:lpstr>Máximo en una lista</vt:lpstr>
      <vt:lpstr>Los dos máximos de una lista</vt:lpstr>
      <vt:lpstr>Los dos máximos de una lista</vt:lpstr>
      <vt:lpstr>Existencia e Índice</vt:lpstr>
      <vt:lpstr>Existencia</vt:lpstr>
      <vt:lpstr>Existencia mejorado</vt:lpstr>
      <vt:lpstr>Existencia super mejorado</vt:lpstr>
      <vt:lpstr>Índice</vt:lpstr>
      <vt:lpstr>Index</vt:lpstr>
      <vt:lpstr>Ordenamiento</vt:lpstr>
      <vt:lpstr>Ordenando una lista</vt:lpstr>
      <vt:lpstr>Algunas consideraciones</vt:lpstr>
      <vt:lpstr>Algunas consideraciones</vt:lpstr>
      <vt:lpstr>Dos listas</vt:lpstr>
      <vt:lpstr>Dos listas</vt:lpstr>
      <vt:lpstr>Tres listas</vt:lpstr>
      <vt:lpstr>Tres listas</vt:lpstr>
      <vt:lpstr>Ordenamiento multicriterio</vt:lpstr>
      <vt:lpstr>Ordenamiento multicriterio</vt:lpstr>
      <vt:lpstr>Trabajo autónomo mínimo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Munkhuu</dc:creator>
  <cp:lastModifiedBy>Alejandro Paolini</cp:lastModifiedBy>
  <cp:revision>3</cp:revision>
  <dcterms:created xsi:type="dcterms:W3CDTF">2020-12-19T16:12:24Z</dcterms:created>
  <dcterms:modified xsi:type="dcterms:W3CDTF">2025-05-19T16:59:37Z</dcterms:modified>
</cp:coreProperties>
</file>