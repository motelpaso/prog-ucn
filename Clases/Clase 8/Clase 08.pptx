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6858000" cx="12192000"/>
  <p:notesSz cx="6858000" cy="9144000"/>
  <p:embeddedFontLst>
    <p:embeddedFont>
      <p:font typeface="Poppi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1" roundtripDataSignature="AMtx7mgc8lJ5j4aSRqQxc4CE+eIQwtyZ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oppins-boldItalic.fntdata"/><Relationship Id="rId20" Type="http://schemas.openxmlformats.org/officeDocument/2006/relationships/slide" Target="slides/slide16.xml"/><Relationship Id="rId41"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Poppins-regular.fnt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Poppins-italic.fntdata"/><Relationship Id="rId16" Type="http://schemas.openxmlformats.org/officeDocument/2006/relationships/slide" Target="slides/slide12.xml"/><Relationship Id="rId38" Type="http://schemas.openxmlformats.org/officeDocument/2006/relationships/font" Target="fonts/Poppins-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L"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9" name="Google Shape;2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 name="Google Shape;4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7" name="Google Shape;42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7" name="Google Shape;44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7" name="Google Shape;52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CL"/>
              <a:t>Rutear con [9, 11, 0, 10, 5, 20, 15]</a:t>
            </a:r>
            <a:endParaRPr/>
          </a:p>
        </p:txBody>
      </p:sp>
      <p:sp>
        <p:nvSpPr>
          <p:cNvPr id="575" name="Google Shape;57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2" name="Google Shape;58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7" name="Google Shape;5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CL"/>
              <a:t>Mencionar que antes de las listas, para guardar un dato debíamos definir una variable por cada dato nuevo. Lo que es un problema si no sabemos de antemano los datos que tendremos.</a:t>
            </a:r>
            <a:endParaRPr/>
          </a:p>
        </p:txBody>
      </p:sp>
      <p:sp>
        <p:nvSpPr>
          <p:cNvPr id="618" name="Google Shape;61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8" name="Google Shape;69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5" name="Google Shape;70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 name="Shape 13"/>
        <p:cNvGrpSpPr/>
        <p:nvPr/>
      </p:nvGrpSpPr>
      <p:grpSpPr>
        <a:xfrm>
          <a:off x="0" y="0"/>
          <a:ext cx="0" cy="0"/>
          <a:chOff x="0" y="0"/>
          <a:chExt cx="0" cy="0"/>
        </a:xfrm>
      </p:grpSpPr>
    </p:spTree>
  </p:cSld>
  <p:clrMapOvr>
    <a:masterClrMapping/>
  </p:clrMapOvr>
  <mc:AlternateContent>
    <mc:Choice Requires="p14">
      <p:transition>
        <p14:reveal dir="l"/>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Slide">
  <p:cSld name="28_Title Slide">
    <p:spTree>
      <p:nvGrpSpPr>
        <p:cNvPr id="14" name="Shape 14"/>
        <p:cNvGrpSpPr/>
        <p:nvPr/>
      </p:nvGrpSpPr>
      <p:grpSpPr>
        <a:xfrm>
          <a:off x="0" y="0"/>
          <a:ext cx="0" cy="0"/>
          <a:chOff x="0" y="0"/>
          <a:chExt cx="0" cy="0"/>
        </a:xfrm>
      </p:grpSpPr>
      <p:sp>
        <p:nvSpPr>
          <p:cNvPr id="15" name="Google Shape;15;p36"/>
          <p:cNvSpPr/>
          <p:nvPr>
            <p:ph idx="2" type="pic"/>
          </p:nvPr>
        </p:nvSpPr>
        <p:spPr>
          <a:xfrm>
            <a:off x="6719886" y="0"/>
            <a:ext cx="3828041" cy="6858000"/>
          </a:xfrm>
          <a:prstGeom prst="roundRect">
            <a:avLst>
              <a:gd fmla="val 8622" name="adj"/>
            </a:avLst>
          </a:prstGeom>
          <a:solidFill>
            <a:srgbClr val="CADDFF"/>
          </a:solidFill>
          <a:ln>
            <a:noFill/>
          </a:ln>
        </p:spPr>
      </p:sp>
      <p:sp>
        <p:nvSpPr>
          <p:cNvPr id="16" name="Google Shape;16;p3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7" name="Shape 17"/>
        <p:cNvGrpSpPr/>
        <p:nvPr/>
      </p:nvGrpSpPr>
      <p:grpSpPr>
        <a:xfrm>
          <a:off x="0" y="0"/>
          <a:ext cx="0" cy="0"/>
          <a:chOff x="0" y="0"/>
          <a:chExt cx="0" cy="0"/>
        </a:xfrm>
      </p:grpSpPr>
      <p:sp>
        <p:nvSpPr>
          <p:cNvPr id="18" name="Google Shape;18;p3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19" name="Shape 19"/>
        <p:cNvGrpSpPr/>
        <p:nvPr/>
      </p:nvGrpSpPr>
      <p:grpSpPr>
        <a:xfrm>
          <a:off x="0" y="0"/>
          <a:ext cx="0" cy="0"/>
          <a:chOff x="0" y="0"/>
          <a:chExt cx="0" cy="0"/>
        </a:xfrm>
      </p:grpSpPr>
      <p:sp>
        <p:nvSpPr>
          <p:cNvPr id="20" name="Google Shape;20;p3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21" name="Shape 21"/>
        <p:cNvGrpSpPr/>
        <p:nvPr/>
      </p:nvGrpSpPr>
      <p:grpSpPr>
        <a:xfrm>
          <a:off x="0" y="0"/>
          <a:ext cx="0" cy="0"/>
          <a:chOff x="0" y="0"/>
          <a:chExt cx="0" cy="0"/>
        </a:xfrm>
      </p:grpSpPr>
      <p:sp>
        <p:nvSpPr>
          <p:cNvPr id="22" name="Google Shape;22;p39"/>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3" name="Shape 23"/>
        <p:cNvGrpSpPr/>
        <p:nvPr/>
      </p:nvGrpSpPr>
      <p:grpSpPr>
        <a:xfrm>
          <a:off x="0" y="0"/>
          <a:ext cx="0" cy="0"/>
          <a:chOff x="0" y="0"/>
          <a:chExt cx="0" cy="0"/>
        </a:xfrm>
      </p:grpSpPr>
      <p:sp>
        <p:nvSpPr>
          <p:cNvPr id="24" name="Google Shape;24;p40"/>
          <p:cNvSpPr/>
          <p:nvPr>
            <p:ph idx="2" type="pic"/>
          </p:nvPr>
        </p:nvSpPr>
        <p:spPr>
          <a:xfrm>
            <a:off x="1104900" y="1390909"/>
            <a:ext cx="2691687" cy="2938495"/>
          </a:xfrm>
          <a:prstGeom prst="roundRect">
            <a:avLst>
              <a:gd fmla="val 6405" name="adj"/>
            </a:avLst>
          </a:prstGeom>
          <a:solidFill>
            <a:srgbClr val="CADDFF"/>
          </a:solidFill>
          <a:ln>
            <a:noFill/>
          </a:ln>
        </p:spPr>
      </p:sp>
      <p:sp>
        <p:nvSpPr>
          <p:cNvPr id="25" name="Google Shape;25;p40"/>
          <p:cNvSpPr/>
          <p:nvPr>
            <p:ph idx="3" type="pic"/>
          </p:nvPr>
        </p:nvSpPr>
        <p:spPr>
          <a:xfrm>
            <a:off x="4238625" y="1390909"/>
            <a:ext cx="2691687" cy="2938495"/>
          </a:xfrm>
          <a:prstGeom prst="roundRect">
            <a:avLst>
              <a:gd fmla="val 6405" name="adj"/>
            </a:avLst>
          </a:prstGeom>
          <a:solidFill>
            <a:srgbClr val="CADDFF"/>
          </a:solidFill>
          <a:ln>
            <a:noFill/>
          </a:ln>
        </p:spPr>
      </p:sp>
      <p:sp>
        <p:nvSpPr>
          <p:cNvPr id="26" name="Google Shape;26;p40"/>
          <p:cNvSpPr/>
          <p:nvPr>
            <p:ph idx="4" type="pic"/>
          </p:nvPr>
        </p:nvSpPr>
        <p:spPr>
          <a:xfrm>
            <a:off x="7372350" y="1390909"/>
            <a:ext cx="2691687" cy="2938495"/>
          </a:xfrm>
          <a:prstGeom prst="roundRect">
            <a:avLst>
              <a:gd fmla="val 6405" name="adj"/>
            </a:avLst>
          </a:prstGeom>
          <a:solidFill>
            <a:srgbClr val="CADDFF"/>
          </a:solidFill>
          <a:ln>
            <a:noFill/>
          </a:ln>
        </p:spPr>
      </p:sp>
      <p:sp>
        <p:nvSpPr>
          <p:cNvPr id="27" name="Google Shape;27;p40"/>
          <p:cNvSpPr/>
          <p:nvPr/>
        </p:nvSpPr>
        <p:spPr>
          <a:xfrm>
            <a:off x="10506075" y="1390909"/>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1000"/>
                                        <p:tgtEl>
                                          <p:spTgt spid="2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1000"/>
                                        <p:tgtEl>
                                          <p:spTgt spid="2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1000"/>
                                        <p:tgtEl>
                                          <p:spTgt spid="2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50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1000"/>
                                        <p:tgtEl>
                                          <p:spTgt spid="2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8" name="Shape 28"/>
        <p:cNvGrpSpPr/>
        <p:nvPr/>
      </p:nvGrpSpPr>
      <p:grpSpPr>
        <a:xfrm>
          <a:off x="0" y="0"/>
          <a:ext cx="0" cy="0"/>
          <a:chOff x="0" y="0"/>
          <a:chExt cx="0" cy="0"/>
        </a:xfrm>
      </p:grpSpPr>
      <p:sp>
        <p:nvSpPr>
          <p:cNvPr id="29" name="Google Shape;29;p41"/>
          <p:cNvSpPr/>
          <p:nvPr>
            <p:ph idx="2" type="pic"/>
          </p:nvPr>
        </p:nvSpPr>
        <p:spPr>
          <a:xfrm>
            <a:off x="2124075" y="1390909"/>
            <a:ext cx="2691687" cy="2938495"/>
          </a:xfrm>
          <a:prstGeom prst="roundRect">
            <a:avLst>
              <a:gd fmla="val 6405" name="adj"/>
            </a:avLst>
          </a:prstGeom>
          <a:solidFill>
            <a:srgbClr val="CADDFF"/>
          </a:solidFill>
          <a:ln>
            <a:noFill/>
          </a:ln>
        </p:spPr>
      </p:sp>
      <p:sp>
        <p:nvSpPr>
          <p:cNvPr id="30" name="Google Shape;30;p41"/>
          <p:cNvSpPr/>
          <p:nvPr>
            <p:ph idx="3" type="pic"/>
          </p:nvPr>
        </p:nvSpPr>
        <p:spPr>
          <a:xfrm>
            <a:off x="5257800" y="1390909"/>
            <a:ext cx="2691687" cy="2938495"/>
          </a:xfrm>
          <a:prstGeom prst="roundRect">
            <a:avLst>
              <a:gd fmla="val 6405" name="adj"/>
            </a:avLst>
          </a:prstGeom>
          <a:solidFill>
            <a:srgbClr val="CADDFF"/>
          </a:solidFill>
          <a:ln>
            <a:noFill/>
          </a:ln>
        </p:spPr>
      </p:sp>
      <p:sp>
        <p:nvSpPr>
          <p:cNvPr id="31" name="Google Shape;31;p41"/>
          <p:cNvSpPr/>
          <p:nvPr>
            <p:ph idx="4" type="pic"/>
          </p:nvPr>
        </p:nvSpPr>
        <p:spPr>
          <a:xfrm>
            <a:off x="8391525" y="1390909"/>
            <a:ext cx="2691687" cy="2938495"/>
          </a:xfrm>
          <a:prstGeom prst="roundRect">
            <a:avLst>
              <a:gd fmla="val 6405" name="adj"/>
            </a:avLst>
          </a:prstGeom>
          <a:solidFill>
            <a:srgbClr val="CADDFF"/>
          </a:solidFill>
          <a:ln>
            <a:noFill/>
          </a:ln>
        </p:spPr>
      </p:sp>
      <p:sp>
        <p:nvSpPr>
          <p:cNvPr id="32" name="Google Shape;32;p41"/>
          <p:cNvSpPr/>
          <p:nvPr/>
        </p:nvSpPr>
        <p:spPr>
          <a:xfrm>
            <a:off x="-407826" y="1390908"/>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33" name="Shape 33"/>
        <p:cNvGrpSpPr/>
        <p:nvPr/>
      </p:nvGrpSpPr>
      <p:grpSpPr>
        <a:xfrm>
          <a:off x="0" y="0"/>
          <a:ext cx="0" cy="0"/>
          <a:chOff x="0" y="0"/>
          <a:chExt cx="0" cy="0"/>
        </a:xfrm>
      </p:grpSpPr>
      <p:sp>
        <p:nvSpPr>
          <p:cNvPr id="34" name="Google Shape;34;p42"/>
          <p:cNvSpPr/>
          <p:nvPr>
            <p:ph idx="2" type="pic"/>
          </p:nvPr>
        </p:nvSpPr>
        <p:spPr>
          <a:xfrm>
            <a:off x="1514475" y="1733809"/>
            <a:ext cx="9172575" cy="2933441"/>
          </a:xfrm>
          <a:prstGeom prst="roundRect">
            <a:avLst>
              <a:gd fmla="val 6405" name="adj"/>
            </a:avLst>
          </a:prstGeom>
          <a:solidFill>
            <a:srgbClr val="CADDFF"/>
          </a:solidFill>
          <a:ln>
            <a:noFill/>
          </a:ln>
          <a:effectLst>
            <a:outerShdw blurRad="381000" rotWithShape="0" algn="ctr" dir="5400000" dist="127000">
              <a:srgbClr val="000000">
                <a:alpha val="29019"/>
              </a:srgbClr>
            </a:outerShdw>
          </a:effectLst>
        </p:spPr>
      </p:sp>
      <p:sp>
        <p:nvSpPr>
          <p:cNvPr id="35" name="Google Shape;35;p42"/>
          <p:cNvSpPr/>
          <p:nvPr/>
        </p:nvSpPr>
        <p:spPr>
          <a:xfrm>
            <a:off x="4481511" y="-247650"/>
            <a:ext cx="3228975" cy="1152784"/>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500"/>
                                        <p:tgtEl>
                                          <p:spTgt spid="34"/>
                                        </p:tgtEl>
                                      </p:cBhvr>
                                    </p:animEffect>
                                  </p:childTnLst>
                                </p:cTn>
                              </p:par>
                              <p:par>
                                <p:cTn fill="hold" nodeType="with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500"/>
                                        <p:tgtEl>
                                          <p:spTgt spid="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36" name="Shape 36"/>
        <p:cNvGrpSpPr/>
        <p:nvPr/>
      </p:nvGrpSpPr>
      <p:grpSpPr>
        <a:xfrm>
          <a:off x="0" y="0"/>
          <a:ext cx="0" cy="0"/>
          <a:chOff x="0" y="0"/>
          <a:chExt cx="0" cy="0"/>
        </a:xfrm>
      </p:grpSpPr>
      <p:sp>
        <p:nvSpPr>
          <p:cNvPr id="37" name="Google Shape;37;p43"/>
          <p:cNvSpPr/>
          <p:nvPr>
            <p:ph idx="2" type="pic"/>
          </p:nvPr>
        </p:nvSpPr>
        <p:spPr>
          <a:xfrm>
            <a:off x="2130295" y="2789853"/>
            <a:ext cx="1928521" cy="2567862"/>
          </a:xfrm>
          <a:prstGeom prst="roundRect">
            <a:avLst>
              <a:gd fmla="val 6405" name="adj"/>
            </a:avLst>
          </a:prstGeom>
          <a:solidFill>
            <a:srgbClr val="CADDFF"/>
          </a:solidFill>
          <a:ln>
            <a:noFill/>
          </a:ln>
          <a:effectLst>
            <a:outerShdw blurRad="381000" rotWithShape="0" algn="ctr" dir="5400000" dist="127000">
              <a:srgbClr val="000000">
                <a:alpha val="29019"/>
              </a:srgbClr>
            </a:outerShdw>
          </a:effectLst>
        </p:spPr>
      </p:sp>
      <p:sp>
        <p:nvSpPr>
          <p:cNvPr id="38" name="Google Shape;38;p43"/>
          <p:cNvSpPr/>
          <p:nvPr/>
        </p:nvSpPr>
        <p:spPr>
          <a:xfrm>
            <a:off x="-547591"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9" name="Google Shape;39;p43"/>
          <p:cNvSpPr/>
          <p:nvPr/>
        </p:nvSpPr>
        <p:spPr>
          <a:xfrm>
            <a:off x="11663005"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0" name="Google Shape;40;p43"/>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
                                        </p:tgtEl>
                                        <p:attrNameLst>
                                          <p:attrName>style.visibility</p:attrName>
                                        </p:attrNameLst>
                                      </p:cBhvr>
                                      <p:to>
                                        <p:strVal val="visible"/>
                                      </p:to>
                                    </p:set>
                                    <p:animEffect filter="fade" transition="in">
                                      <p:cBhvr>
                                        <p:cTn dur="750"/>
                                        <p:tgtEl>
                                          <p:spTgt spid="40"/>
                                        </p:tgtEl>
                                      </p:cBhvr>
                                    </p:animEffect>
                                  </p:childTnLst>
                                </p:cTn>
                              </p:par>
                              <p:par>
                                <p:cTn fill="hold" nodeType="withEffect" presetClass="entr" presetID="2" presetSubtype="8">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750"/>
                                        <p:tgtEl>
                                          <p:spTgt spid="3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40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750"/>
                                        <p:tgtEl>
                                          <p:spTgt spid="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40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750"/>
                                        <p:tgtEl>
                                          <p:spTgt spid="3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41" name="Shape 41"/>
        <p:cNvGrpSpPr/>
        <p:nvPr/>
      </p:nvGrpSpPr>
      <p:grpSpPr>
        <a:xfrm>
          <a:off x="0" y="0"/>
          <a:ext cx="0" cy="0"/>
          <a:chOff x="0" y="0"/>
          <a:chExt cx="0" cy="0"/>
        </a:xfrm>
      </p:grpSpPr>
      <p:sp>
        <p:nvSpPr>
          <p:cNvPr id="42" name="Google Shape;42;p44"/>
          <p:cNvSpPr/>
          <p:nvPr>
            <p:ph idx="2" type="pic"/>
          </p:nvPr>
        </p:nvSpPr>
        <p:spPr>
          <a:xfrm>
            <a:off x="0" y="0"/>
            <a:ext cx="10544175" cy="3924300"/>
          </a:xfrm>
          <a:prstGeom prst="rect">
            <a:avLst/>
          </a:prstGeom>
          <a:solidFill>
            <a:srgbClr val="CADDFF"/>
          </a:solidFill>
          <a:ln>
            <a:noFill/>
          </a:ln>
          <a:effectLst>
            <a:outerShdw blurRad="381000" rotWithShape="0" algn="ctr" dir="5400000" dist="127000">
              <a:srgbClr val="000000">
                <a:alpha val="29019"/>
              </a:srgbClr>
            </a:outerShdw>
          </a:effectLst>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1250"/>
                                        <p:tgtEl>
                                          <p:spTgt spid="4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43" name="Shape 43"/>
        <p:cNvGrpSpPr/>
        <p:nvPr/>
      </p:nvGrpSpPr>
      <p:grpSpPr>
        <a:xfrm>
          <a:off x="0" y="0"/>
          <a:ext cx="0" cy="0"/>
          <a:chOff x="0" y="0"/>
          <a:chExt cx="0" cy="0"/>
        </a:xfrm>
      </p:grpSpPr>
      <p:sp>
        <p:nvSpPr>
          <p:cNvPr id="44" name="Google Shape;44;p4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5"/>
          <p:cNvSpPr/>
          <p:nvPr>
            <p:ph idx="2" type="pic"/>
          </p:nvPr>
        </p:nvSpPr>
        <p:spPr>
          <a:xfrm>
            <a:off x="1104900" y="2676524"/>
            <a:ext cx="1904999" cy="2181226"/>
          </a:xfrm>
          <a:prstGeom prst="roundRect">
            <a:avLst>
              <a:gd fmla="val 6405" name="adj"/>
            </a:avLst>
          </a:prstGeom>
          <a:solidFill>
            <a:srgbClr val="CADDFF"/>
          </a:solidFill>
          <a:ln>
            <a:noFill/>
          </a:ln>
        </p:spPr>
      </p:sp>
      <p:sp>
        <p:nvSpPr>
          <p:cNvPr id="46" name="Google Shape;46;p45"/>
          <p:cNvSpPr/>
          <p:nvPr>
            <p:ph idx="3" type="pic"/>
          </p:nvPr>
        </p:nvSpPr>
        <p:spPr>
          <a:xfrm>
            <a:off x="3170875" y="2676524"/>
            <a:ext cx="1904999" cy="2181226"/>
          </a:xfrm>
          <a:prstGeom prst="roundRect">
            <a:avLst>
              <a:gd fmla="val 6405" name="adj"/>
            </a:avLst>
          </a:prstGeom>
          <a:solidFill>
            <a:srgbClr val="CADDFF"/>
          </a:solidFill>
          <a:ln>
            <a:noFill/>
          </a:ln>
        </p:spPr>
      </p:sp>
      <p:sp>
        <p:nvSpPr>
          <p:cNvPr id="47" name="Google Shape;47;p45"/>
          <p:cNvSpPr/>
          <p:nvPr>
            <p:ph idx="4" type="pic"/>
          </p:nvPr>
        </p:nvSpPr>
        <p:spPr>
          <a:xfrm>
            <a:off x="5236850" y="2676524"/>
            <a:ext cx="1904999" cy="2181226"/>
          </a:xfrm>
          <a:prstGeom prst="roundRect">
            <a:avLst>
              <a:gd fmla="val 6405" name="adj"/>
            </a:avLst>
          </a:prstGeom>
          <a:solidFill>
            <a:srgbClr val="CADDFF"/>
          </a:solidFill>
          <a:ln>
            <a:noFill/>
          </a:ln>
        </p:spPr>
      </p:sp>
      <p:sp>
        <p:nvSpPr>
          <p:cNvPr id="48" name="Google Shape;48;p45"/>
          <p:cNvSpPr/>
          <p:nvPr>
            <p:ph idx="5" type="pic"/>
          </p:nvPr>
        </p:nvSpPr>
        <p:spPr>
          <a:xfrm>
            <a:off x="7302825" y="2676524"/>
            <a:ext cx="1904999" cy="2181226"/>
          </a:xfrm>
          <a:prstGeom prst="roundRect">
            <a:avLst>
              <a:gd fmla="val 6405" name="adj"/>
            </a:avLst>
          </a:prstGeom>
          <a:solidFill>
            <a:srgbClr val="CADDFF"/>
          </a:solidFill>
          <a:ln>
            <a:noFill/>
          </a:ln>
        </p:spPr>
      </p:sp>
      <p:sp>
        <p:nvSpPr>
          <p:cNvPr id="49" name="Google Shape;49;p45"/>
          <p:cNvSpPr/>
          <p:nvPr>
            <p:ph idx="6" type="pic"/>
          </p:nvPr>
        </p:nvSpPr>
        <p:spPr>
          <a:xfrm>
            <a:off x="9362601" y="2676524"/>
            <a:ext cx="1904999" cy="2181226"/>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44"/>
                                        </p:tgtEl>
                                        <p:attrNameLst>
                                          <p:attrName>style.visibility</p:attrName>
                                        </p:attrNameLst>
                                      </p:cBhvr>
                                      <p:to>
                                        <p:strVal val="visible"/>
                                      </p:to>
                                    </p:set>
                                    <p:animEffect filter="fade" transition="in">
                                      <p:cBhvr>
                                        <p:cTn dur="750"/>
                                        <p:tgtEl>
                                          <p:spTgt spid="44"/>
                                        </p:tgtEl>
                                      </p:cBhvr>
                                    </p:animEffect>
                                  </p:childTnLst>
                                </p:cTn>
                              </p:par>
                              <p:par>
                                <p:cTn fill="hold" nodeType="withEffect" presetClass="entr" presetID="10" presetSubtype="0">
                                  <p:stCondLst>
                                    <p:cond delay="1250"/>
                                  </p:stCondLst>
                                  <p:childTnLst>
                                    <p:set>
                                      <p:cBhvr>
                                        <p:cTn dur="1" fill="hold">
                                          <p:stCondLst>
                                            <p:cond delay="0"/>
                                          </p:stCondLst>
                                        </p:cTn>
                                        <p:tgtEl>
                                          <p:spTgt spid="45"/>
                                        </p:tgtEl>
                                        <p:attrNameLst>
                                          <p:attrName>style.visibility</p:attrName>
                                        </p:attrNameLst>
                                      </p:cBhvr>
                                      <p:to>
                                        <p:strVal val="visible"/>
                                      </p:to>
                                    </p:set>
                                    <p:animEffect filter="fade" transition="in">
                                      <p:cBhvr>
                                        <p:cTn dur="500"/>
                                        <p:tgtEl>
                                          <p:spTgt spid="45"/>
                                        </p:tgtEl>
                                      </p:cBhvr>
                                    </p:animEffect>
                                  </p:childTnLst>
                                </p:cTn>
                              </p:par>
                            </p:childTnLst>
                          </p:cTn>
                        </p:par>
                        <p:par>
                          <p:cTn fill="hold">
                            <p:stCondLst>
                              <p:cond delay="750"/>
                            </p:stCondLst>
                            <p:childTnLst>
                              <p:par>
                                <p:cTn fill="hold" nodeType="afterEffect" presetClass="entr" presetID="10" presetSubtype="0">
                                  <p:stCondLst>
                                    <p:cond delay="1500"/>
                                  </p:stCondLst>
                                  <p:childTnLst>
                                    <p:set>
                                      <p:cBhvr>
                                        <p:cTn dur="1" fill="hold">
                                          <p:stCondLst>
                                            <p:cond delay="0"/>
                                          </p:stCondLst>
                                        </p:cTn>
                                        <p:tgtEl>
                                          <p:spTgt spid="46"/>
                                        </p:tgtEl>
                                        <p:attrNameLst>
                                          <p:attrName>style.visibility</p:attrName>
                                        </p:attrNameLst>
                                      </p:cBhvr>
                                      <p:to>
                                        <p:strVal val="visible"/>
                                      </p:to>
                                    </p:set>
                                    <p:animEffect filter="fade" transition="in">
                                      <p:cBhvr>
                                        <p:cTn dur="500"/>
                                        <p:tgtEl>
                                          <p:spTgt spid="46"/>
                                        </p:tgtEl>
                                      </p:cBhvr>
                                    </p:animEffect>
                                  </p:childTnLst>
                                </p:cTn>
                              </p:par>
                            </p:childTnLst>
                          </p:cTn>
                        </p:par>
                        <p:par>
                          <p:cTn fill="hold">
                            <p:stCondLst>
                              <p:cond delay="1250"/>
                            </p:stCondLst>
                            <p:childTnLst>
                              <p:par>
                                <p:cTn fill="hold" nodeType="afterEffect" presetClass="entr" presetID="10" presetSubtype="0">
                                  <p:stCondLst>
                                    <p:cond delay="1750"/>
                                  </p:stCondLst>
                                  <p:childTnLst>
                                    <p:set>
                                      <p:cBhvr>
                                        <p:cTn dur="1" fill="hold">
                                          <p:stCondLst>
                                            <p:cond delay="0"/>
                                          </p:stCondLst>
                                        </p:cTn>
                                        <p:tgtEl>
                                          <p:spTgt spid="47"/>
                                        </p:tgtEl>
                                        <p:attrNameLst>
                                          <p:attrName>style.visibility</p:attrName>
                                        </p:attrNameLst>
                                      </p:cBhvr>
                                      <p:to>
                                        <p:strVal val="visible"/>
                                      </p:to>
                                    </p:set>
                                    <p:animEffect filter="fade" transition="in">
                                      <p:cBhvr>
                                        <p:cTn dur="500"/>
                                        <p:tgtEl>
                                          <p:spTgt spid="47"/>
                                        </p:tgtEl>
                                      </p:cBhvr>
                                    </p:animEffect>
                                  </p:childTnLst>
                                </p:cTn>
                              </p:par>
                            </p:childTnLst>
                          </p:cTn>
                        </p:par>
                        <p:par>
                          <p:cTn fill="hold">
                            <p:stCondLst>
                              <p:cond delay="1750"/>
                            </p:stCondLst>
                            <p:childTnLst>
                              <p:par>
                                <p:cTn fill="hold" nodeType="afterEffect" presetClass="entr" presetID="10" presetSubtype="0">
                                  <p:stCondLst>
                                    <p:cond delay="2000"/>
                                  </p:stCondLst>
                                  <p:childTnLst>
                                    <p:set>
                                      <p:cBhvr>
                                        <p:cTn dur="1" fill="hold">
                                          <p:stCondLst>
                                            <p:cond delay="0"/>
                                          </p:stCondLst>
                                        </p:cTn>
                                        <p:tgtEl>
                                          <p:spTgt spid="48"/>
                                        </p:tgtEl>
                                        <p:attrNameLst>
                                          <p:attrName>style.visibility</p:attrName>
                                        </p:attrNameLst>
                                      </p:cBhvr>
                                      <p:to>
                                        <p:strVal val="visible"/>
                                      </p:to>
                                    </p:set>
                                    <p:animEffect filter="fade" transition="in">
                                      <p:cBhvr>
                                        <p:cTn dur="500"/>
                                        <p:tgtEl>
                                          <p:spTgt spid="48"/>
                                        </p:tgtEl>
                                      </p:cBhvr>
                                    </p:animEffect>
                                  </p:childTnLst>
                                </p:cTn>
                              </p:par>
                            </p:childTnLst>
                          </p:cTn>
                        </p:par>
                        <p:par>
                          <p:cTn fill="hold">
                            <p:stCondLst>
                              <p:cond delay="2250"/>
                            </p:stCondLst>
                            <p:childTnLst>
                              <p:par>
                                <p:cTn fill="hold" nodeType="afterEffect" presetClass="entr" presetID="10" presetSubtype="0">
                                  <p:stCondLst>
                                    <p:cond delay="225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50" name="Shape 50"/>
        <p:cNvGrpSpPr/>
        <p:nvPr/>
      </p:nvGrpSpPr>
      <p:grpSpPr>
        <a:xfrm>
          <a:off x="0" y="0"/>
          <a:ext cx="0" cy="0"/>
          <a:chOff x="0" y="0"/>
          <a:chExt cx="0" cy="0"/>
        </a:xfrm>
      </p:grpSpPr>
      <p:pic>
        <p:nvPicPr>
          <p:cNvPr id="51" name="Google Shape;51;p46"/>
          <p:cNvPicPr preferRelativeResize="0"/>
          <p:nvPr/>
        </p:nvPicPr>
        <p:blipFill rotWithShape="1">
          <a:blip r:embed="rId2">
            <a:alphaModFix/>
          </a:blip>
          <a:srcRect b="0" l="0" r="0" t="0"/>
          <a:stretch/>
        </p:blipFill>
        <p:spPr>
          <a:xfrm>
            <a:off x="0" y="2108058"/>
            <a:ext cx="12192000" cy="2172372"/>
          </a:xfrm>
          <a:prstGeom prst="rect">
            <a:avLst/>
          </a:prstGeom>
          <a:noFill/>
          <a:ln>
            <a:noFill/>
          </a:ln>
        </p:spPr>
      </p:pic>
      <p:sp>
        <p:nvSpPr>
          <p:cNvPr id="52" name="Google Shape;52;p46"/>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6"/>
          <p:cNvSpPr/>
          <p:nvPr>
            <p:ph idx="2" type="pic"/>
          </p:nvPr>
        </p:nvSpPr>
        <p:spPr>
          <a:xfrm>
            <a:off x="1767373" y="2349499"/>
            <a:ext cx="1904999" cy="2178051"/>
          </a:xfrm>
          <a:prstGeom prst="roundRect">
            <a:avLst>
              <a:gd fmla="val 6405" name="adj"/>
            </a:avLst>
          </a:prstGeom>
          <a:solidFill>
            <a:srgbClr val="CADDFF"/>
          </a:solidFill>
          <a:ln>
            <a:noFill/>
          </a:ln>
        </p:spPr>
      </p:sp>
      <p:sp>
        <p:nvSpPr>
          <p:cNvPr id="54" name="Google Shape;54;p46"/>
          <p:cNvSpPr/>
          <p:nvPr>
            <p:ph idx="3" type="pic"/>
          </p:nvPr>
        </p:nvSpPr>
        <p:spPr>
          <a:xfrm>
            <a:off x="4021623" y="2349499"/>
            <a:ext cx="1904999" cy="2178051"/>
          </a:xfrm>
          <a:prstGeom prst="roundRect">
            <a:avLst>
              <a:gd fmla="val 6405" name="adj"/>
            </a:avLst>
          </a:prstGeom>
          <a:solidFill>
            <a:srgbClr val="CADDFF"/>
          </a:solidFill>
          <a:ln>
            <a:noFill/>
          </a:ln>
        </p:spPr>
      </p:sp>
      <p:sp>
        <p:nvSpPr>
          <p:cNvPr id="55" name="Google Shape;55;p46"/>
          <p:cNvSpPr/>
          <p:nvPr>
            <p:ph idx="4" type="pic"/>
          </p:nvPr>
        </p:nvSpPr>
        <p:spPr>
          <a:xfrm>
            <a:off x="6275873" y="2349499"/>
            <a:ext cx="1904999" cy="2178051"/>
          </a:xfrm>
          <a:prstGeom prst="roundRect">
            <a:avLst>
              <a:gd fmla="val 6405" name="adj"/>
            </a:avLst>
          </a:prstGeom>
          <a:solidFill>
            <a:srgbClr val="CADDFF"/>
          </a:solidFill>
          <a:ln>
            <a:noFill/>
          </a:ln>
        </p:spPr>
      </p:sp>
      <p:sp>
        <p:nvSpPr>
          <p:cNvPr id="56" name="Google Shape;56;p46"/>
          <p:cNvSpPr/>
          <p:nvPr>
            <p:ph idx="5" type="pic"/>
          </p:nvPr>
        </p:nvSpPr>
        <p:spPr>
          <a:xfrm>
            <a:off x="8530123" y="2349499"/>
            <a:ext cx="1904999" cy="2178051"/>
          </a:xfrm>
          <a:prstGeom prst="roundRect">
            <a:avLst>
              <a:gd fmla="val 6405" name="adj"/>
            </a:avLst>
          </a:prstGeom>
          <a:solidFill>
            <a:srgbClr val="CADDFF"/>
          </a:solidFill>
          <a:ln>
            <a:noFill/>
          </a:ln>
        </p:spPr>
      </p:sp>
      <p:sp>
        <p:nvSpPr>
          <p:cNvPr id="57" name="Google Shape;57;p46"/>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childTnLst>
                          </p:cTn>
                        </p:par>
                        <p:par>
                          <p:cTn fill="hold">
                            <p:stCondLst>
                              <p:cond delay="1000"/>
                            </p:stCondLst>
                            <p:childTnLst>
                              <p:par>
                                <p:cTn fill="hold" nodeType="afterEffect" presetClass="entr" presetID="10" presetSubtype="0">
                                  <p:stCondLst>
                                    <p:cond delay="75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1000"/>
                                        <p:tgtEl>
                                          <p:spTgt spid="51"/>
                                        </p:tgtEl>
                                      </p:cBhvr>
                                    </p:animEffect>
                                  </p:childTnLst>
                                </p:cTn>
                              </p:par>
                              <p:par>
                                <p:cTn fill="hold" nodeType="withEffect" presetClass="entr" presetID="10" presetSubtype="0">
                                  <p:stCondLst>
                                    <p:cond delay="500"/>
                                  </p:stCondLst>
                                  <p:childTnLst>
                                    <p:set>
                                      <p:cBhvr>
                                        <p:cTn dur="1" fill="hold">
                                          <p:stCondLst>
                                            <p:cond delay="0"/>
                                          </p:stCondLst>
                                        </p:cTn>
                                        <p:tgtEl>
                                          <p:spTgt spid="52"/>
                                        </p:tgtEl>
                                        <p:attrNameLst>
                                          <p:attrName>style.visibility</p:attrName>
                                        </p:attrNameLst>
                                      </p:cBhvr>
                                      <p:to>
                                        <p:strVal val="visible"/>
                                      </p:to>
                                    </p:set>
                                    <p:animEffect filter="fade" transition="in">
                                      <p:cBhvr>
                                        <p:cTn dur="750"/>
                                        <p:tgtEl>
                                          <p:spTgt spid="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58" name="Shape 58"/>
        <p:cNvGrpSpPr/>
        <p:nvPr/>
      </p:nvGrpSpPr>
      <p:grpSpPr>
        <a:xfrm>
          <a:off x="0" y="0"/>
          <a:ext cx="0" cy="0"/>
          <a:chOff x="0" y="0"/>
          <a:chExt cx="0" cy="0"/>
        </a:xfrm>
      </p:grpSpPr>
      <p:sp>
        <p:nvSpPr>
          <p:cNvPr id="59" name="Google Shape;59;p47"/>
          <p:cNvSpPr/>
          <p:nvPr>
            <p:ph idx="2" type="pic"/>
          </p:nvPr>
        </p:nvSpPr>
        <p:spPr>
          <a:xfrm>
            <a:off x="7410450" y="1362075"/>
            <a:ext cx="3019425" cy="4133850"/>
          </a:xfrm>
          <a:prstGeom prst="round2DiagRect">
            <a:avLst>
              <a:gd fmla="val 16667" name="adj1"/>
              <a:gd fmla="val 0" name="adj2"/>
            </a:avLst>
          </a:prstGeom>
          <a:solidFill>
            <a:srgbClr val="CADDFF"/>
          </a:solidFill>
          <a:ln>
            <a:noFill/>
          </a:ln>
        </p:spPr>
      </p:sp>
      <p:sp>
        <p:nvSpPr>
          <p:cNvPr id="60" name="Google Shape;60;p47"/>
          <p:cNvSpPr/>
          <p:nvPr>
            <p:ph idx="3" type="pic"/>
          </p:nvPr>
        </p:nvSpPr>
        <p:spPr>
          <a:xfrm>
            <a:off x="5943600" y="1957388"/>
            <a:ext cx="1785938" cy="3833812"/>
          </a:xfrm>
          <a:prstGeom prst="roundRect">
            <a:avLst>
              <a:gd fmla="val 8747"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60"/>
                                        </p:tgtEl>
                                        <p:attrNameLst>
                                          <p:attrName>style.visibility</p:attrName>
                                        </p:attrNameLst>
                                      </p:cBhvr>
                                      <p:to>
                                        <p:strVal val="visible"/>
                                      </p:to>
                                    </p:set>
                                    <p:animEffect filter="fade" transition="in">
                                      <p:cBhvr>
                                        <p:cTn dur="500"/>
                                        <p:tgtEl>
                                          <p:spTgt spid="60"/>
                                        </p:tgtEl>
                                      </p:cBhvr>
                                    </p:animEffect>
                                  </p:childTnLst>
                                </p:cTn>
                              </p:par>
                            </p:childTnLst>
                          </p:cTn>
                        </p:par>
                        <p:par>
                          <p:cTn fill="hold">
                            <p:stCondLst>
                              <p:cond delay="500"/>
                            </p:stCondLst>
                            <p:childTnLst>
                              <p:par>
                                <p:cTn fill="hold" nodeType="afterEffect" presetClass="entr" presetID="10" presetSubtype="0">
                                  <p:stCondLst>
                                    <p:cond delay="1500"/>
                                  </p:stCondLst>
                                  <p:childTnLst>
                                    <p:set>
                                      <p:cBhvr>
                                        <p:cTn dur="1" fill="hold">
                                          <p:stCondLst>
                                            <p:cond delay="0"/>
                                          </p:stCondLst>
                                        </p:cTn>
                                        <p:tgtEl>
                                          <p:spTgt spid="59"/>
                                        </p:tgtEl>
                                        <p:attrNameLst>
                                          <p:attrName>style.visibility</p:attrName>
                                        </p:attrNameLst>
                                      </p:cBhvr>
                                      <p:to>
                                        <p:strVal val="visible"/>
                                      </p:to>
                                    </p:set>
                                    <p:animEffect filter="fade" transition="in">
                                      <p:cBhvr>
                                        <p:cTn dur="5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61" name="Shape 61"/>
        <p:cNvGrpSpPr/>
        <p:nvPr/>
      </p:nvGrpSpPr>
      <p:grpSpPr>
        <a:xfrm>
          <a:off x="0" y="0"/>
          <a:ext cx="0" cy="0"/>
          <a:chOff x="0" y="0"/>
          <a:chExt cx="0" cy="0"/>
        </a:xfrm>
      </p:grpSpPr>
      <p:sp>
        <p:nvSpPr>
          <p:cNvPr id="62" name="Google Shape;62;p48"/>
          <p:cNvSpPr/>
          <p:nvPr>
            <p:ph idx="2" type="pic"/>
          </p:nvPr>
        </p:nvSpPr>
        <p:spPr>
          <a:xfrm>
            <a:off x="1104900" y="1016342"/>
            <a:ext cx="10063843" cy="2933441"/>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2"/>
                                        </p:tgtEl>
                                        <p:attrNameLst>
                                          <p:attrName>style.visibility</p:attrName>
                                        </p:attrNameLst>
                                      </p:cBhvr>
                                      <p:to>
                                        <p:strVal val="visible"/>
                                      </p:to>
                                    </p:set>
                                    <p:animEffect filter="fade" transition="in">
                                      <p:cBhvr>
                                        <p:cTn dur="500"/>
                                        <p:tgtEl>
                                          <p:spTgt spid="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63" name="Shape 63"/>
        <p:cNvGrpSpPr/>
        <p:nvPr/>
      </p:nvGrpSpPr>
      <p:grpSpPr>
        <a:xfrm>
          <a:off x="0" y="0"/>
          <a:ext cx="0" cy="0"/>
          <a:chOff x="0" y="0"/>
          <a:chExt cx="0" cy="0"/>
        </a:xfrm>
      </p:grpSpPr>
      <p:sp>
        <p:nvSpPr>
          <p:cNvPr id="64" name="Google Shape;64;p49"/>
          <p:cNvSpPr/>
          <p:nvPr>
            <p:ph idx="2" type="pic"/>
          </p:nvPr>
        </p:nvSpPr>
        <p:spPr>
          <a:xfrm>
            <a:off x="6886575" y="0"/>
            <a:ext cx="5885996" cy="6858000"/>
          </a:xfrm>
          <a:prstGeom prst="roundRect">
            <a:avLst>
              <a:gd fmla="val 194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750"/>
                                  </p:stCondLst>
                                  <p:childTnLst>
                                    <p:set>
                                      <p:cBhvr>
                                        <p:cTn dur="1" fill="hold">
                                          <p:stCondLst>
                                            <p:cond delay="0"/>
                                          </p:stCondLst>
                                        </p:cTn>
                                        <p:tgtEl>
                                          <p:spTgt spid="64"/>
                                        </p:tgtEl>
                                        <p:attrNameLst>
                                          <p:attrName>style.visibility</p:attrName>
                                        </p:attrNameLst>
                                      </p:cBhvr>
                                      <p:to>
                                        <p:strVal val="visible"/>
                                      </p:to>
                                    </p:set>
                                    <p:animEffect filter="fade" transition="in">
                                      <p:cBhvr>
                                        <p:cTn dur="5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65" name="Shape 65"/>
        <p:cNvGrpSpPr/>
        <p:nvPr/>
      </p:nvGrpSpPr>
      <p:grpSpPr>
        <a:xfrm>
          <a:off x="0" y="0"/>
          <a:ext cx="0" cy="0"/>
          <a:chOff x="0" y="0"/>
          <a:chExt cx="0" cy="0"/>
        </a:xfrm>
      </p:grpSpPr>
      <p:sp>
        <p:nvSpPr>
          <p:cNvPr id="66" name="Google Shape;66;p50"/>
          <p:cNvSpPr/>
          <p:nvPr>
            <p:ph idx="2" type="pic"/>
          </p:nvPr>
        </p:nvSpPr>
        <p:spPr>
          <a:xfrm>
            <a:off x="1" y="-200025"/>
            <a:ext cx="12192000" cy="2847975"/>
          </a:xfrm>
          <a:prstGeom prst="roundRect">
            <a:avLst>
              <a:gd fmla="val 5690" name="adj"/>
            </a:avLst>
          </a:prstGeom>
          <a:solidFill>
            <a:srgbClr val="CADDFF"/>
          </a:solidFill>
          <a:ln>
            <a:noFill/>
          </a:ln>
          <a:effectLst>
            <a:outerShdw blurRad="381000" rotWithShape="0" algn="t" dir="5400000" dist="127000">
              <a:srgbClr val="000000">
                <a:alpha val="29019"/>
              </a:srgbClr>
            </a:outerShdw>
          </a:effectLst>
        </p:spPr>
      </p:sp>
      <p:sp>
        <p:nvSpPr>
          <p:cNvPr id="67" name="Google Shape;67;p50"/>
          <p:cNvSpPr txBox="1"/>
          <p:nvPr>
            <p:ph type="title"/>
          </p:nvPr>
        </p:nvSpPr>
        <p:spPr>
          <a:xfrm>
            <a:off x="1119187" y="443105"/>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rgbClr val="FFFFFF"/>
              </a:buClr>
              <a:buSzPts val="3600"/>
              <a:buFont typeface="Poppins"/>
              <a:buNone/>
              <a:defRPr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500"/>
                                        <p:tgtEl>
                                          <p:spTgt spid="66"/>
                                        </p:tgtEl>
                                      </p:cBhvr>
                                    </p:animEffect>
                                  </p:childTnLst>
                                </p:cTn>
                              </p:par>
                              <p:par>
                                <p:cTn fill="hold" nodeType="withEffect" presetClass="entr" presetID="10" presetSubtype="0">
                                  <p:stCondLst>
                                    <p:cond delay="700"/>
                                  </p:stCondLst>
                                  <p:childTnLst>
                                    <p:set>
                                      <p:cBhvr>
                                        <p:cTn dur="1" fill="hold">
                                          <p:stCondLst>
                                            <p:cond delay="0"/>
                                          </p:stCondLst>
                                        </p:cTn>
                                        <p:tgtEl>
                                          <p:spTgt spid="67"/>
                                        </p:tgtEl>
                                        <p:attrNameLst>
                                          <p:attrName>style.visibility</p:attrName>
                                        </p:attrNameLst>
                                      </p:cBhvr>
                                      <p:to>
                                        <p:strVal val="visible"/>
                                      </p:to>
                                    </p:set>
                                    <p:animEffect filter="fade" transition="in">
                                      <p:cBhvr>
                                        <p:cTn dur="75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68" name="Shape 68"/>
        <p:cNvGrpSpPr/>
        <p:nvPr/>
      </p:nvGrpSpPr>
      <p:grpSpPr>
        <a:xfrm>
          <a:off x="0" y="0"/>
          <a:ext cx="0" cy="0"/>
          <a:chOff x="0" y="0"/>
          <a:chExt cx="0" cy="0"/>
        </a:xfrm>
      </p:grpSpPr>
      <p:sp>
        <p:nvSpPr>
          <p:cNvPr id="69" name="Google Shape;69;p51"/>
          <p:cNvSpPr/>
          <p:nvPr>
            <p:ph idx="2" type="pic"/>
          </p:nvPr>
        </p:nvSpPr>
        <p:spPr>
          <a:xfrm>
            <a:off x="1" y="-200025"/>
            <a:ext cx="12192000" cy="2847975"/>
          </a:xfrm>
          <a:prstGeom prst="roundRect">
            <a:avLst>
              <a:gd fmla="val 5690" name="adj"/>
            </a:avLst>
          </a:prstGeom>
          <a:solidFill>
            <a:srgbClr val="CADDFF"/>
          </a:solidFill>
          <a:ln>
            <a:noFill/>
          </a:ln>
        </p:spPr>
      </p:sp>
      <p:sp>
        <p:nvSpPr>
          <p:cNvPr id="70" name="Google Shape;70;p51"/>
          <p:cNvSpPr/>
          <p:nvPr>
            <p:ph idx="3" type="pic"/>
          </p:nvPr>
        </p:nvSpPr>
        <p:spPr>
          <a:xfrm>
            <a:off x="5421745" y="1673769"/>
            <a:ext cx="1348510" cy="1354638"/>
          </a:xfrm>
          <a:prstGeom prst="ellipse">
            <a:avLst/>
          </a:prstGeom>
          <a:solidFill>
            <a:srgbClr val="CADDFF"/>
          </a:solidFill>
          <a:ln>
            <a:noFill/>
          </a:ln>
        </p:spPr>
      </p:sp>
      <p:sp>
        <p:nvSpPr>
          <p:cNvPr id="71" name="Google Shape;71;p51"/>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par>
                                <p:cTn fill="hold" nodeType="withEffect" presetClass="entr" presetID="10" presetSubtype="0">
                                  <p:stCondLst>
                                    <p:cond delay="500"/>
                                  </p:stCondLst>
                                  <p:childTnLst>
                                    <p:set>
                                      <p:cBhvr>
                                        <p:cTn dur="1" fill="hold">
                                          <p:stCondLst>
                                            <p:cond delay="0"/>
                                          </p:stCondLst>
                                        </p:cTn>
                                        <p:tgtEl>
                                          <p:spTgt spid="70"/>
                                        </p:tgtEl>
                                        <p:attrNameLst>
                                          <p:attrName>style.visibility</p:attrName>
                                        </p:attrNameLst>
                                      </p:cBhvr>
                                      <p:to>
                                        <p:strVal val="visible"/>
                                      </p:to>
                                    </p:set>
                                    <p:animEffect filter="fade" transition="in">
                                      <p:cBhvr>
                                        <p:cTn dur="75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72" name="Shape 72"/>
        <p:cNvGrpSpPr/>
        <p:nvPr/>
      </p:nvGrpSpPr>
      <p:grpSpPr>
        <a:xfrm>
          <a:off x="0" y="0"/>
          <a:ext cx="0" cy="0"/>
          <a:chOff x="0" y="0"/>
          <a:chExt cx="0" cy="0"/>
        </a:xfrm>
      </p:grpSpPr>
      <p:sp>
        <p:nvSpPr>
          <p:cNvPr id="73" name="Google Shape;73;p52"/>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 name="Google Shape;74;p52"/>
          <p:cNvSpPr/>
          <p:nvPr>
            <p:ph idx="2" type="pic"/>
          </p:nvPr>
        </p:nvSpPr>
        <p:spPr>
          <a:xfrm>
            <a:off x="1860550" y="2101678"/>
            <a:ext cx="774700" cy="778220"/>
          </a:xfrm>
          <a:prstGeom prst="ellipse">
            <a:avLst/>
          </a:prstGeom>
          <a:solidFill>
            <a:srgbClr val="CADDFF"/>
          </a:solidFill>
          <a:ln>
            <a:noFill/>
          </a:ln>
        </p:spPr>
      </p:sp>
      <p:sp>
        <p:nvSpPr>
          <p:cNvPr id="75" name="Google Shape;75;p52"/>
          <p:cNvSpPr/>
          <p:nvPr>
            <p:ph idx="3" type="pic"/>
          </p:nvPr>
        </p:nvSpPr>
        <p:spPr>
          <a:xfrm>
            <a:off x="1860550" y="4544974"/>
            <a:ext cx="774700" cy="778220"/>
          </a:xfrm>
          <a:prstGeom prst="ellipse">
            <a:avLst/>
          </a:prstGeom>
          <a:solidFill>
            <a:srgbClr val="CADDFF"/>
          </a:solidFill>
          <a:ln>
            <a:noFill/>
          </a:ln>
        </p:spPr>
      </p:sp>
      <p:sp>
        <p:nvSpPr>
          <p:cNvPr id="76" name="Google Shape;76;p52"/>
          <p:cNvSpPr/>
          <p:nvPr>
            <p:ph idx="4" type="pic"/>
          </p:nvPr>
        </p:nvSpPr>
        <p:spPr>
          <a:xfrm>
            <a:off x="4441825" y="2101678"/>
            <a:ext cx="774700" cy="778220"/>
          </a:xfrm>
          <a:prstGeom prst="ellipse">
            <a:avLst/>
          </a:prstGeom>
          <a:solidFill>
            <a:srgbClr val="CADDFF"/>
          </a:solidFill>
          <a:ln>
            <a:noFill/>
          </a:ln>
        </p:spPr>
      </p:sp>
      <p:sp>
        <p:nvSpPr>
          <p:cNvPr id="77" name="Google Shape;77;p52"/>
          <p:cNvSpPr/>
          <p:nvPr>
            <p:ph idx="5" type="pic"/>
          </p:nvPr>
        </p:nvSpPr>
        <p:spPr>
          <a:xfrm>
            <a:off x="4441825" y="4544974"/>
            <a:ext cx="774700" cy="778220"/>
          </a:xfrm>
          <a:prstGeom prst="ellipse">
            <a:avLst/>
          </a:prstGeom>
          <a:solidFill>
            <a:srgbClr val="CADDFF"/>
          </a:solidFill>
          <a:ln>
            <a:noFill/>
          </a:ln>
        </p:spPr>
      </p:sp>
      <p:sp>
        <p:nvSpPr>
          <p:cNvPr id="78" name="Google Shape;78;p52"/>
          <p:cNvSpPr/>
          <p:nvPr>
            <p:ph idx="6" type="pic"/>
          </p:nvPr>
        </p:nvSpPr>
        <p:spPr>
          <a:xfrm>
            <a:off x="7013575" y="1928395"/>
            <a:ext cx="774700" cy="778220"/>
          </a:xfrm>
          <a:prstGeom prst="ellipse">
            <a:avLst/>
          </a:prstGeom>
          <a:solidFill>
            <a:srgbClr val="CADDFF"/>
          </a:solidFill>
          <a:ln>
            <a:noFill/>
          </a:ln>
        </p:spPr>
      </p:sp>
      <p:sp>
        <p:nvSpPr>
          <p:cNvPr id="79" name="Google Shape;79;p52"/>
          <p:cNvSpPr/>
          <p:nvPr>
            <p:ph idx="7" type="pic"/>
          </p:nvPr>
        </p:nvSpPr>
        <p:spPr>
          <a:xfrm>
            <a:off x="7013575" y="4544974"/>
            <a:ext cx="774700" cy="778220"/>
          </a:xfrm>
          <a:prstGeom prst="ellipse">
            <a:avLst/>
          </a:prstGeom>
          <a:solidFill>
            <a:srgbClr val="CADDFF"/>
          </a:solidFill>
          <a:ln>
            <a:noFill/>
          </a:ln>
        </p:spPr>
      </p:sp>
      <p:sp>
        <p:nvSpPr>
          <p:cNvPr id="80" name="Google Shape;80;p52"/>
          <p:cNvSpPr/>
          <p:nvPr>
            <p:ph idx="8" type="pic"/>
          </p:nvPr>
        </p:nvSpPr>
        <p:spPr>
          <a:xfrm>
            <a:off x="9556750" y="2101678"/>
            <a:ext cx="774700" cy="778220"/>
          </a:xfrm>
          <a:prstGeom prst="ellipse">
            <a:avLst/>
          </a:prstGeom>
          <a:solidFill>
            <a:srgbClr val="CADDFF"/>
          </a:solidFill>
          <a:ln>
            <a:noFill/>
          </a:ln>
        </p:spPr>
      </p:sp>
      <p:sp>
        <p:nvSpPr>
          <p:cNvPr id="81" name="Google Shape;81;p5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2"/>
          <p:cNvSpPr/>
          <p:nvPr>
            <p:ph idx="9" type="pic"/>
          </p:nvPr>
        </p:nvSpPr>
        <p:spPr>
          <a:xfrm>
            <a:off x="9556750" y="4544974"/>
            <a:ext cx="774700" cy="778220"/>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par>
                                <p:cTn fill="hold" nodeType="withEffect" presetClass="entr" presetID="10" presetSubtype="0">
                                  <p:stCondLst>
                                    <p:cond delay="125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childTnLst>
                          </p:cTn>
                        </p:par>
                        <p:par>
                          <p:cTn fill="hold">
                            <p:stCondLst>
                              <p:cond delay="1000"/>
                            </p:stCondLst>
                            <p:childTnLst>
                              <p:par>
                                <p:cTn fill="hold" nodeType="afterEffect" presetClass="entr" presetID="10" presetSubtype="0">
                                  <p:stCondLst>
                                    <p:cond delay="1000"/>
                                  </p:stCondLst>
                                  <p:childTnLst>
                                    <p:set>
                                      <p:cBhvr>
                                        <p:cTn dur="1" fill="hold">
                                          <p:stCondLst>
                                            <p:cond delay="0"/>
                                          </p:stCondLst>
                                        </p:cTn>
                                        <p:tgtEl>
                                          <p:spTgt spid="74"/>
                                        </p:tgtEl>
                                        <p:attrNameLst>
                                          <p:attrName>style.visibility</p:attrName>
                                        </p:attrNameLst>
                                      </p:cBhvr>
                                      <p:to>
                                        <p:strVal val="visible"/>
                                      </p:to>
                                    </p:set>
                                    <p:animEffect filter="fade" transition="in">
                                      <p:cBhvr>
                                        <p:cTn dur="750"/>
                                        <p:tgtEl>
                                          <p:spTgt spid="74"/>
                                        </p:tgtEl>
                                      </p:cBhvr>
                                    </p:animEffect>
                                  </p:childTnLst>
                                </p:cTn>
                              </p:par>
                              <p:par>
                                <p:cTn fill="hold" nodeType="withEffect" presetClass="entr" presetID="10" presetSubtype="0">
                                  <p:stCondLst>
                                    <p:cond delay="1250"/>
                                  </p:stCondLst>
                                  <p:childTnLst>
                                    <p:set>
                                      <p:cBhvr>
                                        <p:cTn dur="1" fill="hold">
                                          <p:stCondLst>
                                            <p:cond delay="0"/>
                                          </p:stCondLst>
                                        </p:cTn>
                                        <p:tgtEl>
                                          <p:spTgt spid="76"/>
                                        </p:tgtEl>
                                        <p:attrNameLst>
                                          <p:attrName>style.visibility</p:attrName>
                                        </p:attrNameLst>
                                      </p:cBhvr>
                                      <p:to>
                                        <p:strVal val="visible"/>
                                      </p:to>
                                    </p:set>
                                    <p:animEffect filter="fade" transition="in">
                                      <p:cBhvr>
                                        <p:cTn dur="750"/>
                                        <p:tgtEl>
                                          <p:spTgt spid="76"/>
                                        </p:tgtEl>
                                      </p:cBhvr>
                                    </p:animEffect>
                                  </p:childTnLst>
                                </p:cTn>
                              </p:par>
                              <p:par>
                                <p:cTn fill="hold" nodeType="withEffect" presetClass="entr" presetID="10" presetSubtype="0">
                                  <p:stCondLst>
                                    <p:cond delay="1500"/>
                                  </p:stCondLst>
                                  <p:childTnLst>
                                    <p:set>
                                      <p:cBhvr>
                                        <p:cTn dur="1" fill="hold">
                                          <p:stCondLst>
                                            <p:cond delay="0"/>
                                          </p:stCondLst>
                                        </p:cTn>
                                        <p:tgtEl>
                                          <p:spTgt spid="80"/>
                                        </p:tgtEl>
                                        <p:attrNameLst>
                                          <p:attrName>style.visibility</p:attrName>
                                        </p:attrNameLst>
                                      </p:cBhvr>
                                      <p:to>
                                        <p:strVal val="visible"/>
                                      </p:to>
                                    </p:set>
                                    <p:animEffect filter="fade" transition="in">
                                      <p:cBhvr>
                                        <p:cTn dur="750"/>
                                        <p:tgtEl>
                                          <p:spTgt spid="80"/>
                                        </p:tgtEl>
                                      </p:cBhvr>
                                    </p:animEffect>
                                  </p:childTnLst>
                                </p:cTn>
                              </p:par>
                              <p:par>
                                <p:cTn fill="hold" nodeType="withEffect" presetClass="entr" presetID="10" presetSubtype="0">
                                  <p:stCondLst>
                                    <p:cond delay="1800"/>
                                  </p:stCondLst>
                                  <p:childTnLst>
                                    <p:set>
                                      <p:cBhvr>
                                        <p:cTn dur="1" fill="hold">
                                          <p:stCondLst>
                                            <p:cond delay="0"/>
                                          </p:stCondLst>
                                        </p:cTn>
                                        <p:tgtEl>
                                          <p:spTgt spid="75"/>
                                        </p:tgtEl>
                                        <p:attrNameLst>
                                          <p:attrName>style.visibility</p:attrName>
                                        </p:attrNameLst>
                                      </p:cBhvr>
                                      <p:to>
                                        <p:strVal val="visible"/>
                                      </p:to>
                                    </p:set>
                                    <p:animEffect filter="fade" transition="in">
                                      <p:cBhvr>
                                        <p:cTn dur="750"/>
                                        <p:tgtEl>
                                          <p:spTgt spid="75"/>
                                        </p:tgtEl>
                                      </p:cBhvr>
                                    </p:animEffect>
                                  </p:childTnLst>
                                </p:cTn>
                              </p:par>
                              <p:par>
                                <p:cTn fill="hold" nodeType="withEffect" presetClass="entr" presetID="10" presetSubtype="0">
                                  <p:stCondLst>
                                    <p:cond delay="2000"/>
                                  </p:stCondLst>
                                  <p:childTnLst>
                                    <p:set>
                                      <p:cBhvr>
                                        <p:cTn dur="1" fill="hold">
                                          <p:stCondLst>
                                            <p:cond delay="0"/>
                                          </p:stCondLst>
                                        </p:cTn>
                                        <p:tgtEl>
                                          <p:spTgt spid="77"/>
                                        </p:tgtEl>
                                        <p:attrNameLst>
                                          <p:attrName>style.visibility</p:attrName>
                                        </p:attrNameLst>
                                      </p:cBhvr>
                                      <p:to>
                                        <p:strVal val="visible"/>
                                      </p:to>
                                    </p:set>
                                    <p:animEffect filter="fade" transition="in">
                                      <p:cBhvr>
                                        <p:cTn dur="750"/>
                                        <p:tgtEl>
                                          <p:spTgt spid="77"/>
                                        </p:tgtEl>
                                      </p:cBhvr>
                                    </p:animEffect>
                                  </p:childTnLst>
                                </p:cTn>
                              </p:par>
                              <p:par>
                                <p:cTn fill="hold" nodeType="withEffect" presetClass="entr" presetID="10" presetSubtype="0">
                                  <p:stCondLst>
                                    <p:cond delay="2300"/>
                                  </p:stCondLst>
                                  <p:childTnLst>
                                    <p:set>
                                      <p:cBhvr>
                                        <p:cTn dur="1" fill="hold">
                                          <p:stCondLst>
                                            <p:cond delay="0"/>
                                          </p:stCondLst>
                                        </p:cTn>
                                        <p:tgtEl>
                                          <p:spTgt spid="79"/>
                                        </p:tgtEl>
                                        <p:attrNameLst>
                                          <p:attrName>style.visibility</p:attrName>
                                        </p:attrNameLst>
                                      </p:cBhvr>
                                      <p:to>
                                        <p:strVal val="visible"/>
                                      </p:to>
                                    </p:set>
                                    <p:animEffect filter="fade" transition="in">
                                      <p:cBhvr>
                                        <p:cTn dur="750"/>
                                        <p:tgtEl>
                                          <p:spTgt spid="79"/>
                                        </p:tgtEl>
                                      </p:cBhvr>
                                    </p:animEffect>
                                  </p:childTnLst>
                                </p:cTn>
                              </p:par>
                              <p:par>
                                <p:cTn fill="hold" nodeType="withEffect" presetClass="entr" presetID="10" presetSubtype="0">
                                  <p:stCondLst>
                                    <p:cond delay="2700"/>
                                  </p:stCondLst>
                                  <p:childTnLst>
                                    <p:set>
                                      <p:cBhvr>
                                        <p:cTn dur="1" fill="hold">
                                          <p:stCondLst>
                                            <p:cond delay="0"/>
                                          </p:stCondLst>
                                        </p:cTn>
                                        <p:tgtEl>
                                          <p:spTgt spid="82"/>
                                        </p:tgtEl>
                                        <p:attrNameLst>
                                          <p:attrName>style.visibility</p:attrName>
                                        </p:attrNameLst>
                                      </p:cBhvr>
                                      <p:to>
                                        <p:strVal val="visible"/>
                                      </p:to>
                                    </p:set>
                                    <p:animEffect filter="fade" transition="in">
                                      <p:cBhvr>
                                        <p:cTn dur="750"/>
                                        <p:tgtEl>
                                          <p:spTgt spid="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83" name="Shape 83"/>
        <p:cNvGrpSpPr/>
        <p:nvPr/>
      </p:nvGrpSpPr>
      <p:grpSpPr>
        <a:xfrm>
          <a:off x="0" y="0"/>
          <a:ext cx="0" cy="0"/>
          <a:chOff x="0" y="0"/>
          <a:chExt cx="0" cy="0"/>
        </a:xfrm>
      </p:grpSpPr>
      <p:sp>
        <p:nvSpPr>
          <p:cNvPr id="84" name="Google Shape;84;p53"/>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5" name="Google Shape;85;p53"/>
          <p:cNvSpPr/>
          <p:nvPr>
            <p:ph idx="2" type="pic"/>
          </p:nvPr>
        </p:nvSpPr>
        <p:spPr>
          <a:xfrm>
            <a:off x="1860550" y="2101678"/>
            <a:ext cx="774700" cy="778220"/>
          </a:xfrm>
          <a:prstGeom prst="ellipse">
            <a:avLst/>
          </a:prstGeom>
          <a:solidFill>
            <a:srgbClr val="CADDFF"/>
          </a:solidFill>
          <a:ln>
            <a:noFill/>
          </a:ln>
        </p:spPr>
      </p:sp>
      <p:sp>
        <p:nvSpPr>
          <p:cNvPr id="86" name="Google Shape;86;p53"/>
          <p:cNvSpPr/>
          <p:nvPr>
            <p:ph idx="3" type="pic"/>
          </p:nvPr>
        </p:nvSpPr>
        <p:spPr>
          <a:xfrm>
            <a:off x="1860550" y="4544974"/>
            <a:ext cx="774700" cy="778220"/>
          </a:xfrm>
          <a:prstGeom prst="ellipse">
            <a:avLst/>
          </a:prstGeom>
          <a:solidFill>
            <a:srgbClr val="CADDFF"/>
          </a:solidFill>
          <a:ln>
            <a:noFill/>
          </a:ln>
        </p:spPr>
      </p:sp>
      <p:sp>
        <p:nvSpPr>
          <p:cNvPr id="87" name="Google Shape;87;p53"/>
          <p:cNvSpPr/>
          <p:nvPr>
            <p:ph idx="4" type="pic"/>
          </p:nvPr>
        </p:nvSpPr>
        <p:spPr>
          <a:xfrm>
            <a:off x="4441825" y="2101678"/>
            <a:ext cx="774700" cy="778220"/>
          </a:xfrm>
          <a:prstGeom prst="ellipse">
            <a:avLst/>
          </a:prstGeom>
          <a:solidFill>
            <a:srgbClr val="CADDFF"/>
          </a:solidFill>
          <a:ln>
            <a:noFill/>
          </a:ln>
        </p:spPr>
      </p:sp>
      <p:sp>
        <p:nvSpPr>
          <p:cNvPr id="88" name="Google Shape;88;p53"/>
          <p:cNvSpPr/>
          <p:nvPr>
            <p:ph idx="5" type="pic"/>
          </p:nvPr>
        </p:nvSpPr>
        <p:spPr>
          <a:xfrm>
            <a:off x="4441825" y="4544974"/>
            <a:ext cx="774700" cy="778220"/>
          </a:xfrm>
          <a:prstGeom prst="ellipse">
            <a:avLst/>
          </a:prstGeom>
          <a:solidFill>
            <a:srgbClr val="CADDFF"/>
          </a:solidFill>
          <a:ln>
            <a:noFill/>
          </a:ln>
        </p:spPr>
      </p:sp>
      <p:sp>
        <p:nvSpPr>
          <p:cNvPr id="89" name="Google Shape;89;p53"/>
          <p:cNvSpPr/>
          <p:nvPr>
            <p:ph idx="6" type="pic"/>
          </p:nvPr>
        </p:nvSpPr>
        <p:spPr>
          <a:xfrm>
            <a:off x="7013575" y="2101678"/>
            <a:ext cx="774700" cy="778220"/>
          </a:xfrm>
          <a:prstGeom prst="ellipse">
            <a:avLst/>
          </a:prstGeom>
          <a:solidFill>
            <a:srgbClr val="CADDFF"/>
          </a:solidFill>
          <a:ln>
            <a:noFill/>
          </a:ln>
        </p:spPr>
      </p:sp>
      <p:sp>
        <p:nvSpPr>
          <p:cNvPr id="90" name="Google Shape;90;p53"/>
          <p:cNvSpPr/>
          <p:nvPr>
            <p:ph idx="7" type="pic"/>
          </p:nvPr>
        </p:nvSpPr>
        <p:spPr>
          <a:xfrm>
            <a:off x="6775450" y="4544974"/>
            <a:ext cx="774700" cy="778220"/>
          </a:xfrm>
          <a:prstGeom prst="ellipse">
            <a:avLst/>
          </a:prstGeom>
          <a:solidFill>
            <a:srgbClr val="CADDFF"/>
          </a:solidFill>
          <a:ln>
            <a:noFill/>
          </a:ln>
        </p:spPr>
      </p:sp>
      <p:sp>
        <p:nvSpPr>
          <p:cNvPr id="91" name="Google Shape;91;p53"/>
          <p:cNvSpPr/>
          <p:nvPr>
            <p:ph idx="8" type="pic"/>
          </p:nvPr>
        </p:nvSpPr>
        <p:spPr>
          <a:xfrm>
            <a:off x="9556750" y="2101678"/>
            <a:ext cx="774700" cy="778220"/>
          </a:xfrm>
          <a:prstGeom prst="ellipse">
            <a:avLst/>
          </a:prstGeom>
          <a:solidFill>
            <a:srgbClr val="CADDFF"/>
          </a:solidFill>
          <a:ln>
            <a:noFill/>
          </a:ln>
        </p:spPr>
      </p:sp>
      <p:sp>
        <p:nvSpPr>
          <p:cNvPr id="92" name="Google Shape;92;p5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85"/>
                                        </p:tgtEl>
                                        <p:attrNameLst>
                                          <p:attrName>style.visibility</p:attrName>
                                        </p:attrNameLst>
                                      </p:cBhvr>
                                      <p:to>
                                        <p:strVal val="visible"/>
                                      </p:to>
                                    </p:set>
                                    <p:animEffect filter="fade" transition="in">
                                      <p:cBhvr>
                                        <p:cTn dur="750"/>
                                        <p:tgtEl>
                                          <p:spTgt spid="85"/>
                                        </p:tgtEl>
                                      </p:cBhvr>
                                    </p:animEffect>
                                  </p:childTnLst>
                                </p:cTn>
                              </p:par>
                              <p:par>
                                <p:cTn fill="hold" nodeType="withEffect" presetClass="entr" presetID="10" presetSubtype="0">
                                  <p:stCondLst>
                                    <p:cond delay="1300"/>
                                  </p:stCondLst>
                                  <p:childTnLst>
                                    <p:set>
                                      <p:cBhvr>
                                        <p:cTn dur="1" fill="hold">
                                          <p:stCondLst>
                                            <p:cond delay="0"/>
                                          </p:stCondLst>
                                        </p:cTn>
                                        <p:tgtEl>
                                          <p:spTgt spid="87"/>
                                        </p:tgtEl>
                                        <p:attrNameLst>
                                          <p:attrName>style.visibility</p:attrName>
                                        </p:attrNameLst>
                                      </p:cBhvr>
                                      <p:to>
                                        <p:strVal val="visible"/>
                                      </p:to>
                                    </p:set>
                                    <p:animEffect filter="fade" transition="in">
                                      <p:cBhvr>
                                        <p:cTn dur="750"/>
                                        <p:tgtEl>
                                          <p:spTgt spid="87"/>
                                        </p:tgtEl>
                                      </p:cBhvr>
                                    </p:animEffect>
                                  </p:childTnLst>
                                </p:cTn>
                              </p:par>
                              <p:par>
                                <p:cTn fill="hold" nodeType="withEffect" presetClass="entr" presetID="10" presetSubtype="0">
                                  <p:stCondLst>
                                    <p:cond delay="1600"/>
                                  </p:stCondLst>
                                  <p:childTnLst>
                                    <p:set>
                                      <p:cBhvr>
                                        <p:cTn dur="1" fill="hold">
                                          <p:stCondLst>
                                            <p:cond delay="0"/>
                                          </p:stCondLst>
                                        </p:cTn>
                                        <p:tgtEl>
                                          <p:spTgt spid="89"/>
                                        </p:tgtEl>
                                        <p:attrNameLst>
                                          <p:attrName>style.visibility</p:attrName>
                                        </p:attrNameLst>
                                      </p:cBhvr>
                                      <p:to>
                                        <p:strVal val="visible"/>
                                      </p:to>
                                    </p:set>
                                    <p:animEffect filter="fade" transition="in">
                                      <p:cBhvr>
                                        <p:cTn dur="750"/>
                                        <p:tgtEl>
                                          <p:spTgt spid="89"/>
                                        </p:tgtEl>
                                      </p:cBhvr>
                                    </p:animEffect>
                                  </p:childTnLst>
                                </p:cTn>
                              </p:par>
                              <p:par>
                                <p:cTn fill="hold" nodeType="withEffect" presetClass="entr" presetID="10" presetSubtype="0">
                                  <p:stCondLst>
                                    <p:cond delay="1900"/>
                                  </p:stCondLst>
                                  <p:childTnLst>
                                    <p:set>
                                      <p:cBhvr>
                                        <p:cTn dur="1" fill="hold">
                                          <p:stCondLst>
                                            <p:cond delay="0"/>
                                          </p:stCondLst>
                                        </p:cTn>
                                        <p:tgtEl>
                                          <p:spTgt spid="91"/>
                                        </p:tgtEl>
                                        <p:attrNameLst>
                                          <p:attrName>style.visibility</p:attrName>
                                        </p:attrNameLst>
                                      </p:cBhvr>
                                      <p:to>
                                        <p:strVal val="visible"/>
                                      </p:to>
                                    </p:set>
                                    <p:animEffect filter="fade" transition="in">
                                      <p:cBhvr>
                                        <p:cTn dur="750"/>
                                        <p:tgtEl>
                                          <p:spTgt spid="91"/>
                                        </p:tgtEl>
                                      </p:cBhvr>
                                    </p:animEffect>
                                  </p:childTnLst>
                                </p:cTn>
                              </p:par>
                              <p:par>
                                <p:cTn fill="hold" nodeType="withEffect" presetClass="entr" presetID="10" presetSubtype="0">
                                  <p:stCondLst>
                                    <p:cond delay="2200"/>
                                  </p:stCondLst>
                                  <p:childTnLst>
                                    <p:set>
                                      <p:cBhvr>
                                        <p:cTn dur="1" fill="hold">
                                          <p:stCondLst>
                                            <p:cond delay="0"/>
                                          </p:stCondLst>
                                        </p:cTn>
                                        <p:tgtEl>
                                          <p:spTgt spid="86"/>
                                        </p:tgtEl>
                                        <p:attrNameLst>
                                          <p:attrName>style.visibility</p:attrName>
                                        </p:attrNameLst>
                                      </p:cBhvr>
                                      <p:to>
                                        <p:strVal val="visible"/>
                                      </p:to>
                                    </p:set>
                                    <p:animEffect filter="fade" transition="in">
                                      <p:cBhvr>
                                        <p:cTn dur="750"/>
                                        <p:tgtEl>
                                          <p:spTgt spid="86"/>
                                        </p:tgtEl>
                                      </p:cBhvr>
                                    </p:animEffect>
                                  </p:childTnLst>
                                </p:cTn>
                              </p:par>
                              <p:par>
                                <p:cTn fill="hold" nodeType="withEffect" presetClass="entr" presetID="10" presetSubtype="0">
                                  <p:stCondLst>
                                    <p:cond delay="2500"/>
                                  </p:stCondLst>
                                  <p:childTnLst>
                                    <p:set>
                                      <p:cBhvr>
                                        <p:cTn dur="1" fill="hold">
                                          <p:stCondLst>
                                            <p:cond delay="0"/>
                                          </p:stCondLst>
                                        </p:cTn>
                                        <p:tgtEl>
                                          <p:spTgt spid="88"/>
                                        </p:tgtEl>
                                        <p:attrNameLst>
                                          <p:attrName>style.visibility</p:attrName>
                                        </p:attrNameLst>
                                      </p:cBhvr>
                                      <p:to>
                                        <p:strVal val="visible"/>
                                      </p:to>
                                    </p:set>
                                    <p:animEffect filter="fade" transition="in">
                                      <p:cBhvr>
                                        <p:cTn dur="750"/>
                                        <p:tgtEl>
                                          <p:spTgt spid="88"/>
                                        </p:tgtEl>
                                      </p:cBhvr>
                                    </p:animEffect>
                                  </p:childTnLst>
                                </p:cTn>
                              </p:par>
                              <p:par>
                                <p:cTn fill="hold" nodeType="withEffect" presetClass="entr" presetID="10" presetSubtype="0">
                                  <p:stCondLst>
                                    <p:cond delay="2900"/>
                                  </p:stCondLst>
                                  <p:childTnLst>
                                    <p:set>
                                      <p:cBhvr>
                                        <p:cTn dur="1" fill="hold">
                                          <p:stCondLst>
                                            <p:cond delay="0"/>
                                          </p:stCondLst>
                                        </p:cTn>
                                        <p:tgtEl>
                                          <p:spTgt spid="90"/>
                                        </p:tgtEl>
                                        <p:attrNameLst>
                                          <p:attrName>style.visibility</p:attrName>
                                        </p:attrNameLst>
                                      </p:cBhvr>
                                      <p:to>
                                        <p:strVal val="visible"/>
                                      </p:to>
                                    </p:set>
                                    <p:animEffect filter="fade" transition="in">
                                      <p:cBhvr>
                                        <p:cTn dur="750"/>
                                        <p:tgtEl>
                                          <p:spTgt spid="90"/>
                                        </p:tgtEl>
                                      </p:cBhvr>
                                    </p:animEffect>
                                  </p:childTnLst>
                                </p:cTn>
                              </p:par>
                              <p:par>
                                <p:cTn fill="hold" nodeType="withEffect" presetClass="entr" presetID="10" presetSubtype="0">
                                  <p:stCondLst>
                                    <p:cond delay="500"/>
                                  </p:stCondLst>
                                  <p:childTnLst>
                                    <p:set>
                                      <p:cBhvr>
                                        <p:cTn dur="1" fill="hold">
                                          <p:stCondLst>
                                            <p:cond delay="0"/>
                                          </p:stCondLst>
                                        </p:cTn>
                                        <p:tgtEl>
                                          <p:spTgt spid="92"/>
                                        </p:tgtEl>
                                        <p:attrNameLst>
                                          <p:attrName>style.visibility</p:attrName>
                                        </p:attrNameLst>
                                      </p:cBhvr>
                                      <p:to>
                                        <p:strVal val="visible"/>
                                      </p:to>
                                    </p:set>
                                    <p:animEffect filter="fade" transition="in">
                                      <p:cBhvr>
                                        <p:cTn dur="1000"/>
                                        <p:tgtEl>
                                          <p:spTgt spid="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93" name="Shape 93"/>
        <p:cNvGrpSpPr/>
        <p:nvPr/>
      </p:nvGrpSpPr>
      <p:grpSpPr>
        <a:xfrm>
          <a:off x="0" y="0"/>
          <a:ext cx="0" cy="0"/>
          <a:chOff x="0" y="0"/>
          <a:chExt cx="0" cy="0"/>
        </a:xfrm>
      </p:grpSpPr>
      <p:sp>
        <p:nvSpPr>
          <p:cNvPr id="94" name="Google Shape;94;p5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4"/>
          <p:cNvSpPr/>
          <p:nvPr>
            <p:ph idx="2" type="pic"/>
          </p:nvPr>
        </p:nvSpPr>
        <p:spPr>
          <a:xfrm>
            <a:off x="1104901" y="1787524"/>
            <a:ext cx="1752600" cy="2178051"/>
          </a:xfrm>
          <a:prstGeom prst="roundRect">
            <a:avLst>
              <a:gd fmla="val 9122" name="adj"/>
            </a:avLst>
          </a:prstGeom>
          <a:solidFill>
            <a:srgbClr val="CADDFF"/>
          </a:solidFill>
          <a:ln>
            <a:noFill/>
          </a:ln>
        </p:spPr>
      </p:sp>
      <p:sp>
        <p:nvSpPr>
          <p:cNvPr id="96" name="Google Shape;96;p54"/>
          <p:cNvSpPr/>
          <p:nvPr>
            <p:ph idx="3" type="pic"/>
          </p:nvPr>
        </p:nvSpPr>
        <p:spPr>
          <a:xfrm>
            <a:off x="1104901" y="4152899"/>
            <a:ext cx="1752600" cy="2178051"/>
          </a:xfrm>
          <a:prstGeom prst="roundRect">
            <a:avLst>
              <a:gd fmla="val 9122" name="adj"/>
            </a:avLst>
          </a:prstGeom>
          <a:solidFill>
            <a:srgbClr val="CADDFF"/>
          </a:solidFill>
          <a:ln>
            <a:noFill/>
          </a:ln>
        </p:spPr>
      </p:sp>
      <p:sp>
        <p:nvSpPr>
          <p:cNvPr id="97" name="Google Shape;97;p54"/>
          <p:cNvSpPr/>
          <p:nvPr>
            <p:ph idx="4" type="pic"/>
          </p:nvPr>
        </p:nvSpPr>
        <p:spPr>
          <a:xfrm>
            <a:off x="3095626" y="1787524"/>
            <a:ext cx="1752600" cy="2178051"/>
          </a:xfrm>
          <a:prstGeom prst="roundRect">
            <a:avLst>
              <a:gd fmla="val 9122" name="adj"/>
            </a:avLst>
          </a:prstGeom>
          <a:solidFill>
            <a:srgbClr val="CADDFF"/>
          </a:solidFill>
          <a:ln>
            <a:noFill/>
          </a:ln>
        </p:spPr>
      </p:sp>
      <p:sp>
        <p:nvSpPr>
          <p:cNvPr id="98" name="Google Shape;98;p54"/>
          <p:cNvSpPr/>
          <p:nvPr>
            <p:ph idx="5" type="pic"/>
          </p:nvPr>
        </p:nvSpPr>
        <p:spPr>
          <a:xfrm>
            <a:off x="3095626" y="4152899"/>
            <a:ext cx="1752600" cy="2178051"/>
          </a:xfrm>
          <a:prstGeom prst="roundRect">
            <a:avLst>
              <a:gd fmla="val 9122" name="adj"/>
            </a:avLst>
          </a:prstGeom>
          <a:solidFill>
            <a:srgbClr val="CADDFF"/>
          </a:solidFill>
          <a:ln>
            <a:noFill/>
          </a:ln>
        </p:spPr>
      </p:sp>
      <p:sp>
        <p:nvSpPr>
          <p:cNvPr id="99" name="Google Shape;99;p54"/>
          <p:cNvSpPr/>
          <p:nvPr>
            <p:ph idx="6" type="pic"/>
          </p:nvPr>
        </p:nvSpPr>
        <p:spPr>
          <a:xfrm>
            <a:off x="5086351" y="1787524"/>
            <a:ext cx="1752600" cy="2178051"/>
          </a:xfrm>
          <a:prstGeom prst="roundRect">
            <a:avLst>
              <a:gd fmla="val 9122" name="adj"/>
            </a:avLst>
          </a:prstGeom>
          <a:solidFill>
            <a:srgbClr val="CADDFF"/>
          </a:solidFill>
          <a:ln>
            <a:noFill/>
          </a:ln>
        </p:spPr>
      </p:sp>
      <p:sp>
        <p:nvSpPr>
          <p:cNvPr id="100" name="Google Shape;100;p54"/>
          <p:cNvSpPr/>
          <p:nvPr>
            <p:ph idx="7" type="pic"/>
          </p:nvPr>
        </p:nvSpPr>
        <p:spPr>
          <a:xfrm>
            <a:off x="5086351" y="4152899"/>
            <a:ext cx="1752600" cy="2178051"/>
          </a:xfrm>
          <a:prstGeom prst="roundRect">
            <a:avLst>
              <a:gd fmla="val 9122" name="adj"/>
            </a:avLst>
          </a:prstGeom>
          <a:solidFill>
            <a:srgbClr val="CADDFF"/>
          </a:solidFill>
          <a:ln>
            <a:noFill/>
          </a:ln>
        </p:spPr>
      </p:sp>
      <p:sp>
        <p:nvSpPr>
          <p:cNvPr id="101" name="Google Shape;101;p54"/>
          <p:cNvSpPr/>
          <p:nvPr>
            <p:ph idx="8" type="pic"/>
          </p:nvPr>
        </p:nvSpPr>
        <p:spPr>
          <a:xfrm>
            <a:off x="7077076" y="1787524"/>
            <a:ext cx="1752600" cy="2178051"/>
          </a:xfrm>
          <a:prstGeom prst="roundRect">
            <a:avLst>
              <a:gd fmla="val 9122" name="adj"/>
            </a:avLst>
          </a:prstGeom>
          <a:solidFill>
            <a:srgbClr val="CADDFF"/>
          </a:solidFill>
          <a:ln>
            <a:noFill/>
          </a:ln>
        </p:spPr>
      </p:sp>
      <p:sp>
        <p:nvSpPr>
          <p:cNvPr id="102" name="Google Shape;102;p54"/>
          <p:cNvSpPr/>
          <p:nvPr>
            <p:ph idx="9" type="pic"/>
          </p:nvPr>
        </p:nvSpPr>
        <p:spPr>
          <a:xfrm>
            <a:off x="7077076" y="4152899"/>
            <a:ext cx="1752600" cy="2178051"/>
          </a:xfrm>
          <a:prstGeom prst="roundRect">
            <a:avLst>
              <a:gd fmla="val 9122" name="adj"/>
            </a:avLst>
          </a:prstGeom>
          <a:solidFill>
            <a:srgbClr val="CADDFF"/>
          </a:solidFill>
          <a:ln>
            <a:noFill/>
          </a:ln>
        </p:spPr>
      </p:sp>
      <p:sp>
        <p:nvSpPr>
          <p:cNvPr id="103" name="Google Shape;103;p54"/>
          <p:cNvSpPr/>
          <p:nvPr>
            <p:ph idx="13" type="pic"/>
          </p:nvPr>
        </p:nvSpPr>
        <p:spPr>
          <a:xfrm>
            <a:off x="9067801" y="1787524"/>
            <a:ext cx="1752600" cy="2178051"/>
          </a:xfrm>
          <a:prstGeom prst="roundRect">
            <a:avLst>
              <a:gd fmla="val 9122" name="adj"/>
            </a:avLst>
          </a:prstGeom>
          <a:solidFill>
            <a:srgbClr val="CADDFF"/>
          </a:solidFill>
          <a:ln>
            <a:noFill/>
          </a:ln>
        </p:spPr>
      </p:sp>
      <p:sp>
        <p:nvSpPr>
          <p:cNvPr id="104" name="Google Shape;104;p54"/>
          <p:cNvSpPr/>
          <p:nvPr>
            <p:ph idx="14" type="pic"/>
          </p:nvPr>
        </p:nvSpPr>
        <p:spPr>
          <a:xfrm>
            <a:off x="9067801" y="4152899"/>
            <a:ext cx="1752600"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94"/>
                                        </p:tgtEl>
                                        <p:attrNameLst>
                                          <p:attrName>style.visibility</p:attrName>
                                        </p:attrNameLst>
                                      </p:cBhvr>
                                      <p:to>
                                        <p:strVal val="visible"/>
                                      </p:to>
                                    </p:set>
                                    <p:animEffect filter="fade" transition="in">
                                      <p:cBhvr>
                                        <p:cTn dur="1000"/>
                                        <p:tgtEl>
                                          <p:spTgt spid="94"/>
                                        </p:tgtEl>
                                      </p:cBhvr>
                                    </p:animEffect>
                                  </p:childTnLst>
                                </p:cTn>
                              </p:par>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750"/>
                                        <p:tgtEl>
                                          <p:spTgt spid="95"/>
                                        </p:tgtEl>
                                      </p:cBhvr>
                                    </p:animEffect>
                                  </p:childTnLst>
                                </p:cTn>
                              </p:par>
                              <p:par>
                                <p:cTn fill="hold" nodeType="withEffect" presetClass="entr" presetID="10" presetSubtype="0">
                                  <p:stCondLst>
                                    <p:cond delay="250"/>
                                  </p:stCondLst>
                                  <p:childTnLst>
                                    <p:set>
                                      <p:cBhvr>
                                        <p:cTn dur="1" fill="hold">
                                          <p:stCondLst>
                                            <p:cond delay="0"/>
                                          </p:stCondLst>
                                        </p:cTn>
                                        <p:tgtEl>
                                          <p:spTgt spid="97"/>
                                        </p:tgtEl>
                                        <p:attrNameLst>
                                          <p:attrName>style.visibility</p:attrName>
                                        </p:attrNameLst>
                                      </p:cBhvr>
                                      <p:to>
                                        <p:strVal val="visible"/>
                                      </p:to>
                                    </p:set>
                                    <p:animEffect filter="fade" transition="in">
                                      <p:cBhvr>
                                        <p:cTn dur="750"/>
                                        <p:tgtEl>
                                          <p:spTgt spid="97"/>
                                        </p:tgtEl>
                                      </p:cBhvr>
                                    </p:animEffect>
                                  </p:childTnLst>
                                </p:cTn>
                              </p:par>
                              <p:par>
                                <p:cTn fill="hold" nodeType="withEffect" presetClass="entr" presetID="10" presetSubtype="0">
                                  <p:stCondLst>
                                    <p:cond delay="500"/>
                                  </p:stCondLst>
                                  <p:childTnLst>
                                    <p:set>
                                      <p:cBhvr>
                                        <p:cTn dur="1" fill="hold">
                                          <p:stCondLst>
                                            <p:cond delay="0"/>
                                          </p:stCondLst>
                                        </p:cTn>
                                        <p:tgtEl>
                                          <p:spTgt spid="99"/>
                                        </p:tgtEl>
                                        <p:attrNameLst>
                                          <p:attrName>style.visibility</p:attrName>
                                        </p:attrNameLst>
                                      </p:cBhvr>
                                      <p:to>
                                        <p:strVal val="visible"/>
                                      </p:to>
                                    </p:set>
                                    <p:animEffect filter="fade" transition="in">
                                      <p:cBhvr>
                                        <p:cTn dur="750"/>
                                        <p:tgtEl>
                                          <p:spTgt spid="99"/>
                                        </p:tgtEl>
                                      </p:cBhvr>
                                    </p:animEffect>
                                  </p:childTnLst>
                                </p:cTn>
                              </p:par>
                              <p:par>
                                <p:cTn fill="hold" nodeType="withEffect" presetClass="entr" presetID="10" presetSubtype="0">
                                  <p:stCondLst>
                                    <p:cond delay="750"/>
                                  </p:stCondLst>
                                  <p:childTnLst>
                                    <p:set>
                                      <p:cBhvr>
                                        <p:cTn dur="1" fill="hold">
                                          <p:stCondLst>
                                            <p:cond delay="0"/>
                                          </p:stCondLst>
                                        </p:cTn>
                                        <p:tgtEl>
                                          <p:spTgt spid="101"/>
                                        </p:tgtEl>
                                        <p:attrNameLst>
                                          <p:attrName>style.visibility</p:attrName>
                                        </p:attrNameLst>
                                      </p:cBhvr>
                                      <p:to>
                                        <p:strVal val="visible"/>
                                      </p:to>
                                    </p:set>
                                    <p:animEffect filter="fade" transition="in">
                                      <p:cBhvr>
                                        <p:cTn dur="750"/>
                                        <p:tgtEl>
                                          <p:spTgt spid="101"/>
                                        </p:tgtEl>
                                      </p:cBhvr>
                                    </p:animEffect>
                                  </p:childTnLst>
                                </p:cTn>
                              </p:par>
                              <p:par>
                                <p:cTn fill="hold" nodeType="withEffect" presetClass="entr" presetID="10" presetSubtype="0">
                                  <p:stCondLst>
                                    <p:cond delay="1000"/>
                                  </p:stCondLst>
                                  <p:childTnLst>
                                    <p:set>
                                      <p:cBhvr>
                                        <p:cTn dur="1" fill="hold">
                                          <p:stCondLst>
                                            <p:cond delay="0"/>
                                          </p:stCondLst>
                                        </p:cTn>
                                        <p:tgtEl>
                                          <p:spTgt spid="103"/>
                                        </p:tgtEl>
                                        <p:attrNameLst>
                                          <p:attrName>style.visibility</p:attrName>
                                        </p:attrNameLst>
                                      </p:cBhvr>
                                      <p:to>
                                        <p:strVal val="visible"/>
                                      </p:to>
                                    </p:set>
                                    <p:animEffect filter="fade" transition="in">
                                      <p:cBhvr>
                                        <p:cTn dur="750"/>
                                        <p:tgtEl>
                                          <p:spTgt spid="103"/>
                                        </p:tgtEl>
                                      </p:cBhvr>
                                    </p:animEffect>
                                  </p:childTnLst>
                                </p:cTn>
                              </p:par>
                              <p:par>
                                <p:cTn fill="hold" nodeType="withEffect" presetClass="entr" presetID="10" presetSubtype="0">
                                  <p:stCondLst>
                                    <p:cond delay="1250"/>
                                  </p:stCondLst>
                                  <p:childTnLst>
                                    <p:set>
                                      <p:cBhvr>
                                        <p:cTn dur="1" fill="hold">
                                          <p:stCondLst>
                                            <p:cond delay="0"/>
                                          </p:stCondLst>
                                        </p:cTn>
                                        <p:tgtEl>
                                          <p:spTgt spid="96"/>
                                        </p:tgtEl>
                                        <p:attrNameLst>
                                          <p:attrName>style.visibility</p:attrName>
                                        </p:attrNameLst>
                                      </p:cBhvr>
                                      <p:to>
                                        <p:strVal val="visible"/>
                                      </p:to>
                                    </p:set>
                                    <p:animEffect filter="fade" transition="in">
                                      <p:cBhvr>
                                        <p:cTn dur="750"/>
                                        <p:tgtEl>
                                          <p:spTgt spid="96"/>
                                        </p:tgtEl>
                                      </p:cBhvr>
                                    </p:animEffect>
                                  </p:childTnLst>
                                </p:cTn>
                              </p:par>
                              <p:par>
                                <p:cTn fill="hold" nodeType="withEffect" presetClass="entr" presetID="10" presetSubtype="0">
                                  <p:stCondLst>
                                    <p:cond delay="1500"/>
                                  </p:stCondLst>
                                  <p:childTnLst>
                                    <p:set>
                                      <p:cBhvr>
                                        <p:cTn dur="1" fill="hold">
                                          <p:stCondLst>
                                            <p:cond delay="0"/>
                                          </p:stCondLst>
                                        </p:cTn>
                                        <p:tgtEl>
                                          <p:spTgt spid="98"/>
                                        </p:tgtEl>
                                        <p:attrNameLst>
                                          <p:attrName>style.visibility</p:attrName>
                                        </p:attrNameLst>
                                      </p:cBhvr>
                                      <p:to>
                                        <p:strVal val="visible"/>
                                      </p:to>
                                    </p:set>
                                    <p:animEffect filter="fade" transition="in">
                                      <p:cBhvr>
                                        <p:cTn dur="750"/>
                                        <p:tgtEl>
                                          <p:spTgt spid="98"/>
                                        </p:tgtEl>
                                      </p:cBhvr>
                                    </p:animEffect>
                                  </p:childTnLst>
                                </p:cTn>
                              </p:par>
                              <p:par>
                                <p:cTn fill="hold" nodeType="withEffect" presetClass="entr" presetID="10" presetSubtype="0">
                                  <p:stCondLst>
                                    <p:cond delay="1750"/>
                                  </p:stCondLst>
                                  <p:childTnLst>
                                    <p:set>
                                      <p:cBhvr>
                                        <p:cTn dur="1" fill="hold">
                                          <p:stCondLst>
                                            <p:cond delay="0"/>
                                          </p:stCondLst>
                                        </p:cTn>
                                        <p:tgtEl>
                                          <p:spTgt spid="100"/>
                                        </p:tgtEl>
                                        <p:attrNameLst>
                                          <p:attrName>style.visibility</p:attrName>
                                        </p:attrNameLst>
                                      </p:cBhvr>
                                      <p:to>
                                        <p:strVal val="visible"/>
                                      </p:to>
                                    </p:set>
                                    <p:animEffect filter="fade" transition="in">
                                      <p:cBhvr>
                                        <p:cTn dur="750"/>
                                        <p:tgtEl>
                                          <p:spTgt spid="100"/>
                                        </p:tgtEl>
                                      </p:cBhvr>
                                    </p:animEffect>
                                  </p:childTnLst>
                                </p:cTn>
                              </p:par>
                              <p:par>
                                <p:cTn fill="hold" nodeType="withEffect" presetClass="entr" presetID="10" presetSubtype="0">
                                  <p:stCondLst>
                                    <p:cond delay="2000"/>
                                  </p:stCondLst>
                                  <p:childTnLst>
                                    <p:set>
                                      <p:cBhvr>
                                        <p:cTn dur="1" fill="hold">
                                          <p:stCondLst>
                                            <p:cond delay="0"/>
                                          </p:stCondLst>
                                        </p:cTn>
                                        <p:tgtEl>
                                          <p:spTgt spid="102"/>
                                        </p:tgtEl>
                                        <p:attrNameLst>
                                          <p:attrName>style.visibility</p:attrName>
                                        </p:attrNameLst>
                                      </p:cBhvr>
                                      <p:to>
                                        <p:strVal val="visible"/>
                                      </p:to>
                                    </p:set>
                                    <p:animEffect filter="fade" transition="in">
                                      <p:cBhvr>
                                        <p:cTn dur="750"/>
                                        <p:tgtEl>
                                          <p:spTgt spid="102"/>
                                        </p:tgtEl>
                                      </p:cBhvr>
                                    </p:animEffect>
                                  </p:childTnLst>
                                </p:cTn>
                              </p:par>
                              <p:par>
                                <p:cTn fill="hold" nodeType="withEffect" presetClass="entr" presetID="10" presetSubtype="0">
                                  <p:stCondLst>
                                    <p:cond delay="2250"/>
                                  </p:stCondLst>
                                  <p:childTnLst>
                                    <p:set>
                                      <p:cBhvr>
                                        <p:cTn dur="1" fill="hold">
                                          <p:stCondLst>
                                            <p:cond delay="0"/>
                                          </p:stCondLst>
                                        </p:cTn>
                                        <p:tgtEl>
                                          <p:spTgt spid="104"/>
                                        </p:tgtEl>
                                        <p:attrNameLst>
                                          <p:attrName>style.visibility</p:attrName>
                                        </p:attrNameLst>
                                      </p:cBhvr>
                                      <p:to>
                                        <p:strVal val="visible"/>
                                      </p:to>
                                    </p:set>
                                    <p:animEffect filter="fade" transition="in">
                                      <p:cBhvr>
                                        <p:cTn dur="750"/>
                                        <p:tgtEl>
                                          <p:spTgt spid="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105" name="Shape 105"/>
        <p:cNvGrpSpPr/>
        <p:nvPr/>
      </p:nvGrpSpPr>
      <p:grpSpPr>
        <a:xfrm>
          <a:off x="0" y="0"/>
          <a:ext cx="0" cy="0"/>
          <a:chOff x="0" y="0"/>
          <a:chExt cx="0" cy="0"/>
        </a:xfrm>
      </p:grpSpPr>
      <p:sp>
        <p:nvSpPr>
          <p:cNvPr id="106" name="Google Shape;106;p5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55"/>
          <p:cNvSpPr/>
          <p:nvPr>
            <p:ph idx="2" type="pic"/>
          </p:nvPr>
        </p:nvSpPr>
        <p:spPr>
          <a:xfrm>
            <a:off x="1104900" y="1787524"/>
            <a:ext cx="2019299" cy="2178051"/>
          </a:xfrm>
          <a:prstGeom prst="roundRect">
            <a:avLst>
              <a:gd fmla="val 9122" name="adj"/>
            </a:avLst>
          </a:prstGeom>
          <a:solidFill>
            <a:srgbClr val="CADDFF"/>
          </a:solidFill>
          <a:ln>
            <a:noFill/>
          </a:ln>
        </p:spPr>
      </p:sp>
      <p:sp>
        <p:nvSpPr>
          <p:cNvPr id="108" name="Google Shape;108;p55"/>
          <p:cNvSpPr/>
          <p:nvPr>
            <p:ph idx="3" type="pic"/>
          </p:nvPr>
        </p:nvSpPr>
        <p:spPr>
          <a:xfrm>
            <a:off x="1104900" y="4152899"/>
            <a:ext cx="2019299" cy="2178051"/>
          </a:xfrm>
          <a:prstGeom prst="roundRect">
            <a:avLst>
              <a:gd fmla="val 9122" name="adj"/>
            </a:avLst>
          </a:prstGeom>
          <a:solidFill>
            <a:srgbClr val="CADDFF"/>
          </a:solidFill>
          <a:ln>
            <a:noFill/>
          </a:ln>
        </p:spPr>
      </p:sp>
      <p:sp>
        <p:nvSpPr>
          <p:cNvPr id="109" name="Google Shape;109;p55"/>
          <p:cNvSpPr/>
          <p:nvPr>
            <p:ph idx="4" type="pic"/>
          </p:nvPr>
        </p:nvSpPr>
        <p:spPr>
          <a:xfrm>
            <a:off x="3371850" y="1787524"/>
            <a:ext cx="2019299" cy="2178051"/>
          </a:xfrm>
          <a:prstGeom prst="roundRect">
            <a:avLst>
              <a:gd fmla="val 9122" name="adj"/>
            </a:avLst>
          </a:prstGeom>
          <a:solidFill>
            <a:srgbClr val="CADDFF"/>
          </a:solidFill>
          <a:ln>
            <a:noFill/>
          </a:ln>
        </p:spPr>
      </p:sp>
      <p:sp>
        <p:nvSpPr>
          <p:cNvPr id="110" name="Google Shape;110;p55"/>
          <p:cNvSpPr/>
          <p:nvPr>
            <p:ph idx="5" type="pic"/>
          </p:nvPr>
        </p:nvSpPr>
        <p:spPr>
          <a:xfrm>
            <a:off x="3371850" y="4152899"/>
            <a:ext cx="2019299" cy="2178051"/>
          </a:xfrm>
          <a:prstGeom prst="roundRect">
            <a:avLst>
              <a:gd fmla="val 9122" name="adj"/>
            </a:avLst>
          </a:prstGeom>
          <a:solidFill>
            <a:srgbClr val="CADDFF"/>
          </a:solidFill>
          <a:ln>
            <a:noFill/>
          </a:ln>
        </p:spPr>
      </p:sp>
      <p:sp>
        <p:nvSpPr>
          <p:cNvPr id="111" name="Google Shape;111;p55"/>
          <p:cNvSpPr/>
          <p:nvPr>
            <p:ph idx="6" type="pic"/>
          </p:nvPr>
        </p:nvSpPr>
        <p:spPr>
          <a:xfrm>
            <a:off x="5638800" y="1787524"/>
            <a:ext cx="3124200" cy="4543426"/>
          </a:xfrm>
          <a:prstGeom prst="roundRect">
            <a:avLst>
              <a:gd fmla="val 5463" name="adj"/>
            </a:avLst>
          </a:prstGeom>
          <a:solidFill>
            <a:srgbClr val="CADDFF"/>
          </a:solidFill>
          <a:ln>
            <a:noFill/>
          </a:ln>
        </p:spPr>
      </p:sp>
      <p:sp>
        <p:nvSpPr>
          <p:cNvPr id="112" name="Google Shape;112;p55"/>
          <p:cNvSpPr/>
          <p:nvPr>
            <p:ph idx="7" type="pic"/>
          </p:nvPr>
        </p:nvSpPr>
        <p:spPr>
          <a:xfrm>
            <a:off x="9010651" y="1787524"/>
            <a:ext cx="2019299" cy="2178051"/>
          </a:xfrm>
          <a:prstGeom prst="roundRect">
            <a:avLst>
              <a:gd fmla="val 9122" name="adj"/>
            </a:avLst>
          </a:prstGeom>
          <a:solidFill>
            <a:srgbClr val="CADDFF"/>
          </a:solidFill>
          <a:ln>
            <a:noFill/>
          </a:ln>
        </p:spPr>
      </p:sp>
      <p:sp>
        <p:nvSpPr>
          <p:cNvPr id="113" name="Google Shape;113;p55"/>
          <p:cNvSpPr/>
          <p:nvPr>
            <p:ph idx="8" type="pic"/>
          </p:nvPr>
        </p:nvSpPr>
        <p:spPr>
          <a:xfrm>
            <a:off x="9010651" y="4152898"/>
            <a:ext cx="2019299"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par>
                                <p:cTn fill="hold" nodeType="withEffect" presetClass="entr" presetID="2" presetSubtype="4">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750"/>
                                        <p:tgtEl>
                                          <p:spTgt spid="1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750"/>
                                        <p:tgtEl>
                                          <p:spTgt spid="1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750"/>
                                        <p:tgtEl>
                                          <p:spTgt spid="1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50"/>
                                  </p:stCondLst>
                                  <p:childTnLst>
                                    <p:set>
                                      <p:cBhvr>
                                        <p:cTn dur="1" fill="hold">
                                          <p:stCondLst>
                                            <p:cond delay="0"/>
                                          </p:stCondLst>
                                        </p:cTn>
                                        <p:tgtEl>
                                          <p:spTgt spid="110"/>
                                        </p:tgtEl>
                                        <p:attrNameLst>
                                          <p:attrName>style.visibility</p:attrName>
                                        </p:attrNameLst>
                                      </p:cBhvr>
                                      <p:to>
                                        <p:strVal val="visible"/>
                                      </p:to>
                                    </p:set>
                                    <p:anim calcmode="lin" valueType="num">
                                      <p:cBhvr additive="base">
                                        <p:cTn dur="750"/>
                                        <p:tgtEl>
                                          <p:spTgt spid="1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11"/>
                                        </p:tgtEl>
                                        <p:attrNameLst>
                                          <p:attrName>style.visibility</p:attrName>
                                        </p:attrNameLst>
                                      </p:cBhvr>
                                      <p:to>
                                        <p:strVal val="visible"/>
                                      </p:to>
                                    </p:set>
                                    <p:anim calcmode="lin" valueType="num">
                                      <p:cBhvr additive="base">
                                        <p:cTn dur="750"/>
                                        <p:tgtEl>
                                          <p:spTgt spid="1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5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750"/>
                                        <p:tgtEl>
                                          <p:spTgt spid="1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50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750"/>
                                        <p:tgtEl>
                                          <p:spTgt spid="11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114" name="Shape 114"/>
        <p:cNvGrpSpPr/>
        <p:nvPr/>
      </p:nvGrpSpPr>
      <p:grpSpPr>
        <a:xfrm>
          <a:off x="0" y="0"/>
          <a:ext cx="0" cy="0"/>
          <a:chOff x="0" y="0"/>
          <a:chExt cx="0" cy="0"/>
        </a:xfrm>
      </p:grpSpPr>
      <p:sp>
        <p:nvSpPr>
          <p:cNvPr id="115" name="Google Shape;115;p56"/>
          <p:cNvSpPr/>
          <p:nvPr>
            <p:ph idx="2" type="pic"/>
          </p:nvPr>
        </p:nvSpPr>
        <p:spPr>
          <a:xfrm>
            <a:off x="7810498" y="2291293"/>
            <a:ext cx="2438402" cy="2465914"/>
          </a:xfrm>
          <a:prstGeom prst="roundRect">
            <a:avLst>
              <a:gd fmla="val 7968" name="adj"/>
            </a:avLst>
          </a:prstGeom>
          <a:solidFill>
            <a:srgbClr val="CADDFF"/>
          </a:solidFill>
          <a:ln>
            <a:noFill/>
          </a:ln>
        </p:spPr>
      </p:sp>
      <p:sp>
        <p:nvSpPr>
          <p:cNvPr id="116" name="Google Shape;116;p56"/>
          <p:cNvSpPr/>
          <p:nvPr>
            <p:ph idx="3" type="pic"/>
          </p:nvPr>
        </p:nvSpPr>
        <p:spPr>
          <a:xfrm>
            <a:off x="1943100" y="2291293"/>
            <a:ext cx="2438402" cy="2465914"/>
          </a:xfrm>
          <a:prstGeom prst="roundRect">
            <a:avLst>
              <a:gd fmla="val 7968" name="adj"/>
            </a:avLst>
          </a:prstGeom>
          <a:solidFill>
            <a:srgbClr val="CADDFF"/>
          </a:solidFill>
          <a:ln>
            <a:noFill/>
          </a:ln>
        </p:spPr>
      </p:sp>
      <p:sp>
        <p:nvSpPr>
          <p:cNvPr id="117" name="Google Shape;117;p56"/>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56"/>
          <p:cNvSpPr/>
          <p:nvPr>
            <p:ph idx="4" type="pic"/>
          </p:nvPr>
        </p:nvSpPr>
        <p:spPr>
          <a:xfrm>
            <a:off x="4876798" y="2034118"/>
            <a:ext cx="2438402" cy="2465914"/>
          </a:xfrm>
          <a:prstGeom prst="roundRect">
            <a:avLst>
              <a:gd fmla="val 7968" name="adj"/>
            </a:avLst>
          </a:prstGeom>
          <a:solidFill>
            <a:srgbClr val="CADDFF"/>
          </a:solidFill>
          <a:ln>
            <a:noFill/>
          </a:ln>
          <a:effectLst>
            <a:outerShdw blurRad="381000" rotWithShape="0" algn="ctr" dir="5400000" dist="127000">
              <a:srgbClr val="000000">
                <a:alpha val="29019"/>
              </a:srgbClr>
            </a:outerShdw>
          </a:effectLst>
        </p:spPr>
      </p:sp>
      <p:sp>
        <p:nvSpPr>
          <p:cNvPr id="119" name="Google Shape;119;p56"/>
          <p:cNvSpPr/>
          <p:nvPr/>
        </p:nvSpPr>
        <p:spPr>
          <a:xfrm>
            <a:off x="-547591"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20" name="Google Shape;120;p56"/>
          <p:cNvSpPr/>
          <p:nvPr/>
        </p:nvSpPr>
        <p:spPr>
          <a:xfrm>
            <a:off x="10811068"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121" name="Shape 121"/>
        <p:cNvGrpSpPr/>
        <p:nvPr/>
      </p:nvGrpSpPr>
      <p:grpSpPr>
        <a:xfrm>
          <a:off x="0" y="0"/>
          <a:ext cx="0" cy="0"/>
          <a:chOff x="0" y="0"/>
          <a:chExt cx="0" cy="0"/>
        </a:xfrm>
      </p:grpSpPr>
      <p:sp>
        <p:nvSpPr>
          <p:cNvPr id="122" name="Google Shape;122;p57"/>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57"/>
          <p:cNvSpPr/>
          <p:nvPr>
            <p:ph idx="2" type="pic"/>
          </p:nvPr>
        </p:nvSpPr>
        <p:spPr>
          <a:xfrm>
            <a:off x="2889160" y="3222611"/>
            <a:ext cx="310777" cy="312189"/>
          </a:xfrm>
          <a:prstGeom prst="ellipse">
            <a:avLst/>
          </a:prstGeom>
          <a:solidFill>
            <a:srgbClr val="CADDFF"/>
          </a:solidFill>
          <a:ln>
            <a:noFill/>
          </a:ln>
        </p:spPr>
      </p:sp>
      <p:sp>
        <p:nvSpPr>
          <p:cNvPr id="124" name="Google Shape;124;p57"/>
          <p:cNvSpPr/>
          <p:nvPr>
            <p:ph idx="3" type="pic"/>
          </p:nvPr>
        </p:nvSpPr>
        <p:spPr>
          <a:xfrm>
            <a:off x="8313412" y="3059889"/>
            <a:ext cx="310777" cy="312189"/>
          </a:xfrm>
          <a:prstGeom prst="ellipse">
            <a:avLst/>
          </a:prstGeom>
          <a:solidFill>
            <a:srgbClr val="CADDFF"/>
          </a:solidFill>
          <a:ln>
            <a:noFill/>
          </a:ln>
        </p:spPr>
      </p:sp>
      <p:sp>
        <p:nvSpPr>
          <p:cNvPr id="125" name="Google Shape;125;p57"/>
          <p:cNvSpPr/>
          <p:nvPr>
            <p:ph idx="4" type="pic"/>
          </p:nvPr>
        </p:nvSpPr>
        <p:spPr>
          <a:xfrm>
            <a:off x="6633174" y="2167735"/>
            <a:ext cx="676812" cy="679886"/>
          </a:xfrm>
          <a:prstGeom prst="ellipse">
            <a:avLst/>
          </a:prstGeom>
          <a:solidFill>
            <a:srgbClr val="CADDFF"/>
          </a:solidFill>
          <a:ln>
            <a:noFill/>
          </a:ln>
        </p:spPr>
      </p:sp>
      <p:sp>
        <p:nvSpPr>
          <p:cNvPr id="126" name="Google Shape;126;p57"/>
          <p:cNvSpPr/>
          <p:nvPr>
            <p:ph idx="5" type="pic"/>
          </p:nvPr>
        </p:nvSpPr>
        <p:spPr>
          <a:xfrm>
            <a:off x="9484342" y="4275365"/>
            <a:ext cx="676812" cy="679886"/>
          </a:xfrm>
          <a:prstGeom prst="ellipse">
            <a:avLst/>
          </a:prstGeom>
          <a:solidFill>
            <a:srgbClr val="CADDFF"/>
          </a:solidFill>
          <a:ln>
            <a:noFill/>
          </a:ln>
        </p:spPr>
      </p:sp>
      <p:sp>
        <p:nvSpPr>
          <p:cNvPr id="127" name="Google Shape;127;p57"/>
          <p:cNvSpPr/>
          <p:nvPr>
            <p:ph idx="6" type="pic"/>
          </p:nvPr>
        </p:nvSpPr>
        <p:spPr>
          <a:xfrm>
            <a:off x="5237804" y="2920768"/>
            <a:ext cx="676812" cy="679886"/>
          </a:xfrm>
          <a:prstGeom prst="ellipse">
            <a:avLst/>
          </a:prstGeom>
          <a:solidFill>
            <a:srgbClr val="CADDFF"/>
          </a:solidFill>
          <a:ln>
            <a:noFill/>
          </a:ln>
        </p:spPr>
      </p:sp>
      <p:sp>
        <p:nvSpPr>
          <p:cNvPr id="128" name="Google Shape;128;p57"/>
          <p:cNvSpPr/>
          <p:nvPr>
            <p:ph idx="7" type="pic"/>
          </p:nvPr>
        </p:nvSpPr>
        <p:spPr>
          <a:xfrm>
            <a:off x="6543231" y="3999763"/>
            <a:ext cx="310777" cy="312189"/>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27"/>
                                        </p:tgtEl>
                                        <p:attrNameLst>
                                          <p:attrName>style.visibility</p:attrName>
                                        </p:attrNameLst>
                                      </p:cBhvr>
                                      <p:to>
                                        <p:strVal val="visible"/>
                                      </p:to>
                                    </p:set>
                                    <p:animEffect filter="fade" transition="in">
                                      <p:cBhvr>
                                        <p:cTn dur="750"/>
                                        <p:tgtEl>
                                          <p:spTgt spid="127"/>
                                        </p:tgtEl>
                                      </p:cBhvr>
                                    </p:animEffect>
                                  </p:childTnLst>
                                </p:cTn>
                              </p:par>
                              <p:par>
                                <p:cTn fill="hold" nodeType="withEffect" presetClass="entr" presetID="10" presetSubtype="0">
                                  <p:stCondLst>
                                    <p:cond delay="1500"/>
                                  </p:stCondLst>
                                  <p:childTnLst>
                                    <p:set>
                                      <p:cBhvr>
                                        <p:cTn dur="1" fill="hold">
                                          <p:stCondLst>
                                            <p:cond delay="0"/>
                                          </p:stCondLst>
                                        </p:cTn>
                                        <p:tgtEl>
                                          <p:spTgt spid="125"/>
                                        </p:tgtEl>
                                        <p:attrNameLst>
                                          <p:attrName>style.visibility</p:attrName>
                                        </p:attrNameLst>
                                      </p:cBhvr>
                                      <p:to>
                                        <p:strVal val="visible"/>
                                      </p:to>
                                    </p:set>
                                    <p:animEffect filter="fade" transition="in">
                                      <p:cBhvr>
                                        <p:cTn dur="900"/>
                                        <p:tgtEl>
                                          <p:spTgt spid="125"/>
                                        </p:tgtEl>
                                      </p:cBhvr>
                                    </p:animEffect>
                                  </p:childTnLst>
                                </p:cTn>
                              </p:par>
                              <p:par>
                                <p:cTn fill="hold" nodeType="withEffect" presetClass="entr" presetID="10" presetSubtype="0">
                                  <p:stCondLst>
                                    <p:cond delay="1900"/>
                                  </p:stCondLst>
                                  <p:childTnLst>
                                    <p:set>
                                      <p:cBhvr>
                                        <p:cTn dur="1" fill="hold">
                                          <p:stCondLst>
                                            <p:cond delay="0"/>
                                          </p:stCondLst>
                                        </p:cTn>
                                        <p:tgtEl>
                                          <p:spTgt spid="126"/>
                                        </p:tgtEl>
                                        <p:attrNameLst>
                                          <p:attrName>style.visibility</p:attrName>
                                        </p:attrNameLst>
                                      </p:cBhvr>
                                      <p:to>
                                        <p:strVal val="visible"/>
                                      </p:to>
                                    </p:set>
                                    <p:animEffect filter="fade" transition="in">
                                      <p:cBhvr>
                                        <p:cTn dur="750"/>
                                        <p:tgtEl>
                                          <p:spTgt spid="126"/>
                                        </p:tgtEl>
                                      </p:cBhvr>
                                    </p:animEffect>
                                  </p:childTnLst>
                                </p:cTn>
                              </p:par>
                              <p:par>
                                <p:cTn fill="hold" nodeType="withEffect" presetClass="entr" presetID="23" presetSubtype="16">
                                  <p:stCondLst>
                                    <p:cond delay="60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750"/>
                                        <p:tgtEl>
                                          <p:spTgt spid="123"/>
                                        </p:tgtEl>
                                        <p:attrNameLst>
                                          <p:attrName>ppt_w</p:attrName>
                                        </p:attrNameLst>
                                      </p:cBhvr>
                                      <p:tavLst>
                                        <p:tav fmla="" tm="0">
                                          <p:val>
                                            <p:strVal val="0"/>
                                          </p:val>
                                        </p:tav>
                                        <p:tav fmla="" tm="100000">
                                          <p:val>
                                            <p:strVal val="#ppt_w"/>
                                          </p:val>
                                        </p:tav>
                                      </p:tavLst>
                                    </p:anim>
                                    <p:anim calcmode="lin" valueType="num">
                                      <p:cBhvr additive="base">
                                        <p:cTn dur="750"/>
                                        <p:tgtEl>
                                          <p:spTgt spid="12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0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750"/>
                                        <p:tgtEl>
                                          <p:spTgt spid="128"/>
                                        </p:tgtEl>
                                        <p:attrNameLst>
                                          <p:attrName>ppt_w</p:attrName>
                                        </p:attrNameLst>
                                      </p:cBhvr>
                                      <p:tavLst>
                                        <p:tav fmla="" tm="0">
                                          <p:val>
                                            <p:strVal val="0"/>
                                          </p:val>
                                        </p:tav>
                                        <p:tav fmla="" tm="100000">
                                          <p:val>
                                            <p:strVal val="#ppt_w"/>
                                          </p:val>
                                        </p:tav>
                                      </p:tavLst>
                                    </p:anim>
                                    <p:anim calcmode="lin" valueType="num">
                                      <p:cBhvr additive="base">
                                        <p:cTn dur="750"/>
                                        <p:tgtEl>
                                          <p:spTgt spid="12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0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750"/>
                                        <p:tgtEl>
                                          <p:spTgt spid="124"/>
                                        </p:tgtEl>
                                        <p:attrNameLst>
                                          <p:attrName>ppt_w</p:attrName>
                                        </p:attrNameLst>
                                      </p:cBhvr>
                                      <p:tavLst>
                                        <p:tav fmla="" tm="0">
                                          <p:val>
                                            <p:strVal val="0"/>
                                          </p:val>
                                        </p:tav>
                                        <p:tav fmla="" tm="100000">
                                          <p:val>
                                            <p:strVal val="#ppt_w"/>
                                          </p:val>
                                        </p:tav>
                                      </p:tavLst>
                                    </p:anim>
                                    <p:anim calcmode="lin" valueType="num">
                                      <p:cBhvr additive="base">
                                        <p:cTn dur="750"/>
                                        <p:tgtEl>
                                          <p:spTgt spid="12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29" name="Shape 129"/>
        <p:cNvGrpSpPr/>
        <p:nvPr/>
      </p:nvGrpSpPr>
      <p:grpSpPr>
        <a:xfrm>
          <a:off x="0" y="0"/>
          <a:ext cx="0" cy="0"/>
          <a:chOff x="0" y="0"/>
          <a:chExt cx="0" cy="0"/>
        </a:xfrm>
      </p:grpSpPr>
      <p:sp>
        <p:nvSpPr>
          <p:cNvPr id="130" name="Google Shape;130;p58"/>
          <p:cNvSpPr/>
          <p:nvPr>
            <p:ph idx="2" type="pic"/>
          </p:nvPr>
        </p:nvSpPr>
        <p:spPr>
          <a:xfrm>
            <a:off x="5876925" y="1466849"/>
            <a:ext cx="6315075" cy="5391151"/>
          </a:xfrm>
          <a:prstGeom prst="rect">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34"/>
          <p:cNvSpPr txBox="1"/>
          <p:nvPr>
            <p:ph type="title"/>
          </p:nvPr>
        </p:nvSpPr>
        <p:spPr>
          <a:xfrm>
            <a:off x="1104900" y="365125"/>
            <a:ext cx="1022985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1"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4"/>
          <p:cNvSpPr txBox="1"/>
          <p:nvPr>
            <p:ph idx="1" type="body"/>
          </p:nvPr>
        </p:nvSpPr>
        <p:spPr>
          <a:xfrm>
            <a:off x="1104900" y="1825625"/>
            <a:ext cx="10229850" cy="2852511"/>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9pPr>
          </a:lstStyle>
          <a:p/>
        </p:txBody>
      </p:sp>
      <p:sp>
        <p:nvSpPr>
          <p:cNvPr id="12" name="Google Shape;1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mc:AlternateContent>
    <mc:Choice Requires="p14">
      <p:transition>
        <p14:reveal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grpSp>
        <p:nvGrpSpPr>
          <p:cNvPr id="135" name="Google Shape;135;p1"/>
          <p:cNvGrpSpPr/>
          <p:nvPr/>
        </p:nvGrpSpPr>
        <p:grpSpPr>
          <a:xfrm>
            <a:off x="5957405" y="620387"/>
            <a:ext cx="5603412" cy="6419046"/>
            <a:chOff x="5494338" y="449263"/>
            <a:chExt cx="5202237" cy="5959476"/>
          </a:xfrm>
        </p:grpSpPr>
        <p:sp>
          <p:nvSpPr>
            <p:cNvPr id="136" name="Google Shape;136;p1"/>
            <p:cNvSpPr/>
            <p:nvPr/>
          </p:nvSpPr>
          <p:spPr>
            <a:xfrm>
              <a:off x="5618163" y="3698876"/>
              <a:ext cx="4832350" cy="115888"/>
            </a:xfrm>
            <a:custGeom>
              <a:rect b="b" l="l" r="r" t="t"/>
              <a:pathLst>
                <a:path extrusionOk="0" h="27" w="1136">
                  <a:moveTo>
                    <a:pt x="1122" y="27"/>
                  </a:moveTo>
                  <a:cubicBezTo>
                    <a:pt x="13" y="27"/>
                    <a:pt x="13" y="27"/>
                    <a:pt x="13" y="27"/>
                  </a:cubicBezTo>
                  <a:cubicBezTo>
                    <a:pt x="6" y="27"/>
                    <a:pt x="0" y="21"/>
                    <a:pt x="0" y="14"/>
                  </a:cubicBezTo>
                  <a:cubicBezTo>
                    <a:pt x="0" y="6"/>
                    <a:pt x="6" y="0"/>
                    <a:pt x="13" y="0"/>
                  </a:cubicBezTo>
                  <a:cubicBezTo>
                    <a:pt x="1122" y="0"/>
                    <a:pt x="1122" y="0"/>
                    <a:pt x="1122" y="0"/>
                  </a:cubicBezTo>
                  <a:cubicBezTo>
                    <a:pt x="1130" y="0"/>
                    <a:pt x="1136" y="6"/>
                    <a:pt x="1136" y="14"/>
                  </a:cubicBezTo>
                  <a:cubicBezTo>
                    <a:pt x="1136" y="21"/>
                    <a:pt x="1130" y="27"/>
                    <a:pt x="1122" y="2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 name="Google Shape;137;p1"/>
            <p:cNvSpPr/>
            <p:nvPr/>
          </p:nvSpPr>
          <p:spPr>
            <a:xfrm>
              <a:off x="9229725" y="3698876"/>
              <a:ext cx="1220788" cy="115888"/>
            </a:xfrm>
            <a:custGeom>
              <a:rect b="b" l="l" r="r" t="t"/>
              <a:pathLst>
                <a:path extrusionOk="0" h="27" w="287">
                  <a:moveTo>
                    <a:pt x="273" y="0"/>
                  </a:moveTo>
                  <a:cubicBezTo>
                    <a:pt x="14" y="0"/>
                    <a:pt x="14" y="0"/>
                    <a:pt x="14" y="0"/>
                  </a:cubicBezTo>
                  <a:cubicBezTo>
                    <a:pt x="6" y="0"/>
                    <a:pt x="0" y="6"/>
                    <a:pt x="0" y="14"/>
                  </a:cubicBezTo>
                  <a:cubicBezTo>
                    <a:pt x="0" y="21"/>
                    <a:pt x="6" y="27"/>
                    <a:pt x="14" y="27"/>
                  </a:cubicBezTo>
                  <a:cubicBezTo>
                    <a:pt x="30" y="27"/>
                    <a:pt x="30" y="27"/>
                    <a:pt x="30" y="27"/>
                  </a:cubicBezTo>
                  <a:cubicBezTo>
                    <a:pt x="65" y="27"/>
                    <a:pt x="65" y="27"/>
                    <a:pt x="65" y="27"/>
                  </a:cubicBezTo>
                  <a:cubicBezTo>
                    <a:pt x="222" y="27"/>
                    <a:pt x="222" y="27"/>
                    <a:pt x="222" y="27"/>
                  </a:cubicBezTo>
                  <a:cubicBezTo>
                    <a:pt x="257" y="27"/>
                    <a:pt x="257" y="27"/>
                    <a:pt x="257" y="27"/>
                  </a:cubicBezTo>
                  <a:cubicBezTo>
                    <a:pt x="273" y="27"/>
                    <a:pt x="273" y="27"/>
                    <a:pt x="273" y="27"/>
                  </a:cubicBezTo>
                  <a:cubicBezTo>
                    <a:pt x="281" y="27"/>
                    <a:pt x="287" y="21"/>
                    <a:pt x="287" y="14"/>
                  </a:cubicBezTo>
                  <a:cubicBezTo>
                    <a:pt x="287" y="6"/>
                    <a:pt x="281" y="0"/>
                    <a:pt x="273"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 name="Google Shape;138;p1"/>
            <p:cNvSpPr/>
            <p:nvPr/>
          </p:nvSpPr>
          <p:spPr>
            <a:xfrm>
              <a:off x="6642100" y="3954463"/>
              <a:ext cx="3629025" cy="395288"/>
            </a:xfrm>
            <a:prstGeom prst="rect">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 name="Google Shape;139;p1"/>
            <p:cNvSpPr/>
            <p:nvPr/>
          </p:nvSpPr>
          <p:spPr>
            <a:xfrm>
              <a:off x="6642100" y="3954463"/>
              <a:ext cx="3629025" cy="3952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 name="Google Shape;140;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 name="Google Shape;141;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 name="Google Shape;142;p1"/>
            <p:cNvSpPr/>
            <p:nvPr/>
          </p:nvSpPr>
          <p:spPr>
            <a:xfrm>
              <a:off x="10172700" y="3814763"/>
              <a:ext cx="153988" cy="2505075"/>
            </a:xfrm>
            <a:custGeom>
              <a:rect b="b" l="l" r="r" t="t"/>
              <a:pathLst>
                <a:path extrusionOk="0" h="1578" w="97">
                  <a:moveTo>
                    <a:pt x="94" y="0"/>
                  </a:moveTo>
                  <a:lnTo>
                    <a:pt x="0" y="0"/>
                  </a:lnTo>
                  <a:lnTo>
                    <a:pt x="30" y="1578"/>
                  </a:lnTo>
                  <a:lnTo>
                    <a:pt x="97" y="1578"/>
                  </a:lnTo>
                  <a:lnTo>
                    <a:pt x="94" y="0"/>
                  </a:lnTo>
                  <a:close/>
                </a:path>
              </a:pathLst>
            </a:custGeom>
            <a:solidFill>
              <a:srgbClr val="3C47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3" name="Google Shape;143;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4" name="Google Shape;144;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5" name="Google Shape;145;p1"/>
            <p:cNvSpPr/>
            <p:nvPr/>
          </p:nvSpPr>
          <p:spPr>
            <a:xfrm>
              <a:off x="9110663" y="3814763"/>
              <a:ext cx="395288" cy="2505075"/>
            </a:xfrm>
            <a:custGeom>
              <a:rect b="b" l="l" r="r" t="t"/>
              <a:pathLst>
                <a:path extrusionOk="0" h="1578" w="249">
                  <a:moveTo>
                    <a:pt x="249" y="0"/>
                  </a:moveTo>
                  <a:lnTo>
                    <a:pt x="155" y="0"/>
                  </a:lnTo>
                  <a:lnTo>
                    <a:pt x="0" y="1578"/>
                  </a:lnTo>
                  <a:lnTo>
                    <a:pt x="69" y="1578"/>
                  </a:lnTo>
                  <a:lnTo>
                    <a:pt x="24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6" name="Google Shape;146;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7" name="Google Shape;147;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8" name="Google Shape;148;p1"/>
            <p:cNvSpPr/>
            <p:nvPr/>
          </p:nvSpPr>
          <p:spPr>
            <a:xfrm>
              <a:off x="6573838" y="4660901"/>
              <a:ext cx="136525" cy="1658938"/>
            </a:xfrm>
            <a:custGeom>
              <a:rect b="b" l="l" r="r" t="t"/>
              <a:pathLst>
                <a:path extrusionOk="0" h="1045" w="86">
                  <a:moveTo>
                    <a:pt x="86" y="0"/>
                  </a:moveTo>
                  <a:lnTo>
                    <a:pt x="0" y="0"/>
                  </a:lnTo>
                  <a:lnTo>
                    <a:pt x="19" y="1045"/>
                  </a:lnTo>
                  <a:lnTo>
                    <a:pt x="70" y="1045"/>
                  </a:lnTo>
                  <a:lnTo>
                    <a:pt x="86" y="536"/>
                  </a:lnTo>
                  <a:lnTo>
                    <a:pt x="86"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9" name="Google Shape;149;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0" name="Google Shape;150;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1" name="Google Shape;151;p1"/>
            <p:cNvSpPr/>
            <p:nvPr/>
          </p:nvSpPr>
          <p:spPr>
            <a:xfrm>
              <a:off x="5494338" y="3814763"/>
              <a:ext cx="400050" cy="2505075"/>
            </a:xfrm>
            <a:custGeom>
              <a:rect b="b" l="l" r="r" t="t"/>
              <a:pathLst>
                <a:path extrusionOk="0" h="1578" w="252">
                  <a:moveTo>
                    <a:pt x="252" y="0"/>
                  </a:moveTo>
                  <a:lnTo>
                    <a:pt x="155" y="0"/>
                  </a:lnTo>
                  <a:lnTo>
                    <a:pt x="0" y="1578"/>
                  </a:lnTo>
                  <a:lnTo>
                    <a:pt x="69" y="1578"/>
                  </a:lnTo>
                  <a:lnTo>
                    <a:pt x="252"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2" name="Google Shape;152;p1"/>
            <p:cNvSpPr/>
            <p:nvPr/>
          </p:nvSpPr>
          <p:spPr>
            <a:xfrm>
              <a:off x="8310563" y="3209926"/>
              <a:ext cx="349250" cy="488950"/>
            </a:xfrm>
            <a:custGeom>
              <a:rect b="b" l="l" r="r" t="t"/>
              <a:pathLst>
                <a:path extrusionOk="0" h="308" w="220">
                  <a:moveTo>
                    <a:pt x="220" y="308"/>
                  </a:moveTo>
                  <a:lnTo>
                    <a:pt x="64" y="308"/>
                  </a:lnTo>
                  <a:lnTo>
                    <a:pt x="0" y="0"/>
                  </a:lnTo>
                  <a:lnTo>
                    <a:pt x="158" y="0"/>
                  </a:lnTo>
                  <a:lnTo>
                    <a:pt x="220" y="30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 name="Google Shape;153;p1"/>
            <p:cNvSpPr/>
            <p:nvPr/>
          </p:nvSpPr>
          <p:spPr>
            <a:xfrm>
              <a:off x="7842250" y="2779713"/>
              <a:ext cx="1263650" cy="822325"/>
            </a:xfrm>
            <a:custGeom>
              <a:rect b="b" l="l" r="r" t="t"/>
              <a:pathLst>
                <a:path extrusionOk="0" h="193" w="297">
                  <a:moveTo>
                    <a:pt x="271" y="193"/>
                  </a:moveTo>
                  <a:cubicBezTo>
                    <a:pt x="15" y="193"/>
                    <a:pt x="15" y="193"/>
                    <a:pt x="15" y="193"/>
                  </a:cubicBezTo>
                  <a:cubicBezTo>
                    <a:pt x="7" y="193"/>
                    <a:pt x="0" y="186"/>
                    <a:pt x="1" y="177"/>
                  </a:cubicBezTo>
                  <a:cubicBezTo>
                    <a:pt x="10" y="15"/>
                    <a:pt x="10" y="15"/>
                    <a:pt x="10" y="15"/>
                  </a:cubicBezTo>
                  <a:cubicBezTo>
                    <a:pt x="11" y="7"/>
                    <a:pt x="18" y="0"/>
                    <a:pt x="27" y="0"/>
                  </a:cubicBezTo>
                  <a:cubicBezTo>
                    <a:pt x="282" y="0"/>
                    <a:pt x="282" y="0"/>
                    <a:pt x="282" y="0"/>
                  </a:cubicBezTo>
                  <a:cubicBezTo>
                    <a:pt x="291" y="0"/>
                    <a:pt x="297" y="7"/>
                    <a:pt x="297" y="15"/>
                  </a:cubicBezTo>
                  <a:cubicBezTo>
                    <a:pt x="287" y="177"/>
                    <a:pt x="287" y="177"/>
                    <a:pt x="287" y="177"/>
                  </a:cubicBezTo>
                  <a:cubicBezTo>
                    <a:pt x="286" y="186"/>
                    <a:pt x="279" y="193"/>
                    <a:pt x="271" y="19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 name="Google Shape;154;p1"/>
            <p:cNvSpPr/>
            <p:nvPr/>
          </p:nvSpPr>
          <p:spPr>
            <a:xfrm>
              <a:off x="7862888" y="2814638"/>
              <a:ext cx="1192213" cy="752475"/>
            </a:xfrm>
            <a:custGeom>
              <a:rect b="b" l="l" r="r" t="t"/>
              <a:pathLst>
                <a:path extrusionOk="0" h="177" w="280">
                  <a:moveTo>
                    <a:pt x="6" y="177"/>
                  </a:moveTo>
                  <a:cubicBezTo>
                    <a:pt x="4" y="177"/>
                    <a:pt x="3" y="176"/>
                    <a:pt x="1" y="175"/>
                  </a:cubicBezTo>
                  <a:cubicBezTo>
                    <a:pt x="0" y="173"/>
                    <a:pt x="0" y="171"/>
                    <a:pt x="0" y="170"/>
                  </a:cubicBezTo>
                  <a:cubicBezTo>
                    <a:pt x="9" y="8"/>
                    <a:pt x="9" y="8"/>
                    <a:pt x="9" y="8"/>
                  </a:cubicBezTo>
                  <a:cubicBezTo>
                    <a:pt x="10" y="4"/>
                    <a:pt x="13" y="0"/>
                    <a:pt x="18" y="0"/>
                  </a:cubicBezTo>
                  <a:cubicBezTo>
                    <a:pt x="273" y="0"/>
                    <a:pt x="273" y="0"/>
                    <a:pt x="273" y="0"/>
                  </a:cubicBezTo>
                  <a:cubicBezTo>
                    <a:pt x="275" y="0"/>
                    <a:pt x="277" y="1"/>
                    <a:pt x="278" y="2"/>
                  </a:cubicBezTo>
                  <a:cubicBezTo>
                    <a:pt x="279" y="3"/>
                    <a:pt x="280" y="5"/>
                    <a:pt x="280" y="7"/>
                  </a:cubicBezTo>
                  <a:cubicBezTo>
                    <a:pt x="270" y="169"/>
                    <a:pt x="270" y="169"/>
                    <a:pt x="270" y="169"/>
                  </a:cubicBezTo>
                  <a:cubicBezTo>
                    <a:pt x="270" y="173"/>
                    <a:pt x="266" y="177"/>
                    <a:pt x="262" y="177"/>
                  </a:cubicBezTo>
                  <a:lnTo>
                    <a:pt x="6" y="17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 name="Google Shape;155;p1"/>
            <p:cNvSpPr/>
            <p:nvPr/>
          </p:nvSpPr>
          <p:spPr>
            <a:xfrm>
              <a:off x="8366125" y="2779713"/>
              <a:ext cx="279400" cy="242888"/>
            </a:xfrm>
            <a:custGeom>
              <a:rect b="b" l="l" r="r" t="t"/>
              <a:pathLst>
                <a:path extrusionOk="0" h="153" w="176">
                  <a:moveTo>
                    <a:pt x="0" y="0"/>
                  </a:moveTo>
                  <a:lnTo>
                    <a:pt x="45" y="153"/>
                  </a:lnTo>
                  <a:lnTo>
                    <a:pt x="176"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 name="Google Shape;156;p1"/>
            <p:cNvSpPr/>
            <p:nvPr/>
          </p:nvSpPr>
          <p:spPr>
            <a:xfrm>
              <a:off x="6677025" y="2168526"/>
              <a:ext cx="33338" cy="46038"/>
            </a:xfrm>
            <a:custGeom>
              <a:rect b="b" l="l" r="r" t="t"/>
              <a:pathLst>
                <a:path extrusionOk="0" h="11" w="8">
                  <a:moveTo>
                    <a:pt x="0" y="6"/>
                  </a:moveTo>
                  <a:cubicBezTo>
                    <a:pt x="1" y="9"/>
                    <a:pt x="3" y="11"/>
                    <a:pt x="5" y="11"/>
                  </a:cubicBezTo>
                  <a:cubicBezTo>
                    <a:pt x="7" y="11"/>
                    <a:pt x="8" y="9"/>
                    <a:pt x="7" y="5"/>
                  </a:cubicBezTo>
                  <a:cubicBezTo>
                    <a:pt x="7" y="2"/>
                    <a:pt x="5" y="0"/>
                    <a:pt x="3" y="0"/>
                  </a:cubicBezTo>
                  <a:cubicBezTo>
                    <a:pt x="1" y="0"/>
                    <a:pt x="0" y="3"/>
                    <a:pt x="0" y="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 name="Google Shape;157;p1"/>
            <p:cNvSpPr/>
            <p:nvPr/>
          </p:nvSpPr>
          <p:spPr>
            <a:xfrm>
              <a:off x="6692900" y="2214563"/>
              <a:ext cx="55563" cy="111125"/>
            </a:xfrm>
            <a:custGeom>
              <a:rect b="b" l="l" r="r" t="t"/>
              <a:pathLst>
                <a:path extrusionOk="0" h="26" w="13">
                  <a:moveTo>
                    <a:pt x="0" y="0"/>
                  </a:moveTo>
                  <a:cubicBezTo>
                    <a:pt x="0" y="0"/>
                    <a:pt x="6" y="15"/>
                    <a:pt x="13" y="22"/>
                  </a:cubicBezTo>
                  <a:cubicBezTo>
                    <a:pt x="9" y="26"/>
                    <a:pt x="1" y="24"/>
                    <a:pt x="1" y="24"/>
                  </a:cubicBezTo>
                  <a:lnTo>
                    <a:pt x="0"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 name="Google Shape;158;p1"/>
            <p:cNvSpPr/>
            <p:nvPr/>
          </p:nvSpPr>
          <p:spPr>
            <a:xfrm>
              <a:off x="6626225" y="2087563"/>
              <a:ext cx="63500" cy="53975"/>
            </a:xfrm>
            <a:custGeom>
              <a:rect b="b" l="l" r="r" t="t"/>
              <a:pathLst>
                <a:path extrusionOk="0" h="13" w="15">
                  <a:moveTo>
                    <a:pt x="2" y="13"/>
                  </a:moveTo>
                  <a:cubicBezTo>
                    <a:pt x="1" y="13"/>
                    <a:pt x="1" y="13"/>
                    <a:pt x="1" y="13"/>
                  </a:cubicBezTo>
                  <a:cubicBezTo>
                    <a:pt x="0" y="13"/>
                    <a:pt x="0" y="12"/>
                    <a:pt x="0" y="11"/>
                  </a:cubicBezTo>
                  <a:cubicBezTo>
                    <a:pt x="4" y="2"/>
                    <a:pt x="12" y="0"/>
                    <a:pt x="13" y="0"/>
                  </a:cubicBezTo>
                  <a:cubicBezTo>
                    <a:pt x="14" y="0"/>
                    <a:pt x="15" y="1"/>
                    <a:pt x="15" y="1"/>
                  </a:cubicBezTo>
                  <a:cubicBezTo>
                    <a:pt x="15" y="2"/>
                    <a:pt x="14" y="3"/>
                    <a:pt x="13" y="4"/>
                  </a:cubicBezTo>
                  <a:cubicBezTo>
                    <a:pt x="13" y="4"/>
                    <a:pt x="7" y="5"/>
                    <a:pt x="4" y="12"/>
                  </a:cubicBezTo>
                  <a:cubicBezTo>
                    <a:pt x="3" y="13"/>
                    <a:pt x="3" y="13"/>
                    <a:pt x="2"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 name="Google Shape;159;p1"/>
            <p:cNvSpPr/>
            <p:nvPr/>
          </p:nvSpPr>
          <p:spPr>
            <a:xfrm>
              <a:off x="6281738" y="2397126"/>
              <a:ext cx="357188" cy="447675"/>
            </a:xfrm>
            <a:custGeom>
              <a:rect b="b" l="l" r="r" t="t"/>
              <a:pathLst>
                <a:path extrusionOk="0" h="105" w="84">
                  <a:moveTo>
                    <a:pt x="3" y="0"/>
                  </a:moveTo>
                  <a:cubicBezTo>
                    <a:pt x="27" y="19"/>
                    <a:pt x="27" y="19"/>
                    <a:pt x="27" y="19"/>
                  </a:cubicBezTo>
                  <a:cubicBezTo>
                    <a:pt x="59" y="44"/>
                    <a:pt x="59" y="44"/>
                    <a:pt x="59" y="44"/>
                  </a:cubicBezTo>
                  <a:cubicBezTo>
                    <a:pt x="58" y="45"/>
                    <a:pt x="57" y="51"/>
                    <a:pt x="56" y="56"/>
                  </a:cubicBezTo>
                  <a:cubicBezTo>
                    <a:pt x="55" y="65"/>
                    <a:pt x="54" y="72"/>
                    <a:pt x="74" y="77"/>
                  </a:cubicBezTo>
                  <a:cubicBezTo>
                    <a:pt x="79" y="79"/>
                    <a:pt x="82" y="82"/>
                    <a:pt x="83" y="86"/>
                  </a:cubicBezTo>
                  <a:cubicBezTo>
                    <a:pt x="84" y="92"/>
                    <a:pt x="80" y="99"/>
                    <a:pt x="62" y="102"/>
                  </a:cubicBezTo>
                  <a:cubicBezTo>
                    <a:pt x="40" y="105"/>
                    <a:pt x="22" y="99"/>
                    <a:pt x="8" y="93"/>
                  </a:cubicBezTo>
                  <a:cubicBezTo>
                    <a:pt x="0" y="89"/>
                    <a:pt x="0" y="84"/>
                    <a:pt x="4" y="76"/>
                  </a:cubicBezTo>
                  <a:cubicBezTo>
                    <a:pt x="14" y="53"/>
                    <a:pt x="9" y="23"/>
                    <a:pt x="3"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0" name="Google Shape;160;p1"/>
            <p:cNvSpPr/>
            <p:nvPr/>
          </p:nvSpPr>
          <p:spPr>
            <a:xfrm>
              <a:off x="6175375" y="2619376"/>
              <a:ext cx="531813" cy="160338"/>
            </a:xfrm>
            <a:custGeom>
              <a:rect b="b" l="l" r="r" t="t"/>
              <a:pathLst>
                <a:path extrusionOk="0" h="38" w="125">
                  <a:moveTo>
                    <a:pt x="0" y="31"/>
                  </a:moveTo>
                  <a:cubicBezTo>
                    <a:pt x="8" y="15"/>
                    <a:pt x="11" y="3"/>
                    <a:pt x="11" y="3"/>
                  </a:cubicBezTo>
                  <a:cubicBezTo>
                    <a:pt x="11" y="3"/>
                    <a:pt x="72" y="0"/>
                    <a:pt x="92" y="6"/>
                  </a:cubicBezTo>
                  <a:cubicBezTo>
                    <a:pt x="112" y="12"/>
                    <a:pt x="125" y="38"/>
                    <a:pt x="125" y="38"/>
                  </a:cubicBezTo>
                  <a:cubicBezTo>
                    <a:pt x="0" y="31"/>
                    <a:pt x="0" y="31"/>
                    <a:pt x="0" y="3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1" name="Google Shape;161;p1"/>
            <p:cNvSpPr/>
            <p:nvPr/>
          </p:nvSpPr>
          <p:spPr>
            <a:xfrm>
              <a:off x="5949950" y="2860676"/>
              <a:ext cx="611188" cy="876300"/>
            </a:xfrm>
            <a:custGeom>
              <a:rect b="b" l="l" r="r" t="t"/>
              <a:pathLst>
                <a:path extrusionOk="0" h="206" w="144">
                  <a:moveTo>
                    <a:pt x="78" y="19"/>
                  </a:moveTo>
                  <a:cubicBezTo>
                    <a:pt x="77" y="24"/>
                    <a:pt x="75" y="29"/>
                    <a:pt x="74" y="34"/>
                  </a:cubicBezTo>
                  <a:cubicBezTo>
                    <a:pt x="69" y="50"/>
                    <a:pt x="69" y="50"/>
                    <a:pt x="69" y="50"/>
                  </a:cubicBezTo>
                  <a:cubicBezTo>
                    <a:pt x="66" y="60"/>
                    <a:pt x="64" y="71"/>
                    <a:pt x="62" y="81"/>
                  </a:cubicBezTo>
                  <a:cubicBezTo>
                    <a:pt x="59" y="91"/>
                    <a:pt x="58" y="102"/>
                    <a:pt x="56" y="112"/>
                  </a:cubicBezTo>
                  <a:cubicBezTo>
                    <a:pt x="55" y="122"/>
                    <a:pt x="55" y="132"/>
                    <a:pt x="56" y="141"/>
                  </a:cubicBezTo>
                  <a:cubicBezTo>
                    <a:pt x="56" y="145"/>
                    <a:pt x="57" y="149"/>
                    <a:pt x="57" y="152"/>
                  </a:cubicBezTo>
                  <a:cubicBezTo>
                    <a:pt x="58" y="153"/>
                    <a:pt x="58" y="154"/>
                    <a:pt x="58" y="155"/>
                  </a:cubicBezTo>
                  <a:cubicBezTo>
                    <a:pt x="58" y="156"/>
                    <a:pt x="59" y="156"/>
                    <a:pt x="59" y="157"/>
                  </a:cubicBezTo>
                  <a:cubicBezTo>
                    <a:pt x="59" y="157"/>
                    <a:pt x="59" y="157"/>
                    <a:pt x="59" y="157"/>
                  </a:cubicBezTo>
                  <a:cubicBezTo>
                    <a:pt x="59" y="157"/>
                    <a:pt x="59" y="157"/>
                    <a:pt x="59" y="157"/>
                  </a:cubicBezTo>
                  <a:cubicBezTo>
                    <a:pt x="59" y="157"/>
                    <a:pt x="58" y="156"/>
                    <a:pt x="58" y="156"/>
                  </a:cubicBezTo>
                  <a:cubicBezTo>
                    <a:pt x="58" y="155"/>
                    <a:pt x="57" y="155"/>
                    <a:pt x="57" y="154"/>
                  </a:cubicBezTo>
                  <a:cubicBezTo>
                    <a:pt x="56" y="153"/>
                    <a:pt x="55" y="153"/>
                    <a:pt x="55" y="153"/>
                  </a:cubicBezTo>
                  <a:cubicBezTo>
                    <a:pt x="54" y="152"/>
                    <a:pt x="54" y="152"/>
                    <a:pt x="54" y="152"/>
                  </a:cubicBezTo>
                  <a:cubicBezTo>
                    <a:pt x="55" y="153"/>
                    <a:pt x="56" y="154"/>
                    <a:pt x="58" y="154"/>
                  </a:cubicBezTo>
                  <a:cubicBezTo>
                    <a:pt x="60" y="155"/>
                    <a:pt x="62" y="156"/>
                    <a:pt x="64" y="157"/>
                  </a:cubicBezTo>
                  <a:cubicBezTo>
                    <a:pt x="69" y="158"/>
                    <a:pt x="74" y="160"/>
                    <a:pt x="79" y="161"/>
                  </a:cubicBezTo>
                  <a:cubicBezTo>
                    <a:pt x="100" y="166"/>
                    <a:pt x="122" y="170"/>
                    <a:pt x="144" y="175"/>
                  </a:cubicBezTo>
                  <a:cubicBezTo>
                    <a:pt x="143" y="203"/>
                    <a:pt x="143" y="203"/>
                    <a:pt x="143" y="203"/>
                  </a:cubicBezTo>
                  <a:cubicBezTo>
                    <a:pt x="131" y="204"/>
                    <a:pt x="120" y="205"/>
                    <a:pt x="108" y="206"/>
                  </a:cubicBezTo>
                  <a:cubicBezTo>
                    <a:pt x="96" y="206"/>
                    <a:pt x="84" y="206"/>
                    <a:pt x="72" y="205"/>
                  </a:cubicBezTo>
                  <a:cubicBezTo>
                    <a:pt x="66" y="205"/>
                    <a:pt x="60" y="204"/>
                    <a:pt x="53" y="203"/>
                  </a:cubicBezTo>
                  <a:cubicBezTo>
                    <a:pt x="50" y="202"/>
                    <a:pt x="46" y="201"/>
                    <a:pt x="43" y="200"/>
                  </a:cubicBezTo>
                  <a:cubicBezTo>
                    <a:pt x="39" y="199"/>
                    <a:pt x="35" y="198"/>
                    <a:pt x="31" y="196"/>
                  </a:cubicBezTo>
                  <a:cubicBezTo>
                    <a:pt x="28" y="195"/>
                    <a:pt x="26" y="193"/>
                    <a:pt x="23" y="191"/>
                  </a:cubicBezTo>
                  <a:cubicBezTo>
                    <a:pt x="21" y="190"/>
                    <a:pt x="20" y="188"/>
                    <a:pt x="18" y="186"/>
                  </a:cubicBezTo>
                  <a:cubicBezTo>
                    <a:pt x="17" y="185"/>
                    <a:pt x="16" y="184"/>
                    <a:pt x="16" y="183"/>
                  </a:cubicBezTo>
                  <a:cubicBezTo>
                    <a:pt x="15" y="182"/>
                    <a:pt x="15" y="182"/>
                    <a:pt x="14" y="181"/>
                  </a:cubicBezTo>
                  <a:cubicBezTo>
                    <a:pt x="14" y="180"/>
                    <a:pt x="14" y="180"/>
                    <a:pt x="14" y="180"/>
                  </a:cubicBezTo>
                  <a:cubicBezTo>
                    <a:pt x="11" y="174"/>
                    <a:pt x="11" y="174"/>
                    <a:pt x="11" y="174"/>
                  </a:cubicBezTo>
                  <a:cubicBezTo>
                    <a:pt x="10" y="172"/>
                    <a:pt x="10" y="171"/>
                    <a:pt x="9" y="169"/>
                  </a:cubicBezTo>
                  <a:cubicBezTo>
                    <a:pt x="6" y="161"/>
                    <a:pt x="4" y="154"/>
                    <a:pt x="3" y="147"/>
                  </a:cubicBezTo>
                  <a:cubicBezTo>
                    <a:pt x="0" y="119"/>
                    <a:pt x="3" y="94"/>
                    <a:pt x="7" y="70"/>
                  </a:cubicBezTo>
                  <a:cubicBezTo>
                    <a:pt x="9" y="58"/>
                    <a:pt x="12" y="47"/>
                    <a:pt x="15" y="35"/>
                  </a:cubicBezTo>
                  <a:cubicBezTo>
                    <a:pt x="16" y="29"/>
                    <a:pt x="18" y="23"/>
                    <a:pt x="20" y="18"/>
                  </a:cubicBezTo>
                  <a:cubicBezTo>
                    <a:pt x="22" y="12"/>
                    <a:pt x="24" y="6"/>
                    <a:pt x="26" y="0"/>
                  </a:cubicBezTo>
                  <a:cubicBezTo>
                    <a:pt x="78" y="19"/>
                    <a:pt x="78" y="19"/>
                    <a:pt x="78" y="19"/>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2" name="Google Shape;162;p1"/>
            <p:cNvSpPr/>
            <p:nvPr/>
          </p:nvSpPr>
          <p:spPr>
            <a:xfrm>
              <a:off x="5922963" y="2686051"/>
              <a:ext cx="460375" cy="574675"/>
            </a:xfrm>
            <a:custGeom>
              <a:rect b="b" l="l" r="r" t="t"/>
              <a:pathLst>
                <a:path extrusionOk="0" h="135" w="108">
                  <a:moveTo>
                    <a:pt x="47" y="10"/>
                  </a:moveTo>
                  <a:cubicBezTo>
                    <a:pt x="85" y="0"/>
                    <a:pt x="108" y="31"/>
                    <a:pt x="95" y="82"/>
                  </a:cubicBezTo>
                  <a:cubicBezTo>
                    <a:pt x="82" y="133"/>
                    <a:pt x="78" y="135"/>
                    <a:pt x="78" y="135"/>
                  </a:cubicBezTo>
                  <a:cubicBezTo>
                    <a:pt x="0" y="122"/>
                    <a:pt x="0" y="122"/>
                    <a:pt x="0" y="122"/>
                  </a:cubicBezTo>
                  <a:cubicBezTo>
                    <a:pt x="9" y="72"/>
                    <a:pt x="9" y="20"/>
                    <a:pt x="47" y="1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3" name="Google Shape;163;p1"/>
            <p:cNvSpPr/>
            <p:nvPr/>
          </p:nvSpPr>
          <p:spPr>
            <a:xfrm>
              <a:off x="6477000" y="3559176"/>
              <a:ext cx="280988" cy="203200"/>
            </a:xfrm>
            <a:custGeom>
              <a:rect b="b" l="l" r="r" t="t"/>
              <a:pathLst>
                <a:path extrusionOk="0" h="48" w="66">
                  <a:moveTo>
                    <a:pt x="40" y="0"/>
                  </a:moveTo>
                  <a:cubicBezTo>
                    <a:pt x="34" y="0"/>
                    <a:pt x="34" y="0"/>
                    <a:pt x="34" y="0"/>
                  </a:cubicBezTo>
                  <a:cubicBezTo>
                    <a:pt x="17" y="0"/>
                    <a:pt x="14" y="4"/>
                    <a:pt x="4" y="14"/>
                  </a:cubicBezTo>
                  <a:cubicBezTo>
                    <a:pt x="0" y="35"/>
                    <a:pt x="0" y="35"/>
                    <a:pt x="0" y="35"/>
                  </a:cubicBezTo>
                  <a:cubicBezTo>
                    <a:pt x="27" y="48"/>
                    <a:pt x="41" y="33"/>
                    <a:pt x="41" y="33"/>
                  </a:cubicBezTo>
                  <a:cubicBezTo>
                    <a:pt x="66" y="33"/>
                    <a:pt x="66" y="33"/>
                    <a:pt x="66" y="33"/>
                  </a:cubicBezTo>
                  <a:cubicBezTo>
                    <a:pt x="58" y="13"/>
                    <a:pt x="58" y="13"/>
                    <a:pt x="58" y="13"/>
                  </a:cubicBezTo>
                  <a:cubicBezTo>
                    <a:pt x="54" y="6"/>
                    <a:pt x="48" y="1"/>
                    <a:pt x="40"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4" name="Google Shape;164;p1"/>
            <p:cNvSpPr/>
            <p:nvPr/>
          </p:nvSpPr>
          <p:spPr>
            <a:xfrm>
              <a:off x="6216650" y="1933576"/>
              <a:ext cx="511175" cy="714375"/>
            </a:xfrm>
            <a:custGeom>
              <a:rect b="b" l="l" r="r" t="t"/>
              <a:pathLst>
                <a:path extrusionOk="0" h="168" w="120">
                  <a:moveTo>
                    <a:pt x="7" y="69"/>
                  </a:moveTo>
                  <a:cubicBezTo>
                    <a:pt x="14" y="106"/>
                    <a:pt x="16" y="128"/>
                    <a:pt x="37" y="144"/>
                  </a:cubicBezTo>
                  <a:cubicBezTo>
                    <a:pt x="68" y="168"/>
                    <a:pt x="112" y="145"/>
                    <a:pt x="116" y="107"/>
                  </a:cubicBezTo>
                  <a:cubicBezTo>
                    <a:pt x="120" y="73"/>
                    <a:pt x="108" y="19"/>
                    <a:pt x="70" y="10"/>
                  </a:cubicBezTo>
                  <a:cubicBezTo>
                    <a:pt x="33" y="0"/>
                    <a:pt x="0" y="33"/>
                    <a:pt x="7" y="69"/>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5" name="Google Shape;165;p1"/>
            <p:cNvSpPr/>
            <p:nvPr/>
          </p:nvSpPr>
          <p:spPr>
            <a:xfrm>
              <a:off x="6046788" y="1806576"/>
              <a:ext cx="638175" cy="696913"/>
            </a:xfrm>
            <a:custGeom>
              <a:rect b="b" l="l" r="r" t="t"/>
              <a:pathLst>
                <a:path extrusionOk="0" h="164" w="150">
                  <a:moveTo>
                    <a:pt x="119" y="112"/>
                  </a:moveTo>
                  <a:cubicBezTo>
                    <a:pt x="145" y="110"/>
                    <a:pt x="138" y="83"/>
                    <a:pt x="130" y="77"/>
                  </a:cubicBezTo>
                  <a:cubicBezTo>
                    <a:pt x="142" y="72"/>
                    <a:pt x="150" y="53"/>
                    <a:pt x="139" y="40"/>
                  </a:cubicBezTo>
                  <a:cubicBezTo>
                    <a:pt x="146" y="22"/>
                    <a:pt x="126" y="0"/>
                    <a:pt x="91" y="3"/>
                  </a:cubicBezTo>
                  <a:cubicBezTo>
                    <a:pt x="66" y="6"/>
                    <a:pt x="63" y="19"/>
                    <a:pt x="63" y="19"/>
                  </a:cubicBezTo>
                  <a:cubicBezTo>
                    <a:pt x="63" y="19"/>
                    <a:pt x="33" y="16"/>
                    <a:pt x="21" y="41"/>
                  </a:cubicBezTo>
                  <a:cubicBezTo>
                    <a:pt x="10" y="62"/>
                    <a:pt x="23" y="74"/>
                    <a:pt x="23" y="74"/>
                  </a:cubicBezTo>
                  <a:cubicBezTo>
                    <a:pt x="23" y="74"/>
                    <a:pt x="0" y="80"/>
                    <a:pt x="6" y="110"/>
                  </a:cubicBezTo>
                  <a:cubicBezTo>
                    <a:pt x="13" y="141"/>
                    <a:pt x="38" y="134"/>
                    <a:pt x="38" y="134"/>
                  </a:cubicBezTo>
                  <a:cubicBezTo>
                    <a:pt x="38" y="134"/>
                    <a:pt x="32" y="163"/>
                    <a:pt x="65" y="164"/>
                  </a:cubicBezTo>
                  <a:cubicBezTo>
                    <a:pt x="94" y="164"/>
                    <a:pt x="94" y="143"/>
                    <a:pt x="94" y="143"/>
                  </a:cubicBezTo>
                  <a:cubicBezTo>
                    <a:pt x="94" y="143"/>
                    <a:pt x="131" y="139"/>
                    <a:pt x="119" y="11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6" name="Google Shape;166;p1"/>
            <p:cNvSpPr/>
            <p:nvPr/>
          </p:nvSpPr>
          <p:spPr>
            <a:xfrm>
              <a:off x="6459538" y="2206626"/>
              <a:ext cx="153988" cy="182563"/>
            </a:xfrm>
            <a:custGeom>
              <a:rect b="b" l="l" r="r" t="t"/>
              <a:pathLst>
                <a:path extrusionOk="0" h="43" w="36">
                  <a:moveTo>
                    <a:pt x="3" y="20"/>
                  </a:moveTo>
                  <a:cubicBezTo>
                    <a:pt x="6" y="29"/>
                    <a:pt x="13" y="35"/>
                    <a:pt x="19" y="38"/>
                  </a:cubicBezTo>
                  <a:cubicBezTo>
                    <a:pt x="28" y="43"/>
                    <a:pt x="36" y="33"/>
                    <a:pt x="34" y="23"/>
                  </a:cubicBezTo>
                  <a:cubicBezTo>
                    <a:pt x="33" y="14"/>
                    <a:pt x="24" y="2"/>
                    <a:pt x="14" y="1"/>
                  </a:cubicBezTo>
                  <a:cubicBezTo>
                    <a:pt x="4" y="0"/>
                    <a:pt x="0" y="11"/>
                    <a:pt x="3" y="2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7" name="Google Shape;167;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8" name="Google Shape;168;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9" name="Google Shape;169;p1"/>
            <p:cNvSpPr/>
            <p:nvPr/>
          </p:nvSpPr>
          <p:spPr>
            <a:xfrm>
              <a:off x="8191500" y="5792788"/>
              <a:ext cx="28575" cy="88900"/>
            </a:xfrm>
            <a:custGeom>
              <a:rect b="b" l="l" r="r" t="t"/>
              <a:pathLst>
                <a:path extrusionOk="0" h="56" w="18">
                  <a:moveTo>
                    <a:pt x="0" y="0"/>
                  </a:moveTo>
                  <a:lnTo>
                    <a:pt x="0" y="0"/>
                  </a:lnTo>
                  <a:lnTo>
                    <a:pt x="18" y="56"/>
                  </a:lnTo>
                  <a:lnTo>
                    <a:pt x="18" y="56"/>
                  </a:lnTo>
                  <a:lnTo>
                    <a:pt x="0"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0" name="Google Shape;170;p1"/>
            <p:cNvSpPr/>
            <p:nvPr/>
          </p:nvSpPr>
          <p:spPr>
            <a:xfrm>
              <a:off x="8191500" y="5792788"/>
              <a:ext cx="28575" cy="88900"/>
            </a:xfrm>
            <a:custGeom>
              <a:rect b="b" l="l" r="r" t="t"/>
              <a:pathLst>
                <a:path extrusionOk="0" h="56" w="18">
                  <a:moveTo>
                    <a:pt x="0" y="0"/>
                  </a:moveTo>
                  <a:lnTo>
                    <a:pt x="0" y="0"/>
                  </a:lnTo>
                  <a:lnTo>
                    <a:pt x="18" y="56"/>
                  </a:lnTo>
                  <a:lnTo>
                    <a:pt x="18" y="56"/>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1" name="Google Shape;171;p1"/>
            <p:cNvSpPr/>
            <p:nvPr/>
          </p:nvSpPr>
          <p:spPr>
            <a:xfrm>
              <a:off x="8042275" y="5792788"/>
              <a:ext cx="177800" cy="147638"/>
            </a:xfrm>
            <a:custGeom>
              <a:rect b="b" l="l" r="r" t="t"/>
              <a:pathLst>
                <a:path extrusionOk="0" h="93" w="112">
                  <a:moveTo>
                    <a:pt x="94" y="0"/>
                  </a:moveTo>
                  <a:lnTo>
                    <a:pt x="0" y="34"/>
                  </a:lnTo>
                  <a:lnTo>
                    <a:pt x="16" y="93"/>
                  </a:lnTo>
                  <a:lnTo>
                    <a:pt x="112" y="56"/>
                  </a:lnTo>
                  <a:lnTo>
                    <a:pt x="94"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2" name="Google Shape;172;p1"/>
            <p:cNvSpPr/>
            <p:nvPr/>
          </p:nvSpPr>
          <p:spPr>
            <a:xfrm>
              <a:off x="8042275" y="5792788"/>
              <a:ext cx="177800" cy="147638"/>
            </a:xfrm>
            <a:custGeom>
              <a:rect b="b" l="l" r="r" t="t"/>
              <a:pathLst>
                <a:path extrusionOk="0" h="93" w="112">
                  <a:moveTo>
                    <a:pt x="94" y="0"/>
                  </a:moveTo>
                  <a:lnTo>
                    <a:pt x="0" y="34"/>
                  </a:lnTo>
                  <a:lnTo>
                    <a:pt x="16" y="93"/>
                  </a:lnTo>
                  <a:lnTo>
                    <a:pt x="112" y="56"/>
                  </a:lnTo>
                  <a:lnTo>
                    <a:pt x="94"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3" name="Google Shape;173;p1"/>
            <p:cNvSpPr/>
            <p:nvPr/>
          </p:nvSpPr>
          <p:spPr>
            <a:xfrm>
              <a:off x="8075613" y="5975351"/>
              <a:ext cx="506413" cy="268288"/>
            </a:xfrm>
            <a:custGeom>
              <a:rect b="b" l="l" r="r" t="t"/>
              <a:pathLst>
                <a:path extrusionOk="0" h="63" w="119">
                  <a:moveTo>
                    <a:pt x="43" y="7"/>
                  </a:moveTo>
                  <a:cubicBezTo>
                    <a:pt x="3" y="21"/>
                    <a:pt x="3" y="21"/>
                    <a:pt x="3" y="21"/>
                  </a:cubicBezTo>
                  <a:cubicBezTo>
                    <a:pt x="1" y="21"/>
                    <a:pt x="0" y="23"/>
                    <a:pt x="1" y="24"/>
                  </a:cubicBezTo>
                  <a:cubicBezTo>
                    <a:pt x="10" y="57"/>
                    <a:pt x="10" y="57"/>
                    <a:pt x="10" y="57"/>
                  </a:cubicBezTo>
                  <a:cubicBezTo>
                    <a:pt x="11" y="61"/>
                    <a:pt x="15" y="63"/>
                    <a:pt x="19" y="61"/>
                  </a:cubicBezTo>
                  <a:cubicBezTo>
                    <a:pt x="33" y="56"/>
                    <a:pt x="38" y="53"/>
                    <a:pt x="56" y="46"/>
                  </a:cubicBezTo>
                  <a:cubicBezTo>
                    <a:pt x="66" y="41"/>
                    <a:pt x="92" y="30"/>
                    <a:pt x="106" y="22"/>
                  </a:cubicBezTo>
                  <a:cubicBezTo>
                    <a:pt x="119" y="14"/>
                    <a:pt x="111" y="0"/>
                    <a:pt x="105" y="3"/>
                  </a:cubicBezTo>
                  <a:cubicBezTo>
                    <a:pt x="89" y="8"/>
                    <a:pt x="63" y="11"/>
                    <a:pt x="50" y="7"/>
                  </a:cubicBezTo>
                  <a:cubicBezTo>
                    <a:pt x="48" y="6"/>
                    <a:pt x="46" y="6"/>
                    <a:pt x="43" y="7"/>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4" name="Google Shape;174;p1"/>
            <p:cNvSpPr/>
            <p:nvPr/>
          </p:nvSpPr>
          <p:spPr>
            <a:xfrm>
              <a:off x="6254750" y="4005263"/>
              <a:ext cx="1974850" cy="1854200"/>
            </a:xfrm>
            <a:custGeom>
              <a:rect b="b" l="l" r="r" t="t"/>
              <a:pathLst>
                <a:path extrusionOk="0" h="436" w="464">
                  <a:moveTo>
                    <a:pt x="153" y="6"/>
                  </a:moveTo>
                  <a:cubicBezTo>
                    <a:pt x="153" y="6"/>
                    <a:pt x="422" y="30"/>
                    <a:pt x="429" y="107"/>
                  </a:cubicBezTo>
                  <a:cubicBezTo>
                    <a:pt x="443" y="265"/>
                    <a:pt x="464" y="416"/>
                    <a:pt x="464" y="416"/>
                  </a:cubicBezTo>
                  <a:cubicBezTo>
                    <a:pt x="410" y="436"/>
                    <a:pt x="410" y="436"/>
                    <a:pt x="410" y="436"/>
                  </a:cubicBezTo>
                  <a:cubicBezTo>
                    <a:pt x="410" y="436"/>
                    <a:pt x="343" y="263"/>
                    <a:pt x="344" y="140"/>
                  </a:cubicBezTo>
                  <a:cubicBezTo>
                    <a:pt x="266" y="118"/>
                    <a:pt x="62" y="150"/>
                    <a:pt x="29" y="91"/>
                  </a:cubicBezTo>
                  <a:cubicBezTo>
                    <a:pt x="0" y="38"/>
                    <a:pt x="25" y="0"/>
                    <a:pt x="25" y="0"/>
                  </a:cubicBezTo>
                  <a:cubicBezTo>
                    <a:pt x="153" y="6"/>
                    <a:pt x="153" y="6"/>
                    <a:pt x="153" y="6"/>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5" name="Google Shape;175;p1"/>
            <p:cNvSpPr/>
            <p:nvPr/>
          </p:nvSpPr>
          <p:spPr>
            <a:xfrm>
              <a:off x="7931150" y="5686426"/>
              <a:ext cx="341313" cy="228600"/>
            </a:xfrm>
            <a:custGeom>
              <a:rect b="b" l="l" r="r" t="t"/>
              <a:pathLst>
                <a:path extrusionOk="0" h="144" w="215">
                  <a:moveTo>
                    <a:pt x="32" y="144"/>
                  </a:moveTo>
                  <a:lnTo>
                    <a:pt x="215" y="83"/>
                  </a:lnTo>
                  <a:lnTo>
                    <a:pt x="207" y="0"/>
                  </a:lnTo>
                  <a:lnTo>
                    <a:pt x="0" y="64"/>
                  </a:lnTo>
                  <a:lnTo>
                    <a:pt x="32" y="144"/>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6" name="Google Shape;176;p1"/>
            <p:cNvSpPr/>
            <p:nvPr/>
          </p:nvSpPr>
          <p:spPr>
            <a:xfrm>
              <a:off x="8275638" y="5965826"/>
              <a:ext cx="77788" cy="55563"/>
            </a:xfrm>
            <a:custGeom>
              <a:rect b="b" l="l" r="r" t="t"/>
              <a:pathLst>
                <a:path extrusionOk="0" h="13" w="18">
                  <a:moveTo>
                    <a:pt x="11" y="11"/>
                  </a:moveTo>
                  <a:cubicBezTo>
                    <a:pt x="8" y="12"/>
                    <a:pt x="4" y="12"/>
                    <a:pt x="1" y="13"/>
                  </a:cubicBezTo>
                  <a:cubicBezTo>
                    <a:pt x="0" y="12"/>
                    <a:pt x="0" y="12"/>
                    <a:pt x="0" y="12"/>
                  </a:cubicBezTo>
                  <a:cubicBezTo>
                    <a:pt x="0" y="11"/>
                    <a:pt x="0" y="11"/>
                    <a:pt x="0" y="11"/>
                  </a:cubicBezTo>
                  <a:cubicBezTo>
                    <a:pt x="1" y="10"/>
                    <a:pt x="9" y="0"/>
                    <a:pt x="14" y="0"/>
                  </a:cubicBezTo>
                  <a:cubicBezTo>
                    <a:pt x="15" y="0"/>
                    <a:pt x="16" y="0"/>
                    <a:pt x="17" y="1"/>
                  </a:cubicBezTo>
                  <a:cubicBezTo>
                    <a:pt x="18" y="3"/>
                    <a:pt x="18" y="5"/>
                    <a:pt x="17" y="6"/>
                  </a:cubicBezTo>
                  <a:cubicBezTo>
                    <a:pt x="17" y="8"/>
                    <a:pt x="14" y="10"/>
                    <a:pt x="11" y="11"/>
                  </a:cubicBezTo>
                  <a:close/>
                  <a:moveTo>
                    <a:pt x="3" y="11"/>
                  </a:moveTo>
                  <a:cubicBezTo>
                    <a:pt x="10" y="10"/>
                    <a:pt x="15" y="8"/>
                    <a:pt x="16" y="6"/>
                  </a:cubicBezTo>
                  <a:cubicBezTo>
                    <a:pt x="16" y="5"/>
                    <a:pt x="16" y="4"/>
                    <a:pt x="15" y="2"/>
                  </a:cubicBezTo>
                  <a:cubicBezTo>
                    <a:pt x="15" y="2"/>
                    <a:pt x="15" y="2"/>
                    <a:pt x="14" y="1"/>
                  </a:cubicBezTo>
                  <a:cubicBezTo>
                    <a:pt x="11" y="1"/>
                    <a:pt x="6" y="7"/>
                    <a:pt x="3" y="11"/>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7" name="Google Shape;177;p1"/>
            <p:cNvSpPr/>
            <p:nvPr/>
          </p:nvSpPr>
          <p:spPr>
            <a:xfrm>
              <a:off x="8259763" y="5940426"/>
              <a:ext cx="46038" cy="80963"/>
            </a:xfrm>
            <a:custGeom>
              <a:rect b="b" l="l" r="r" t="t"/>
              <a:pathLst>
                <a:path extrusionOk="0" h="19" w="11">
                  <a:moveTo>
                    <a:pt x="5" y="19"/>
                  </a:moveTo>
                  <a:cubicBezTo>
                    <a:pt x="5" y="19"/>
                    <a:pt x="5" y="19"/>
                    <a:pt x="5" y="19"/>
                  </a:cubicBezTo>
                  <a:cubicBezTo>
                    <a:pt x="4" y="18"/>
                    <a:pt x="4" y="18"/>
                    <a:pt x="4" y="18"/>
                  </a:cubicBezTo>
                  <a:cubicBezTo>
                    <a:pt x="4" y="18"/>
                    <a:pt x="0" y="8"/>
                    <a:pt x="2" y="3"/>
                  </a:cubicBezTo>
                  <a:cubicBezTo>
                    <a:pt x="3" y="2"/>
                    <a:pt x="4" y="1"/>
                    <a:pt x="5" y="0"/>
                  </a:cubicBezTo>
                  <a:cubicBezTo>
                    <a:pt x="7" y="0"/>
                    <a:pt x="8" y="1"/>
                    <a:pt x="9" y="2"/>
                  </a:cubicBezTo>
                  <a:cubicBezTo>
                    <a:pt x="11" y="6"/>
                    <a:pt x="9" y="15"/>
                    <a:pt x="6" y="18"/>
                  </a:cubicBezTo>
                  <a:lnTo>
                    <a:pt x="5" y="19"/>
                  </a:lnTo>
                  <a:close/>
                  <a:moveTo>
                    <a:pt x="5" y="2"/>
                  </a:moveTo>
                  <a:cubicBezTo>
                    <a:pt x="5" y="2"/>
                    <a:pt x="4" y="3"/>
                    <a:pt x="4" y="4"/>
                  </a:cubicBezTo>
                  <a:cubicBezTo>
                    <a:pt x="2" y="6"/>
                    <a:pt x="4" y="13"/>
                    <a:pt x="5" y="16"/>
                  </a:cubicBezTo>
                  <a:cubicBezTo>
                    <a:pt x="8" y="12"/>
                    <a:pt x="9" y="5"/>
                    <a:pt x="8" y="3"/>
                  </a:cubicBezTo>
                  <a:cubicBezTo>
                    <a:pt x="7" y="2"/>
                    <a:pt x="7" y="2"/>
                    <a:pt x="6" y="2"/>
                  </a:cubicBezTo>
                  <a:lnTo>
                    <a:pt x="5" y="2"/>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8" name="Google Shape;178;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9" name="Google Shape;179;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0" name="Google Shape;180;p1"/>
            <p:cNvSpPr/>
            <p:nvPr/>
          </p:nvSpPr>
          <p:spPr>
            <a:xfrm>
              <a:off x="7267575" y="6191251"/>
              <a:ext cx="485775" cy="196850"/>
            </a:xfrm>
            <a:custGeom>
              <a:rect b="b" l="l" r="r" t="t"/>
              <a:pathLst>
                <a:path extrusionOk="0" h="46" w="114">
                  <a:moveTo>
                    <a:pt x="49" y="2"/>
                  </a:moveTo>
                  <a:cubicBezTo>
                    <a:pt x="6" y="0"/>
                    <a:pt x="6" y="0"/>
                    <a:pt x="6" y="0"/>
                  </a:cubicBezTo>
                  <a:cubicBezTo>
                    <a:pt x="5" y="0"/>
                    <a:pt x="4" y="1"/>
                    <a:pt x="4" y="3"/>
                  </a:cubicBezTo>
                  <a:cubicBezTo>
                    <a:pt x="0" y="37"/>
                    <a:pt x="0" y="37"/>
                    <a:pt x="0" y="37"/>
                  </a:cubicBezTo>
                  <a:cubicBezTo>
                    <a:pt x="0" y="40"/>
                    <a:pt x="3" y="44"/>
                    <a:pt x="7" y="44"/>
                  </a:cubicBezTo>
                  <a:cubicBezTo>
                    <a:pt x="22" y="44"/>
                    <a:pt x="29" y="44"/>
                    <a:pt x="48" y="44"/>
                  </a:cubicBezTo>
                  <a:cubicBezTo>
                    <a:pt x="60" y="44"/>
                    <a:pt x="82" y="46"/>
                    <a:pt x="98" y="44"/>
                  </a:cubicBezTo>
                  <a:cubicBezTo>
                    <a:pt x="114" y="42"/>
                    <a:pt x="112" y="26"/>
                    <a:pt x="105" y="26"/>
                  </a:cubicBezTo>
                  <a:cubicBezTo>
                    <a:pt x="89" y="25"/>
                    <a:pt x="67" y="13"/>
                    <a:pt x="56" y="4"/>
                  </a:cubicBezTo>
                  <a:cubicBezTo>
                    <a:pt x="54" y="3"/>
                    <a:pt x="52" y="2"/>
                    <a:pt x="49" y="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1" name="Google Shape;181;p1"/>
            <p:cNvSpPr/>
            <p:nvPr/>
          </p:nvSpPr>
          <p:spPr>
            <a:xfrm>
              <a:off x="7489825" y="6183313"/>
              <a:ext cx="84138" cy="47625"/>
            </a:xfrm>
            <a:custGeom>
              <a:rect b="b" l="l" r="r" t="t"/>
              <a:pathLst>
                <a:path extrusionOk="0" h="11" w="20">
                  <a:moveTo>
                    <a:pt x="11" y="11"/>
                  </a:moveTo>
                  <a:cubicBezTo>
                    <a:pt x="7" y="11"/>
                    <a:pt x="3" y="10"/>
                    <a:pt x="1" y="9"/>
                  </a:cubicBezTo>
                  <a:cubicBezTo>
                    <a:pt x="0" y="8"/>
                    <a:pt x="0" y="8"/>
                    <a:pt x="0" y="8"/>
                  </a:cubicBezTo>
                  <a:cubicBezTo>
                    <a:pt x="0" y="8"/>
                    <a:pt x="0" y="8"/>
                    <a:pt x="0" y="8"/>
                  </a:cubicBezTo>
                  <a:cubicBezTo>
                    <a:pt x="2" y="7"/>
                    <a:pt x="13" y="0"/>
                    <a:pt x="17" y="2"/>
                  </a:cubicBezTo>
                  <a:cubicBezTo>
                    <a:pt x="18" y="2"/>
                    <a:pt x="19" y="3"/>
                    <a:pt x="19" y="4"/>
                  </a:cubicBezTo>
                  <a:cubicBezTo>
                    <a:pt x="20" y="6"/>
                    <a:pt x="19" y="8"/>
                    <a:pt x="18" y="9"/>
                  </a:cubicBezTo>
                  <a:cubicBezTo>
                    <a:pt x="17" y="11"/>
                    <a:pt x="14" y="11"/>
                    <a:pt x="11" y="11"/>
                  </a:cubicBezTo>
                  <a:close/>
                  <a:moveTo>
                    <a:pt x="3" y="8"/>
                  </a:moveTo>
                  <a:cubicBezTo>
                    <a:pt x="10" y="10"/>
                    <a:pt x="15" y="10"/>
                    <a:pt x="17" y="8"/>
                  </a:cubicBezTo>
                  <a:cubicBezTo>
                    <a:pt x="18" y="7"/>
                    <a:pt x="18" y="6"/>
                    <a:pt x="18" y="5"/>
                  </a:cubicBezTo>
                  <a:cubicBezTo>
                    <a:pt x="17" y="4"/>
                    <a:pt x="17" y="4"/>
                    <a:pt x="17" y="3"/>
                  </a:cubicBezTo>
                  <a:cubicBezTo>
                    <a:pt x="14" y="2"/>
                    <a:pt x="8" y="5"/>
                    <a:pt x="3" y="8"/>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2" name="Google Shape;182;p1"/>
            <p:cNvSpPr/>
            <p:nvPr/>
          </p:nvSpPr>
          <p:spPr>
            <a:xfrm>
              <a:off x="7485063" y="6149976"/>
              <a:ext cx="50800" cy="71438"/>
            </a:xfrm>
            <a:custGeom>
              <a:rect b="b" l="l" r="r" t="t"/>
              <a:pathLst>
                <a:path extrusionOk="0" h="17" w="12">
                  <a:moveTo>
                    <a:pt x="2" y="17"/>
                  </a:moveTo>
                  <a:cubicBezTo>
                    <a:pt x="1" y="17"/>
                    <a:pt x="1" y="17"/>
                    <a:pt x="1" y="17"/>
                  </a:cubicBezTo>
                  <a:cubicBezTo>
                    <a:pt x="1" y="16"/>
                    <a:pt x="1" y="16"/>
                    <a:pt x="1" y="16"/>
                  </a:cubicBezTo>
                  <a:cubicBezTo>
                    <a:pt x="1" y="16"/>
                    <a:pt x="0" y="5"/>
                    <a:pt x="4" y="1"/>
                  </a:cubicBezTo>
                  <a:cubicBezTo>
                    <a:pt x="6" y="0"/>
                    <a:pt x="7" y="0"/>
                    <a:pt x="8" y="0"/>
                  </a:cubicBezTo>
                  <a:cubicBezTo>
                    <a:pt x="10" y="0"/>
                    <a:pt x="11" y="1"/>
                    <a:pt x="11" y="3"/>
                  </a:cubicBezTo>
                  <a:cubicBezTo>
                    <a:pt x="12" y="7"/>
                    <a:pt x="6" y="15"/>
                    <a:pt x="2" y="17"/>
                  </a:cubicBezTo>
                  <a:close/>
                  <a:moveTo>
                    <a:pt x="8" y="2"/>
                  </a:moveTo>
                  <a:cubicBezTo>
                    <a:pt x="7" y="2"/>
                    <a:pt x="6" y="2"/>
                    <a:pt x="6" y="3"/>
                  </a:cubicBezTo>
                  <a:cubicBezTo>
                    <a:pt x="3" y="5"/>
                    <a:pt x="3" y="11"/>
                    <a:pt x="3" y="15"/>
                  </a:cubicBezTo>
                  <a:cubicBezTo>
                    <a:pt x="6" y="12"/>
                    <a:pt x="10" y="6"/>
                    <a:pt x="10" y="3"/>
                  </a:cubicBezTo>
                  <a:cubicBezTo>
                    <a:pt x="10" y="3"/>
                    <a:pt x="9" y="2"/>
                    <a:pt x="8" y="2"/>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3" name="Google Shape;183;p1"/>
            <p:cNvSpPr/>
            <p:nvPr/>
          </p:nvSpPr>
          <p:spPr>
            <a:xfrm>
              <a:off x="7323138" y="5995988"/>
              <a:ext cx="4763" cy="68263"/>
            </a:xfrm>
            <a:custGeom>
              <a:rect b="b" l="l" r="r" t="t"/>
              <a:pathLst>
                <a:path extrusionOk="0" h="43" w="3">
                  <a:moveTo>
                    <a:pt x="3" y="0"/>
                  </a:moveTo>
                  <a:lnTo>
                    <a:pt x="3" y="0"/>
                  </a:lnTo>
                  <a:lnTo>
                    <a:pt x="0" y="43"/>
                  </a:lnTo>
                  <a:lnTo>
                    <a:pt x="0" y="43"/>
                  </a:lnTo>
                  <a:lnTo>
                    <a:pt x="3"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4" name="Google Shape;184;p1"/>
            <p:cNvSpPr/>
            <p:nvPr/>
          </p:nvSpPr>
          <p:spPr>
            <a:xfrm>
              <a:off x="7323138" y="5995988"/>
              <a:ext cx="4763" cy="68263"/>
            </a:xfrm>
            <a:custGeom>
              <a:rect b="b" l="l" r="r" t="t"/>
              <a:pathLst>
                <a:path extrusionOk="0" h="43" w="3">
                  <a:moveTo>
                    <a:pt x="3" y="0"/>
                  </a:moveTo>
                  <a:lnTo>
                    <a:pt x="3" y="0"/>
                  </a:lnTo>
                  <a:lnTo>
                    <a:pt x="0" y="43"/>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5" name="Google Shape;185;p1"/>
            <p:cNvSpPr/>
            <p:nvPr/>
          </p:nvSpPr>
          <p:spPr>
            <a:xfrm>
              <a:off x="7323138" y="5992813"/>
              <a:ext cx="166688" cy="71438"/>
            </a:xfrm>
            <a:custGeom>
              <a:rect b="b" l="l" r="r" t="t"/>
              <a:pathLst>
                <a:path extrusionOk="0" h="45" w="105">
                  <a:moveTo>
                    <a:pt x="105" y="0"/>
                  </a:moveTo>
                  <a:lnTo>
                    <a:pt x="3" y="2"/>
                  </a:lnTo>
                  <a:lnTo>
                    <a:pt x="0" y="45"/>
                  </a:lnTo>
                  <a:lnTo>
                    <a:pt x="102" y="45"/>
                  </a:lnTo>
                  <a:lnTo>
                    <a:pt x="105"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6" name="Google Shape;186;p1"/>
            <p:cNvSpPr/>
            <p:nvPr/>
          </p:nvSpPr>
          <p:spPr>
            <a:xfrm>
              <a:off x="7323138" y="5992813"/>
              <a:ext cx="166688" cy="71438"/>
            </a:xfrm>
            <a:custGeom>
              <a:rect b="b" l="l" r="r" t="t"/>
              <a:pathLst>
                <a:path extrusionOk="0" h="45" w="105">
                  <a:moveTo>
                    <a:pt x="105" y="0"/>
                  </a:moveTo>
                  <a:lnTo>
                    <a:pt x="3" y="2"/>
                  </a:lnTo>
                  <a:lnTo>
                    <a:pt x="0" y="45"/>
                  </a:lnTo>
                  <a:lnTo>
                    <a:pt x="102" y="45"/>
                  </a:lnTo>
                  <a:lnTo>
                    <a:pt x="10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7" name="Google Shape;187;p1"/>
            <p:cNvSpPr/>
            <p:nvPr/>
          </p:nvSpPr>
          <p:spPr>
            <a:xfrm>
              <a:off x="5919788" y="3992563"/>
              <a:ext cx="1841500" cy="2003425"/>
            </a:xfrm>
            <a:custGeom>
              <a:rect b="b" l="l" r="r" t="t"/>
              <a:pathLst>
                <a:path extrusionOk="0" h="471" w="433">
                  <a:moveTo>
                    <a:pt x="143" y="5"/>
                  </a:moveTo>
                  <a:cubicBezTo>
                    <a:pt x="143" y="5"/>
                    <a:pt x="433" y="49"/>
                    <a:pt x="428" y="116"/>
                  </a:cubicBezTo>
                  <a:cubicBezTo>
                    <a:pt x="420" y="236"/>
                    <a:pt x="379" y="470"/>
                    <a:pt x="379" y="470"/>
                  </a:cubicBezTo>
                  <a:cubicBezTo>
                    <a:pt x="322" y="471"/>
                    <a:pt x="322" y="471"/>
                    <a:pt x="322" y="471"/>
                  </a:cubicBezTo>
                  <a:cubicBezTo>
                    <a:pt x="322" y="471"/>
                    <a:pt x="309" y="230"/>
                    <a:pt x="330" y="143"/>
                  </a:cubicBezTo>
                  <a:cubicBezTo>
                    <a:pt x="259" y="143"/>
                    <a:pt x="58" y="140"/>
                    <a:pt x="31" y="104"/>
                  </a:cubicBezTo>
                  <a:cubicBezTo>
                    <a:pt x="0" y="63"/>
                    <a:pt x="32" y="0"/>
                    <a:pt x="32" y="0"/>
                  </a:cubicBezTo>
                  <a:cubicBezTo>
                    <a:pt x="143" y="5"/>
                    <a:pt x="143" y="5"/>
                    <a:pt x="143"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8" name="Google Shape;188;p1"/>
            <p:cNvSpPr/>
            <p:nvPr/>
          </p:nvSpPr>
          <p:spPr>
            <a:xfrm>
              <a:off x="7246938" y="5856288"/>
              <a:ext cx="322263" cy="157163"/>
            </a:xfrm>
            <a:custGeom>
              <a:rect b="b" l="l" r="r" t="t"/>
              <a:pathLst>
                <a:path extrusionOk="0" h="99" w="203">
                  <a:moveTo>
                    <a:pt x="11" y="99"/>
                  </a:moveTo>
                  <a:lnTo>
                    <a:pt x="195" y="96"/>
                  </a:lnTo>
                  <a:lnTo>
                    <a:pt x="203" y="0"/>
                  </a:lnTo>
                  <a:lnTo>
                    <a:pt x="0" y="8"/>
                  </a:lnTo>
                  <a:lnTo>
                    <a:pt x="11" y="99"/>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9" name="Google Shape;189;p1"/>
            <p:cNvSpPr/>
            <p:nvPr/>
          </p:nvSpPr>
          <p:spPr>
            <a:xfrm>
              <a:off x="6000750" y="2690813"/>
              <a:ext cx="904875" cy="1339850"/>
            </a:xfrm>
            <a:custGeom>
              <a:rect b="b" l="l" r="r" t="t"/>
              <a:pathLst>
                <a:path extrusionOk="0" h="315" w="213">
                  <a:moveTo>
                    <a:pt x="175" y="5"/>
                  </a:moveTo>
                  <a:cubicBezTo>
                    <a:pt x="152" y="0"/>
                    <a:pt x="47" y="2"/>
                    <a:pt x="47" y="2"/>
                  </a:cubicBezTo>
                  <a:cubicBezTo>
                    <a:pt x="25" y="1"/>
                    <a:pt x="6" y="17"/>
                    <a:pt x="4" y="39"/>
                  </a:cubicBezTo>
                  <a:cubicBezTo>
                    <a:pt x="0" y="71"/>
                    <a:pt x="21" y="144"/>
                    <a:pt x="21" y="181"/>
                  </a:cubicBezTo>
                  <a:cubicBezTo>
                    <a:pt x="22" y="226"/>
                    <a:pt x="13" y="245"/>
                    <a:pt x="13" y="306"/>
                  </a:cubicBezTo>
                  <a:cubicBezTo>
                    <a:pt x="213" y="315"/>
                    <a:pt x="213" y="315"/>
                    <a:pt x="213" y="315"/>
                  </a:cubicBezTo>
                  <a:cubicBezTo>
                    <a:pt x="213" y="192"/>
                    <a:pt x="208" y="90"/>
                    <a:pt x="203" y="41"/>
                  </a:cubicBezTo>
                  <a:cubicBezTo>
                    <a:pt x="201" y="24"/>
                    <a:pt x="198" y="10"/>
                    <a:pt x="175" y="5"/>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0" name="Google Shape;190;p1"/>
            <p:cNvSpPr/>
            <p:nvPr/>
          </p:nvSpPr>
          <p:spPr>
            <a:xfrm>
              <a:off x="6013450" y="2698751"/>
              <a:ext cx="892175" cy="1331913"/>
            </a:xfrm>
            <a:custGeom>
              <a:rect b="b" l="l" r="r" t="t"/>
              <a:pathLst>
                <a:path extrusionOk="0" h="313" w="210">
                  <a:moveTo>
                    <a:pt x="76" y="0"/>
                  </a:moveTo>
                  <a:cubicBezTo>
                    <a:pt x="57" y="0"/>
                    <a:pt x="44" y="0"/>
                    <a:pt x="44" y="0"/>
                  </a:cubicBezTo>
                  <a:cubicBezTo>
                    <a:pt x="43" y="0"/>
                    <a:pt x="43" y="0"/>
                    <a:pt x="42" y="0"/>
                  </a:cubicBezTo>
                  <a:cubicBezTo>
                    <a:pt x="21" y="0"/>
                    <a:pt x="3" y="16"/>
                    <a:pt x="1" y="37"/>
                  </a:cubicBezTo>
                  <a:cubicBezTo>
                    <a:pt x="0" y="40"/>
                    <a:pt x="0" y="42"/>
                    <a:pt x="0" y="46"/>
                  </a:cubicBezTo>
                  <a:cubicBezTo>
                    <a:pt x="0" y="81"/>
                    <a:pt x="18" y="145"/>
                    <a:pt x="18" y="179"/>
                  </a:cubicBezTo>
                  <a:cubicBezTo>
                    <a:pt x="18" y="181"/>
                    <a:pt x="18" y="183"/>
                    <a:pt x="18" y="185"/>
                  </a:cubicBezTo>
                  <a:cubicBezTo>
                    <a:pt x="18" y="226"/>
                    <a:pt x="10" y="245"/>
                    <a:pt x="10" y="304"/>
                  </a:cubicBezTo>
                  <a:cubicBezTo>
                    <a:pt x="210" y="313"/>
                    <a:pt x="210" y="313"/>
                    <a:pt x="210" y="313"/>
                  </a:cubicBezTo>
                  <a:cubicBezTo>
                    <a:pt x="210" y="307"/>
                    <a:pt x="210" y="301"/>
                    <a:pt x="210" y="295"/>
                  </a:cubicBezTo>
                  <a:cubicBezTo>
                    <a:pt x="210" y="295"/>
                    <a:pt x="210" y="295"/>
                    <a:pt x="210" y="295"/>
                  </a:cubicBezTo>
                  <a:cubicBezTo>
                    <a:pt x="210" y="284"/>
                    <a:pt x="210" y="273"/>
                    <a:pt x="210" y="262"/>
                  </a:cubicBezTo>
                  <a:cubicBezTo>
                    <a:pt x="210" y="253"/>
                    <a:pt x="210" y="244"/>
                    <a:pt x="210" y="235"/>
                  </a:cubicBezTo>
                  <a:cubicBezTo>
                    <a:pt x="208" y="148"/>
                    <a:pt x="204" y="77"/>
                    <a:pt x="200" y="39"/>
                  </a:cubicBezTo>
                  <a:cubicBezTo>
                    <a:pt x="198" y="22"/>
                    <a:pt x="195" y="8"/>
                    <a:pt x="172" y="3"/>
                  </a:cubicBezTo>
                  <a:cubicBezTo>
                    <a:pt x="157" y="0"/>
                    <a:pt x="109" y="0"/>
                    <a:pt x="76" y="0"/>
                  </a:cubicBezTo>
                </a:path>
              </a:pathLst>
            </a:custGeom>
            <a:solidFill>
              <a:srgbClr val="7AA3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1" name="Google Shape;191;p1"/>
            <p:cNvSpPr/>
            <p:nvPr/>
          </p:nvSpPr>
          <p:spPr>
            <a:xfrm>
              <a:off x="6629400" y="2878138"/>
              <a:ext cx="804863" cy="858838"/>
            </a:xfrm>
            <a:custGeom>
              <a:rect b="b" l="l" r="r" t="t"/>
              <a:pathLst>
                <a:path extrusionOk="0" h="202" w="189">
                  <a:moveTo>
                    <a:pt x="54" y="0"/>
                  </a:moveTo>
                  <a:cubicBezTo>
                    <a:pt x="61" y="21"/>
                    <a:pt x="67" y="44"/>
                    <a:pt x="74" y="65"/>
                  </a:cubicBezTo>
                  <a:cubicBezTo>
                    <a:pt x="80" y="87"/>
                    <a:pt x="87" y="109"/>
                    <a:pt x="94" y="129"/>
                  </a:cubicBezTo>
                  <a:cubicBezTo>
                    <a:pt x="96" y="135"/>
                    <a:pt x="98" y="139"/>
                    <a:pt x="100" y="144"/>
                  </a:cubicBezTo>
                  <a:cubicBezTo>
                    <a:pt x="103" y="152"/>
                    <a:pt x="103" y="152"/>
                    <a:pt x="103" y="152"/>
                  </a:cubicBezTo>
                  <a:cubicBezTo>
                    <a:pt x="104" y="152"/>
                    <a:pt x="104" y="152"/>
                    <a:pt x="104" y="152"/>
                  </a:cubicBezTo>
                  <a:cubicBezTo>
                    <a:pt x="104" y="153"/>
                    <a:pt x="104" y="153"/>
                    <a:pt x="104" y="153"/>
                  </a:cubicBezTo>
                  <a:cubicBezTo>
                    <a:pt x="104" y="153"/>
                    <a:pt x="104" y="153"/>
                    <a:pt x="104" y="153"/>
                  </a:cubicBezTo>
                  <a:cubicBezTo>
                    <a:pt x="104" y="153"/>
                    <a:pt x="104" y="153"/>
                    <a:pt x="104" y="153"/>
                  </a:cubicBezTo>
                  <a:cubicBezTo>
                    <a:pt x="104" y="153"/>
                    <a:pt x="104" y="153"/>
                    <a:pt x="104" y="153"/>
                  </a:cubicBezTo>
                  <a:cubicBezTo>
                    <a:pt x="103" y="151"/>
                    <a:pt x="102" y="150"/>
                    <a:pt x="101" y="150"/>
                  </a:cubicBezTo>
                  <a:cubicBezTo>
                    <a:pt x="100" y="148"/>
                    <a:pt x="99" y="148"/>
                    <a:pt x="99" y="148"/>
                  </a:cubicBezTo>
                  <a:cubicBezTo>
                    <a:pt x="99" y="148"/>
                    <a:pt x="100" y="149"/>
                    <a:pt x="102" y="150"/>
                  </a:cubicBezTo>
                  <a:cubicBezTo>
                    <a:pt x="104" y="151"/>
                    <a:pt x="106" y="152"/>
                    <a:pt x="108" y="152"/>
                  </a:cubicBezTo>
                  <a:cubicBezTo>
                    <a:pt x="113" y="154"/>
                    <a:pt x="118" y="155"/>
                    <a:pt x="123" y="157"/>
                  </a:cubicBezTo>
                  <a:cubicBezTo>
                    <a:pt x="144" y="162"/>
                    <a:pt x="167" y="166"/>
                    <a:pt x="189" y="171"/>
                  </a:cubicBezTo>
                  <a:cubicBezTo>
                    <a:pt x="188" y="199"/>
                    <a:pt x="188" y="199"/>
                    <a:pt x="188" y="199"/>
                  </a:cubicBezTo>
                  <a:cubicBezTo>
                    <a:pt x="176" y="200"/>
                    <a:pt x="164" y="201"/>
                    <a:pt x="152" y="202"/>
                  </a:cubicBezTo>
                  <a:cubicBezTo>
                    <a:pt x="140" y="202"/>
                    <a:pt x="128" y="202"/>
                    <a:pt x="116" y="201"/>
                  </a:cubicBezTo>
                  <a:cubicBezTo>
                    <a:pt x="110" y="200"/>
                    <a:pt x="103" y="200"/>
                    <a:pt x="97" y="198"/>
                  </a:cubicBezTo>
                  <a:cubicBezTo>
                    <a:pt x="93" y="198"/>
                    <a:pt x="90" y="197"/>
                    <a:pt x="86" y="196"/>
                  </a:cubicBezTo>
                  <a:cubicBezTo>
                    <a:pt x="82" y="195"/>
                    <a:pt x="78" y="193"/>
                    <a:pt x="73" y="191"/>
                  </a:cubicBezTo>
                  <a:cubicBezTo>
                    <a:pt x="71" y="189"/>
                    <a:pt x="68" y="187"/>
                    <a:pt x="64" y="184"/>
                  </a:cubicBezTo>
                  <a:cubicBezTo>
                    <a:pt x="63" y="182"/>
                    <a:pt x="61" y="180"/>
                    <a:pt x="59" y="177"/>
                  </a:cubicBezTo>
                  <a:cubicBezTo>
                    <a:pt x="58" y="174"/>
                    <a:pt x="58" y="174"/>
                    <a:pt x="58" y="174"/>
                  </a:cubicBezTo>
                  <a:cubicBezTo>
                    <a:pt x="53" y="166"/>
                    <a:pt x="53" y="166"/>
                    <a:pt x="53" y="166"/>
                  </a:cubicBezTo>
                  <a:cubicBezTo>
                    <a:pt x="51" y="160"/>
                    <a:pt x="48" y="155"/>
                    <a:pt x="46" y="149"/>
                  </a:cubicBezTo>
                  <a:cubicBezTo>
                    <a:pt x="41" y="138"/>
                    <a:pt x="36" y="127"/>
                    <a:pt x="32" y="116"/>
                  </a:cubicBezTo>
                  <a:cubicBezTo>
                    <a:pt x="28" y="104"/>
                    <a:pt x="24" y="93"/>
                    <a:pt x="20" y="82"/>
                  </a:cubicBezTo>
                  <a:cubicBezTo>
                    <a:pt x="13" y="60"/>
                    <a:pt x="6" y="37"/>
                    <a:pt x="0" y="14"/>
                  </a:cubicBezTo>
                  <a:lnTo>
                    <a:pt x="54"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2" name="Google Shape;192;p1"/>
            <p:cNvSpPr/>
            <p:nvPr/>
          </p:nvSpPr>
          <p:spPr>
            <a:xfrm>
              <a:off x="6497638" y="2665413"/>
              <a:ext cx="514350" cy="630238"/>
            </a:xfrm>
            <a:custGeom>
              <a:rect b="b" l="l" r="r" t="t"/>
              <a:pathLst>
                <a:path extrusionOk="0" h="148" w="121">
                  <a:moveTo>
                    <a:pt x="28" y="27"/>
                  </a:moveTo>
                  <a:cubicBezTo>
                    <a:pt x="56" y="0"/>
                    <a:pt x="91" y="15"/>
                    <a:pt x="106" y="65"/>
                  </a:cubicBezTo>
                  <a:cubicBezTo>
                    <a:pt x="121" y="116"/>
                    <a:pt x="118" y="120"/>
                    <a:pt x="118" y="120"/>
                  </a:cubicBezTo>
                  <a:cubicBezTo>
                    <a:pt x="45" y="148"/>
                    <a:pt x="45" y="148"/>
                    <a:pt x="45" y="148"/>
                  </a:cubicBezTo>
                  <a:cubicBezTo>
                    <a:pt x="27" y="100"/>
                    <a:pt x="0" y="56"/>
                    <a:pt x="28"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3" name="Google Shape;193;p1"/>
            <p:cNvSpPr/>
            <p:nvPr/>
          </p:nvSpPr>
          <p:spPr>
            <a:xfrm>
              <a:off x="7348538" y="3559176"/>
              <a:ext cx="280988" cy="207963"/>
            </a:xfrm>
            <a:custGeom>
              <a:rect b="b" l="l" r="r" t="t"/>
              <a:pathLst>
                <a:path extrusionOk="0" h="49" w="66">
                  <a:moveTo>
                    <a:pt x="39" y="0"/>
                  </a:moveTo>
                  <a:cubicBezTo>
                    <a:pt x="34" y="0"/>
                    <a:pt x="34" y="0"/>
                    <a:pt x="34" y="0"/>
                  </a:cubicBezTo>
                  <a:cubicBezTo>
                    <a:pt x="17" y="0"/>
                    <a:pt x="14" y="4"/>
                    <a:pt x="4" y="14"/>
                  </a:cubicBezTo>
                  <a:cubicBezTo>
                    <a:pt x="0" y="35"/>
                    <a:pt x="0" y="35"/>
                    <a:pt x="0" y="35"/>
                  </a:cubicBezTo>
                  <a:cubicBezTo>
                    <a:pt x="27" y="49"/>
                    <a:pt x="41" y="33"/>
                    <a:pt x="41" y="33"/>
                  </a:cubicBezTo>
                  <a:cubicBezTo>
                    <a:pt x="66" y="33"/>
                    <a:pt x="66" y="33"/>
                    <a:pt x="66" y="33"/>
                  </a:cubicBezTo>
                  <a:cubicBezTo>
                    <a:pt x="58" y="13"/>
                    <a:pt x="58" y="13"/>
                    <a:pt x="58" y="13"/>
                  </a:cubicBezTo>
                  <a:cubicBezTo>
                    <a:pt x="54" y="6"/>
                    <a:pt x="47" y="1"/>
                    <a:pt x="39" y="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4" name="Google Shape;194;p1"/>
            <p:cNvSpPr/>
            <p:nvPr/>
          </p:nvSpPr>
          <p:spPr>
            <a:xfrm>
              <a:off x="6046788" y="4503738"/>
              <a:ext cx="1177925" cy="157163"/>
            </a:xfrm>
            <a:custGeom>
              <a:rect b="b" l="l" r="r" t="t"/>
              <a:pathLst>
                <a:path extrusionOk="0" h="37" w="277">
                  <a:moveTo>
                    <a:pt x="10" y="37"/>
                  </a:moveTo>
                  <a:cubicBezTo>
                    <a:pt x="267" y="37"/>
                    <a:pt x="267" y="37"/>
                    <a:pt x="267" y="37"/>
                  </a:cubicBezTo>
                  <a:cubicBezTo>
                    <a:pt x="272" y="37"/>
                    <a:pt x="277" y="33"/>
                    <a:pt x="277" y="27"/>
                  </a:cubicBezTo>
                  <a:cubicBezTo>
                    <a:pt x="277" y="11"/>
                    <a:pt x="277" y="11"/>
                    <a:pt x="277" y="11"/>
                  </a:cubicBezTo>
                  <a:cubicBezTo>
                    <a:pt x="277" y="5"/>
                    <a:pt x="272" y="0"/>
                    <a:pt x="267" y="0"/>
                  </a:cubicBezTo>
                  <a:cubicBezTo>
                    <a:pt x="10" y="0"/>
                    <a:pt x="10" y="0"/>
                    <a:pt x="10" y="0"/>
                  </a:cubicBezTo>
                  <a:cubicBezTo>
                    <a:pt x="5" y="0"/>
                    <a:pt x="0" y="5"/>
                    <a:pt x="0" y="11"/>
                  </a:cubicBezTo>
                  <a:cubicBezTo>
                    <a:pt x="0" y="27"/>
                    <a:pt x="0" y="27"/>
                    <a:pt x="0" y="27"/>
                  </a:cubicBezTo>
                  <a:cubicBezTo>
                    <a:pt x="0" y="33"/>
                    <a:pt x="5" y="37"/>
                    <a:pt x="10" y="3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5" name="Google Shape;195;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6" name="Google Shape;196;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7" name="Google Shape;197;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8" name="Google Shape;198;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9" name="Google Shape;199;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0" name="Google Shape;200;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1" name="Google Shape;201;p1"/>
            <p:cNvSpPr/>
            <p:nvPr/>
          </p:nvSpPr>
          <p:spPr>
            <a:xfrm>
              <a:off x="6804025" y="4660901"/>
              <a:ext cx="4763" cy="68263"/>
            </a:xfrm>
            <a:custGeom>
              <a:rect b="b" l="l" r="r" t="t"/>
              <a:pathLst>
                <a:path extrusionOk="0" h="43" w="3">
                  <a:moveTo>
                    <a:pt x="3" y="0"/>
                  </a:moveTo>
                  <a:lnTo>
                    <a:pt x="0" y="0"/>
                  </a:lnTo>
                  <a:lnTo>
                    <a:pt x="0" y="43"/>
                  </a:lnTo>
                  <a:lnTo>
                    <a:pt x="3" y="0"/>
                  </a:lnTo>
                  <a:close/>
                </a:path>
              </a:pathLst>
            </a:custGeom>
            <a:solidFill>
              <a:srgbClr val="8CB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2" name="Google Shape;202;p1"/>
            <p:cNvSpPr/>
            <p:nvPr/>
          </p:nvSpPr>
          <p:spPr>
            <a:xfrm>
              <a:off x="6804025" y="4660901"/>
              <a:ext cx="4763" cy="68263"/>
            </a:xfrm>
            <a:custGeom>
              <a:rect b="b" l="l" r="r" t="t"/>
              <a:pathLst>
                <a:path extrusionOk="0" h="43" w="3">
                  <a:moveTo>
                    <a:pt x="3" y="0"/>
                  </a:moveTo>
                  <a:lnTo>
                    <a:pt x="0" y="0"/>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3" name="Google Shape;203;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4" name="Google Shape;204;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5" name="Google Shape;205;p1"/>
            <p:cNvSpPr/>
            <p:nvPr/>
          </p:nvSpPr>
          <p:spPr>
            <a:xfrm>
              <a:off x="7105650" y="4737101"/>
              <a:ext cx="119063" cy="1671638"/>
            </a:xfrm>
            <a:custGeom>
              <a:rect b="b" l="l" r="r" t="t"/>
              <a:pathLst>
                <a:path extrusionOk="0" h="1053" w="75">
                  <a:moveTo>
                    <a:pt x="41" y="0"/>
                  </a:moveTo>
                  <a:lnTo>
                    <a:pt x="0" y="0"/>
                  </a:lnTo>
                  <a:lnTo>
                    <a:pt x="46" y="1053"/>
                  </a:lnTo>
                  <a:lnTo>
                    <a:pt x="75" y="1053"/>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6" name="Google Shape;206;p1"/>
            <p:cNvSpPr/>
            <p:nvPr/>
          </p:nvSpPr>
          <p:spPr>
            <a:xfrm>
              <a:off x="6102350" y="4660901"/>
              <a:ext cx="68263" cy="76200"/>
            </a:xfrm>
            <a:custGeom>
              <a:rect b="b" l="l" r="r" t="t"/>
              <a:pathLst>
                <a:path extrusionOk="0" h="48" w="43">
                  <a:moveTo>
                    <a:pt x="0" y="0"/>
                  </a:moveTo>
                  <a:lnTo>
                    <a:pt x="0" y="0"/>
                  </a:lnTo>
                  <a:lnTo>
                    <a:pt x="0" y="48"/>
                  </a:lnTo>
                  <a:lnTo>
                    <a:pt x="0" y="48"/>
                  </a:lnTo>
                  <a:lnTo>
                    <a:pt x="0" y="0"/>
                  </a:lnTo>
                  <a:close/>
                  <a:moveTo>
                    <a:pt x="43" y="0"/>
                  </a:moveTo>
                  <a:lnTo>
                    <a:pt x="43" y="0"/>
                  </a:lnTo>
                  <a:lnTo>
                    <a:pt x="40" y="48"/>
                  </a:lnTo>
                  <a:lnTo>
                    <a:pt x="40"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7" name="Google Shape;207;p1"/>
            <p:cNvSpPr/>
            <p:nvPr/>
          </p:nvSpPr>
          <p:spPr>
            <a:xfrm>
              <a:off x="6102350" y="4660901"/>
              <a:ext cx="68263" cy="76200"/>
            </a:xfrm>
            <a:custGeom>
              <a:rect b="b" l="l" r="r" t="t"/>
              <a:pathLst>
                <a:path extrusionOk="0" h="48" w="43">
                  <a:moveTo>
                    <a:pt x="0" y="0"/>
                  </a:moveTo>
                  <a:lnTo>
                    <a:pt x="0" y="0"/>
                  </a:lnTo>
                  <a:lnTo>
                    <a:pt x="0" y="48"/>
                  </a:lnTo>
                  <a:lnTo>
                    <a:pt x="0" y="48"/>
                  </a:lnTo>
                  <a:lnTo>
                    <a:pt x="0" y="0"/>
                  </a:lnTo>
                  <a:moveTo>
                    <a:pt x="43" y="0"/>
                  </a:moveTo>
                  <a:lnTo>
                    <a:pt x="43" y="0"/>
                  </a:lnTo>
                  <a:lnTo>
                    <a:pt x="4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8" name="Google Shape;208;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9" name="Google Shape;209;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0" name="Google Shape;210;p1"/>
            <p:cNvSpPr/>
            <p:nvPr/>
          </p:nvSpPr>
          <p:spPr>
            <a:xfrm>
              <a:off x="6102350" y="4660901"/>
              <a:ext cx="68263" cy="76200"/>
            </a:xfrm>
            <a:custGeom>
              <a:rect b="b" l="l" r="r" t="t"/>
              <a:pathLst>
                <a:path extrusionOk="0" h="48" w="43">
                  <a:moveTo>
                    <a:pt x="43" y="0"/>
                  </a:moveTo>
                  <a:lnTo>
                    <a:pt x="0" y="0"/>
                  </a:lnTo>
                  <a:lnTo>
                    <a:pt x="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1" name="Google Shape;211;p1"/>
            <p:cNvSpPr/>
            <p:nvPr/>
          </p:nvSpPr>
          <p:spPr>
            <a:xfrm>
              <a:off x="6467475" y="4660901"/>
              <a:ext cx="68263" cy="76200"/>
            </a:xfrm>
            <a:custGeom>
              <a:rect b="b" l="l" r="r" t="t"/>
              <a:pathLst>
                <a:path extrusionOk="0" h="48" w="43">
                  <a:moveTo>
                    <a:pt x="0" y="45"/>
                  </a:moveTo>
                  <a:lnTo>
                    <a:pt x="0" y="48"/>
                  </a:lnTo>
                  <a:lnTo>
                    <a:pt x="0" y="45"/>
                  </a:lnTo>
                  <a:close/>
                  <a:moveTo>
                    <a:pt x="41" y="0"/>
                  </a:moveTo>
                  <a:lnTo>
                    <a:pt x="41" y="0"/>
                  </a:lnTo>
                  <a:lnTo>
                    <a:pt x="43" y="48"/>
                  </a:lnTo>
                  <a:lnTo>
                    <a:pt x="43" y="48"/>
                  </a:lnTo>
                  <a:lnTo>
                    <a:pt x="41"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2" name="Google Shape;212;p1"/>
            <p:cNvSpPr/>
            <p:nvPr/>
          </p:nvSpPr>
          <p:spPr>
            <a:xfrm>
              <a:off x="6467475" y="4660901"/>
              <a:ext cx="68263" cy="76200"/>
            </a:xfrm>
            <a:custGeom>
              <a:rect b="b" l="l" r="r" t="t"/>
              <a:pathLst>
                <a:path extrusionOk="0" h="48" w="43">
                  <a:moveTo>
                    <a:pt x="0" y="45"/>
                  </a:moveTo>
                  <a:lnTo>
                    <a:pt x="0" y="48"/>
                  </a:lnTo>
                  <a:lnTo>
                    <a:pt x="0" y="45"/>
                  </a:lnTo>
                  <a:moveTo>
                    <a:pt x="41" y="0"/>
                  </a:moveTo>
                  <a:lnTo>
                    <a:pt x="41" y="0"/>
                  </a:lnTo>
                  <a:lnTo>
                    <a:pt x="43"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3" name="Google Shape;213;p1"/>
            <p:cNvSpPr/>
            <p:nvPr/>
          </p:nvSpPr>
          <p:spPr>
            <a:xfrm>
              <a:off x="6467475" y="4660901"/>
              <a:ext cx="65088"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4" name="Google Shape;214;p1"/>
            <p:cNvSpPr/>
            <p:nvPr/>
          </p:nvSpPr>
          <p:spPr>
            <a:xfrm>
              <a:off x="6467475" y="4660901"/>
              <a:ext cx="65088"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5" name="Google Shape;215;p1"/>
            <p:cNvSpPr/>
            <p:nvPr/>
          </p:nvSpPr>
          <p:spPr>
            <a:xfrm>
              <a:off x="6467475" y="4660901"/>
              <a:ext cx="68263" cy="76200"/>
            </a:xfrm>
            <a:custGeom>
              <a:rect b="b" l="l" r="r" t="t"/>
              <a:pathLst>
                <a:path extrusionOk="0" h="48" w="43">
                  <a:moveTo>
                    <a:pt x="41" y="0"/>
                  </a:moveTo>
                  <a:lnTo>
                    <a:pt x="0" y="0"/>
                  </a:lnTo>
                  <a:lnTo>
                    <a:pt x="0" y="45"/>
                  </a:lnTo>
                  <a:lnTo>
                    <a:pt x="0"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6" name="Google Shape;216;p1"/>
            <p:cNvSpPr/>
            <p:nvPr/>
          </p:nvSpPr>
          <p:spPr>
            <a:xfrm>
              <a:off x="6740525" y="4660901"/>
              <a:ext cx="63500"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7" name="Google Shape;217;p1"/>
            <p:cNvSpPr/>
            <p:nvPr/>
          </p:nvSpPr>
          <p:spPr>
            <a:xfrm>
              <a:off x="6740525" y="4660901"/>
              <a:ext cx="63500"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8" name="Google Shape;218;p1"/>
            <p:cNvSpPr/>
            <p:nvPr/>
          </p:nvSpPr>
          <p:spPr>
            <a:xfrm>
              <a:off x="6735763" y="4660901"/>
              <a:ext cx="68263" cy="76200"/>
            </a:xfrm>
            <a:custGeom>
              <a:rect b="b" l="l" r="r" t="t"/>
              <a:pathLst>
                <a:path extrusionOk="0" h="48" w="43">
                  <a:moveTo>
                    <a:pt x="43" y="0"/>
                  </a:moveTo>
                  <a:lnTo>
                    <a:pt x="3" y="0"/>
                  </a:lnTo>
                  <a:lnTo>
                    <a:pt x="0" y="48"/>
                  </a:lnTo>
                  <a:lnTo>
                    <a:pt x="43" y="48"/>
                  </a:lnTo>
                  <a:lnTo>
                    <a:pt x="43" y="43"/>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9" name="Google Shape;219;p1"/>
            <p:cNvSpPr/>
            <p:nvPr/>
          </p:nvSpPr>
          <p:spPr>
            <a:xfrm>
              <a:off x="7102475" y="4660901"/>
              <a:ext cx="68263" cy="76200"/>
            </a:xfrm>
            <a:custGeom>
              <a:rect b="b" l="l" r="r" t="t"/>
              <a:pathLst>
                <a:path extrusionOk="0" h="48" w="43">
                  <a:moveTo>
                    <a:pt x="0" y="0"/>
                  </a:moveTo>
                  <a:lnTo>
                    <a:pt x="0" y="0"/>
                  </a:lnTo>
                  <a:lnTo>
                    <a:pt x="2" y="48"/>
                  </a:lnTo>
                  <a:lnTo>
                    <a:pt x="2" y="48"/>
                  </a:lnTo>
                  <a:lnTo>
                    <a:pt x="0" y="0"/>
                  </a:lnTo>
                  <a:close/>
                  <a:moveTo>
                    <a:pt x="43" y="0"/>
                  </a:moveTo>
                  <a:lnTo>
                    <a:pt x="43" y="0"/>
                  </a:lnTo>
                  <a:lnTo>
                    <a:pt x="43" y="48"/>
                  </a:lnTo>
                  <a:lnTo>
                    <a:pt x="43"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0" name="Google Shape;220;p1"/>
            <p:cNvSpPr/>
            <p:nvPr/>
          </p:nvSpPr>
          <p:spPr>
            <a:xfrm>
              <a:off x="7102475" y="4660901"/>
              <a:ext cx="68263" cy="76200"/>
            </a:xfrm>
            <a:custGeom>
              <a:rect b="b" l="l" r="r" t="t"/>
              <a:pathLst>
                <a:path extrusionOk="0" h="48" w="43">
                  <a:moveTo>
                    <a:pt x="0" y="0"/>
                  </a:moveTo>
                  <a:lnTo>
                    <a:pt x="0" y="0"/>
                  </a:lnTo>
                  <a:lnTo>
                    <a:pt x="2" y="48"/>
                  </a:lnTo>
                  <a:lnTo>
                    <a:pt x="2" y="48"/>
                  </a:lnTo>
                  <a:lnTo>
                    <a:pt x="0" y="0"/>
                  </a:lnTo>
                  <a:moveTo>
                    <a:pt x="43" y="0"/>
                  </a:moveTo>
                  <a:lnTo>
                    <a:pt x="43" y="0"/>
                  </a:lnTo>
                  <a:lnTo>
                    <a:pt x="43"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1" name="Google Shape;221;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2" name="Google Shape;222;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3" name="Google Shape;223;p1"/>
            <p:cNvSpPr/>
            <p:nvPr/>
          </p:nvSpPr>
          <p:spPr>
            <a:xfrm>
              <a:off x="7102475" y="4660901"/>
              <a:ext cx="68263" cy="76200"/>
            </a:xfrm>
            <a:custGeom>
              <a:rect b="b" l="l" r="r" t="t"/>
              <a:pathLst>
                <a:path extrusionOk="0" h="48" w="43">
                  <a:moveTo>
                    <a:pt x="43" y="0"/>
                  </a:moveTo>
                  <a:lnTo>
                    <a:pt x="0" y="0"/>
                  </a:lnTo>
                  <a:lnTo>
                    <a:pt x="2"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4" name="Google Shape;224;p1"/>
            <p:cNvSpPr/>
            <p:nvPr/>
          </p:nvSpPr>
          <p:spPr>
            <a:xfrm>
              <a:off x="7527925" y="474663"/>
              <a:ext cx="3168650" cy="2051050"/>
            </a:xfrm>
            <a:custGeom>
              <a:rect b="b" l="l" r="r" t="t"/>
              <a:pathLst>
                <a:path extrusionOk="0" h="482" w="745">
                  <a:moveTo>
                    <a:pt x="678" y="482"/>
                  </a:moveTo>
                  <a:cubicBezTo>
                    <a:pt x="37" y="482"/>
                    <a:pt x="37" y="482"/>
                    <a:pt x="37" y="482"/>
                  </a:cubicBezTo>
                  <a:cubicBezTo>
                    <a:pt x="16" y="482"/>
                    <a:pt x="0" y="465"/>
                    <a:pt x="1" y="444"/>
                  </a:cubicBezTo>
                  <a:cubicBezTo>
                    <a:pt x="25" y="38"/>
                    <a:pt x="25" y="38"/>
                    <a:pt x="25" y="38"/>
                  </a:cubicBezTo>
                  <a:cubicBezTo>
                    <a:pt x="27" y="17"/>
                    <a:pt x="45" y="0"/>
                    <a:pt x="66" y="0"/>
                  </a:cubicBezTo>
                  <a:cubicBezTo>
                    <a:pt x="707" y="0"/>
                    <a:pt x="707" y="0"/>
                    <a:pt x="707" y="0"/>
                  </a:cubicBezTo>
                  <a:cubicBezTo>
                    <a:pt x="728" y="0"/>
                    <a:pt x="745" y="17"/>
                    <a:pt x="743" y="38"/>
                  </a:cubicBezTo>
                  <a:cubicBezTo>
                    <a:pt x="719" y="444"/>
                    <a:pt x="719" y="444"/>
                    <a:pt x="719" y="444"/>
                  </a:cubicBezTo>
                  <a:cubicBezTo>
                    <a:pt x="717" y="465"/>
                    <a:pt x="699" y="482"/>
                    <a:pt x="678" y="482"/>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5" name="Google Shape;225;p1"/>
            <p:cNvSpPr/>
            <p:nvPr/>
          </p:nvSpPr>
          <p:spPr>
            <a:xfrm>
              <a:off x="8050213" y="2163763"/>
              <a:ext cx="995363" cy="858838"/>
            </a:xfrm>
            <a:custGeom>
              <a:rect b="b" l="l" r="r" t="t"/>
              <a:pathLst>
                <a:path extrusionOk="0" h="541" w="627">
                  <a:moveTo>
                    <a:pt x="0" y="0"/>
                  </a:moveTo>
                  <a:lnTo>
                    <a:pt x="158" y="541"/>
                  </a:lnTo>
                  <a:lnTo>
                    <a:pt x="627" y="0"/>
                  </a:lnTo>
                  <a:lnTo>
                    <a:pt x="0"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6" name="Google Shape;226;p1"/>
            <p:cNvSpPr/>
            <p:nvPr/>
          </p:nvSpPr>
          <p:spPr>
            <a:xfrm>
              <a:off x="8050213" y="2163763"/>
              <a:ext cx="995363" cy="858838"/>
            </a:xfrm>
            <a:custGeom>
              <a:rect b="b" l="l" r="r" t="t"/>
              <a:pathLst>
                <a:path extrusionOk="0" h="541" w="627">
                  <a:moveTo>
                    <a:pt x="0" y="0"/>
                  </a:moveTo>
                  <a:lnTo>
                    <a:pt x="158" y="541"/>
                  </a:lnTo>
                  <a:lnTo>
                    <a:pt x="627" y="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7" name="Google Shape;227;p1"/>
            <p:cNvSpPr/>
            <p:nvPr/>
          </p:nvSpPr>
          <p:spPr>
            <a:xfrm>
              <a:off x="8701088" y="682626"/>
              <a:ext cx="1736725" cy="1149350"/>
            </a:xfrm>
            <a:custGeom>
              <a:rect b="b" l="l" r="r" t="t"/>
              <a:pathLst>
                <a:path extrusionOk="0" h="270" w="408">
                  <a:moveTo>
                    <a:pt x="387" y="0"/>
                  </a:moveTo>
                  <a:cubicBezTo>
                    <a:pt x="28" y="0"/>
                    <a:pt x="28" y="0"/>
                    <a:pt x="28" y="0"/>
                  </a:cubicBezTo>
                  <a:cubicBezTo>
                    <a:pt x="16" y="0"/>
                    <a:pt x="6" y="9"/>
                    <a:pt x="5" y="21"/>
                  </a:cubicBezTo>
                  <a:cubicBezTo>
                    <a:pt x="0" y="98"/>
                    <a:pt x="0" y="98"/>
                    <a:pt x="0" y="98"/>
                  </a:cubicBezTo>
                  <a:cubicBezTo>
                    <a:pt x="92" y="98"/>
                    <a:pt x="92" y="98"/>
                    <a:pt x="92" y="98"/>
                  </a:cubicBezTo>
                  <a:cubicBezTo>
                    <a:pt x="105" y="87"/>
                    <a:pt x="105" y="87"/>
                    <a:pt x="105" y="87"/>
                  </a:cubicBezTo>
                  <a:cubicBezTo>
                    <a:pt x="105" y="87"/>
                    <a:pt x="105" y="87"/>
                    <a:pt x="105" y="87"/>
                  </a:cubicBezTo>
                  <a:cubicBezTo>
                    <a:pt x="124" y="72"/>
                    <a:pt x="124" y="72"/>
                    <a:pt x="124" y="72"/>
                  </a:cubicBezTo>
                  <a:cubicBezTo>
                    <a:pt x="123" y="79"/>
                    <a:pt x="121" y="88"/>
                    <a:pt x="120" y="98"/>
                  </a:cubicBezTo>
                  <a:cubicBezTo>
                    <a:pt x="195" y="98"/>
                    <a:pt x="195" y="98"/>
                    <a:pt x="195" y="98"/>
                  </a:cubicBezTo>
                  <a:cubicBezTo>
                    <a:pt x="207" y="98"/>
                    <a:pt x="216" y="107"/>
                    <a:pt x="215" y="119"/>
                  </a:cubicBezTo>
                  <a:cubicBezTo>
                    <a:pt x="206" y="270"/>
                    <a:pt x="206" y="270"/>
                    <a:pt x="206" y="270"/>
                  </a:cubicBezTo>
                  <a:cubicBezTo>
                    <a:pt x="371" y="270"/>
                    <a:pt x="371" y="270"/>
                    <a:pt x="371" y="270"/>
                  </a:cubicBezTo>
                  <a:cubicBezTo>
                    <a:pt x="383" y="270"/>
                    <a:pt x="393" y="261"/>
                    <a:pt x="394" y="249"/>
                  </a:cubicBezTo>
                  <a:cubicBezTo>
                    <a:pt x="407" y="21"/>
                    <a:pt x="407" y="21"/>
                    <a:pt x="407" y="21"/>
                  </a:cubicBezTo>
                  <a:cubicBezTo>
                    <a:pt x="408" y="9"/>
                    <a:pt x="399" y="0"/>
                    <a:pt x="387"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8" name="Google Shape;228;p1"/>
            <p:cNvSpPr/>
            <p:nvPr/>
          </p:nvSpPr>
          <p:spPr>
            <a:xfrm>
              <a:off x="7847013" y="1100138"/>
              <a:ext cx="1730375" cy="1147763"/>
            </a:xfrm>
            <a:custGeom>
              <a:rect b="b" l="l" r="r" t="t"/>
              <a:pathLst>
                <a:path extrusionOk="0" h="270" w="407">
                  <a:moveTo>
                    <a:pt x="407" y="172"/>
                  </a:moveTo>
                  <a:cubicBezTo>
                    <a:pt x="372" y="172"/>
                    <a:pt x="372" y="172"/>
                    <a:pt x="372" y="172"/>
                  </a:cubicBezTo>
                  <a:cubicBezTo>
                    <a:pt x="370" y="192"/>
                    <a:pt x="367" y="211"/>
                    <a:pt x="365" y="228"/>
                  </a:cubicBezTo>
                  <a:cubicBezTo>
                    <a:pt x="365" y="228"/>
                    <a:pt x="365" y="228"/>
                    <a:pt x="365" y="228"/>
                  </a:cubicBezTo>
                  <a:cubicBezTo>
                    <a:pt x="365" y="229"/>
                    <a:pt x="365" y="229"/>
                    <a:pt x="365" y="229"/>
                  </a:cubicBezTo>
                  <a:cubicBezTo>
                    <a:pt x="363" y="245"/>
                    <a:pt x="362" y="258"/>
                    <a:pt x="362" y="270"/>
                  </a:cubicBezTo>
                  <a:cubicBezTo>
                    <a:pt x="380" y="270"/>
                    <a:pt x="380" y="270"/>
                    <a:pt x="380" y="270"/>
                  </a:cubicBezTo>
                  <a:cubicBezTo>
                    <a:pt x="392" y="270"/>
                    <a:pt x="402" y="261"/>
                    <a:pt x="403" y="249"/>
                  </a:cubicBezTo>
                  <a:cubicBezTo>
                    <a:pt x="407" y="172"/>
                    <a:pt x="407" y="172"/>
                    <a:pt x="407" y="172"/>
                  </a:cubicBezTo>
                  <a:moveTo>
                    <a:pt x="201" y="0"/>
                  </a:moveTo>
                  <a:cubicBezTo>
                    <a:pt x="37" y="0"/>
                    <a:pt x="37" y="0"/>
                    <a:pt x="37" y="0"/>
                  </a:cubicBezTo>
                  <a:cubicBezTo>
                    <a:pt x="25" y="0"/>
                    <a:pt x="15" y="9"/>
                    <a:pt x="14" y="21"/>
                  </a:cubicBezTo>
                  <a:cubicBezTo>
                    <a:pt x="0" y="249"/>
                    <a:pt x="0" y="249"/>
                    <a:pt x="0" y="249"/>
                  </a:cubicBezTo>
                  <a:cubicBezTo>
                    <a:pt x="0" y="261"/>
                    <a:pt x="9" y="270"/>
                    <a:pt x="21" y="270"/>
                  </a:cubicBezTo>
                  <a:cubicBezTo>
                    <a:pt x="54" y="270"/>
                    <a:pt x="54" y="270"/>
                    <a:pt x="54" y="270"/>
                  </a:cubicBezTo>
                  <a:cubicBezTo>
                    <a:pt x="48" y="250"/>
                    <a:pt x="48" y="250"/>
                    <a:pt x="48" y="250"/>
                  </a:cubicBezTo>
                  <a:cubicBezTo>
                    <a:pt x="180" y="250"/>
                    <a:pt x="180" y="250"/>
                    <a:pt x="180" y="250"/>
                  </a:cubicBezTo>
                  <a:cubicBezTo>
                    <a:pt x="179" y="166"/>
                    <a:pt x="188" y="119"/>
                    <a:pt x="196" y="92"/>
                  </a:cubicBezTo>
                  <a:cubicBezTo>
                    <a:pt x="201" y="0"/>
                    <a:pt x="201" y="0"/>
                    <a:pt x="201"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9" name="Google Shape;229;p1"/>
            <p:cNvSpPr/>
            <p:nvPr/>
          </p:nvSpPr>
          <p:spPr>
            <a:xfrm>
              <a:off x="8050213" y="2163763"/>
              <a:ext cx="561975" cy="84138"/>
            </a:xfrm>
            <a:custGeom>
              <a:rect b="b" l="l" r="r" t="t"/>
              <a:pathLst>
                <a:path extrusionOk="0" h="20" w="132">
                  <a:moveTo>
                    <a:pt x="132" y="0"/>
                  </a:moveTo>
                  <a:cubicBezTo>
                    <a:pt x="0" y="0"/>
                    <a:pt x="0" y="0"/>
                    <a:pt x="0" y="0"/>
                  </a:cubicBezTo>
                  <a:cubicBezTo>
                    <a:pt x="6" y="20"/>
                    <a:pt x="6" y="20"/>
                    <a:pt x="6" y="20"/>
                  </a:cubicBezTo>
                  <a:cubicBezTo>
                    <a:pt x="132" y="20"/>
                    <a:pt x="132" y="20"/>
                    <a:pt x="132" y="20"/>
                  </a:cubicBezTo>
                  <a:cubicBezTo>
                    <a:pt x="132" y="13"/>
                    <a:pt x="132" y="6"/>
                    <a:pt x="132"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0" name="Google Shape;230;p1"/>
            <p:cNvSpPr/>
            <p:nvPr/>
          </p:nvSpPr>
          <p:spPr>
            <a:xfrm>
              <a:off x="8680450" y="1100138"/>
              <a:ext cx="939800" cy="731838"/>
            </a:xfrm>
            <a:custGeom>
              <a:rect b="b" l="l" r="r" t="t"/>
              <a:pathLst>
                <a:path extrusionOk="0" h="172" w="221">
                  <a:moveTo>
                    <a:pt x="97" y="0"/>
                  </a:moveTo>
                  <a:cubicBezTo>
                    <a:pt x="5" y="0"/>
                    <a:pt x="5" y="0"/>
                    <a:pt x="5" y="0"/>
                  </a:cubicBezTo>
                  <a:cubicBezTo>
                    <a:pt x="0" y="92"/>
                    <a:pt x="0" y="92"/>
                    <a:pt x="0" y="92"/>
                  </a:cubicBezTo>
                  <a:cubicBezTo>
                    <a:pt x="2" y="86"/>
                    <a:pt x="3" y="82"/>
                    <a:pt x="5" y="77"/>
                  </a:cubicBezTo>
                  <a:cubicBezTo>
                    <a:pt x="9" y="65"/>
                    <a:pt x="19" y="56"/>
                    <a:pt x="30" y="54"/>
                  </a:cubicBezTo>
                  <a:cubicBezTo>
                    <a:pt x="38" y="52"/>
                    <a:pt x="58" y="51"/>
                    <a:pt x="63" y="51"/>
                  </a:cubicBezTo>
                  <a:cubicBezTo>
                    <a:pt x="64" y="51"/>
                    <a:pt x="64" y="51"/>
                    <a:pt x="64" y="51"/>
                  </a:cubicBezTo>
                  <a:cubicBezTo>
                    <a:pt x="64" y="51"/>
                    <a:pt x="64" y="52"/>
                    <a:pt x="63" y="52"/>
                  </a:cubicBezTo>
                  <a:cubicBezTo>
                    <a:pt x="84" y="48"/>
                    <a:pt x="88" y="35"/>
                    <a:pt x="86" y="21"/>
                  </a:cubicBezTo>
                  <a:cubicBezTo>
                    <a:pt x="86" y="17"/>
                    <a:pt x="85" y="14"/>
                    <a:pt x="84" y="10"/>
                  </a:cubicBezTo>
                  <a:cubicBezTo>
                    <a:pt x="84" y="10"/>
                    <a:pt x="84" y="10"/>
                    <a:pt x="84" y="10"/>
                  </a:cubicBezTo>
                  <a:cubicBezTo>
                    <a:pt x="84" y="10"/>
                    <a:pt x="84" y="10"/>
                    <a:pt x="84" y="10"/>
                  </a:cubicBezTo>
                  <a:cubicBezTo>
                    <a:pt x="97" y="0"/>
                    <a:pt x="97" y="0"/>
                    <a:pt x="97" y="0"/>
                  </a:cubicBezTo>
                  <a:moveTo>
                    <a:pt x="200" y="0"/>
                  </a:moveTo>
                  <a:cubicBezTo>
                    <a:pt x="125" y="0"/>
                    <a:pt x="125" y="0"/>
                    <a:pt x="125" y="0"/>
                  </a:cubicBezTo>
                  <a:cubicBezTo>
                    <a:pt x="123" y="19"/>
                    <a:pt x="123" y="39"/>
                    <a:pt x="132" y="51"/>
                  </a:cubicBezTo>
                  <a:cubicBezTo>
                    <a:pt x="132" y="51"/>
                    <a:pt x="133" y="51"/>
                    <a:pt x="134" y="51"/>
                  </a:cubicBezTo>
                  <a:cubicBezTo>
                    <a:pt x="147" y="52"/>
                    <a:pt x="160" y="54"/>
                    <a:pt x="171" y="56"/>
                  </a:cubicBezTo>
                  <a:cubicBezTo>
                    <a:pt x="171" y="56"/>
                    <a:pt x="171" y="56"/>
                    <a:pt x="171" y="56"/>
                  </a:cubicBezTo>
                  <a:cubicBezTo>
                    <a:pt x="183" y="58"/>
                    <a:pt x="191" y="69"/>
                    <a:pt x="189" y="81"/>
                  </a:cubicBezTo>
                  <a:cubicBezTo>
                    <a:pt x="189" y="85"/>
                    <a:pt x="188" y="91"/>
                    <a:pt x="187" y="97"/>
                  </a:cubicBezTo>
                  <a:cubicBezTo>
                    <a:pt x="187" y="97"/>
                    <a:pt x="187" y="97"/>
                    <a:pt x="187" y="97"/>
                  </a:cubicBezTo>
                  <a:cubicBezTo>
                    <a:pt x="184" y="117"/>
                    <a:pt x="180" y="144"/>
                    <a:pt x="176" y="172"/>
                  </a:cubicBezTo>
                  <a:cubicBezTo>
                    <a:pt x="211" y="172"/>
                    <a:pt x="211" y="172"/>
                    <a:pt x="211" y="172"/>
                  </a:cubicBezTo>
                  <a:cubicBezTo>
                    <a:pt x="220" y="21"/>
                    <a:pt x="220" y="21"/>
                    <a:pt x="220" y="21"/>
                  </a:cubicBezTo>
                  <a:cubicBezTo>
                    <a:pt x="221" y="9"/>
                    <a:pt x="212" y="0"/>
                    <a:pt x="200" y="0"/>
                  </a:cubicBezTo>
                </a:path>
              </a:pathLst>
            </a:custGeom>
            <a:solidFill>
              <a:srgbClr val="6594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1" name="Google Shape;231;p1"/>
            <p:cNvSpPr/>
            <p:nvPr/>
          </p:nvSpPr>
          <p:spPr>
            <a:xfrm>
              <a:off x="7821613" y="573088"/>
              <a:ext cx="93663" cy="101600"/>
            </a:xfrm>
            <a:custGeom>
              <a:rect b="b" l="l" r="r" t="t"/>
              <a:pathLst>
                <a:path extrusionOk="0" h="24" w="22">
                  <a:moveTo>
                    <a:pt x="12" y="0"/>
                  </a:moveTo>
                  <a:cubicBezTo>
                    <a:pt x="6" y="0"/>
                    <a:pt x="1" y="5"/>
                    <a:pt x="1" y="12"/>
                  </a:cubicBezTo>
                  <a:cubicBezTo>
                    <a:pt x="0" y="19"/>
                    <a:pt x="5" y="24"/>
                    <a:pt x="10" y="24"/>
                  </a:cubicBezTo>
                  <a:cubicBezTo>
                    <a:pt x="16" y="24"/>
                    <a:pt x="21" y="19"/>
                    <a:pt x="22"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2" name="Google Shape;232;p1"/>
            <p:cNvSpPr/>
            <p:nvPr/>
          </p:nvSpPr>
          <p:spPr>
            <a:xfrm>
              <a:off x="7986713" y="573088"/>
              <a:ext cx="98425" cy="101600"/>
            </a:xfrm>
            <a:custGeom>
              <a:rect b="b" l="l" r="r" t="t"/>
              <a:pathLst>
                <a:path extrusionOk="0" h="24" w="23">
                  <a:moveTo>
                    <a:pt x="12" y="0"/>
                  </a:moveTo>
                  <a:cubicBezTo>
                    <a:pt x="7" y="0"/>
                    <a:pt x="1" y="5"/>
                    <a:pt x="1" y="12"/>
                  </a:cubicBezTo>
                  <a:cubicBezTo>
                    <a:pt x="0" y="19"/>
                    <a:pt x="5" y="24"/>
                    <a:pt x="11" y="24"/>
                  </a:cubicBezTo>
                  <a:cubicBezTo>
                    <a:pt x="17" y="24"/>
                    <a:pt x="22" y="19"/>
                    <a:pt x="22" y="12"/>
                  </a:cubicBezTo>
                  <a:cubicBezTo>
                    <a:pt x="23"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3" name="Google Shape;233;p1"/>
            <p:cNvSpPr/>
            <p:nvPr/>
          </p:nvSpPr>
          <p:spPr>
            <a:xfrm>
              <a:off x="8156575" y="573088"/>
              <a:ext cx="93663" cy="101600"/>
            </a:xfrm>
            <a:custGeom>
              <a:rect b="b" l="l" r="r" t="t"/>
              <a:pathLst>
                <a:path extrusionOk="0" h="24" w="22">
                  <a:moveTo>
                    <a:pt x="12" y="0"/>
                  </a:moveTo>
                  <a:cubicBezTo>
                    <a:pt x="6" y="0"/>
                    <a:pt x="1" y="5"/>
                    <a:pt x="0" y="12"/>
                  </a:cubicBezTo>
                  <a:cubicBezTo>
                    <a:pt x="0" y="19"/>
                    <a:pt x="4" y="24"/>
                    <a:pt x="10" y="24"/>
                  </a:cubicBezTo>
                  <a:cubicBezTo>
                    <a:pt x="16" y="24"/>
                    <a:pt x="21" y="19"/>
                    <a:pt x="21"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4" name="Google Shape;234;p1"/>
            <p:cNvSpPr/>
            <p:nvPr/>
          </p:nvSpPr>
          <p:spPr>
            <a:xfrm>
              <a:off x="7505700" y="449263"/>
              <a:ext cx="3144838" cy="2036763"/>
            </a:xfrm>
            <a:custGeom>
              <a:rect b="b" l="l" r="r" t="t"/>
              <a:pathLst>
                <a:path extrusionOk="0" h="479" w="739">
                  <a:moveTo>
                    <a:pt x="707" y="0"/>
                  </a:moveTo>
                  <a:cubicBezTo>
                    <a:pt x="67" y="0"/>
                    <a:pt x="67" y="0"/>
                    <a:pt x="67" y="0"/>
                  </a:cubicBezTo>
                  <a:cubicBezTo>
                    <a:pt x="45" y="0"/>
                    <a:pt x="26" y="18"/>
                    <a:pt x="25" y="40"/>
                  </a:cubicBezTo>
                  <a:cubicBezTo>
                    <a:pt x="0" y="445"/>
                    <a:pt x="0" y="445"/>
                    <a:pt x="0" y="445"/>
                  </a:cubicBezTo>
                  <a:cubicBezTo>
                    <a:pt x="0" y="456"/>
                    <a:pt x="3" y="466"/>
                    <a:pt x="10" y="473"/>
                  </a:cubicBezTo>
                  <a:cubicBezTo>
                    <a:pt x="13" y="476"/>
                    <a:pt x="15" y="478"/>
                    <a:pt x="18" y="479"/>
                  </a:cubicBezTo>
                  <a:cubicBezTo>
                    <a:pt x="15" y="477"/>
                    <a:pt x="13" y="474"/>
                    <a:pt x="11" y="471"/>
                  </a:cubicBezTo>
                  <a:cubicBezTo>
                    <a:pt x="5" y="464"/>
                    <a:pt x="2" y="455"/>
                    <a:pt x="2" y="445"/>
                  </a:cubicBezTo>
                  <a:cubicBezTo>
                    <a:pt x="27" y="40"/>
                    <a:pt x="27" y="40"/>
                    <a:pt x="27" y="40"/>
                  </a:cubicBezTo>
                  <a:cubicBezTo>
                    <a:pt x="28" y="19"/>
                    <a:pt x="46" y="2"/>
                    <a:pt x="67" y="2"/>
                  </a:cubicBezTo>
                  <a:cubicBezTo>
                    <a:pt x="707" y="2"/>
                    <a:pt x="707" y="2"/>
                    <a:pt x="707" y="2"/>
                  </a:cubicBezTo>
                  <a:cubicBezTo>
                    <a:pt x="716" y="2"/>
                    <a:pt x="724" y="5"/>
                    <a:pt x="731" y="11"/>
                  </a:cubicBezTo>
                  <a:cubicBezTo>
                    <a:pt x="734" y="13"/>
                    <a:pt x="737" y="15"/>
                    <a:pt x="739" y="18"/>
                  </a:cubicBezTo>
                  <a:cubicBezTo>
                    <a:pt x="738" y="16"/>
                    <a:pt x="736" y="14"/>
                    <a:pt x="734" y="12"/>
                  </a:cubicBezTo>
                  <a:cubicBezTo>
                    <a:pt x="727" y="4"/>
                    <a:pt x="718" y="0"/>
                    <a:pt x="707" y="0"/>
                  </a:cubicBezTo>
                </a:path>
              </a:pathLst>
            </a:custGeom>
            <a:solidFill>
              <a:srgbClr val="BDC1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5" name="Google Shape;235;p1"/>
            <p:cNvSpPr/>
            <p:nvPr/>
          </p:nvSpPr>
          <p:spPr>
            <a:xfrm>
              <a:off x="8148638" y="2503488"/>
              <a:ext cx="600075" cy="9525"/>
            </a:xfrm>
            <a:custGeom>
              <a:rect b="b" l="l" r="r" t="t"/>
              <a:pathLst>
                <a:path extrusionOk="0" h="2" w="141">
                  <a:moveTo>
                    <a:pt x="112" y="0"/>
                  </a:moveTo>
                  <a:cubicBezTo>
                    <a:pt x="0" y="0"/>
                    <a:pt x="0" y="0"/>
                    <a:pt x="0" y="0"/>
                  </a:cubicBezTo>
                  <a:cubicBezTo>
                    <a:pt x="1" y="2"/>
                    <a:pt x="1" y="2"/>
                    <a:pt x="1" y="2"/>
                  </a:cubicBezTo>
                  <a:cubicBezTo>
                    <a:pt x="140" y="2"/>
                    <a:pt x="140" y="2"/>
                    <a:pt x="140" y="2"/>
                  </a:cubicBezTo>
                  <a:cubicBezTo>
                    <a:pt x="141" y="1"/>
                    <a:pt x="141" y="1"/>
                    <a:pt x="141" y="1"/>
                  </a:cubicBezTo>
                  <a:cubicBezTo>
                    <a:pt x="113" y="1"/>
                    <a:pt x="113" y="1"/>
                    <a:pt x="113" y="1"/>
                  </a:cubicBezTo>
                  <a:cubicBezTo>
                    <a:pt x="113" y="0"/>
                    <a:pt x="113" y="0"/>
                    <a:pt x="112"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6" name="Google Shape;236;p1"/>
            <p:cNvSpPr/>
            <p:nvPr/>
          </p:nvSpPr>
          <p:spPr>
            <a:xfrm>
              <a:off x="8199438" y="1317626"/>
              <a:ext cx="739775" cy="782638"/>
            </a:xfrm>
            <a:custGeom>
              <a:rect b="b" l="l" r="r" t="t"/>
              <a:pathLst>
                <a:path extrusionOk="0" h="184" w="174">
                  <a:moveTo>
                    <a:pt x="168" y="44"/>
                  </a:moveTo>
                  <a:cubicBezTo>
                    <a:pt x="165" y="49"/>
                    <a:pt x="163" y="54"/>
                    <a:pt x="160" y="60"/>
                  </a:cubicBezTo>
                  <a:cubicBezTo>
                    <a:pt x="158" y="65"/>
                    <a:pt x="155" y="70"/>
                    <a:pt x="152" y="75"/>
                  </a:cubicBezTo>
                  <a:cubicBezTo>
                    <a:pt x="146" y="85"/>
                    <a:pt x="140" y="94"/>
                    <a:pt x="133" y="104"/>
                  </a:cubicBezTo>
                  <a:cubicBezTo>
                    <a:pt x="130" y="109"/>
                    <a:pt x="126" y="114"/>
                    <a:pt x="123" y="118"/>
                  </a:cubicBezTo>
                  <a:cubicBezTo>
                    <a:pt x="119" y="123"/>
                    <a:pt x="116" y="128"/>
                    <a:pt x="112" y="132"/>
                  </a:cubicBezTo>
                  <a:cubicBezTo>
                    <a:pt x="105" y="141"/>
                    <a:pt x="96" y="150"/>
                    <a:pt x="88" y="159"/>
                  </a:cubicBezTo>
                  <a:cubicBezTo>
                    <a:pt x="85" y="161"/>
                    <a:pt x="83" y="163"/>
                    <a:pt x="81" y="165"/>
                  </a:cubicBezTo>
                  <a:cubicBezTo>
                    <a:pt x="78" y="167"/>
                    <a:pt x="76" y="169"/>
                    <a:pt x="73" y="171"/>
                  </a:cubicBezTo>
                  <a:cubicBezTo>
                    <a:pt x="66" y="177"/>
                    <a:pt x="66" y="177"/>
                    <a:pt x="66" y="177"/>
                  </a:cubicBezTo>
                  <a:cubicBezTo>
                    <a:pt x="66" y="177"/>
                    <a:pt x="64" y="178"/>
                    <a:pt x="63" y="178"/>
                  </a:cubicBezTo>
                  <a:cubicBezTo>
                    <a:pt x="62" y="179"/>
                    <a:pt x="61" y="180"/>
                    <a:pt x="60" y="180"/>
                  </a:cubicBezTo>
                  <a:cubicBezTo>
                    <a:pt x="58" y="181"/>
                    <a:pt x="56" y="182"/>
                    <a:pt x="53" y="183"/>
                  </a:cubicBezTo>
                  <a:cubicBezTo>
                    <a:pt x="49" y="184"/>
                    <a:pt x="44" y="184"/>
                    <a:pt x="39" y="183"/>
                  </a:cubicBezTo>
                  <a:cubicBezTo>
                    <a:pt x="34" y="182"/>
                    <a:pt x="30" y="180"/>
                    <a:pt x="26" y="177"/>
                  </a:cubicBezTo>
                  <a:cubicBezTo>
                    <a:pt x="24" y="175"/>
                    <a:pt x="22" y="174"/>
                    <a:pt x="21" y="172"/>
                  </a:cubicBezTo>
                  <a:cubicBezTo>
                    <a:pt x="20" y="170"/>
                    <a:pt x="20" y="170"/>
                    <a:pt x="20" y="170"/>
                  </a:cubicBezTo>
                  <a:cubicBezTo>
                    <a:pt x="19" y="170"/>
                    <a:pt x="19" y="170"/>
                    <a:pt x="19" y="170"/>
                  </a:cubicBezTo>
                  <a:cubicBezTo>
                    <a:pt x="19" y="169"/>
                    <a:pt x="19" y="169"/>
                    <a:pt x="19" y="169"/>
                  </a:cubicBezTo>
                  <a:cubicBezTo>
                    <a:pt x="18" y="168"/>
                    <a:pt x="18" y="168"/>
                    <a:pt x="18" y="168"/>
                  </a:cubicBezTo>
                  <a:cubicBezTo>
                    <a:pt x="15" y="163"/>
                    <a:pt x="15" y="163"/>
                    <a:pt x="15" y="163"/>
                  </a:cubicBezTo>
                  <a:cubicBezTo>
                    <a:pt x="15" y="161"/>
                    <a:pt x="14" y="159"/>
                    <a:pt x="13" y="158"/>
                  </a:cubicBezTo>
                  <a:cubicBezTo>
                    <a:pt x="10" y="151"/>
                    <a:pt x="9" y="145"/>
                    <a:pt x="7" y="139"/>
                  </a:cubicBezTo>
                  <a:cubicBezTo>
                    <a:pt x="4" y="127"/>
                    <a:pt x="2" y="116"/>
                    <a:pt x="1" y="104"/>
                  </a:cubicBezTo>
                  <a:cubicBezTo>
                    <a:pt x="0" y="92"/>
                    <a:pt x="0" y="81"/>
                    <a:pt x="0" y="69"/>
                  </a:cubicBezTo>
                  <a:cubicBezTo>
                    <a:pt x="0" y="62"/>
                    <a:pt x="6" y="56"/>
                    <a:pt x="14" y="56"/>
                  </a:cubicBezTo>
                  <a:cubicBezTo>
                    <a:pt x="20" y="56"/>
                    <a:pt x="25" y="60"/>
                    <a:pt x="27" y="66"/>
                  </a:cubicBezTo>
                  <a:cubicBezTo>
                    <a:pt x="27" y="66"/>
                    <a:pt x="27" y="66"/>
                    <a:pt x="27" y="66"/>
                  </a:cubicBezTo>
                  <a:cubicBezTo>
                    <a:pt x="33" y="87"/>
                    <a:pt x="39" y="108"/>
                    <a:pt x="47" y="126"/>
                  </a:cubicBezTo>
                  <a:cubicBezTo>
                    <a:pt x="49" y="131"/>
                    <a:pt x="51" y="135"/>
                    <a:pt x="53" y="138"/>
                  </a:cubicBezTo>
                  <a:cubicBezTo>
                    <a:pt x="53" y="139"/>
                    <a:pt x="54" y="140"/>
                    <a:pt x="54" y="141"/>
                  </a:cubicBezTo>
                  <a:cubicBezTo>
                    <a:pt x="55" y="141"/>
                    <a:pt x="55" y="142"/>
                    <a:pt x="56" y="143"/>
                  </a:cubicBezTo>
                  <a:cubicBezTo>
                    <a:pt x="56" y="143"/>
                    <a:pt x="56" y="143"/>
                    <a:pt x="56" y="143"/>
                  </a:cubicBezTo>
                  <a:cubicBezTo>
                    <a:pt x="56" y="143"/>
                    <a:pt x="56" y="143"/>
                    <a:pt x="56" y="143"/>
                  </a:cubicBezTo>
                  <a:cubicBezTo>
                    <a:pt x="56" y="143"/>
                    <a:pt x="56" y="143"/>
                    <a:pt x="56" y="143"/>
                  </a:cubicBezTo>
                  <a:cubicBezTo>
                    <a:pt x="56" y="142"/>
                    <a:pt x="56" y="142"/>
                    <a:pt x="56" y="142"/>
                  </a:cubicBezTo>
                  <a:cubicBezTo>
                    <a:pt x="55" y="142"/>
                    <a:pt x="54" y="141"/>
                    <a:pt x="53" y="140"/>
                  </a:cubicBezTo>
                  <a:cubicBezTo>
                    <a:pt x="52" y="139"/>
                    <a:pt x="50" y="138"/>
                    <a:pt x="48" y="137"/>
                  </a:cubicBezTo>
                  <a:cubicBezTo>
                    <a:pt x="46" y="137"/>
                    <a:pt x="44" y="137"/>
                    <a:pt x="42" y="137"/>
                  </a:cubicBezTo>
                  <a:cubicBezTo>
                    <a:pt x="41" y="138"/>
                    <a:pt x="40" y="138"/>
                    <a:pt x="39" y="138"/>
                  </a:cubicBezTo>
                  <a:cubicBezTo>
                    <a:pt x="38" y="139"/>
                    <a:pt x="38" y="139"/>
                    <a:pt x="38" y="139"/>
                  </a:cubicBezTo>
                  <a:cubicBezTo>
                    <a:pt x="37" y="139"/>
                    <a:pt x="36" y="140"/>
                    <a:pt x="37" y="139"/>
                  </a:cubicBezTo>
                  <a:cubicBezTo>
                    <a:pt x="42" y="135"/>
                    <a:pt x="42" y="135"/>
                    <a:pt x="42" y="135"/>
                  </a:cubicBezTo>
                  <a:cubicBezTo>
                    <a:pt x="44" y="133"/>
                    <a:pt x="45" y="131"/>
                    <a:pt x="47" y="129"/>
                  </a:cubicBezTo>
                  <a:cubicBezTo>
                    <a:pt x="48" y="128"/>
                    <a:pt x="50" y="126"/>
                    <a:pt x="52" y="124"/>
                  </a:cubicBezTo>
                  <a:cubicBezTo>
                    <a:pt x="65" y="109"/>
                    <a:pt x="76" y="92"/>
                    <a:pt x="87" y="74"/>
                  </a:cubicBezTo>
                  <a:cubicBezTo>
                    <a:pt x="93" y="65"/>
                    <a:pt x="98" y="56"/>
                    <a:pt x="104" y="47"/>
                  </a:cubicBezTo>
                  <a:cubicBezTo>
                    <a:pt x="111" y="33"/>
                    <a:pt x="111" y="33"/>
                    <a:pt x="111" y="33"/>
                  </a:cubicBezTo>
                  <a:cubicBezTo>
                    <a:pt x="119" y="20"/>
                    <a:pt x="119" y="20"/>
                    <a:pt x="119" y="20"/>
                  </a:cubicBezTo>
                  <a:cubicBezTo>
                    <a:pt x="119" y="19"/>
                    <a:pt x="119" y="19"/>
                    <a:pt x="119" y="19"/>
                  </a:cubicBezTo>
                  <a:cubicBezTo>
                    <a:pt x="126" y="5"/>
                    <a:pt x="143" y="0"/>
                    <a:pt x="156" y="8"/>
                  </a:cubicBezTo>
                  <a:cubicBezTo>
                    <a:pt x="169" y="15"/>
                    <a:pt x="174" y="30"/>
                    <a:pt x="168" y="4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7" name="Google Shape;237;p1"/>
            <p:cNvSpPr/>
            <p:nvPr/>
          </p:nvSpPr>
          <p:spPr>
            <a:xfrm>
              <a:off x="8131175" y="1465263"/>
              <a:ext cx="182563" cy="153988"/>
            </a:xfrm>
            <a:custGeom>
              <a:rect b="b" l="l" r="r" t="t"/>
              <a:pathLst>
                <a:path extrusionOk="0" h="36" w="43">
                  <a:moveTo>
                    <a:pt x="19" y="33"/>
                  </a:moveTo>
                  <a:cubicBezTo>
                    <a:pt x="0" y="22"/>
                    <a:pt x="0" y="22"/>
                    <a:pt x="0" y="22"/>
                  </a:cubicBezTo>
                  <a:cubicBezTo>
                    <a:pt x="21" y="0"/>
                    <a:pt x="21" y="0"/>
                    <a:pt x="21" y="0"/>
                  </a:cubicBezTo>
                  <a:cubicBezTo>
                    <a:pt x="21" y="0"/>
                    <a:pt x="30" y="6"/>
                    <a:pt x="38" y="15"/>
                  </a:cubicBezTo>
                  <a:cubicBezTo>
                    <a:pt x="43" y="21"/>
                    <a:pt x="42" y="30"/>
                    <a:pt x="35" y="33"/>
                  </a:cubicBezTo>
                  <a:cubicBezTo>
                    <a:pt x="30" y="36"/>
                    <a:pt x="24" y="35"/>
                    <a:pt x="19" y="33"/>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8" name="Google Shape;238;p1"/>
            <p:cNvSpPr/>
            <p:nvPr/>
          </p:nvSpPr>
          <p:spPr>
            <a:xfrm>
              <a:off x="8097838" y="1419226"/>
              <a:ext cx="122238" cy="139700"/>
            </a:xfrm>
            <a:custGeom>
              <a:rect b="b" l="l" r="r" t="t"/>
              <a:pathLst>
                <a:path extrusionOk="0" h="33" w="29">
                  <a:moveTo>
                    <a:pt x="4" y="10"/>
                  </a:moveTo>
                  <a:cubicBezTo>
                    <a:pt x="14" y="2"/>
                    <a:pt x="14" y="2"/>
                    <a:pt x="14" y="2"/>
                  </a:cubicBezTo>
                  <a:cubicBezTo>
                    <a:pt x="17" y="0"/>
                    <a:pt x="21" y="1"/>
                    <a:pt x="23" y="3"/>
                  </a:cubicBezTo>
                  <a:cubicBezTo>
                    <a:pt x="29" y="11"/>
                    <a:pt x="29" y="11"/>
                    <a:pt x="29" y="11"/>
                  </a:cubicBezTo>
                  <a:cubicBezTo>
                    <a:pt x="8" y="33"/>
                    <a:pt x="8" y="33"/>
                    <a:pt x="8" y="33"/>
                  </a:cubicBezTo>
                  <a:cubicBezTo>
                    <a:pt x="1" y="18"/>
                    <a:pt x="1" y="18"/>
                    <a:pt x="1" y="18"/>
                  </a:cubicBezTo>
                  <a:cubicBezTo>
                    <a:pt x="0" y="15"/>
                    <a:pt x="1" y="11"/>
                    <a:pt x="4" y="10"/>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9" name="Google Shape;239;p1"/>
            <p:cNvSpPr/>
            <p:nvPr/>
          </p:nvSpPr>
          <p:spPr>
            <a:xfrm>
              <a:off x="8632825" y="1317626"/>
              <a:ext cx="838200" cy="1147763"/>
            </a:xfrm>
            <a:custGeom>
              <a:rect b="b" l="l" r="r" t="t"/>
              <a:pathLst>
                <a:path extrusionOk="0" h="270" w="197">
                  <a:moveTo>
                    <a:pt x="24" y="26"/>
                  </a:moveTo>
                  <a:cubicBezTo>
                    <a:pt x="27" y="15"/>
                    <a:pt x="36" y="7"/>
                    <a:pt x="47" y="5"/>
                  </a:cubicBezTo>
                  <a:cubicBezTo>
                    <a:pt x="56" y="4"/>
                    <a:pt x="60" y="2"/>
                    <a:pt x="71" y="2"/>
                  </a:cubicBezTo>
                  <a:cubicBezTo>
                    <a:pt x="90" y="0"/>
                    <a:pt x="121" y="1"/>
                    <a:pt x="142" y="3"/>
                  </a:cubicBezTo>
                  <a:cubicBezTo>
                    <a:pt x="155" y="4"/>
                    <a:pt x="168" y="5"/>
                    <a:pt x="178" y="7"/>
                  </a:cubicBezTo>
                  <a:cubicBezTo>
                    <a:pt x="178" y="7"/>
                    <a:pt x="178" y="7"/>
                    <a:pt x="178" y="7"/>
                  </a:cubicBezTo>
                  <a:cubicBezTo>
                    <a:pt x="189" y="9"/>
                    <a:pt x="197" y="20"/>
                    <a:pt x="195" y="31"/>
                  </a:cubicBezTo>
                  <a:cubicBezTo>
                    <a:pt x="190" y="60"/>
                    <a:pt x="176" y="110"/>
                    <a:pt x="174" y="157"/>
                  </a:cubicBezTo>
                  <a:cubicBezTo>
                    <a:pt x="172" y="220"/>
                    <a:pt x="173" y="255"/>
                    <a:pt x="172" y="270"/>
                  </a:cubicBezTo>
                  <a:cubicBezTo>
                    <a:pt x="11" y="267"/>
                    <a:pt x="11" y="267"/>
                    <a:pt x="11" y="267"/>
                  </a:cubicBezTo>
                  <a:cubicBezTo>
                    <a:pt x="0" y="115"/>
                    <a:pt x="14" y="60"/>
                    <a:pt x="24" y="2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0" name="Google Shape;240;p1"/>
            <p:cNvSpPr/>
            <p:nvPr/>
          </p:nvSpPr>
          <p:spPr>
            <a:xfrm>
              <a:off x="8578850" y="1317626"/>
              <a:ext cx="914400" cy="1190625"/>
            </a:xfrm>
            <a:custGeom>
              <a:rect b="b" l="l" r="r" t="t"/>
              <a:pathLst>
                <a:path extrusionOk="0" h="280" w="215">
                  <a:moveTo>
                    <a:pt x="195" y="5"/>
                  </a:moveTo>
                  <a:cubicBezTo>
                    <a:pt x="195" y="5"/>
                    <a:pt x="195" y="5"/>
                    <a:pt x="195" y="5"/>
                  </a:cubicBezTo>
                  <a:cubicBezTo>
                    <a:pt x="184" y="3"/>
                    <a:pt x="171" y="1"/>
                    <a:pt x="158" y="0"/>
                  </a:cubicBezTo>
                  <a:cubicBezTo>
                    <a:pt x="156" y="0"/>
                    <a:pt x="153" y="0"/>
                    <a:pt x="151" y="0"/>
                  </a:cubicBezTo>
                  <a:cubicBezTo>
                    <a:pt x="144" y="29"/>
                    <a:pt x="102" y="77"/>
                    <a:pt x="89" y="151"/>
                  </a:cubicBezTo>
                  <a:cubicBezTo>
                    <a:pt x="84" y="90"/>
                    <a:pt x="81" y="25"/>
                    <a:pt x="88" y="0"/>
                  </a:cubicBezTo>
                  <a:cubicBezTo>
                    <a:pt x="83" y="0"/>
                    <a:pt x="63" y="1"/>
                    <a:pt x="54" y="3"/>
                  </a:cubicBezTo>
                  <a:cubicBezTo>
                    <a:pt x="43" y="5"/>
                    <a:pt x="33" y="14"/>
                    <a:pt x="29" y="26"/>
                  </a:cubicBezTo>
                  <a:cubicBezTo>
                    <a:pt x="19" y="55"/>
                    <a:pt x="0" y="120"/>
                    <a:pt x="12" y="280"/>
                  </a:cubicBezTo>
                  <a:cubicBezTo>
                    <a:pt x="190" y="280"/>
                    <a:pt x="190" y="280"/>
                    <a:pt x="190" y="280"/>
                  </a:cubicBezTo>
                  <a:cubicBezTo>
                    <a:pt x="191" y="264"/>
                    <a:pt x="187" y="230"/>
                    <a:pt x="193" y="178"/>
                  </a:cubicBezTo>
                  <a:cubicBezTo>
                    <a:pt x="199" y="128"/>
                    <a:pt x="208" y="60"/>
                    <a:pt x="213" y="30"/>
                  </a:cubicBezTo>
                  <a:cubicBezTo>
                    <a:pt x="215" y="18"/>
                    <a:pt x="207" y="7"/>
                    <a:pt x="195"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1" name="Google Shape;241;p1"/>
            <p:cNvSpPr/>
            <p:nvPr/>
          </p:nvSpPr>
          <p:spPr>
            <a:xfrm>
              <a:off x="8923338" y="1993901"/>
              <a:ext cx="38100" cy="476250"/>
            </a:xfrm>
            <a:custGeom>
              <a:rect b="b" l="l" r="r" t="t"/>
              <a:pathLst>
                <a:path extrusionOk="0" h="112" w="9">
                  <a:moveTo>
                    <a:pt x="8" y="0"/>
                  </a:moveTo>
                  <a:cubicBezTo>
                    <a:pt x="7" y="0"/>
                    <a:pt x="7" y="1"/>
                    <a:pt x="7" y="1"/>
                  </a:cubicBezTo>
                  <a:cubicBezTo>
                    <a:pt x="7" y="2"/>
                    <a:pt x="0" y="66"/>
                    <a:pt x="3" y="111"/>
                  </a:cubicBezTo>
                  <a:cubicBezTo>
                    <a:pt x="3" y="112"/>
                    <a:pt x="4" y="112"/>
                    <a:pt x="4" y="112"/>
                  </a:cubicBezTo>
                  <a:cubicBezTo>
                    <a:pt x="4" y="112"/>
                    <a:pt x="4" y="112"/>
                    <a:pt x="4" y="112"/>
                  </a:cubicBezTo>
                  <a:cubicBezTo>
                    <a:pt x="5" y="112"/>
                    <a:pt x="6" y="112"/>
                    <a:pt x="5" y="111"/>
                  </a:cubicBezTo>
                  <a:cubicBezTo>
                    <a:pt x="2" y="66"/>
                    <a:pt x="9" y="2"/>
                    <a:pt x="9" y="1"/>
                  </a:cubicBezTo>
                  <a:cubicBezTo>
                    <a:pt x="9" y="1"/>
                    <a:pt x="8" y="0"/>
                    <a:pt x="8" y="0"/>
                  </a:cubicBezTo>
                  <a:cubicBezTo>
                    <a:pt x="8" y="0"/>
                    <a:pt x="8" y="0"/>
                    <a:pt x="8" y="0"/>
                  </a:cubicBezTo>
                </a:path>
              </a:pathLst>
            </a:custGeom>
            <a:solidFill>
              <a:srgbClr val="515B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2" name="Google Shape;242;p1"/>
            <p:cNvSpPr/>
            <p:nvPr/>
          </p:nvSpPr>
          <p:spPr>
            <a:xfrm>
              <a:off x="9399588" y="1831976"/>
              <a:ext cx="30163" cy="238125"/>
            </a:xfrm>
            <a:custGeom>
              <a:rect b="b" l="l" r="r" t="t"/>
              <a:pathLst>
                <a:path extrusionOk="0" h="56" w="7">
                  <a:moveTo>
                    <a:pt x="7" y="0"/>
                  </a:moveTo>
                  <a:cubicBezTo>
                    <a:pt x="7" y="0"/>
                    <a:pt x="7" y="0"/>
                    <a:pt x="7" y="0"/>
                  </a:cubicBezTo>
                  <a:cubicBezTo>
                    <a:pt x="5" y="19"/>
                    <a:pt x="2" y="39"/>
                    <a:pt x="0" y="56"/>
                  </a:cubicBezTo>
                  <a:cubicBezTo>
                    <a:pt x="0" y="56"/>
                    <a:pt x="0" y="56"/>
                    <a:pt x="0" y="56"/>
                  </a:cubicBezTo>
                  <a:cubicBezTo>
                    <a:pt x="2" y="39"/>
                    <a:pt x="5" y="20"/>
                    <a:pt x="7" y="0"/>
                  </a:cubicBezTo>
                </a:path>
              </a:pathLst>
            </a:custGeom>
            <a:solidFill>
              <a:srgbClr val="3A5F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3" name="Google Shape;243;p1"/>
            <p:cNvSpPr/>
            <p:nvPr/>
          </p:nvSpPr>
          <p:spPr>
            <a:xfrm>
              <a:off x="9429750" y="1512888"/>
              <a:ext cx="46038" cy="319088"/>
            </a:xfrm>
            <a:custGeom>
              <a:rect b="b" l="l" r="r" t="t"/>
              <a:pathLst>
                <a:path extrusionOk="0" h="75" w="11">
                  <a:moveTo>
                    <a:pt x="11" y="0"/>
                  </a:moveTo>
                  <a:cubicBezTo>
                    <a:pt x="8" y="20"/>
                    <a:pt x="4" y="47"/>
                    <a:pt x="0" y="75"/>
                  </a:cubicBezTo>
                  <a:cubicBezTo>
                    <a:pt x="0" y="75"/>
                    <a:pt x="0" y="75"/>
                    <a:pt x="0" y="75"/>
                  </a:cubicBezTo>
                  <a:cubicBezTo>
                    <a:pt x="4" y="47"/>
                    <a:pt x="8" y="20"/>
                    <a:pt x="11" y="0"/>
                  </a:cubicBezTo>
                  <a:cubicBezTo>
                    <a:pt x="11" y="0"/>
                    <a:pt x="11" y="0"/>
                    <a:pt x="11" y="0"/>
                  </a:cubicBezTo>
                </a:path>
              </a:pathLst>
            </a:custGeom>
            <a:solidFill>
              <a:srgbClr val="4767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4" name="Google Shape;244;p1"/>
            <p:cNvSpPr/>
            <p:nvPr/>
          </p:nvSpPr>
          <p:spPr>
            <a:xfrm>
              <a:off x="9356725" y="1503363"/>
              <a:ext cx="119063" cy="566738"/>
            </a:xfrm>
            <a:custGeom>
              <a:rect b="b" l="l" r="r" t="t"/>
              <a:pathLst>
                <a:path extrusionOk="0" h="133" w="28">
                  <a:moveTo>
                    <a:pt x="22" y="0"/>
                  </a:moveTo>
                  <a:cubicBezTo>
                    <a:pt x="16" y="0"/>
                    <a:pt x="10" y="6"/>
                    <a:pt x="6" y="24"/>
                  </a:cubicBezTo>
                  <a:cubicBezTo>
                    <a:pt x="0" y="54"/>
                    <a:pt x="3" y="95"/>
                    <a:pt x="10" y="133"/>
                  </a:cubicBezTo>
                  <a:cubicBezTo>
                    <a:pt x="12" y="116"/>
                    <a:pt x="15" y="96"/>
                    <a:pt x="17" y="77"/>
                  </a:cubicBezTo>
                  <a:cubicBezTo>
                    <a:pt x="21" y="49"/>
                    <a:pt x="25" y="22"/>
                    <a:pt x="28" y="2"/>
                  </a:cubicBezTo>
                  <a:cubicBezTo>
                    <a:pt x="26" y="0"/>
                    <a:pt x="24" y="0"/>
                    <a:pt x="22" y="0"/>
                  </a:cubicBezTo>
                </a:path>
              </a:pathLst>
            </a:custGeom>
            <a:solidFill>
              <a:srgbClr val="1B23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5" name="Google Shape;245;p1"/>
            <p:cNvSpPr/>
            <p:nvPr/>
          </p:nvSpPr>
          <p:spPr>
            <a:xfrm>
              <a:off x="8918575" y="989013"/>
              <a:ext cx="331788" cy="430213"/>
            </a:xfrm>
            <a:custGeom>
              <a:rect b="b" l="l" r="r" t="t"/>
              <a:pathLst>
                <a:path extrusionOk="0" h="101" w="78">
                  <a:moveTo>
                    <a:pt x="7" y="78"/>
                  </a:moveTo>
                  <a:cubicBezTo>
                    <a:pt x="28" y="74"/>
                    <a:pt x="32" y="61"/>
                    <a:pt x="30" y="47"/>
                  </a:cubicBezTo>
                  <a:cubicBezTo>
                    <a:pt x="30" y="43"/>
                    <a:pt x="29" y="40"/>
                    <a:pt x="28" y="36"/>
                  </a:cubicBezTo>
                  <a:cubicBezTo>
                    <a:pt x="54" y="15"/>
                    <a:pt x="54" y="15"/>
                    <a:pt x="54" y="15"/>
                  </a:cubicBezTo>
                  <a:cubicBezTo>
                    <a:pt x="73" y="0"/>
                    <a:pt x="73" y="0"/>
                    <a:pt x="73" y="0"/>
                  </a:cubicBezTo>
                  <a:cubicBezTo>
                    <a:pt x="68" y="23"/>
                    <a:pt x="63" y="64"/>
                    <a:pt x="78" y="80"/>
                  </a:cubicBezTo>
                  <a:cubicBezTo>
                    <a:pt x="78" y="80"/>
                    <a:pt x="65" y="101"/>
                    <a:pt x="30" y="98"/>
                  </a:cubicBezTo>
                  <a:cubicBezTo>
                    <a:pt x="0" y="96"/>
                    <a:pt x="7" y="78"/>
                    <a:pt x="7" y="78"/>
                  </a:cubicBezTo>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6" name="Google Shape;246;p1"/>
            <p:cNvSpPr/>
            <p:nvPr/>
          </p:nvSpPr>
          <p:spPr>
            <a:xfrm>
              <a:off x="9058275" y="1384301"/>
              <a:ext cx="77788" cy="55563"/>
            </a:xfrm>
            <a:custGeom>
              <a:rect b="b" l="l" r="r" t="t"/>
              <a:pathLst>
                <a:path extrusionOk="0" h="35" w="49">
                  <a:moveTo>
                    <a:pt x="16" y="0"/>
                  </a:moveTo>
                  <a:lnTo>
                    <a:pt x="0" y="17"/>
                  </a:lnTo>
                  <a:lnTo>
                    <a:pt x="49" y="35"/>
                  </a:lnTo>
                  <a:lnTo>
                    <a:pt x="43" y="17"/>
                  </a:lnTo>
                  <a:lnTo>
                    <a:pt x="16"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7" name="Google Shape;247;p1"/>
            <p:cNvSpPr/>
            <p:nvPr/>
          </p:nvSpPr>
          <p:spPr>
            <a:xfrm>
              <a:off x="9083675" y="1300163"/>
              <a:ext cx="212725" cy="177800"/>
            </a:xfrm>
            <a:custGeom>
              <a:rect b="b" l="l" r="r" t="t"/>
              <a:pathLst>
                <a:path extrusionOk="0" h="42" w="50">
                  <a:moveTo>
                    <a:pt x="14" y="42"/>
                  </a:moveTo>
                  <a:cubicBezTo>
                    <a:pt x="14" y="42"/>
                    <a:pt x="7" y="24"/>
                    <a:pt x="0" y="20"/>
                  </a:cubicBezTo>
                  <a:cubicBezTo>
                    <a:pt x="24" y="14"/>
                    <a:pt x="35" y="0"/>
                    <a:pt x="35" y="0"/>
                  </a:cubicBezTo>
                  <a:cubicBezTo>
                    <a:pt x="46" y="5"/>
                    <a:pt x="46" y="5"/>
                    <a:pt x="46" y="5"/>
                  </a:cubicBezTo>
                  <a:cubicBezTo>
                    <a:pt x="46" y="5"/>
                    <a:pt x="50" y="26"/>
                    <a:pt x="14" y="42"/>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8" name="Google Shape;248;p1"/>
            <p:cNvSpPr/>
            <p:nvPr/>
          </p:nvSpPr>
          <p:spPr>
            <a:xfrm>
              <a:off x="8977313" y="1381126"/>
              <a:ext cx="80963" cy="33338"/>
            </a:xfrm>
            <a:custGeom>
              <a:rect b="b" l="l" r="r" t="t"/>
              <a:pathLst>
                <a:path extrusionOk="0" h="21" w="51">
                  <a:moveTo>
                    <a:pt x="41" y="0"/>
                  </a:moveTo>
                  <a:lnTo>
                    <a:pt x="51" y="19"/>
                  </a:lnTo>
                  <a:lnTo>
                    <a:pt x="0" y="21"/>
                  </a:lnTo>
                  <a:lnTo>
                    <a:pt x="11" y="5"/>
                  </a:lnTo>
                  <a:lnTo>
                    <a:pt x="41"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9" name="Google Shape;249;p1"/>
            <p:cNvSpPr/>
            <p:nvPr/>
          </p:nvSpPr>
          <p:spPr>
            <a:xfrm>
              <a:off x="8870950" y="1304926"/>
              <a:ext cx="171450" cy="152400"/>
            </a:xfrm>
            <a:custGeom>
              <a:rect b="b" l="l" r="r" t="t"/>
              <a:pathLst>
                <a:path extrusionOk="0" h="36" w="40">
                  <a:moveTo>
                    <a:pt x="15" y="36"/>
                  </a:moveTo>
                  <a:cubicBezTo>
                    <a:pt x="15" y="36"/>
                    <a:pt x="25" y="25"/>
                    <a:pt x="40" y="18"/>
                  </a:cubicBezTo>
                  <a:cubicBezTo>
                    <a:pt x="29" y="15"/>
                    <a:pt x="29" y="0"/>
                    <a:pt x="29" y="0"/>
                  </a:cubicBezTo>
                  <a:cubicBezTo>
                    <a:pt x="18" y="2"/>
                    <a:pt x="18" y="2"/>
                    <a:pt x="18" y="2"/>
                  </a:cubicBezTo>
                  <a:cubicBezTo>
                    <a:pt x="18" y="2"/>
                    <a:pt x="0" y="20"/>
                    <a:pt x="15" y="36"/>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0" name="Google Shape;250;p1"/>
            <p:cNvSpPr/>
            <p:nvPr/>
          </p:nvSpPr>
          <p:spPr>
            <a:xfrm>
              <a:off x="9093200" y="1052513"/>
              <a:ext cx="55563" cy="47625"/>
            </a:xfrm>
            <a:custGeom>
              <a:rect b="b" l="l" r="r" t="t"/>
              <a:pathLst>
                <a:path extrusionOk="0" h="30" w="35">
                  <a:moveTo>
                    <a:pt x="35" y="0"/>
                  </a:moveTo>
                  <a:lnTo>
                    <a:pt x="0" y="30"/>
                  </a:lnTo>
                  <a:lnTo>
                    <a:pt x="0" y="30"/>
                  </a:lnTo>
                  <a:lnTo>
                    <a:pt x="35" y="0"/>
                  </a:lnTo>
                  <a:lnTo>
                    <a:pt x="35" y="0"/>
                  </a:lnTo>
                  <a:close/>
                </a:path>
              </a:pathLst>
            </a:custGeom>
            <a:solidFill>
              <a:srgbClr val="426D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1" name="Google Shape;251;p1"/>
            <p:cNvSpPr/>
            <p:nvPr/>
          </p:nvSpPr>
          <p:spPr>
            <a:xfrm>
              <a:off x="9093200" y="1052513"/>
              <a:ext cx="55563" cy="47625"/>
            </a:xfrm>
            <a:custGeom>
              <a:rect b="b" l="l" r="r" t="t"/>
              <a:pathLst>
                <a:path extrusionOk="0" h="30" w="35">
                  <a:moveTo>
                    <a:pt x="35" y="0"/>
                  </a:moveTo>
                  <a:lnTo>
                    <a:pt x="0" y="30"/>
                  </a:lnTo>
                  <a:lnTo>
                    <a:pt x="0" y="30"/>
                  </a:lnTo>
                  <a:lnTo>
                    <a:pt x="35" y="0"/>
                  </a:lnTo>
                  <a:lnTo>
                    <a:pt x="3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2" name="Google Shape;252;p1"/>
            <p:cNvSpPr/>
            <p:nvPr/>
          </p:nvSpPr>
          <p:spPr>
            <a:xfrm>
              <a:off x="9037638" y="1100138"/>
              <a:ext cx="55563" cy="42863"/>
            </a:xfrm>
            <a:custGeom>
              <a:rect b="b" l="l" r="r" t="t"/>
              <a:pathLst>
                <a:path extrusionOk="0" h="10" w="13">
                  <a:moveTo>
                    <a:pt x="13" y="0"/>
                  </a:moveTo>
                  <a:cubicBezTo>
                    <a:pt x="13" y="0"/>
                    <a:pt x="13" y="0"/>
                    <a:pt x="13" y="0"/>
                  </a:cubicBezTo>
                  <a:cubicBezTo>
                    <a:pt x="0" y="10"/>
                    <a:pt x="0" y="10"/>
                    <a:pt x="0" y="10"/>
                  </a:cubicBezTo>
                  <a:cubicBezTo>
                    <a:pt x="0" y="10"/>
                    <a:pt x="0" y="10"/>
                    <a:pt x="0" y="10"/>
                  </a:cubicBezTo>
                  <a:cubicBezTo>
                    <a:pt x="13" y="0"/>
                    <a:pt x="13" y="0"/>
                    <a:pt x="13" y="0"/>
                  </a:cubicBezTo>
                </a:path>
              </a:pathLst>
            </a:custGeom>
            <a:solidFill>
              <a:srgbClr val="517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3" name="Google Shape;253;p1"/>
            <p:cNvSpPr/>
            <p:nvPr/>
          </p:nvSpPr>
          <p:spPr>
            <a:xfrm>
              <a:off x="9037638" y="1052513"/>
              <a:ext cx="114300" cy="136525"/>
            </a:xfrm>
            <a:custGeom>
              <a:rect b="b" l="l" r="r" t="t"/>
              <a:pathLst>
                <a:path extrusionOk="0" h="32" w="27">
                  <a:moveTo>
                    <a:pt x="26" y="0"/>
                  </a:moveTo>
                  <a:cubicBezTo>
                    <a:pt x="26" y="0"/>
                    <a:pt x="26" y="0"/>
                    <a:pt x="26" y="0"/>
                  </a:cubicBezTo>
                  <a:cubicBezTo>
                    <a:pt x="13" y="11"/>
                    <a:pt x="13" y="11"/>
                    <a:pt x="13" y="11"/>
                  </a:cubicBezTo>
                  <a:cubicBezTo>
                    <a:pt x="0" y="21"/>
                    <a:pt x="0" y="21"/>
                    <a:pt x="0" y="21"/>
                  </a:cubicBezTo>
                  <a:cubicBezTo>
                    <a:pt x="1" y="25"/>
                    <a:pt x="2" y="28"/>
                    <a:pt x="2" y="32"/>
                  </a:cubicBezTo>
                  <a:cubicBezTo>
                    <a:pt x="12" y="30"/>
                    <a:pt x="25" y="20"/>
                    <a:pt x="26" y="10"/>
                  </a:cubicBezTo>
                  <a:cubicBezTo>
                    <a:pt x="27" y="6"/>
                    <a:pt x="27" y="3"/>
                    <a:pt x="26" y="0"/>
                  </a:cubicBezTo>
                </a:path>
              </a:pathLst>
            </a:custGeom>
            <a:solidFill>
              <a:srgbClr val="CC9C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4" name="Google Shape;254;p1"/>
            <p:cNvSpPr/>
            <p:nvPr/>
          </p:nvSpPr>
          <p:spPr>
            <a:xfrm>
              <a:off x="8867775" y="611188"/>
              <a:ext cx="169863" cy="314325"/>
            </a:xfrm>
            <a:custGeom>
              <a:rect b="b" l="l" r="r" t="t"/>
              <a:pathLst>
                <a:path extrusionOk="0" h="74" w="40">
                  <a:moveTo>
                    <a:pt x="9" y="21"/>
                  </a:moveTo>
                  <a:cubicBezTo>
                    <a:pt x="0" y="32"/>
                    <a:pt x="1" y="73"/>
                    <a:pt x="20" y="74"/>
                  </a:cubicBezTo>
                  <a:cubicBezTo>
                    <a:pt x="40" y="74"/>
                    <a:pt x="26" y="0"/>
                    <a:pt x="9" y="21"/>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5" name="Google Shape;255;p1"/>
            <p:cNvSpPr/>
            <p:nvPr/>
          </p:nvSpPr>
          <p:spPr>
            <a:xfrm>
              <a:off x="8867775" y="593726"/>
              <a:ext cx="407988" cy="617538"/>
            </a:xfrm>
            <a:custGeom>
              <a:rect b="b" l="l" r="r" t="t"/>
              <a:pathLst>
                <a:path extrusionOk="0" h="145" w="96">
                  <a:moveTo>
                    <a:pt x="94" y="55"/>
                  </a:moveTo>
                  <a:cubicBezTo>
                    <a:pt x="92" y="86"/>
                    <a:pt x="92" y="104"/>
                    <a:pt x="76" y="120"/>
                  </a:cubicBezTo>
                  <a:cubicBezTo>
                    <a:pt x="53" y="145"/>
                    <a:pt x="14" y="131"/>
                    <a:pt x="7" y="100"/>
                  </a:cubicBezTo>
                  <a:cubicBezTo>
                    <a:pt x="0" y="72"/>
                    <a:pt x="5" y="25"/>
                    <a:pt x="35" y="13"/>
                  </a:cubicBezTo>
                  <a:cubicBezTo>
                    <a:pt x="65" y="0"/>
                    <a:pt x="96" y="23"/>
                    <a:pt x="94" y="55"/>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6" name="Google Shape;256;p1"/>
            <p:cNvSpPr/>
            <p:nvPr/>
          </p:nvSpPr>
          <p:spPr>
            <a:xfrm>
              <a:off x="9118600" y="682626"/>
              <a:ext cx="369888" cy="361950"/>
            </a:xfrm>
            <a:custGeom>
              <a:rect b="b" l="l" r="r" t="t"/>
              <a:pathLst>
                <a:path extrusionOk="0" h="85" w="87">
                  <a:moveTo>
                    <a:pt x="19" y="8"/>
                  </a:moveTo>
                  <a:cubicBezTo>
                    <a:pt x="0" y="27"/>
                    <a:pt x="25" y="41"/>
                    <a:pt x="15" y="52"/>
                  </a:cubicBezTo>
                  <a:cubicBezTo>
                    <a:pt x="34" y="61"/>
                    <a:pt x="27" y="69"/>
                    <a:pt x="27" y="69"/>
                  </a:cubicBezTo>
                  <a:cubicBezTo>
                    <a:pt x="27" y="69"/>
                    <a:pt x="24" y="76"/>
                    <a:pt x="27" y="85"/>
                  </a:cubicBezTo>
                  <a:cubicBezTo>
                    <a:pt x="48" y="80"/>
                    <a:pt x="87" y="10"/>
                    <a:pt x="44" y="0"/>
                  </a:cubicBezTo>
                  <a:cubicBezTo>
                    <a:pt x="19" y="11"/>
                    <a:pt x="19" y="8"/>
                    <a:pt x="19" y="8"/>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7" name="Google Shape;257;p1"/>
            <p:cNvSpPr/>
            <p:nvPr/>
          </p:nvSpPr>
          <p:spPr>
            <a:xfrm>
              <a:off x="8855075" y="538163"/>
              <a:ext cx="496888" cy="247650"/>
            </a:xfrm>
            <a:custGeom>
              <a:rect b="b" l="l" r="r" t="t"/>
              <a:pathLst>
                <a:path extrusionOk="0" h="58" w="117">
                  <a:moveTo>
                    <a:pt x="89" y="56"/>
                  </a:moveTo>
                  <a:cubicBezTo>
                    <a:pt x="71" y="58"/>
                    <a:pt x="47" y="50"/>
                    <a:pt x="33" y="42"/>
                  </a:cubicBezTo>
                  <a:cubicBezTo>
                    <a:pt x="18" y="35"/>
                    <a:pt x="16" y="49"/>
                    <a:pt x="21" y="53"/>
                  </a:cubicBezTo>
                  <a:cubicBezTo>
                    <a:pt x="12" y="53"/>
                    <a:pt x="0" y="46"/>
                    <a:pt x="3" y="30"/>
                  </a:cubicBezTo>
                  <a:cubicBezTo>
                    <a:pt x="6" y="15"/>
                    <a:pt x="26" y="0"/>
                    <a:pt x="54" y="13"/>
                  </a:cubicBezTo>
                  <a:cubicBezTo>
                    <a:pt x="73" y="22"/>
                    <a:pt x="98" y="10"/>
                    <a:pt x="107" y="21"/>
                  </a:cubicBezTo>
                  <a:cubicBezTo>
                    <a:pt x="117" y="31"/>
                    <a:pt x="102" y="54"/>
                    <a:pt x="89" y="5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8" name="Google Shape;258;p1"/>
            <p:cNvSpPr/>
            <p:nvPr/>
          </p:nvSpPr>
          <p:spPr>
            <a:xfrm>
              <a:off x="9288463" y="588963"/>
              <a:ext cx="98425" cy="128588"/>
            </a:xfrm>
            <a:custGeom>
              <a:rect b="b" l="l" r="r" t="t"/>
              <a:pathLst>
                <a:path extrusionOk="0" h="30" w="23">
                  <a:moveTo>
                    <a:pt x="0" y="23"/>
                  </a:moveTo>
                  <a:cubicBezTo>
                    <a:pt x="12" y="22"/>
                    <a:pt x="13" y="14"/>
                    <a:pt x="9" y="0"/>
                  </a:cubicBezTo>
                  <a:cubicBezTo>
                    <a:pt x="23" y="19"/>
                    <a:pt x="18" y="25"/>
                    <a:pt x="9" y="30"/>
                  </a:cubicBezTo>
                  <a:cubicBezTo>
                    <a:pt x="1" y="27"/>
                    <a:pt x="0" y="23"/>
                    <a:pt x="0" y="2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9" name="Google Shape;259;p1"/>
            <p:cNvSpPr/>
            <p:nvPr/>
          </p:nvSpPr>
          <p:spPr>
            <a:xfrm>
              <a:off x="9194800" y="857251"/>
              <a:ext cx="119063" cy="144463"/>
            </a:xfrm>
            <a:custGeom>
              <a:rect b="b" l="l" r="r" t="t"/>
              <a:pathLst>
                <a:path extrusionOk="0" h="34" w="28">
                  <a:moveTo>
                    <a:pt x="25" y="17"/>
                  </a:moveTo>
                  <a:cubicBezTo>
                    <a:pt x="22" y="23"/>
                    <a:pt x="17" y="28"/>
                    <a:pt x="11" y="30"/>
                  </a:cubicBezTo>
                  <a:cubicBezTo>
                    <a:pt x="4" y="34"/>
                    <a:pt x="0" y="27"/>
                    <a:pt x="2" y="18"/>
                  </a:cubicBezTo>
                  <a:cubicBezTo>
                    <a:pt x="4" y="11"/>
                    <a:pt x="10" y="0"/>
                    <a:pt x="18" y="0"/>
                  </a:cubicBezTo>
                  <a:cubicBezTo>
                    <a:pt x="25" y="0"/>
                    <a:pt x="28" y="9"/>
                    <a:pt x="25" y="17"/>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0" name="Google Shape;260;p1"/>
            <p:cNvSpPr/>
            <p:nvPr/>
          </p:nvSpPr>
          <p:spPr>
            <a:xfrm>
              <a:off x="9032875" y="844551"/>
              <a:ext cx="25400" cy="42863"/>
            </a:xfrm>
            <a:custGeom>
              <a:rect b="b" l="l" r="r" t="t"/>
              <a:pathLst>
                <a:path extrusionOk="0" h="10" w="6">
                  <a:moveTo>
                    <a:pt x="6" y="5"/>
                  </a:moveTo>
                  <a:cubicBezTo>
                    <a:pt x="6" y="8"/>
                    <a:pt x="4" y="10"/>
                    <a:pt x="3" y="10"/>
                  </a:cubicBezTo>
                  <a:cubicBezTo>
                    <a:pt x="1" y="10"/>
                    <a:pt x="0" y="8"/>
                    <a:pt x="0" y="5"/>
                  </a:cubicBezTo>
                  <a:cubicBezTo>
                    <a:pt x="0" y="3"/>
                    <a:pt x="1" y="0"/>
                    <a:pt x="3" y="0"/>
                  </a:cubicBezTo>
                  <a:cubicBezTo>
                    <a:pt x="5" y="0"/>
                    <a:pt x="6" y="2"/>
                    <a:pt x="6"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1" name="Google Shape;261;p1"/>
            <p:cNvSpPr/>
            <p:nvPr/>
          </p:nvSpPr>
          <p:spPr>
            <a:xfrm>
              <a:off x="8910638" y="849313"/>
              <a:ext cx="25400" cy="38100"/>
            </a:xfrm>
            <a:prstGeom prst="ellipse">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2" name="Google Shape;262;p1"/>
            <p:cNvSpPr/>
            <p:nvPr/>
          </p:nvSpPr>
          <p:spPr>
            <a:xfrm>
              <a:off x="8931275" y="869951"/>
              <a:ext cx="50800" cy="111125"/>
            </a:xfrm>
            <a:custGeom>
              <a:rect b="b" l="l" r="r" t="t"/>
              <a:pathLst>
                <a:path extrusionOk="0" h="26" w="12">
                  <a:moveTo>
                    <a:pt x="12" y="0"/>
                  </a:moveTo>
                  <a:cubicBezTo>
                    <a:pt x="12" y="0"/>
                    <a:pt x="6" y="15"/>
                    <a:pt x="0" y="22"/>
                  </a:cubicBezTo>
                  <a:cubicBezTo>
                    <a:pt x="4" y="26"/>
                    <a:pt x="12" y="24"/>
                    <a:pt x="12" y="24"/>
                  </a:cubicBezTo>
                  <a:lnTo>
                    <a:pt x="12" y="0"/>
                  </a:lnTo>
                  <a:close/>
                </a:path>
              </a:pathLst>
            </a:custGeom>
            <a:solidFill>
              <a:srgbClr val="ED847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3" name="Google Shape;263;p1"/>
            <p:cNvSpPr/>
            <p:nvPr/>
          </p:nvSpPr>
          <p:spPr>
            <a:xfrm>
              <a:off x="9007475" y="958851"/>
              <a:ext cx="80963" cy="42863"/>
            </a:xfrm>
            <a:custGeom>
              <a:rect b="b" l="l" r="r" t="t"/>
              <a:pathLst>
                <a:path extrusionOk="0" h="10" w="19">
                  <a:moveTo>
                    <a:pt x="4" y="10"/>
                  </a:moveTo>
                  <a:cubicBezTo>
                    <a:pt x="14" y="9"/>
                    <a:pt x="19" y="2"/>
                    <a:pt x="19" y="1"/>
                  </a:cubicBezTo>
                  <a:cubicBezTo>
                    <a:pt x="19" y="0"/>
                    <a:pt x="19" y="0"/>
                    <a:pt x="19" y="0"/>
                  </a:cubicBezTo>
                  <a:cubicBezTo>
                    <a:pt x="18" y="1"/>
                    <a:pt x="18" y="1"/>
                    <a:pt x="18" y="1"/>
                  </a:cubicBezTo>
                  <a:cubicBezTo>
                    <a:pt x="17" y="1"/>
                    <a:pt x="12" y="9"/>
                    <a:pt x="1" y="9"/>
                  </a:cubicBezTo>
                  <a:cubicBezTo>
                    <a:pt x="1" y="9"/>
                    <a:pt x="0" y="9"/>
                    <a:pt x="0" y="9"/>
                  </a:cubicBezTo>
                  <a:cubicBezTo>
                    <a:pt x="0" y="10"/>
                    <a:pt x="1" y="10"/>
                    <a:pt x="1" y="10"/>
                  </a:cubicBezTo>
                  <a:cubicBezTo>
                    <a:pt x="2" y="10"/>
                    <a:pt x="3" y="10"/>
                    <a:pt x="4" y="1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4" name="Google Shape;264;p1"/>
            <p:cNvSpPr/>
            <p:nvPr/>
          </p:nvSpPr>
          <p:spPr>
            <a:xfrm>
              <a:off x="9063038" y="785813"/>
              <a:ext cx="60325" cy="38100"/>
            </a:xfrm>
            <a:custGeom>
              <a:rect b="b" l="l" r="r" t="t"/>
              <a:pathLst>
                <a:path extrusionOk="0" h="9" w="14">
                  <a:moveTo>
                    <a:pt x="13" y="9"/>
                  </a:moveTo>
                  <a:cubicBezTo>
                    <a:pt x="13" y="9"/>
                    <a:pt x="13" y="9"/>
                    <a:pt x="13" y="9"/>
                  </a:cubicBezTo>
                  <a:cubicBezTo>
                    <a:pt x="14" y="8"/>
                    <a:pt x="14" y="7"/>
                    <a:pt x="14" y="7"/>
                  </a:cubicBezTo>
                  <a:cubicBezTo>
                    <a:pt x="9" y="0"/>
                    <a:pt x="2" y="0"/>
                    <a:pt x="2" y="0"/>
                  </a:cubicBezTo>
                  <a:cubicBezTo>
                    <a:pt x="1" y="0"/>
                    <a:pt x="0" y="1"/>
                    <a:pt x="0" y="2"/>
                  </a:cubicBezTo>
                  <a:cubicBezTo>
                    <a:pt x="0" y="3"/>
                    <a:pt x="1" y="3"/>
                    <a:pt x="2" y="3"/>
                  </a:cubicBezTo>
                  <a:cubicBezTo>
                    <a:pt x="2" y="3"/>
                    <a:pt x="7" y="3"/>
                    <a:pt x="11" y="8"/>
                  </a:cubicBezTo>
                  <a:cubicBezTo>
                    <a:pt x="12" y="9"/>
                    <a:pt x="12" y="9"/>
                    <a:pt x="13"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5" name="Google Shape;265;p1"/>
            <p:cNvSpPr/>
            <p:nvPr/>
          </p:nvSpPr>
          <p:spPr>
            <a:xfrm>
              <a:off x="8880475" y="781051"/>
              <a:ext cx="55563" cy="46038"/>
            </a:xfrm>
            <a:custGeom>
              <a:rect b="b" l="l" r="r" t="t"/>
              <a:pathLst>
                <a:path extrusionOk="0" h="11" w="13">
                  <a:moveTo>
                    <a:pt x="2" y="11"/>
                  </a:moveTo>
                  <a:cubicBezTo>
                    <a:pt x="2" y="11"/>
                    <a:pt x="3" y="11"/>
                    <a:pt x="3" y="10"/>
                  </a:cubicBezTo>
                  <a:cubicBezTo>
                    <a:pt x="6" y="4"/>
                    <a:pt x="11" y="3"/>
                    <a:pt x="11" y="3"/>
                  </a:cubicBezTo>
                  <a:cubicBezTo>
                    <a:pt x="12" y="3"/>
                    <a:pt x="13" y="3"/>
                    <a:pt x="12" y="2"/>
                  </a:cubicBezTo>
                  <a:cubicBezTo>
                    <a:pt x="12" y="1"/>
                    <a:pt x="12" y="0"/>
                    <a:pt x="11" y="0"/>
                  </a:cubicBezTo>
                  <a:cubicBezTo>
                    <a:pt x="11" y="0"/>
                    <a:pt x="11" y="0"/>
                    <a:pt x="11" y="0"/>
                  </a:cubicBezTo>
                  <a:cubicBezTo>
                    <a:pt x="10" y="1"/>
                    <a:pt x="4" y="2"/>
                    <a:pt x="0" y="9"/>
                  </a:cubicBezTo>
                  <a:cubicBezTo>
                    <a:pt x="0" y="10"/>
                    <a:pt x="0" y="11"/>
                    <a:pt x="1" y="11"/>
                  </a:cubicBezTo>
                  <a:lnTo>
                    <a:pt x="2"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6" name="Google Shape;266;p1"/>
            <p:cNvSpPr/>
            <p:nvPr/>
          </p:nvSpPr>
          <p:spPr>
            <a:xfrm>
              <a:off x="9217025" y="1330326"/>
              <a:ext cx="479425" cy="1003300"/>
            </a:xfrm>
            <a:custGeom>
              <a:rect b="b" l="l" r="r" t="t"/>
              <a:pathLst>
                <a:path extrusionOk="0" h="236" w="113">
                  <a:moveTo>
                    <a:pt x="68" y="20"/>
                  </a:moveTo>
                  <a:cubicBezTo>
                    <a:pt x="73" y="30"/>
                    <a:pt x="77" y="40"/>
                    <a:pt x="81" y="50"/>
                  </a:cubicBezTo>
                  <a:cubicBezTo>
                    <a:pt x="85" y="60"/>
                    <a:pt x="89" y="70"/>
                    <a:pt x="92" y="80"/>
                  </a:cubicBezTo>
                  <a:cubicBezTo>
                    <a:pt x="99" y="101"/>
                    <a:pt x="105" y="122"/>
                    <a:pt x="109" y="144"/>
                  </a:cubicBezTo>
                  <a:cubicBezTo>
                    <a:pt x="110" y="149"/>
                    <a:pt x="111" y="155"/>
                    <a:pt x="112" y="160"/>
                  </a:cubicBezTo>
                  <a:cubicBezTo>
                    <a:pt x="112" y="165"/>
                    <a:pt x="112" y="165"/>
                    <a:pt x="112" y="165"/>
                  </a:cubicBezTo>
                  <a:cubicBezTo>
                    <a:pt x="112" y="167"/>
                    <a:pt x="112" y="167"/>
                    <a:pt x="112" y="167"/>
                  </a:cubicBezTo>
                  <a:cubicBezTo>
                    <a:pt x="113" y="168"/>
                    <a:pt x="113" y="168"/>
                    <a:pt x="113" y="168"/>
                  </a:cubicBezTo>
                  <a:cubicBezTo>
                    <a:pt x="113" y="169"/>
                    <a:pt x="113" y="169"/>
                    <a:pt x="113" y="169"/>
                  </a:cubicBezTo>
                  <a:cubicBezTo>
                    <a:pt x="113" y="173"/>
                    <a:pt x="113" y="177"/>
                    <a:pt x="113" y="182"/>
                  </a:cubicBezTo>
                  <a:cubicBezTo>
                    <a:pt x="112" y="190"/>
                    <a:pt x="109" y="200"/>
                    <a:pt x="104" y="207"/>
                  </a:cubicBezTo>
                  <a:cubicBezTo>
                    <a:pt x="99" y="215"/>
                    <a:pt x="92" y="220"/>
                    <a:pt x="85" y="224"/>
                  </a:cubicBezTo>
                  <a:cubicBezTo>
                    <a:pt x="79" y="228"/>
                    <a:pt x="72" y="231"/>
                    <a:pt x="66" y="232"/>
                  </a:cubicBezTo>
                  <a:cubicBezTo>
                    <a:pt x="60" y="234"/>
                    <a:pt x="54" y="235"/>
                    <a:pt x="48" y="236"/>
                  </a:cubicBezTo>
                  <a:cubicBezTo>
                    <a:pt x="42" y="236"/>
                    <a:pt x="36" y="236"/>
                    <a:pt x="30" y="236"/>
                  </a:cubicBezTo>
                  <a:cubicBezTo>
                    <a:pt x="24" y="236"/>
                    <a:pt x="19" y="235"/>
                    <a:pt x="13" y="234"/>
                  </a:cubicBezTo>
                  <a:cubicBezTo>
                    <a:pt x="5" y="233"/>
                    <a:pt x="0" y="226"/>
                    <a:pt x="1" y="218"/>
                  </a:cubicBezTo>
                  <a:cubicBezTo>
                    <a:pt x="2" y="213"/>
                    <a:pt x="7" y="208"/>
                    <a:pt x="12" y="207"/>
                  </a:cubicBezTo>
                  <a:cubicBezTo>
                    <a:pt x="13" y="207"/>
                    <a:pt x="13" y="207"/>
                    <a:pt x="13" y="207"/>
                  </a:cubicBezTo>
                  <a:cubicBezTo>
                    <a:pt x="17" y="206"/>
                    <a:pt x="23" y="205"/>
                    <a:pt x="27" y="204"/>
                  </a:cubicBezTo>
                  <a:cubicBezTo>
                    <a:pt x="32" y="202"/>
                    <a:pt x="36" y="201"/>
                    <a:pt x="40" y="199"/>
                  </a:cubicBezTo>
                  <a:cubicBezTo>
                    <a:pt x="49" y="196"/>
                    <a:pt x="56" y="192"/>
                    <a:pt x="61" y="188"/>
                  </a:cubicBezTo>
                  <a:cubicBezTo>
                    <a:pt x="63" y="186"/>
                    <a:pt x="64" y="184"/>
                    <a:pt x="64" y="183"/>
                  </a:cubicBezTo>
                  <a:cubicBezTo>
                    <a:pt x="64" y="182"/>
                    <a:pt x="64" y="180"/>
                    <a:pt x="64" y="179"/>
                  </a:cubicBezTo>
                  <a:cubicBezTo>
                    <a:pt x="64" y="178"/>
                    <a:pt x="64" y="177"/>
                    <a:pt x="63" y="175"/>
                  </a:cubicBezTo>
                  <a:cubicBezTo>
                    <a:pt x="62" y="169"/>
                    <a:pt x="62" y="169"/>
                    <a:pt x="62" y="169"/>
                  </a:cubicBezTo>
                  <a:cubicBezTo>
                    <a:pt x="61" y="164"/>
                    <a:pt x="60" y="160"/>
                    <a:pt x="59" y="155"/>
                  </a:cubicBezTo>
                  <a:cubicBezTo>
                    <a:pt x="56" y="146"/>
                    <a:pt x="53" y="136"/>
                    <a:pt x="50" y="127"/>
                  </a:cubicBezTo>
                  <a:cubicBezTo>
                    <a:pt x="47" y="117"/>
                    <a:pt x="44" y="108"/>
                    <a:pt x="40" y="99"/>
                  </a:cubicBezTo>
                  <a:cubicBezTo>
                    <a:pt x="37" y="89"/>
                    <a:pt x="33" y="80"/>
                    <a:pt x="29" y="70"/>
                  </a:cubicBezTo>
                  <a:cubicBezTo>
                    <a:pt x="25" y="61"/>
                    <a:pt x="22" y="52"/>
                    <a:pt x="18" y="43"/>
                  </a:cubicBezTo>
                  <a:cubicBezTo>
                    <a:pt x="18" y="42"/>
                    <a:pt x="18" y="42"/>
                    <a:pt x="18" y="42"/>
                  </a:cubicBezTo>
                  <a:cubicBezTo>
                    <a:pt x="12" y="28"/>
                    <a:pt x="18" y="12"/>
                    <a:pt x="32" y="6"/>
                  </a:cubicBezTo>
                  <a:cubicBezTo>
                    <a:pt x="46" y="0"/>
                    <a:pt x="62" y="6"/>
                    <a:pt x="68" y="2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7" name="Google Shape;267;p1"/>
            <p:cNvSpPr/>
            <p:nvPr/>
          </p:nvSpPr>
          <p:spPr>
            <a:xfrm>
              <a:off x="9139238" y="2244726"/>
              <a:ext cx="217488" cy="96838"/>
            </a:xfrm>
            <a:custGeom>
              <a:rect b="b" l="l" r="r" t="t"/>
              <a:pathLst>
                <a:path extrusionOk="0" h="23" w="51">
                  <a:moveTo>
                    <a:pt x="18" y="4"/>
                  </a:moveTo>
                  <a:cubicBezTo>
                    <a:pt x="0" y="12"/>
                    <a:pt x="0" y="12"/>
                    <a:pt x="0" y="12"/>
                  </a:cubicBezTo>
                  <a:cubicBezTo>
                    <a:pt x="31" y="23"/>
                    <a:pt x="31" y="23"/>
                    <a:pt x="31" y="23"/>
                  </a:cubicBezTo>
                  <a:cubicBezTo>
                    <a:pt x="31" y="23"/>
                    <a:pt x="51" y="16"/>
                    <a:pt x="41" y="5"/>
                  </a:cubicBezTo>
                  <a:cubicBezTo>
                    <a:pt x="36" y="3"/>
                    <a:pt x="36" y="3"/>
                    <a:pt x="36" y="3"/>
                  </a:cubicBezTo>
                  <a:cubicBezTo>
                    <a:pt x="27" y="0"/>
                    <a:pt x="22" y="1"/>
                    <a:pt x="18" y="4"/>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8" name="Google Shape;268;p1"/>
            <p:cNvSpPr/>
            <p:nvPr/>
          </p:nvSpPr>
          <p:spPr>
            <a:xfrm>
              <a:off x="9110663" y="2295526"/>
              <a:ext cx="160338" cy="106363"/>
            </a:xfrm>
            <a:custGeom>
              <a:rect b="b" l="l" r="r" t="t"/>
              <a:pathLst>
                <a:path extrusionOk="0" h="25" w="38">
                  <a:moveTo>
                    <a:pt x="9" y="22"/>
                  </a:moveTo>
                  <a:cubicBezTo>
                    <a:pt x="23" y="24"/>
                    <a:pt x="23" y="24"/>
                    <a:pt x="23" y="24"/>
                  </a:cubicBezTo>
                  <a:cubicBezTo>
                    <a:pt x="27" y="25"/>
                    <a:pt x="31" y="23"/>
                    <a:pt x="33" y="19"/>
                  </a:cubicBezTo>
                  <a:cubicBezTo>
                    <a:pt x="38" y="11"/>
                    <a:pt x="38" y="11"/>
                    <a:pt x="38" y="11"/>
                  </a:cubicBezTo>
                  <a:cubicBezTo>
                    <a:pt x="7" y="0"/>
                    <a:pt x="7" y="0"/>
                    <a:pt x="7" y="0"/>
                  </a:cubicBezTo>
                  <a:cubicBezTo>
                    <a:pt x="3" y="8"/>
                    <a:pt x="3" y="8"/>
                    <a:pt x="3" y="8"/>
                  </a:cubicBezTo>
                  <a:cubicBezTo>
                    <a:pt x="0" y="14"/>
                    <a:pt x="3" y="20"/>
                    <a:pt x="9" y="22"/>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269" name="Google Shape;269;p1"/>
          <p:cNvSpPr txBox="1"/>
          <p:nvPr/>
        </p:nvSpPr>
        <p:spPr>
          <a:xfrm>
            <a:off x="1104900" y="1333022"/>
            <a:ext cx="4563529" cy="1015663"/>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Poppins"/>
                <a:ea typeface="Poppins"/>
                <a:cs typeface="Poppins"/>
                <a:sym typeface="Poppins"/>
              </a:rPr>
              <a:t>Clase 08</a:t>
            </a:r>
            <a:endParaRPr b="0" i="0" sz="1400" u="none" cap="none" strike="noStrike">
              <a:solidFill>
                <a:srgbClr val="000000"/>
              </a:solidFill>
              <a:latin typeface="Arial"/>
              <a:ea typeface="Arial"/>
              <a:cs typeface="Arial"/>
              <a:sym typeface="Arial"/>
            </a:endParaRPr>
          </a:p>
        </p:txBody>
      </p:sp>
      <p:sp>
        <p:nvSpPr>
          <p:cNvPr id="270" name="Google Shape;270;p1"/>
          <p:cNvSpPr txBox="1"/>
          <p:nvPr/>
        </p:nvSpPr>
        <p:spPr>
          <a:xfrm>
            <a:off x="1104900" y="929147"/>
            <a:ext cx="1193596" cy="301621"/>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Programación</a:t>
            </a:r>
            <a:endParaRPr b="0" i="0" sz="1400" u="none" cap="none" strike="noStrike">
              <a:solidFill>
                <a:srgbClr val="000000"/>
              </a:solidFill>
              <a:latin typeface="Arial"/>
              <a:ea typeface="Arial"/>
              <a:cs typeface="Arial"/>
              <a:sym typeface="Arial"/>
            </a:endParaRPr>
          </a:p>
        </p:txBody>
      </p:sp>
      <p:grpSp>
        <p:nvGrpSpPr>
          <p:cNvPr id="271" name="Google Shape;271;p1"/>
          <p:cNvGrpSpPr/>
          <p:nvPr/>
        </p:nvGrpSpPr>
        <p:grpSpPr>
          <a:xfrm>
            <a:off x="1067655" y="3842795"/>
            <a:ext cx="3235325" cy="2163867"/>
            <a:chOff x="1067655" y="3842795"/>
            <a:chExt cx="3235325" cy="1826757"/>
          </a:xfrm>
        </p:grpSpPr>
        <p:sp>
          <p:nvSpPr>
            <p:cNvPr id="272" name="Google Shape;272;p1"/>
            <p:cNvSpPr/>
            <p:nvPr/>
          </p:nvSpPr>
          <p:spPr>
            <a:xfrm>
              <a:off x="1067655" y="3842795"/>
              <a:ext cx="3235325" cy="1826757"/>
            </a:xfrm>
            <a:prstGeom prst="roundRect">
              <a:avLst>
                <a:gd fmla="val 12488" name="adj"/>
              </a:avLst>
            </a:prstGeom>
            <a:solidFill>
              <a:schemeClr val="lt1"/>
            </a:solidFill>
            <a:ln>
              <a:noFill/>
            </a:ln>
            <a:effectLst>
              <a:outerShdw blurRad="254000" rotWithShape="0" algn="ctr" dir="5400000" dist="127000">
                <a:srgbClr val="000000">
                  <a:alpha val="9019"/>
                </a:srgbClr>
              </a:outerShdw>
            </a:effectLst>
          </p:spPr>
          <p:txBody>
            <a:bodyPr anchorCtr="0" anchor="b" bIns="180000" lIns="216000" spcFirstLastPara="1" rIns="91425" wrap="square" tIns="45700">
              <a:noAutofit/>
            </a:bodyPr>
            <a:lstStyle/>
            <a:p>
              <a:pPr indent="0" lvl="0" marL="0" marR="0" rtl="0" algn="l">
                <a:lnSpc>
                  <a:spcPct val="120000"/>
                </a:lnSpc>
                <a:spcBef>
                  <a:spcPts val="0"/>
                </a:spcBef>
                <a:spcAft>
                  <a:spcPts val="0"/>
                </a:spcAft>
                <a:buClr>
                  <a:srgbClr val="000000"/>
                </a:buClr>
                <a:buSzPts val="1600"/>
                <a:buFont typeface="Arial"/>
                <a:buNone/>
              </a:pPr>
              <a:r>
                <a:rPr b="1" i="0" lang="es-CL" sz="1600" u="none" cap="none" strike="noStrike">
                  <a:solidFill>
                    <a:schemeClr val="dk1"/>
                  </a:solidFill>
                  <a:latin typeface="Poppins"/>
                  <a:ea typeface="Poppins"/>
                  <a:cs typeface="Poppins"/>
                  <a:sym typeface="Poppins"/>
                </a:rPr>
                <a:t>Arreglos</a:t>
              </a:r>
              <a:endParaRPr b="0" i="0" sz="1400" u="none" cap="none" strike="noStrike">
                <a:solidFill>
                  <a:srgbClr val="000000"/>
                </a:solidFill>
                <a:latin typeface="Arial"/>
                <a:ea typeface="Arial"/>
                <a:cs typeface="Arial"/>
                <a:sym typeface="Arial"/>
              </a:endParaRPr>
            </a:p>
          </p:txBody>
        </p:sp>
        <p:sp>
          <p:nvSpPr>
            <p:cNvPr id="273" name="Google Shape;273;p1"/>
            <p:cNvSpPr txBox="1"/>
            <p:nvPr/>
          </p:nvSpPr>
          <p:spPr>
            <a:xfrm>
              <a:off x="1199937" y="3857260"/>
              <a:ext cx="2890500" cy="1013316"/>
            </a:xfrm>
            <a:prstGeom prst="rect">
              <a:avLst/>
            </a:prstGeom>
            <a:noFill/>
            <a:ln>
              <a:noFill/>
            </a:ln>
          </p:spPr>
          <p:txBody>
            <a:bodyPr anchorCtr="0" anchor="t" bIns="91425" lIns="0" spcFirstLastPara="1" rIns="0" wrap="square" tIns="0">
              <a:spAutoFit/>
            </a:bodyPr>
            <a:lstStyle/>
            <a:p>
              <a:pPr indent="0" lvl="0" marL="0" marR="0" rtl="0" algn="l">
                <a:lnSpc>
                  <a:spcPct val="120000"/>
                </a:lnSpc>
                <a:spcBef>
                  <a:spcPts val="0"/>
                </a:spcBef>
                <a:spcAft>
                  <a:spcPts val="0"/>
                </a:spcAft>
                <a:buClr>
                  <a:srgbClr val="00C0FF"/>
                </a:buClr>
                <a:buSzPts val="6000"/>
                <a:buFont typeface="Poppins"/>
                <a:buNone/>
              </a:pPr>
              <a:r>
                <a:rPr b="1" i="0" lang="es-CL" sz="6000" u="none" cap="none" strike="noStrike">
                  <a:solidFill>
                    <a:srgbClr val="00C0FF"/>
                  </a:solidFill>
                  <a:latin typeface="Poppins"/>
                  <a:ea typeface="Poppins"/>
                  <a:cs typeface="Poppins"/>
                  <a:sym typeface="Poppins"/>
                </a:rPr>
                <a:t>U4</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Introducción</a:t>
            </a:r>
            <a:endParaRPr/>
          </a:p>
        </p:txBody>
      </p:sp>
      <p:sp>
        <p:nvSpPr>
          <p:cNvPr id="279" name="Google Shape;279;p3"/>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280" name="Google Shape;280;p3"/>
          <p:cNvSpPr/>
          <p:nvPr/>
        </p:nvSpPr>
        <p:spPr>
          <a:xfrm>
            <a:off x="1112989" y="1895803"/>
            <a:ext cx="9982202" cy="3109750"/>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Hasta ahora hemos aprendido a solucionar problemas que tienen que ver con contar elementos, calcular y determinar cosas como promedios, mayores, etc.</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En general, leyendo desde el teclado o un archivo, podemos saber cosas de los elementos que vamos “viendo”.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Pero aun así, hay problemas que todavía no podemos solucionar.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anim calcmode="lin" valueType="num">
                                      <p:cBhvr additive="base">
                                        <p:cTn dur="500"/>
                                        <p:tgtEl>
                                          <p:spTgt spid="280">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anim calcmode="lin" valueType="num">
                                      <p:cBhvr additive="base">
                                        <p:cTn dur="500"/>
                                        <p:tgtEl>
                                          <p:spTgt spid="280">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0">
                                            <p:txEl>
                                              <p:pRg end="2" st="2"/>
                                            </p:txEl>
                                          </p:spTgt>
                                        </p:tgtEl>
                                        <p:attrNameLst>
                                          <p:attrName>style.visibility</p:attrName>
                                        </p:attrNameLst>
                                      </p:cBhvr>
                                      <p:to>
                                        <p:strVal val="visible"/>
                                      </p:to>
                                    </p:set>
                                    <p:anim calcmode="lin" valueType="num">
                                      <p:cBhvr additive="base">
                                        <p:cTn dur="500"/>
                                        <p:tgtEl>
                                          <p:spTgt spid="28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
          <p:cNvSpPr txBox="1"/>
          <p:nvPr>
            <p:ph type="title"/>
          </p:nvPr>
        </p:nvSpPr>
        <p:spPr>
          <a:xfrm>
            <a:off x="1104900" y="917575"/>
            <a:ext cx="300990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Un ejemplo</a:t>
            </a:r>
            <a:endParaRPr/>
          </a:p>
        </p:txBody>
      </p:sp>
      <p:sp>
        <p:nvSpPr>
          <p:cNvPr id="286" name="Google Shape;286;p4"/>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287" name="Google Shape;287;p4"/>
          <p:cNvSpPr/>
          <p:nvPr/>
        </p:nvSpPr>
        <p:spPr>
          <a:xfrm>
            <a:off x="1112989" y="1901821"/>
            <a:ext cx="3924094" cy="3109750"/>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Leyendo desde un archivo, en que cada línea contiene un nombre y una edad, determinar el nombre de la persona mayor.</a:t>
            </a:r>
            <a:endParaRPr b="0" i="0" sz="1400" u="none" cap="none" strike="noStrike">
              <a:solidFill>
                <a:srgbClr val="000000"/>
              </a:solidFill>
              <a:latin typeface="Arial"/>
              <a:ea typeface="Arial"/>
              <a:cs typeface="Arial"/>
              <a:sym typeface="Arial"/>
            </a:endParaRPr>
          </a:p>
        </p:txBody>
      </p:sp>
      <p:sp>
        <p:nvSpPr>
          <p:cNvPr id="288" name="Google Shape;288;p4"/>
          <p:cNvSpPr/>
          <p:nvPr/>
        </p:nvSpPr>
        <p:spPr>
          <a:xfrm>
            <a:off x="5623035" y="561263"/>
            <a:ext cx="5996152" cy="5735473"/>
          </a:xfrm>
          <a:prstGeom prst="roundRect">
            <a:avLst>
              <a:gd fmla="val 634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arch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open</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personas.txt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r</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333333"/>
                </a:solidFill>
                <a:latin typeface="Consolas"/>
                <a:ea typeface="Consolas"/>
                <a:cs typeface="Consolas"/>
                <a:sym typeface="Consolas"/>
              </a:rPr>
              <a:t>mayor_edad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mayor_nombre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333333"/>
                </a:solidFill>
                <a:latin typeface="Consolas"/>
                <a:ea typeface="Consolas"/>
                <a:cs typeface="Consolas"/>
                <a:sym typeface="Consolas"/>
              </a:rPr>
              <a:t>li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arch</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readline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strip</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4B69C6"/>
                </a:solidFill>
                <a:latin typeface="Consolas"/>
                <a:ea typeface="Consolas"/>
                <a:cs typeface="Consolas"/>
                <a:sym typeface="Consolas"/>
              </a:rPr>
              <a:t>while</a:t>
            </a:r>
            <a:r>
              <a:rPr b="0" i="0" lang="es-CL" sz="2000" u="none" cap="none" strike="noStrike">
                <a:solidFill>
                  <a:srgbClr val="333333"/>
                </a:solidFill>
                <a:latin typeface="Consolas"/>
                <a:ea typeface="Consolas"/>
                <a:cs typeface="Consolas"/>
                <a:sym typeface="Consolas"/>
              </a:rPr>
              <a:t> li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partes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li</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split</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nombre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partes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edad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A3E9D"/>
                </a:solidFill>
                <a:latin typeface="Consolas"/>
                <a:ea typeface="Consolas"/>
                <a:cs typeface="Consolas"/>
                <a:sym typeface="Consolas"/>
              </a:rPr>
              <a:t>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partes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if</a:t>
            </a:r>
            <a:r>
              <a:rPr b="0" i="0" lang="es-CL" sz="2000" u="none" cap="none" strike="noStrike">
                <a:solidFill>
                  <a:srgbClr val="333333"/>
                </a:solidFill>
                <a:latin typeface="Consolas"/>
                <a:ea typeface="Consolas"/>
                <a:cs typeface="Consolas"/>
                <a:sym typeface="Consolas"/>
              </a:rPr>
              <a:t> edad </a:t>
            </a:r>
            <a:r>
              <a:rPr b="0" i="0" lang="es-CL" sz="2000" u="none" cap="none" strike="noStrike">
                <a:solidFill>
                  <a:srgbClr val="777777"/>
                </a:solidFill>
                <a:latin typeface="Consolas"/>
                <a:ea typeface="Consolas"/>
                <a:cs typeface="Consolas"/>
                <a:sym typeface="Consolas"/>
              </a:rPr>
              <a:t>&gt;</a:t>
            </a:r>
            <a:r>
              <a:rPr b="0" i="0" lang="es-CL" sz="2000" u="none" cap="none" strike="noStrike">
                <a:solidFill>
                  <a:srgbClr val="333333"/>
                </a:solidFill>
                <a:latin typeface="Consolas"/>
                <a:ea typeface="Consolas"/>
                <a:cs typeface="Consolas"/>
                <a:sym typeface="Consolas"/>
              </a:rPr>
              <a:t> mayor_edad</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mayor_edad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edad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mayor_nombre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nombre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li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arch</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readline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strip</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mayor_nombre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mayor_edad</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500"/>
                                        <p:tgtEl>
                                          <p:spTgt spid="2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
          <p:cNvSpPr txBox="1"/>
          <p:nvPr>
            <p:ph type="title"/>
          </p:nvPr>
        </p:nvSpPr>
        <p:spPr>
          <a:xfrm>
            <a:off x="1104900" y="917575"/>
            <a:ext cx="300990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Un ejemplo</a:t>
            </a:r>
            <a:endParaRPr/>
          </a:p>
        </p:txBody>
      </p:sp>
      <p:sp>
        <p:nvSpPr>
          <p:cNvPr id="294" name="Google Shape;294;p5"/>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295" name="Google Shape;295;p5"/>
          <p:cNvSpPr/>
          <p:nvPr/>
        </p:nvSpPr>
        <p:spPr>
          <a:xfrm>
            <a:off x="1112989" y="1901820"/>
            <a:ext cx="3924094" cy="3671289"/>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Leyendo desde un archivo, en que cada línea contiene un nombre y una edad, obtener un listado de los </a:t>
            </a:r>
            <a:r>
              <a:rPr b="1" i="0" lang="es-CL" sz="2000" u="none" cap="none" strike="noStrike">
                <a:solidFill>
                  <a:schemeClr val="dk1"/>
                </a:solidFill>
                <a:latin typeface="Poppins"/>
                <a:ea typeface="Poppins"/>
                <a:cs typeface="Poppins"/>
                <a:sym typeface="Poppins"/>
              </a:rPr>
              <a:t>nombres sin duplicados</a:t>
            </a:r>
            <a:r>
              <a:rPr b="0" i="0" lang="es-CL" sz="2000" u="none" cap="none" strike="noStrike">
                <a:solidFill>
                  <a:schemeClr val="dk1"/>
                </a:solidFill>
                <a:latin typeface="Poppins"/>
                <a:ea typeface="Poppins"/>
                <a:cs typeface="Poppins"/>
                <a:sym typeface="Poppins"/>
              </a:rPr>
              <a:t>.</a:t>
            </a:r>
            <a:endParaRPr b="1" i="0" sz="2000" u="none" cap="none" strike="noStrike">
              <a:solidFill>
                <a:schemeClr val="dk1"/>
              </a:solidFill>
              <a:latin typeface="Poppins"/>
              <a:ea typeface="Poppins"/>
              <a:cs typeface="Poppins"/>
              <a:sym typeface="Poppins"/>
            </a:endParaRPr>
          </a:p>
        </p:txBody>
      </p:sp>
      <p:sp>
        <p:nvSpPr>
          <p:cNvPr id="296" name="Google Shape;296;p5"/>
          <p:cNvSpPr txBox="1"/>
          <p:nvPr/>
        </p:nvSpPr>
        <p:spPr>
          <a:xfrm>
            <a:off x="7154919" y="1514499"/>
            <a:ext cx="3090041" cy="53860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4400"/>
              <a:buFont typeface="Arial"/>
              <a:buNone/>
            </a:pPr>
            <a:r>
              <a:rPr b="1" i="0" lang="es-CL" sz="34400" u="none" cap="none" strike="noStrike">
                <a:solidFill>
                  <a:schemeClr val="accent1"/>
                </a:solidFill>
                <a:latin typeface="Poppins"/>
                <a:ea typeface="Poppins"/>
                <a:cs typeface="Poppins"/>
                <a:sym typeface="Poppins"/>
              </a:rPr>
              <a:t>?</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5"/>
                                        </p:tgtEl>
                                        <p:attrNameLst>
                                          <p:attrName>style.visibility</p:attrName>
                                        </p:attrNameLst>
                                      </p:cBhvr>
                                      <p:to>
                                        <p:strVal val="visible"/>
                                      </p:to>
                                    </p:set>
                                    <p:anim calcmode="lin" valueType="num">
                                      <p:cBhvr additive="base">
                                        <p:cTn dur="500"/>
                                        <p:tgtEl>
                                          <p:spTgt spid="2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En conclusión</a:t>
            </a:r>
            <a:endParaRPr/>
          </a:p>
        </p:txBody>
      </p:sp>
      <p:sp>
        <p:nvSpPr>
          <p:cNvPr id="302" name="Google Shape;302;p6"/>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303" name="Google Shape;303;p6"/>
          <p:cNvSpPr/>
          <p:nvPr/>
        </p:nvSpPr>
        <p:spPr>
          <a:xfrm>
            <a:off x="1112989" y="1895803"/>
            <a:ext cx="9982202" cy="3109750"/>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Para este tipo de problemas necesitamos saber manipular los datos de una </a:t>
            </a:r>
            <a:r>
              <a:rPr b="1" i="0" lang="es-CL" sz="2000" u="none" cap="none" strike="noStrike">
                <a:solidFill>
                  <a:schemeClr val="accent1"/>
                </a:solidFill>
                <a:latin typeface="Poppins"/>
                <a:ea typeface="Poppins"/>
                <a:cs typeface="Poppins"/>
                <a:sym typeface="Poppins"/>
              </a:rPr>
              <a:t>forma nueva</a:t>
            </a:r>
            <a:r>
              <a:rPr b="0" i="0" lang="es-CL" sz="2000" u="none" cap="none" strike="noStrike">
                <a:solidFill>
                  <a:schemeClr val="dk1"/>
                </a:solidFill>
                <a:latin typeface="Poppins"/>
                <a:ea typeface="Poppins"/>
                <a:cs typeface="Poppins"/>
                <a:sym typeface="Poppins"/>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Los datos ahora van a tener una </a:t>
            </a:r>
            <a:r>
              <a:rPr b="1" i="0" lang="es-CL" sz="2000" u="none" cap="none" strike="noStrike">
                <a:solidFill>
                  <a:schemeClr val="accent1"/>
                </a:solidFill>
                <a:latin typeface="Poppins"/>
                <a:ea typeface="Poppins"/>
                <a:cs typeface="Poppins"/>
                <a:sym typeface="Poppins"/>
              </a:rPr>
              <a:t>estructura</a:t>
            </a:r>
            <a:r>
              <a:rPr b="0" i="0" lang="es-CL" sz="2000" u="none" cap="none" strike="noStrike">
                <a:solidFill>
                  <a:schemeClr val="dk1"/>
                </a:solidFill>
                <a:latin typeface="Poppins"/>
                <a:ea typeface="Poppins"/>
                <a:cs typeface="Poppins"/>
                <a:sym typeface="Poppins"/>
              </a:rPr>
              <a:t>, y muchas veces es necesario determinar cómo vamos a almacenar los datos, </a:t>
            </a:r>
            <a:r>
              <a:rPr b="1" i="0" lang="es-CL" sz="2000" u="none" cap="none" strike="noStrike">
                <a:solidFill>
                  <a:schemeClr val="accent1"/>
                </a:solidFill>
                <a:latin typeface="Poppins"/>
                <a:ea typeface="Poppins"/>
                <a:cs typeface="Poppins"/>
                <a:sym typeface="Poppins"/>
              </a:rPr>
              <a:t>antes de empezar a programar</a:t>
            </a:r>
            <a:r>
              <a:rPr b="0" i="0" lang="es-CL" sz="2000" u="none" cap="none" strike="noStrike">
                <a:solidFill>
                  <a:schemeClr val="dk1"/>
                </a:solidFill>
                <a:latin typeface="Poppins"/>
                <a:ea typeface="Poppins"/>
                <a:cs typeface="Poppins"/>
                <a:sym typeface="Poppins"/>
              </a:rPr>
              <a:t>.</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3"/>
                                        </p:tgtEl>
                                        <p:attrNameLst>
                                          <p:attrName>style.visibility</p:attrName>
                                        </p:attrNameLst>
                                      </p:cBhvr>
                                      <p:to>
                                        <p:strVal val="visible"/>
                                      </p:to>
                                    </p:set>
                                    <p:anim calcmode="lin" valueType="num">
                                      <p:cBhvr additive="base">
                                        <p:cTn dur="500"/>
                                        <p:tgtEl>
                                          <p:spTgt spid="3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 calcmode="lin" valueType="num">
                                      <p:cBhvr additive="base">
                                        <p:cTn dur="500"/>
                                        <p:tgtEl>
                                          <p:spTgt spid="303">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anim calcmode="lin" valueType="num">
                                      <p:cBhvr additive="base">
                                        <p:cTn dur="500"/>
                                        <p:tgtEl>
                                          <p:spTgt spid="30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7"/>
          <p:cNvSpPr txBox="1"/>
          <p:nvPr/>
        </p:nvSpPr>
        <p:spPr>
          <a:xfrm>
            <a:off x="1112990" y="1581818"/>
            <a:ext cx="5779424" cy="1328569"/>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oppins"/>
                <a:ea typeface="Poppins"/>
                <a:cs typeface="Poppins"/>
                <a:sym typeface="Poppins"/>
              </a:rPr>
              <a:t>Arreglos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800"/>
              <a:buFont typeface="Arial"/>
              <a:buNone/>
            </a:pPr>
            <a:r>
              <a:rPr b="1" i="0" lang="es-CL" sz="2800" u="none" cap="none" strike="noStrike">
                <a:solidFill>
                  <a:schemeClr val="dk1"/>
                </a:solidFill>
                <a:latin typeface="Poppins"/>
                <a:ea typeface="Poppins"/>
                <a:cs typeface="Poppins"/>
                <a:sym typeface="Poppins"/>
              </a:rPr>
              <a:t>La primera estructura de datos</a:t>
            </a:r>
            <a:endParaRPr b="0" i="0" sz="1400" u="none" cap="none" strike="noStrike">
              <a:solidFill>
                <a:srgbClr val="000000"/>
              </a:solidFill>
              <a:latin typeface="Arial"/>
              <a:ea typeface="Arial"/>
              <a:cs typeface="Arial"/>
              <a:sym typeface="Arial"/>
            </a:endParaRPr>
          </a:p>
        </p:txBody>
      </p:sp>
      <p:sp>
        <p:nvSpPr>
          <p:cNvPr id="309" name="Google Shape;309;p7"/>
          <p:cNvSpPr txBox="1"/>
          <p:nvPr/>
        </p:nvSpPr>
        <p:spPr>
          <a:xfrm>
            <a:off x="1112989" y="1211208"/>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grpSp>
        <p:nvGrpSpPr>
          <p:cNvPr id="310" name="Google Shape;310;p7"/>
          <p:cNvGrpSpPr/>
          <p:nvPr/>
        </p:nvGrpSpPr>
        <p:grpSpPr>
          <a:xfrm>
            <a:off x="7507288" y="1763713"/>
            <a:ext cx="6037262" cy="5462588"/>
            <a:chOff x="7507288" y="1763713"/>
            <a:chExt cx="6037262" cy="5462588"/>
          </a:xfrm>
        </p:grpSpPr>
        <p:sp>
          <p:nvSpPr>
            <p:cNvPr id="311" name="Google Shape;311;p7"/>
            <p:cNvSpPr/>
            <p:nvPr/>
          </p:nvSpPr>
          <p:spPr>
            <a:xfrm>
              <a:off x="7507288" y="5321301"/>
              <a:ext cx="4684712" cy="6858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12" name="Google Shape;312;p7"/>
            <p:cNvSpPr/>
            <p:nvPr/>
          </p:nvSpPr>
          <p:spPr>
            <a:xfrm>
              <a:off x="7507288" y="5321301"/>
              <a:ext cx="6037262"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13" name="Google Shape;313;p7"/>
            <p:cNvSpPr/>
            <p:nvPr/>
          </p:nvSpPr>
          <p:spPr>
            <a:xfrm>
              <a:off x="12250738" y="5321301"/>
              <a:ext cx="1293812" cy="685800"/>
            </a:xfrm>
            <a:custGeom>
              <a:rect b="b" l="l" r="r" t="t"/>
              <a:pathLst>
                <a:path extrusionOk="0" h="432" w="815">
                  <a:moveTo>
                    <a:pt x="815" y="0"/>
                  </a:moveTo>
                  <a:lnTo>
                    <a:pt x="0" y="0"/>
                  </a:lnTo>
                  <a:lnTo>
                    <a:pt x="0" y="432"/>
                  </a:lnTo>
                  <a:lnTo>
                    <a:pt x="395" y="432"/>
                  </a:lnTo>
                  <a:lnTo>
                    <a:pt x="815" y="432"/>
                  </a:lnTo>
                  <a:lnTo>
                    <a:pt x="81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14" name="Google Shape;314;p7"/>
            <p:cNvSpPr/>
            <p:nvPr/>
          </p:nvSpPr>
          <p:spPr>
            <a:xfrm>
              <a:off x="7507288" y="6007101"/>
              <a:ext cx="666750"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15" name="Google Shape;315;p7"/>
            <p:cNvSpPr/>
            <p:nvPr/>
          </p:nvSpPr>
          <p:spPr>
            <a:xfrm>
              <a:off x="7507288"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16" name="Google Shape;316;p7"/>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17" name="Google Shape;317;p7"/>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18" name="Google Shape;318;p7"/>
            <p:cNvSpPr/>
            <p:nvPr/>
          </p:nvSpPr>
          <p:spPr>
            <a:xfrm>
              <a:off x="12877800"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19" name="Google Shape;319;p7"/>
            <p:cNvSpPr/>
            <p:nvPr/>
          </p:nvSpPr>
          <p:spPr>
            <a:xfrm>
              <a:off x="12877800" y="6007101"/>
              <a:ext cx="666750" cy="1219200"/>
            </a:xfrm>
            <a:custGeom>
              <a:rect b="b" l="l" r="r" t="t"/>
              <a:pathLst>
                <a:path extrusionOk="0" h="768" w="420">
                  <a:moveTo>
                    <a:pt x="0" y="0"/>
                  </a:moveTo>
                  <a:lnTo>
                    <a:pt x="0" y="0"/>
                  </a:lnTo>
                  <a:lnTo>
                    <a:pt x="0" y="768"/>
                  </a:lnTo>
                  <a:lnTo>
                    <a:pt x="420"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0" name="Google Shape;320;p7"/>
            <p:cNvSpPr/>
            <p:nvPr/>
          </p:nvSpPr>
          <p:spPr>
            <a:xfrm>
              <a:off x="11585575"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1" name="Google Shape;321;p7"/>
            <p:cNvSpPr/>
            <p:nvPr/>
          </p:nvSpPr>
          <p:spPr>
            <a:xfrm>
              <a:off x="11585575"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2" name="Google Shape;322;p7"/>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3" name="Google Shape;323;p7"/>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4" name="Google Shape;324;p7"/>
            <p:cNvSpPr/>
            <p:nvPr/>
          </p:nvSpPr>
          <p:spPr>
            <a:xfrm>
              <a:off x="8801100"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5" name="Google Shape;325;p7"/>
            <p:cNvSpPr/>
            <p:nvPr/>
          </p:nvSpPr>
          <p:spPr>
            <a:xfrm>
              <a:off x="8801100"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6" name="Google Shape;326;p7"/>
            <p:cNvSpPr/>
            <p:nvPr/>
          </p:nvSpPr>
          <p:spPr>
            <a:xfrm>
              <a:off x="8801100" y="6007101"/>
              <a:ext cx="665162" cy="1219200"/>
            </a:xfrm>
            <a:custGeom>
              <a:rect b="b" l="l" r="r" t="t"/>
              <a:pathLst>
                <a:path extrusionOk="0" h="768" w="419">
                  <a:moveTo>
                    <a:pt x="0" y="0"/>
                  </a:moveTo>
                  <a:lnTo>
                    <a:pt x="0" y="0"/>
                  </a:lnTo>
                  <a:lnTo>
                    <a:pt x="0" y="768"/>
                  </a:lnTo>
                  <a:lnTo>
                    <a:pt x="419"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7" name="Google Shape;327;p7"/>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8" name="Google Shape;328;p7"/>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29" name="Google Shape;329;p7"/>
            <p:cNvSpPr/>
            <p:nvPr/>
          </p:nvSpPr>
          <p:spPr>
            <a:xfrm>
              <a:off x="8936038" y="2600326"/>
              <a:ext cx="4025900" cy="2589213"/>
            </a:xfrm>
            <a:custGeom>
              <a:rect b="b" l="l" r="r" t="t"/>
              <a:pathLst>
                <a:path extrusionOk="0" h="533" w="828">
                  <a:moveTo>
                    <a:pt x="777" y="533"/>
                  </a:moveTo>
                  <a:cubicBezTo>
                    <a:pt x="17" y="533"/>
                    <a:pt x="17" y="533"/>
                    <a:pt x="17" y="533"/>
                  </a:cubicBezTo>
                  <a:cubicBezTo>
                    <a:pt x="7" y="533"/>
                    <a:pt x="0" y="524"/>
                    <a:pt x="0" y="514"/>
                  </a:cubicBezTo>
                  <a:cubicBezTo>
                    <a:pt x="31" y="18"/>
                    <a:pt x="31" y="18"/>
                    <a:pt x="31" y="18"/>
                  </a:cubicBezTo>
                  <a:cubicBezTo>
                    <a:pt x="32" y="8"/>
                    <a:pt x="41" y="0"/>
                    <a:pt x="51" y="0"/>
                  </a:cubicBezTo>
                  <a:cubicBezTo>
                    <a:pt x="811" y="0"/>
                    <a:pt x="811" y="0"/>
                    <a:pt x="811" y="0"/>
                  </a:cubicBezTo>
                  <a:cubicBezTo>
                    <a:pt x="821" y="0"/>
                    <a:pt x="828" y="8"/>
                    <a:pt x="828" y="18"/>
                  </a:cubicBezTo>
                  <a:cubicBezTo>
                    <a:pt x="796" y="514"/>
                    <a:pt x="796" y="514"/>
                    <a:pt x="796"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0" name="Google Shape;330;p7"/>
            <p:cNvSpPr/>
            <p:nvPr/>
          </p:nvSpPr>
          <p:spPr>
            <a:xfrm>
              <a:off x="9018588" y="2600326"/>
              <a:ext cx="3943350" cy="2589213"/>
            </a:xfrm>
            <a:custGeom>
              <a:rect b="b" l="l" r="r" t="t"/>
              <a:pathLst>
                <a:path extrusionOk="0" h="533" w="811">
                  <a:moveTo>
                    <a:pt x="794" y="0"/>
                  </a:moveTo>
                  <a:cubicBezTo>
                    <a:pt x="788" y="0"/>
                    <a:pt x="788" y="0"/>
                    <a:pt x="788" y="0"/>
                  </a:cubicBezTo>
                  <a:cubicBezTo>
                    <a:pt x="798" y="0"/>
                    <a:pt x="806" y="8"/>
                    <a:pt x="805" y="18"/>
                  </a:cubicBezTo>
                  <a:cubicBezTo>
                    <a:pt x="774" y="514"/>
                    <a:pt x="774" y="514"/>
                    <a:pt x="774" y="514"/>
                  </a:cubicBezTo>
                  <a:cubicBezTo>
                    <a:pt x="773" y="524"/>
                    <a:pt x="764" y="533"/>
                    <a:pt x="754" y="533"/>
                  </a:cubicBezTo>
                  <a:cubicBezTo>
                    <a:pt x="0" y="533"/>
                    <a:pt x="0" y="533"/>
                    <a:pt x="0" y="533"/>
                  </a:cubicBezTo>
                  <a:cubicBezTo>
                    <a:pt x="0" y="533"/>
                    <a:pt x="0" y="533"/>
                    <a:pt x="0" y="533"/>
                  </a:cubicBezTo>
                  <a:cubicBezTo>
                    <a:pt x="760" y="533"/>
                    <a:pt x="760" y="533"/>
                    <a:pt x="760" y="533"/>
                  </a:cubicBezTo>
                  <a:cubicBezTo>
                    <a:pt x="770" y="533"/>
                    <a:pt x="779" y="524"/>
                    <a:pt x="779" y="514"/>
                  </a:cubicBezTo>
                  <a:cubicBezTo>
                    <a:pt x="811" y="18"/>
                    <a:pt x="811" y="18"/>
                    <a:pt x="811" y="18"/>
                  </a:cubicBezTo>
                  <a:cubicBezTo>
                    <a:pt x="811" y="18"/>
                    <a:pt x="811" y="17"/>
                    <a:pt x="811" y="17"/>
                  </a:cubicBezTo>
                  <a:cubicBezTo>
                    <a:pt x="811" y="7"/>
                    <a:pt x="803" y="0"/>
                    <a:pt x="794"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1" name="Google Shape;331;p7"/>
            <p:cNvSpPr/>
            <p:nvPr/>
          </p:nvSpPr>
          <p:spPr>
            <a:xfrm>
              <a:off x="8907463" y="2600326"/>
              <a:ext cx="4029075" cy="2589213"/>
            </a:xfrm>
            <a:custGeom>
              <a:rect b="b" l="l" r="r" t="t"/>
              <a:pathLst>
                <a:path extrusionOk="0" h="533" w="829">
                  <a:moveTo>
                    <a:pt x="777" y="533"/>
                  </a:moveTo>
                  <a:cubicBezTo>
                    <a:pt x="18" y="533"/>
                    <a:pt x="18" y="533"/>
                    <a:pt x="18" y="533"/>
                  </a:cubicBezTo>
                  <a:cubicBezTo>
                    <a:pt x="8" y="533"/>
                    <a:pt x="0" y="524"/>
                    <a:pt x="1" y="514"/>
                  </a:cubicBezTo>
                  <a:cubicBezTo>
                    <a:pt x="32" y="18"/>
                    <a:pt x="32" y="18"/>
                    <a:pt x="32" y="18"/>
                  </a:cubicBezTo>
                  <a:cubicBezTo>
                    <a:pt x="32" y="8"/>
                    <a:pt x="41" y="0"/>
                    <a:pt x="51" y="0"/>
                  </a:cubicBezTo>
                  <a:cubicBezTo>
                    <a:pt x="811" y="0"/>
                    <a:pt x="811" y="0"/>
                    <a:pt x="811" y="0"/>
                  </a:cubicBezTo>
                  <a:cubicBezTo>
                    <a:pt x="821" y="0"/>
                    <a:pt x="829" y="8"/>
                    <a:pt x="828" y="18"/>
                  </a:cubicBezTo>
                  <a:cubicBezTo>
                    <a:pt x="797" y="514"/>
                    <a:pt x="797" y="514"/>
                    <a:pt x="797"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2" name="Google Shape;332;p7"/>
            <p:cNvSpPr/>
            <p:nvPr/>
          </p:nvSpPr>
          <p:spPr>
            <a:xfrm>
              <a:off x="8183563" y="5219701"/>
              <a:ext cx="4602162" cy="101600"/>
            </a:xfrm>
            <a:custGeom>
              <a:rect b="b" l="l" r="r" t="t"/>
              <a:pathLst>
                <a:path extrusionOk="0" h="21" w="947">
                  <a:moveTo>
                    <a:pt x="925" y="0"/>
                  </a:moveTo>
                  <a:cubicBezTo>
                    <a:pt x="22" y="0"/>
                    <a:pt x="22" y="0"/>
                    <a:pt x="22" y="0"/>
                  </a:cubicBezTo>
                  <a:cubicBezTo>
                    <a:pt x="13" y="0"/>
                    <a:pt x="5" y="5"/>
                    <a:pt x="2" y="12"/>
                  </a:cubicBezTo>
                  <a:cubicBezTo>
                    <a:pt x="0" y="16"/>
                    <a:pt x="3" y="21"/>
                    <a:pt x="8" y="21"/>
                  </a:cubicBezTo>
                  <a:cubicBezTo>
                    <a:pt x="939" y="21"/>
                    <a:pt x="939" y="21"/>
                    <a:pt x="939" y="21"/>
                  </a:cubicBezTo>
                  <a:cubicBezTo>
                    <a:pt x="944" y="21"/>
                    <a:pt x="947" y="16"/>
                    <a:pt x="945" y="12"/>
                  </a:cubicBezTo>
                  <a:cubicBezTo>
                    <a:pt x="942" y="5"/>
                    <a:pt x="934" y="0"/>
                    <a:pt x="925" y="0"/>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3" name="Google Shape;333;p7"/>
            <p:cNvSpPr/>
            <p:nvPr/>
          </p:nvSpPr>
          <p:spPr>
            <a:xfrm>
              <a:off x="11950700" y="5219701"/>
              <a:ext cx="830262" cy="101600"/>
            </a:xfrm>
            <a:custGeom>
              <a:rect b="b" l="l" r="r" t="t"/>
              <a:pathLst>
                <a:path extrusionOk="0" h="21" w="171">
                  <a:moveTo>
                    <a:pt x="150" y="0"/>
                  </a:moveTo>
                  <a:cubicBezTo>
                    <a:pt x="22" y="0"/>
                    <a:pt x="22" y="0"/>
                    <a:pt x="22" y="0"/>
                  </a:cubicBezTo>
                  <a:cubicBezTo>
                    <a:pt x="13" y="0"/>
                    <a:pt x="5" y="5"/>
                    <a:pt x="2" y="12"/>
                  </a:cubicBezTo>
                  <a:cubicBezTo>
                    <a:pt x="0" y="16"/>
                    <a:pt x="3" y="21"/>
                    <a:pt x="8" y="21"/>
                  </a:cubicBezTo>
                  <a:cubicBezTo>
                    <a:pt x="164" y="21"/>
                    <a:pt x="164" y="21"/>
                    <a:pt x="164" y="21"/>
                  </a:cubicBezTo>
                  <a:cubicBezTo>
                    <a:pt x="168" y="21"/>
                    <a:pt x="171" y="18"/>
                    <a:pt x="171" y="15"/>
                  </a:cubicBezTo>
                  <a:cubicBezTo>
                    <a:pt x="171" y="14"/>
                    <a:pt x="171" y="13"/>
                    <a:pt x="170" y="12"/>
                  </a:cubicBezTo>
                  <a:cubicBezTo>
                    <a:pt x="167" y="5"/>
                    <a:pt x="159" y="0"/>
                    <a:pt x="150"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4" name="Google Shape;334;p7"/>
            <p:cNvSpPr/>
            <p:nvPr/>
          </p:nvSpPr>
          <p:spPr>
            <a:xfrm>
              <a:off x="12115800" y="5267326"/>
              <a:ext cx="188912" cy="30163"/>
            </a:xfrm>
            <a:custGeom>
              <a:rect b="b" l="l" r="r" t="t"/>
              <a:pathLst>
                <a:path extrusionOk="0" h="6" w="39">
                  <a:moveTo>
                    <a:pt x="37" y="6"/>
                  </a:moveTo>
                  <a:cubicBezTo>
                    <a:pt x="3" y="6"/>
                    <a:pt x="3" y="6"/>
                    <a:pt x="3" y="6"/>
                  </a:cubicBezTo>
                  <a:cubicBezTo>
                    <a:pt x="2" y="6"/>
                    <a:pt x="0" y="4"/>
                    <a:pt x="0" y="3"/>
                  </a:cubicBezTo>
                  <a:cubicBezTo>
                    <a:pt x="0" y="1"/>
                    <a:pt x="2" y="0"/>
                    <a:pt x="3" y="0"/>
                  </a:cubicBezTo>
                  <a:cubicBezTo>
                    <a:pt x="37" y="0"/>
                    <a:pt x="37" y="0"/>
                    <a:pt x="37" y="0"/>
                  </a:cubicBezTo>
                  <a:cubicBezTo>
                    <a:pt x="38" y="0"/>
                    <a:pt x="39" y="1"/>
                    <a:pt x="39" y="3"/>
                  </a:cubicBezTo>
                  <a:cubicBezTo>
                    <a:pt x="39" y="4"/>
                    <a:pt x="38" y="6"/>
                    <a:pt x="37"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5" name="Google Shape;335;p7"/>
            <p:cNvSpPr/>
            <p:nvPr/>
          </p:nvSpPr>
          <p:spPr>
            <a:xfrm>
              <a:off x="10044113" y="5267326"/>
              <a:ext cx="190500" cy="30163"/>
            </a:xfrm>
            <a:custGeom>
              <a:rect b="b" l="l" r="r" t="t"/>
              <a:pathLst>
                <a:path extrusionOk="0" h="6" w="39">
                  <a:moveTo>
                    <a:pt x="36" y="0"/>
                  </a:moveTo>
                  <a:cubicBezTo>
                    <a:pt x="3" y="0"/>
                    <a:pt x="3" y="0"/>
                    <a:pt x="3" y="0"/>
                  </a:cubicBezTo>
                  <a:cubicBezTo>
                    <a:pt x="1" y="0"/>
                    <a:pt x="0" y="1"/>
                    <a:pt x="0" y="3"/>
                  </a:cubicBezTo>
                  <a:cubicBezTo>
                    <a:pt x="0" y="4"/>
                    <a:pt x="1" y="6"/>
                    <a:pt x="3" y="6"/>
                  </a:cubicBezTo>
                  <a:cubicBezTo>
                    <a:pt x="36" y="6"/>
                    <a:pt x="36" y="6"/>
                    <a:pt x="36" y="6"/>
                  </a:cubicBezTo>
                  <a:cubicBezTo>
                    <a:pt x="37" y="6"/>
                    <a:pt x="39" y="4"/>
                    <a:pt x="39" y="3"/>
                  </a:cubicBezTo>
                  <a:cubicBezTo>
                    <a:pt x="39" y="1"/>
                    <a:pt x="37" y="0"/>
                    <a:pt x="36" y="0"/>
                  </a:cubicBezTo>
                </a:path>
              </a:pathLst>
            </a:custGeom>
            <a:solidFill>
              <a:srgbClr val="BEC2C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6" name="Google Shape;336;p7"/>
            <p:cNvSpPr/>
            <p:nvPr/>
          </p:nvSpPr>
          <p:spPr>
            <a:xfrm>
              <a:off x="12344400" y="5267326"/>
              <a:ext cx="125412" cy="30163"/>
            </a:xfrm>
            <a:custGeom>
              <a:rect b="b" l="l" r="r" t="t"/>
              <a:pathLst>
                <a:path extrusionOk="0" h="6" w="26">
                  <a:moveTo>
                    <a:pt x="24" y="6"/>
                  </a:moveTo>
                  <a:cubicBezTo>
                    <a:pt x="2" y="6"/>
                    <a:pt x="2" y="6"/>
                    <a:pt x="2" y="6"/>
                  </a:cubicBezTo>
                  <a:cubicBezTo>
                    <a:pt x="1" y="6"/>
                    <a:pt x="0" y="5"/>
                    <a:pt x="0" y="3"/>
                  </a:cubicBezTo>
                  <a:cubicBezTo>
                    <a:pt x="0" y="2"/>
                    <a:pt x="0" y="2"/>
                    <a:pt x="0" y="2"/>
                  </a:cubicBezTo>
                  <a:cubicBezTo>
                    <a:pt x="0" y="1"/>
                    <a:pt x="1" y="0"/>
                    <a:pt x="2" y="0"/>
                  </a:cubicBezTo>
                  <a:cubicBezTo>
                    <a:pt x="24" y="0"/>
                    <a:pt x="24" y="0"/>
                    <a:pt x="24" y="0"/>
                  </a:cubicBezTo>
                  <a:cubicBezTo>
                    <a:pt x="25" y="0"/>
                    <a:pt x="26" y="1"/>
                    <a:pt x="26" y="2"/>
                  </a:cubicBezTo>
                  <a:cubicBezTo>
                    <a:pt x="26" y="3"/>
                    <a:pt x="26" y="3"/>
                    <a:pt x="26" y="3"/>
                  </a:cubicBezTo>
                  <a:cubicBezTo>
                    <a:pt x="26" y="5"/>
                    <a:pt x="25" y="6"/>
                    <a:pt x="24"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7" name="Google Shape;337;p7"/>
            <p:cNvSpPr/>
            <p:nvPr/>
          </p:nvSpPr>
          <p:spPr>
            <a:xfrm>
              <a:off x="8990013" y="2740026"/>
              <a:ext cx="3859212" cy="2305050"/>
            </a:xfrm>
            <a:custGeom>
              <a:rect b="b" l="l" r="r" t="t"/>
              <a:pathLst>
                <a:path extrusionOk="0" h="474" w="794">
                  <a:moveTo>
                    <a:pt x="1" y="467"/>
                  </a:moveTo>
                  <a:cubicBezTo>
                    <a:pt x="30" y="7"/>
                    <a:pt x="30" y="7"/>
                    <a:pt x="30" y="7"/>
                  </a:cubicBezTo>
                  <a:cubicBezTo>
                    <a:pt x="30" y="3"/>
                    <a:pt x="33" y="0"/>
                    <a:pt x="37" y="0"/>
                  </a:cubicBezTo>
                  <a:cubicBezTo>
                    <a:pt x="787" y="0"/>
                    <a:pt x="787" y="0"/>
                    <a:pt x="787" y="0"/>
                  </a:cubicBezTo>
                  <a:cubicBezTo>
                    <a:pt x="791" y="0"/>
                    <a:pt x="794" y="3"/>
                    <a:pt x="794" y="7"/>
                  </a:cubicBezTo>
                  <a:cubicBezTo>
                    <a:pt x="765" y="467"/>
                    <a:pt x="765" y="467"/>
                    <a:pt x="765" y="467"/>
                  </a:cubicBezTo>
                  <a:cubicBezTo>
                    <a:pt x="765" y="471"/>
                    <a:pt x="761" y="474"/>
                    <a:pt x="757" y="474"/>
                  </a:cubicBezTo>
                  <a:cubicBezTo>
                    <a:pt x="7" y="474"/>
                    <a:pt x="7" y="474"/>
                    <a:pt x="7" y="474"/>
                  </a:cubicBezTo>
                  <a:cubicBezTo>
                    <a:pt x="3" y="474"/>
                    <a:pt x="0" y="471"/>
                    <a:pt x="1" y="467"/>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8" name="Google Shape;338;p7"/>
            <p:cNvSpPr/>
            <p:nvPr/>
          </p:nvSpPr>
          <p:spPr>
            <a:xfrm>
              <a:off x="8921750" y="2673351"/>
              <a:ext cx="2143125" cy="2303463"/>
            </a:xfrm>
            <a:custGeom>
              <a:rect b="b" l="l" r="r" t="t"/>
              <a:pathLst>
                <a:path extrusionOk="0" h="474" w="441">
                  <a:moveTo>
                    <a:pt x="441" y="0"/>
                  </a:moveTo>
                  <a:cubicBezTo>
                    <a:pt x="191" y="474"/>
                    <a:pt x="191" y="474"/>
                    <a:pt x="191" y="474"/>
                  </a:cubicBezTo>
                  <a:cubicBezTo>
                    <a:pt x="7" y="474"/>
                    <a:pt x="7" y="474"/>
                    <a:pt x="7" y="474"/>
                  </a:cubicBezTo>
                  <a:cubicBezTo>
                    <a:pt x="3" y="474"/>
                    <a:pt x="0" y="471"/>
                    <a:pt x="0" y="467"/>
                  </a:cubicBezTo>
                  <a:cubicBezTo>
                    <a:pt x="30" y="7"/>
                    <a:pt x="30" y="7"/>
                    <a:pt x="30" y="7"/>
                  </a:cubicBezTo>
                  <a:cubicBezTo>
                    <a:pt x="30" y="3"/>
                    <a:pt x="33" y="0"/>
                    <a:pt x="37" y="0"/>
                  </a:cubicBezTo>
                  <a:cubicBezTo>
                    <a:pt x="441" y="0"/>
                    <a:pt x="441" y="0"/>
                    <a:pt x="441" y="0"/>
                  </a:cubicBezTo>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9" name="Google Shape;339;p7"/>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0" name="Google Shape;340;p7"/>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1" name="Google Shape;341;p7"/>
            <p:cNvSpPr/>
            <p:nvPr/>
          </p:nvSpPr>
          <p:spPr>
            <a:xfrm>
              <a:off x="11220450" y="2673351"/>
              <a:ext cx="1560512" cy="2303463"/>
            </a:xfrm>
            <a:custGeom>
              <a:rect b="b" l="l" r="r" t="t"/>
              <a:pathLst>
                <a:path extrusionOk="0" h="474" w="321">
                  <a:moveTo>
                    <a:pt x="321" y="7"/>
                  </a:moveTo>
                  <a:cubicBezTo>
                    <a:pt x="292" y="467"/>
                    <a:pt x="292" y="467"/>
                    <a:pt x="292" y="467"/>
                  </a:cubicBezTo>
                  <a:cubicBezTo>
                    <a:pt x="291" y="471"/>
                    <a:pt x="288" y="474"/>
                    <a:pt x="284" y="474"/>
                  </a:cubicBezTo>
                  <a:cubicBezTo>
                    <a:pt x="0" y="474"/>
                    <a:pt x="0" y="474"/>
                    <a:pt x="0" y="474"/>
                  </a:cubicBezTo>
                  <a:cubicBezTo>
                    <a:pt x="250" y="0"/>
                    <a:pt x="250" y="0"/>
                    <a:pt x="250" y="0"/>
                  </a:cubicBezTo>
                  <a:cubicBezTo>
                    <a:pt x="314" y="0"/>
                    <a:pt x="314" y="0"/>
                    <a:pt x="314" y="0"/>
                  </a:cubicBezTo>
                  <a:cubicBezTo>
                    <a:pt x="318" y="0"/>
                    <a:pt x="321" y="3"/>
                    <a:pt x="321" y="7"/>
                  </a:cubicBez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2" name="Google Shape;342;p7"/>
            <p:cNvSpPr/>
            <p:nvPr/>
          </p:nvSpPr>
          <p:spPr>
            <a:xfrm>
              <a:off x="9499600" y="1890713"/>
              <a:ext cx="2109787" cy="1885950"/>
            </a:xfrm>
            <a:custGeom>
              <a:rect b="b" l="l" r="r" t="t"/>
              <a:pathLst>
                <a:path extrusionOk="0" h="388" w="434">
                  <a:moveTo>
                    <a:pt x="190" y="51"/>
                  </a:moveTo>
                  <a:cubicBezTo>
                    <a:pt x="168" y="76"/>
                    <a:pt x="155" y="152"/>
                    <a:pt x="171" y="190"/>
                  </a:cubicBezTo>
                  <a:cubicBezTo>
                    <a:pt x="188" y="228"/>
                    <a:pt x="0" y="266"/>
                    <a:pt x="155" y="327"/>
                  </a:cubicBezTo>
                  <a:cubicBezTo>
                    <a:pt x="310" y="388"/>
                    <a:pt x="434" y="317"/>
                    <a:pt x="389" y="254"/>
                  </a:cubicBezTo>
                  <a:cubicBezTo>
                    <a:pt x="344" y="190"/>
                    <a:pt x="394" y="84"/>
                    <a:pt x="342" y="58"/>
                  </a:cubicBezTo>
                  <a:cubicBezTo>
                    <a:pt x="295" y="33"/>
                    <a:pt x="233" y="0"/>
                    <a:pt x="190" y="51"/>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3" name="Google Shape;343;p7"/>
            <p:cNvSpPr/>
            <p:nvPr/>
          </p:nvSpPr>
          <p:spPr>
            <a:xfrm>
              <a:off x="9096375" y="3562351"/>
              <a:ext cx="1098550" cy="1117600"/>
            </a:xfrm>
            <a:custGeom>
              <a:rect b="b" l="l" r="r" t="t"/>
              <a:pathLst>
                <a:path extrusionOk="0" h="230" w="226">
                  <a:moveTo>
                    <a:pt x="226" y="16"/>
                  </a:moveTo>
                  <a:cubicBezTo>
                    <a:pt x="218" y="44"/>
                    <a:pt x="209" y="72"/>
                    <a:pt x="200" y="100"/>
                  </a:cubicBezTo>
                  <a:cubicBezTo>
                    <a:pt x="191" y="128"/>
                    <a:pt x="182" y="155"/>
                    <a:pt x="172" y="183"/>
                  </a:cubicBezTo>
                  <a:cubicBezTo>
                    <a:pt x="168" y="194"/>
                    <a:pt x="168" y="194"/>
                    <a:pt x="168" y="194"/>
                  </a:cubicBezTo>
                  <a:cubicBezTo>
                    <a:pt x="166" y="199"/>
                    <a:pt x="166" y="199"/>
                    <a:pt x="166" y="199"/>
                  </a:cubicBezTo>
                  <a:cubicBezTo>
                    <a:pt x="166" y="200"/>
                    <a:pt x="166" y="200"/>
                    <a:pt x="166" y="200"/>
                  </a:cubicBezTo>
                  <a:cubicBezTo>
                    <a:pt x="165" y="203"/>
                    <a:pt x="165" y="203"/>
                    <a:pt x="165" y="203"/>
                  </a:cubicBezTo>
                  <a:cubicBezTo>
                    <a:pt x="164" y="204"/>
                    <a:pt x="163" y="206"/>
                    <a:pt x="162" y="208"/>
                  </a:cubicBezTo>
                  <a:cubicBezTo>
                    <a:pt x="159" y="214"/>
                    <a:pt x="153" y="221"/>
                    <a:pt x="145" y="225"/>
                  </a:cubicBezTo>
                  <a:cubicBezTo>
                    <a:pt x="138" y="229"/>
                    <a:pt x="131" y="230"/>
                    <a:pt x="124" y="230"/>
                  </a:cubicBezTo>
                  <a:cubicBezTo>
                    <a:pt x="112" y="230"/>
                    <a:pt x="103" y="227"/>
                    <a:pt x="95" y="224"/>
                  </a:cubicBezTo>
                  <a:cubicBezTo>
                    <a:pt x="86" y="221"/>
                    <a:pt x="79" y="217"/>
                    <a:pt x="72" y="213"/>
                  </a:cubicBezTo>
                  <a:cubicBezTo>
                    <a:pt x="44" y="197"/>
                    <a:pt x="22" y="177"/>
                    <a:pt x="0" y="155"/>
                  </a:cubicBezTo>
                  <a:cubicBezTo>
                    <a:pt x="18" y="135"/>
                    <a:pt x="18" y="135"/>
                    <a:pt x="18" y="135"/>
                  </a:cubicBezTo>
                  <a:cubicBezTo>
                    <a:pt x="24" y="139"/>
                    <a:pt x="30" y="143"/>
                    <a:pt x="36" y="146"/>
                  </a:cubicBezTo>
                  <a:cubicBezTo>
                    <a:pt x="42" y="150"/>
                    <a:pt x="48" y="154"/>
                    <a:pt x="54" y="157"/>
                  </a:cubicBezTo>
                  <a:cubicBezTo>
                    <a:pt x="66" y="164"/>
                    <a:pt x="79" y="171"/>
                    <a:pt x="91" y="176"/>
                  </a:cubicBezTo>
                  <a:cubicBezTo>
                    <a:pt x="97" y="179"/>
                    <a:pt x="103" y="181"/>
                    <a:pt x="109" y="182"/>
                  </a:cubicBezTo>
                  <a:cubicBezTo>
                    <a:pt x="114" y="184"/>
                    <a:pt x="120" y="184"/>
                    <a:pt x="122" y="184"/>
                  </a:cubicBezTo>
                  <a:cubicBezTo>
                    <a:pt x="123" y="184"/>
                    <a:pt x="123" y="183"/>
                    <a:pt x="122" y="184"/>
                  </a:cubicBezTo>
                  <a:cubicBezTo>
                    <a:pt x="121" y="184"/>
                    <a:pt x="120" y="185"/>
                    <a:pt x="120" y="185"/>
                  </a:cubicBezTo>
                  <a:cubicBezTo>
                    <a:pt x="120" y="185"/>
                    <a:pt x="120" y="185"/>
                    <a:pt x="120" y="185"/>
                  </a:cubicBezTo>
                  <a:cubicBezTo>
                    <a:pt x="120" y="184"/>
                    <a:pt x="120" y="184"/>
                    <a:pt x="120" y="184"/>
                  </a:cubicBezTo>
                  <a:cubicBezTo>
                    <a:pt x="120" y="183"/>
                    <a:pt x="120" y="183"/>
                    <a:pt x="120" y="183"/>
                  </a:cubicBezTo>
                  <a:cubicBezTo>
                    <a:pt x="122" y="178"/>
                    <a:pt x="122" y="178"/>
                    <a:pt x="122" y="178"/>
                  </a:cubicBezTo>
                  <a:cubicBezTo>
                    <a:pt x="125" y="168"/>
                    <a:pt x="125" y="168"/>
                    <a:pt x="125" y="168"/>
                  </a:cubicBezTo>
                  <a:cubicBezTo>
                    <a:pt x="149" y="84"/>
                    <a:pt x="149" y="84"/>
                    <a:pt x="149" y="84"/>
                  </a:cubicBezTo>
                  <a:cubicBezTo>
                    <a:pt x="157" y="56"/>
                    <a:pt x="166" y="28"/>
                    <a:pt x="175" y="0"/>
                  </a:cubicBezTo>
                  <a:cubicBezTo>
                    <a:pt x="226" y="16"/>
                    <a:pt x="226" y="16"/>
                    <a:pt x="226" y="16"/>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4" name="Google Shape;344;p7"/>
            <p:cNvSpPr/>
            <p:nvPr/>
          </p:nvSpPr>
          <p:spPr>
            <a:xfrm>
              <a:off x="8950325" y="4130676"/>
              <a:ext cx="311150" cy="261938"/>
            </a:xfrm>
            <a:custGeom>
              <a:rect b="b" l="l" r="r" t="t"/>
              <a:pathLst>
                <a:path extrusionOk="0" h="54" w="64">
                  <a:moveTo>
                    <a:pt x="46" y="17"/>
                  </a:moveTo>
                  <a:cubicBezTo>
                    <a:pt x="0" y="0"/>
                    <a:pt x="0" y="0"/>
                    <a:pt x="0" y="0"/>
                  </a:cubicBezTo>
                  <a:cubicBezTo>
                    <a:pt x="19" y="49"/>
                    <a:pt x="19" y="49"/>
                    <a:pt x="19" y="49"/>
                  </a:cubicBezTo>
                  <a:cubicBezTo>
                    <a:pt x="19" y="49"/>
                    <a:pt x="51" y="54"/>
                    <a:pt x="64" y="37"/>
                  </a:cubicBezTo>
                  <a:cubicBezTo>
                    <a:pt x="54" y="23"/>
                    <a:pt x="54" y="23"/>
                    <a:pt x="54" y="23"/>
                  </a:cubicBezTo>
                  <a:cubicBezTo>
                    <a:pt x="52" y="20"/>
                    <a:pt x="49" y="18"/>
                    <a:pt x="46" y="17"/>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5" name="Google Shape;345;p7"/>
            <p:cNvSpPr/>
            <p:nvPr/>
          </p:nvSpPr>
          <p:spPr>
            <a:xfrm>
              <a:off x="8751888" y="4130676"/>
              <a:ext cx="292100" cy="266700"/>
            </a:xfrm>
            <a:custGeom>
              <a:rect b="b" l="l" r="r" t="t"/>
              <a:pathLst>
                <a:path extrusionOk="0" h="168" w="184">
                  <a:moveTo>
                    <a:pt x="0" y="43"/>
                  </a:moveTo>
                  <a:lnTo>
                    <a:pt x="55" y="168"/>
                  </a:lnTo>
                  <a:lnTo>
                    <a:pt x="184" y="150"/>
                  </a:lnTo>
                  <a:lnTo>
                    <a:pt x="125" y="0"/>
                  </a:lnTo>
                  <a:lnTo>
                    <a:pt x="0" y="43"/>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6" name="Google Shape;346;p7"/>
            <p:cNvSpPr/>
            <p:nvPr/>
          </p:nvSpPr>
          <p:spPr>
            <a:xfrm>
              <a:off x="9855200" y="3246438"/>
              <a:ext cx="558800" cy="685800"/>
            </a:xfrm>
            <a:custGeom>
              <a:rect b="b" l="l" r="r" t="t"/>
              <a:pathLst>
                <a:path extrusionOk="0" h="141" w="115">
                  <a:moveTo>
                    <a:pt x="36" y="8"/>
                  </a:moveTo>
                  <a:cubicBezTo>
                    <a:pt x="15" y="14"/>
                    <a:pt x="0" y="101"/>
                    <a:pt x="0" y="101"/>
                  </a:cubicBezTo>
                  <a:cubicBezTo>
                    <a:pt x="59" y="141"/>
                    <a:pt x="59" y="141"/>
                    <a:pt x="59" y="141"/>
                  </a:cubicBezTo>
                  <a:cubicBezTo>
                    <a:pt x="59" y="141"/>
                    <a:pt x="115" y="53"/>
                    <a:pt x="99" y="29"/>
                  </a:cubicBezTo>
                  <a:cubicBezTo>
                    <a:pt x="82" y="5"/>
                    <a:pt x="67" y="0"/>
                    <a:pt x="36"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7" name="Google Shape;347;p7"/>
            <p:cNvSpPr/>
            <p:nvPr/>
          </p:nvSpPr>
          <p:spPr>
            <a:xfrm>
              <a:off x="9855200" y="3270251"/>
              <a:ext cx="257175" cy="544513"/>
            </a:xfrm>
            <a:custGeom>
              <a:rect b="b" l="l" r="r" t="t"/>
              <a:pathLst>
                <a:path extrusionOk="0" h="112" w="53">
                  <a:moveTo>
                    <a:pt x="36" y="3"/>
                  </a:moveTo>
                  <a:cubicBezTo>
                    <a:pt x="15" y="9"/>
                    <a:pt x="0" y="96"/>
                    <a:pt x="0" y="96"/>
                  </a:cubicBezTo>
                  <a:cubicBezTo>
                    <a:pt x="23" y="112"/>
                    <a:pt x="23" y="112"/>
                    <a:pt x="23" y="112"/>
                  </a:cubicBezTo>
                  <a:cubicBezTo>
                    <a:pt x="24" y="97"/>
                    <a:pt x="27" y="70"/>
                    <a:pt x="30" y="51"/>
                  </a:cubicBezTo>
                  <a:cubicBezTo>
                    <a:pt x="30" y="49"/>
                    <a:pt x="30" y="47"/>
                    <a:pt x="30" y="45"/>
                  </a:cubicBezTo>
                  <a:cubicBezTo>
                    <a:pt x="30" y="5"/>
                    <a:pt x="36" y="3"/>
                    <a:pt x="36" y="3"/>
                  </a:cubicBezTo>
                  <a:moveTo>
                    <a:pt x="53" y="0"/>
                  </a:moveTo>
                  <a:cubicBezTo>
                    <a:pt x="48" y="1"/>
                    <a:pt x="42" y="2"/>
                    <a:pt x="36" y="3"/>
                  </a:cubicBezTo>
                  <a:cubicBezTo>
                    <a:pt x="36" y="3"/>
                    <a:pt x="43" y="2"/>
                    <a:pt x="53"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8" name="Google Shape;348;p7"/>
            <p:cNvSpPr/>
            <p:nvPr/>
          </p:nvSpPr>
          <p:spPr>
            <a:xfrm>
              <a:off x="9966325" y="3814763"/>
              <a:ext cx="53975" cy="33338"/>
            </a:xfrm>
            <a:custGeom>
              <a:rect b="b" l="l" r="r" t="t"/>
              <a:pathLst>
                <a:path extrusionOk="0" h="7" w="11">
                  <a:moveTo>
                    <a:pt x="0" y="0"/>
                  </a:moveTo>
                  <a:cubicBezTo>
                    <a:pt x="0" y="0"/>
                    <a:pt x="0" y="0"/>
                    <a:pt x="0" y="0"/>
                  </a:cubicBezTo>
                  <a:cubicBezTo>
                    <a:pt x="11" y="7"/>
                    <a:pt x="11" y="7"/>
                    <a:pt x="11" y="7"/>
                  </a:cubicBezTo>
                  <a:cubicBezTo>
                    <a:pt x="11" y="7"/>
                    <a:pt x="11" y="7"/>
                    <a:pt x="11" y="7"/>
                  </a:cubicBezTo>
                  <a:cubicBezTo>
                    <a:pt x="0" y="0"/>
                    <a:pt x="0" y="0"/>
                    <a:pt x="0" y="0"/>
                  </a:cubicBezTo>
                </a:path>
              </a:pathLst>
            </a:custGeom>
            <a:solidFill>
              <a:srgbClr val="92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9" name="Google Shape;349;p7"/>
            <p:cNvSpPr/>
            <p:nvPr/>
          </p:nvSpPr>
          <p:spPr>
            <a:xfrm>
              <a:off x="9966325" y="3517901"/>
              <a:ext cx="53975" cy="330200"/>
            </a:xfrm>
            <a:custGeom>
              <a:rect b="b" l="l" r="r" t="t"/>
              <a:pathLst>
                <a:path extrusionOk="0" h="68" w="11">
                  <a:moveTo>
                    <a:pt x="7" y="0"/>
                  </a:moveTo>
                  <a:cubicBezTo>
                    <a:pt x="4" y="19"/>
                    <a:pt x="1" y="46"/>
                    <a:pt x="0" y="61"/>
                  </a:cubicBezTo>
                  <a:cubicBezTo>
                    <a:pt x="11" y="68"/>
                    <a:pt x="11" y="68"/>
                    <a:pt x="11" y="68"/>
                  </a:cubicBezTo>
                  <a:cubicBezTo>
                    <a:pt x="9" y="39"/>
                    <a:pt x="7" y="16"/>
                    <a:pt x="7"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0" name="Google Shape;350;p7"/>
            <p:cNvSpPr/>
            <p:nvPr/>
          </p:nvSpPr>
          <p:spPr>
            <a:xfrm>
              <a:off x="9913938" y="3206751"/>
              <a:ext cx="1438275" cy="1589088"/>
            </a:xfrm>
            <a:custGeom>
              <a:rect b="b" l="l" r="r" t="t"/>
              <a:pathLst>
                <a:path extrusionOk="0" h="327" w="296">
                  <a:moveTo>
                    <a:pt x="24" y="16"/>
                  </a:moveTo>
                  <a:cubicBezTo>
                    <a:pt x="24" y="16"/>
                    <a:pt x="0" y="25"/>
                    <a:pt x="49" y="327"/>
                  </a:cubicBezTo>
                  <a:cubicBezTo>
                    <a:pt x="132" y="327"/>
                    <a:pt x="218" y="327"/>
                    <a:pt x="258" y="327"/>
                  </a:cubicBezTo>
                  <a:cubicBezTo>
                    <a:pt x="255" y="242"/>
                    <a:pt x="255" y="190"/>
                    <a:pt x="296" y="15"/>
                  </a:cubicBezTo>
                  <a:cubicBezTo>
                    <a:pt x="296" y="15"/>
                    <a:pt x="252" y="5"/>
                    <a:pt x="207" y="3"/>
                  </a:cubicBezTo>
                  <a:cubicBezTo>
                    <a:pt x="171" y="1"/>
                    <a:pt x="142" y="0"/>
                    <a:pt x="111" y="3"/>
                  </a:cubicBezTo>
                  <a:cubicBezTo>
                    <a:pt x="71" y="7"/>
                    <a:pt x="24" y="16"/>
                    <a:pt x="24" y="16"/>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1" name="Google Shape;351;p7"/>
            <p:cNvSpPr/>
            <p:nvPr/>
          </p:nvSpPr>
          <p:spPr>
            <a:xfrm>
              <a:off x="10001250" y="3222626"/>
              <a:ext cx="1327150" cy="1511300"/>
            </a:xfrm>
            <a:custGeom>
              <a:rect b="b" l="l" r="r" t="t"/>
              <a:pathLst>
                <a:path extrusionOk="0" h="311" w="273">
                  <a:moveTo>
                    <a:pt x="189" y="0"/>
                  </a:moveTo>
                  <a:cubicBezTo>
                    <a:pt x="189" y="0"/>
                    <a:pt x="169" y="46"/>
                    <a:pt x="116" y="46"/>
                  </a:cubicBezTo>
                  <a:cubicBezTo>
                    <a:pt x="62" y="46"/>
                    <a:pt x="93" y="0"/>
                    <a:pt x="93" y="0"/>
                  </a:cubicBezTo>
                  <a:cubicBezTo>
                    <a:pt x="53" y="4"/>
                    <a:pt x="6" y="13"/>
                    <a:pt x="6" y="13"/>
                  </a:cubicBezTo>
                  <a:cubicBezTo>
                    <a:pt x="6" y="13"/>
                    <a:pt x="0" y="15"/>
                    <a:pt x="0" y="55"/>
                  </a:cubicBezTo>
                  <a:cubicBezTo>
                    <a:pt x="0" y="94"/>
                    <a:pt x="6" y="168"/>
                    <a:pt x="29" y="311"/>
                  </a:cubicBezTo>
                  <a:cubicBezTo>
                    <a:pt x="240" y="311"/>
                    <a:pt x="240" y="311"/>
                    <a:pt x="240" y="311"/>
                  </a:cubicBezTo>
                  <a:cubicBezTo>
                    <a:pt x="239" y="296"/>
                    <a:pt x="239" y="283"/>
                    <a:pt x="239" y="269"/>
                  </a:cubicBezTo>
                  <a:cubicBezTo>
                    <a:pt x="239" y="246"/>
                    <a:pt x="240" y="222"/>
                    <a:pt x="243" y="195"/>
                  </a:cubicBezTo>
                  <a:cubicBezTo>
                    <a:pt x="239" y="177"/>
                    <a:pt x="231" y="135"/>
                    <a:pt x="228" y="110"/>
                  </a:cubicBezTo>
                  <a:cubicBezTo>
                    <a:pt x="224" y="96"/>
                    <a:pt x="220" y="82"/>
                    <a:pt x="220" y="71"/>
                  </a:cubicBezTo>
                  <a:cubicBezTo>
                    <a:pt x="220" y="67"/>
                    <a:pt x="220" y="64"/>
                    <a:pt x="221" y="61"/>
                  </a:cubicBezTo>
                  <a:cubicBezTo>
                    <a:pt x="230" y="36"/>
                    <a:pt x="249" y="11"/>
                    <a:pt x="270" y="11"/>
                  </a:cubicBezTo>
                  <a:cubicBezTo>
                    <a:pt x="271" y="11"/>
                    <a:pt x="272" y="11"/>
                    <a:pt x="273" y="11"/>
                  </a:cubicBezTo>
                  <a:cubicBezTo>
                    <a:pt x="260" y="8"/>
                    <a:pt x="225" y="2"/>
                    <a:pt x="189" y="0"/>
                  </a:cubicBezTo>
                  <a:cubicBezTo>
                    <a:pt x="189" y="0"/>
                    <a:pt x="189" y="0"/>
                    <a:pt x="189"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2" name="Google Shape;352;p7"/>
            <p:cNvSpPr/>
            <p:nvPr/>
          </p:nvSpPr>
          <p:spPr>
            <a:xfrm>
              <a:off x="11182350" y="3984626"/>
              <a:ext cx="23812" cy="185738"/>
            </a:xfrm>
            <a:custGeom>
              <a:rect b="b" l="l" r="r" t="t"/>
              <a:pathLst>
                <a:path extrusionOk="0" h="38" w="5">
                  <a:moveTo>
                    <a:pt x="5" y="0"/>
                  </a:moveTo>
                  <a:cubicBezTo>
                    <a:pt x="3" y="13"/>
                    <a:pt x="1" y="26"/>
                    <a:pt x="0" y="38"/>
                  </a:cubicBezTo>
                  <a:cubicBezTo>
                    <a:pt x="0" y="38"/>
                    <a:pt x="0" y="38"/>
                    <a:pt x="0" y="38"/>
                  </a:cubicBezTo>
                  <a:cubicBezTo>
                    <a:pt x="1" y="26"/>
                    <a:pt x="3" y="13"/>
                    <a:pt x="5" y="0"/>
                  </a:cubicBezTo>
                  <a:cubicBezTo>
                    <a:pt x="5" y="0"/>
                    <a:pt x="5" y="0"/>
                    <a:pt x="5"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3" name="Google Shape;353;p7"/>
            <p:cNvSpPr/>
            <p:nvPr/>
          </p:nvSpPr>
          <p:spPr>
            <a:xfrm>
              <a:off x="11109325" y="3756026"/>
              <a:ext cx="96837" cy="414338"/>
            </a:xfrm>
            <a:custGeom>
              <a:rect b="b" l="l" r="r" t="t"/>
              <a:pathLst>
                <a:path extrusionOk="0" h="85" w="20">
                  <a:moveTo>
                    <a:pt x="0" y="0"/>
                  </a:moveTo>
                  <a:cubicBezTo>
                    <a:pt x="3" y="25"/>
                    <a:pt x="11" y="67"/>
                    <a:pt x="15" y="85"/>
                  </a:cubicBezTo>
                  <a:cubicBezTo>
                    <a:pt x="16" y="73"/>
                    <a:pt x="18" y="60"/>
                    <a:pt x="20" y="47"/>
                  </a:cubicBezTo>
                  <a:cubicBezTo>
                    <a:pt x="17" y="40"/>
                    <a:pt x="7" y="21"/>
                    <a:pt x="0"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4" name="Google Shape;354;p7"/>
            <p:cNvSpPr/>
            <p:nvPr/>
          </p:nvSpPr>
          <p:spPr>
            <a:xfrm>
              <a:off x="10302875" y="2701926"/>
              <a:ext cx="617537" cy="742950"/>
            </a:xfrm>
            <a:custGeom>
              <a:rect b="b" l="l" r="r" t="t"/>
              <a:pathLst>
                <a:path extrusionOk="0" h="153" w="127">
                  <a:moveTo>
                    <a:pt x="117" y="0"/>
                  </a:moveTo>
                  <a:cubicBezTo>
                    <a:pt x="111" y="30"/>
                    <a:pt x="105" y="87"/>
                    <a:pt x="127" y="107"/>
                  </a:cubicBezTo>
                  <a:cubicBezTo>
                    <a:pt x="127" y="107"/>
                    <a:pt x="107" y="153"/>
                    <a:pt x="54" y="153"/>
                  </a:cubicBezTo>
                  <a:cubicBezTo>
                    <a:pt x="0" y="153"/>
                    <a:pt x="31" y="107"/>
                    <a:pt x="31" y="107"/>
                  </a:cubicBezTo>
                  <a:cubicBezTo>
                    <a:pt x="66" y="99"/>
                    <a:pt x="65" y="74"/>
                    <a:pt x="59" y="50"/>
                  </a:cubicBezTo>
                  <a:cubicBezTo>
                    <a:pt x="117" y="0"/>
                    <a:pt x="117" y="0"/>
                    <a:pt x="117"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5" name="Google Shape;355;p7"/>
            <p:cNvSpPr/>
            <p:nvPr/>
          </p:nvSpPr>
          <p:spPr>
            <a:xfrm>
              <a:off x="10321925" y="3149601"/>
              <a:ext cx="660400" cy="339725"/>
            </a:xfrm>
            <a:custGeom>
              <a:rect b="b" l="l" r="r" t="t"/>
              <a:pathLst>
                <a:path extrusionOk="0" h="70" w="136">
                  <a:moveTo>
                    <a:pt x="116" y="4"/>
                  </a:moveTo>
                  <a:cubicBezTo>
                    <a:pt x="111" y="14"/>
                    <a:pt x="95" y="37"/>
                    <a:pt x="49" y="45"/>
                  </a:cubicBezTo>
                  <a:cubicBezTo>
                    <a:pt x="48" y="46"/>
                    <a:pt x="47" y="45"/>
                    <a:pt x="46" y="45"/>
                  </a:cubicBezTo>
                  <a:cubicBezTo>
                    <a:pt x="37" y="39"/>
                    <a:pt x="32" y="26"/>
                    <a:pt x="35" y="12"/>
                  </a:cubicBezTo>
                  <a:cubicBezTo>
                    <a:pt x="37" y="8"/>
                    <a:pt x="33" y="4"/>
                    <a:pt x="29" y="6"/>
                  </a:cubicBezTo>
                  <a:cubicBezTo>
                    <a:pt x="24" y="8"/>
                    <a:pt x="21" y="10"/>
                    <a:pt x="19" y="11"/>
                  </a:cubicBezTo>
                  <a:cubicBezTo>
                    <a:pt x="18" y="12"/>
                    <a:pt x="18" y="12"/>
                    <a:pt x="17" y="13"/>
                  </a:cubicBezTo>
                  <a:cubicBezTo>
                    <a:pt x="14" y="19"/>
                    <a:pt x="0" y="50"/>
                    <a:pt x="41" y="69"/>
                  </a:cubicBezTo>
                  <a:cubicBezTo>
                    <a:pt x="42" y="69"/>
                    <a:pt x="42" y="69"/>
                    <a:pt x="43" y="69"/>
                  </a:cubicBezTo>
                  <a:cubicBezTo>
                    <a:pt x="67" y="70"/>
                    <a:pt x="109" y="65"/>
                    <a:pt x="136" y="17"/>
                  </a:cubicBezTo>
                  <a:cubicBezTo>
                    <a:pt x="136" y="15"/>
                    <a:pt x="136" y="13"/>
                    <a:pt x="135" y="11"/>
                  </a:cubicBezTo>
                  <a:cubicBezTo>
                    <a:pt x="132" y="8"/>
                    <a:pt x="127" y="4"/>
                    <a:pt x="123" y="2"/>
                  </a:cubicBezTo>
                  <a:cubicBezTo>
                    <a:pt x="120" y="0"/>
                    <a:pt x="117" y="1"/>
                    <a:pt x="116" y="4"/>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6" name="Google Shape;356;p7"/>
            <p:cNvSpPr/>
            <p:nvPr/>
          </p:nvSpPr>
          <p:spPr>
            <a:xfrm>
              <a:off x="10656888" y="3698876"/>
              <a:ext cx="306387" cy="82550"/>
            </a:xfrm>
            <a:custGeom>
              <a:rect b="b" l="l" r="r" t="t"/>
              <a:pathLst>
                <a:path extrusionOk="0" h="17" w="63">
                  <a:moveTo>
                    <a:pt x="58" y="16"/>
                  </a:moveTo>
                  <a:cubicBezTo>
                    <a:pt x="4" y="15"/>
                    <a:pt x="4" y="15"/>
                    <a:pt x="4" y="15"/>
                  </a:cubicBezTo>
                  <a:cubicBezTo>
                    <a:pt x="2" y="15"/>
                    <a:pt x="0" y="13"/>
                    <a:pt x="0" y="10"/>
                  </a:cubicBezTo>
                  <a:cubicBezTo>
                    <a:pt x="0" y="4"/>
                    <a:pt x="0" y="4"/>
                    <a:pt x="0" y="4"/>
                  </a:cubicBezTo>
                  <a:cubicBezTo>
                    <a:pt x="1" y="1"/>
                    <a:pt x="3" y="0"/>
                    <a:pt x="5" y="0"/>
                  </a:cubicBezTo>
                  <a:cubicBezTo>
                    <a:pt x="59" y="1"/>
                    <a:pt x="59" y="1"/>
                    <a:pt x="59" y="1"/>
                  </a:cubicBezTo>
                  <a:cubicBezTo>
                    <a:pt x="62" y="1"/>
                    <a:pt x="63" y="3"/>
                    <a:pt x="63" y="6"/>
                  </a:cubicBezTo>
                  <a:cubicBezTo>
                    <a:pt x="63" y="12"/>
                    <a:pt x="63" y="12"/>
                    <a:pt x="63" y="12"/>
                  </a:cubicBezTo>
                  <a:cubicBezTo>
                    <a:pt x="62" y="15"/>
                    <a:pt x="60" y="17"/>
                    <a:pt x="58" y="16"/>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7" name="Google Shape;357;p7"/>
            <p:cNvSpPr/>
            <p:nvPr/>
          </p:nvSpPr>
          <p:spPr>
            <a:xfrm>
              <a:off x="10604500" y="3017838"/>
              <a:ext cx="0" cy="9525"/>
            </a:xfrm>
            <a:custGeom>
              <a:rect b="b" l="l" r="r" t="t"/>
              <a:pathLst>
                <a:path extrusionOk="0" h="2" w="120000">
                  <a:moveTo>
                    <a:pt x="0" y="0"/>
                  </a:moveTo>
                  <a:cubicBezTo>
                    <a:pt x="0" y="1"/>
                    <a:pt x="0" y="1"/>
                    <a:pt x="0" y="2"/>
                  </a:cubicBezTo>
                  <a:cubicBezTo>
                    <a:pt x="0" y="2"/>
                    <a:pt x="0" y="2"/>
                    <a:pt x="0" y="2"/>
                  </a:cubicBezTo>
                  <a:cubicBezTo>
                    <a:pt x="0" y="1"/>
                    <a:pt x="0" y="1"/>
                    <a:pt x="0" y="0"/>
                  </a:cubicBezTo>
                </a:path>
              </a:pathLst>
            </a:custGeom>
            <a:solidFill>
              <a:srgbClr val="1E28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8" name="Google Shape;358;p7"/>
            <p:cNvSpPr/>
            <p:nvPr/>
          </p:nvSpPr>
          <p:spPr>
            <a:xfrm>
              <a:off x="10588625" y="2949576"/>
              <a:ext cx="141287" cy="77788"/>
            </a:xfrm>
            <a:custGeom>
              <a:rect b="b" l="l" r="r" t="t"/>
              <a:pathLst>
                <a:path extrusionOk="0" h="16" w="29">
                  <a:moveTo>
                    <a:pt x="29" y="0"/>
                  </a:moveTo>
                  <a:cubicBezTo>
                    <a:pt x="23" y="1"/>
                    <a:pt x="17" y="2"/>
                    <a:pt x="12" y="2"/>
                  </a:cubicBezTo>
                  <a:cubicBezTo>
                    <a:pt x="8" y="2"/>
                    <a:pt x="4" y="1"/>
                    <a:pt x="0" y="1"/>
                  </a:cubicBezTo>
                  <a:cubicBezTo>
                    <a:pt x="1" y="5"/>
                    <a:pt x="2" y="10"/>
                    <a:pt x="3" y="14"/>
                  </a:cubicBezTo>
                  <a:cubicBezTo>
                    <a:pt x="3" y="15"/>
                    <a:pt x="3" y="15"/>
                    <a:pt x="3" y="16"/>
                  </a:cubicBezTo>
                  <a:cubicBezTo>
                    <a:pt x="11" y="14"/>
                    <a:pt x="22" y="8"/>
                    <a:pt x="29" y="0"/>
                  </a:cubicBezTo>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9" name="Google Shape;359;p7"/>
            <p:cNvSpPr/>
            <p:nvPr/>
          </p:nvSpPr>
          <p:spPr>
            <a:xfrm>
              <a:off x="10312400" y="1958976"/>
              <a:ext cx="801687" cy="1087438"/>
            </a:xfrm>
            <a:custGeom>
              <a:rect b="b" l="l" r="r" t="t"/>
              <a:pathLst>
                <a:path extrusionOk="0" h="224" w="165">
                  <a:moveTo>
                    <a:pt x="155" y="95"/>
                  </a:moveTo>
                  <a:cubicBezTo>
                    <a:pt x="146" y="145"/>
                    <a:pt x="143" y="167"/>
                    <a:pt x="114" y="190"/>
                  </a:cubicBezTo>
                  <a:cubicBezTo>
                    <a:pt x="70" y="224"/>
                    <a:pt x="11" y="201"/>
                    <a:pt x="5" y="149"/>
                  </a:cubicBezTo>
                  <a:cubicBezTo>
                    <a:pt x="0" y="102"/>
                    <a:pt x="17" y="27"/>
                    <a:pt x="69" y="14"/>
                  </a:cubicBezTo>
                  <a:cubicBezTo>
                    <a:pt x="120" y="0"/>
                    <a:pt x="165" y="45"/>
                    <a:pt x="155" y="95"/>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0" name="Google Shape;360;p7"/>
            <p:cNvSpPr/>
            <p:nvPr/>
          </p:nvSpPr>
          <p:spPr>
            <a:xfrm>
              <a:off x="10890250" y="1982788"/>
              <a:ext cx="393700" cy="612775"/>
            </a:xfrm>
            <a:custGeom>
              <a:rect b="b" l="l" r="r" t="t"/>
              <a:pathLst>
                <a:path extrusionOk="0" h="126" w="81">
                  <a:moveTo>
                    <a:pt x="8" y="53"/>
                  </a:moveTo>
                  <a:cubicBezTo>
                    <a:pt x="2" y="84"/>
                    <a:pt x="0" y="126"/>
                    <a:pt x="29" y="126"/>
                  </a:cubicBezTo>
                  <a:cubicBezTo>
                    <a:pt x="58" y="126"/>
                    <a:pt x="81" y="77"/>
                    <a:pt x="56" y="39"/>
                  </a:cubicBezTo>
                  <a:cubicBezTo>
                    <a:pt x="31" y="0"/>
                    <a:pt x="12" y="34"/>
                    <a:pt x="8" y="5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1" name="Google Shape;361;p7"/>
            <p:cNvSpPr/>
            <p:nvPr/>
          </p:nvSpPr>
          <p:spPr>
            <a:xfrm>
              <a:off x="10293350" y="1763713"/>
              <a:ext cx="879475" cy="660400"/>
            </a:xfrm>
            <a:custGeom>
              <a:rect b="b" l="l" r="r" t="t"/>
              <a:pathLst>
                <a:path extrusionOk="0" h="136" w="181">
                  <a:moveTo>
                    <a:pt x="181" y="102"/>
                  </a:moveTo>
                  <a:cubicBezTo>
                    <a:pt x="181" y="136"/>
                    <a:pt x="138" y="119"/>
                    <a:pt x="119" y="104"/>
                  </a:cubicBezTo>
                  <a:cubicBezTo>
                    <a:pt x="99" y="89"/>
                    <a:pt x="98" y="91"/>
                    <a:pt x="63" y="91"/>
                  </a:cubicBezTo>
                  <a:cubicBezTo>
                    <a:pt x="28" y="91"/>
                    <a:pt x="21" y="89"/>
                    <a:pt x="10" y="72"/>
                  </a:cubicBezTo>
                  <a:cubicBezTo>
                    <a:pt x="0" y="55"/>
                    <a:pt x="1" y="44"/>
                    <a:pt x="24" y="47"/>
                  </a:cubicBezTo>
                  <a:cubicBezTo>
                    <a:pt x="48" y="51"/>
                    <a:pt x="28" y="27"/>
                    <a:pt x="46" y="13"/>
                  </a:cubicBezTo>
                  <a:cubicBezTo>
                    <a:pt x="63" y="0"/>
                    <a:pt x="84" y="4"/>
                    <a:pt x="108" y="34"/>
                  </a:cubicBezTo>
                  <a:cubicBezTo>
                    <a:pt x="132" y="64"/>
                    <a:pt x="181" y="42"/>
                    <a:pt x="181" y="10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2" name="Google Shape;362;p7"/>
            <p:cNvSpPr/>
            <p:nvPr/>
          </p:nvSpPr>
          <p:spPr>
            <a:xfrm>
              <a:off x="10423525" y="2439988"/>
              <a:ext cx="87312" cy="146050"/>
            </a:xfrm>
            <a:custGeom>
              <a:rect b="b" l="l" r="r" t="t"/>
              <a:pathLst>
                <a:path extrusionOk="0" h="30" w="18">
                  <a:moveTo>
                    <a:pt x="18" y="0"/>
                  </a:moveTo>
                  <a:cubicBezTo>
                    <a:pt x="18" y="0"/>
                    <a:pt x="8" y="17"/>
                    <a:pt x="0" y="25"/>
                  </a:cubicBezTo>
                  <a:cubicBezTo>
                    <a:pt x="4" y="30"/>
                    <a:pt x="14" y="29"/>
                    <a:pt x="14" y="29"/>
                  </a:cubicBezTo>
                  <a:lnTo>
                    <a:pt x="18"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3" name="Google Shape;363;p7"/>
            <p:cNvSpPr/>
            <p:nvPr/>
          </p:nvSpPr>
          <p:spPr>
            <a:xfrm>
              <a:off x="10550525" y="2643188"/>
              <a:ext cx="125412" cy="53975"/>
            </a:xfrm>
            <a:custGeom>
              <a:rect b="b" l="l" r="r" t="t"/>
              <a:pathLst>
                <a:path extrusionOk="0" h="11" w="26">
                  <a:moveTo>
                    <a:pt x="1" y="9"/>
                  </a:moveTo>
                  <a:cubicBezTo>
                    <a:pt x="1" y="9"/>
                    <a:pt x="1" y="9"/>
                    <a:pt x="1" y="9"/>
                  </a:cubicBezTo>
                  <a:cubicBezTo>
                    <a:pt x="15" y="11"/>
                    <a:pt x="26" y="2"/>
                    <a:pt x="26" y="1"/>
                  </a:cubicBezTo>
                  <a:cubicBezTo>
                    <a:pt x="26" y="0"/>
                    <a:pt x="26" y="0"/>
                    <a:pt x="26" y="0"/>
                  </a:cubicBezTo>
                  <a:cubicBezTo>
                    <a:pt x="25" y="0"/>
                    <a:pt x="25" y="0"/>
                    <a:pt x="25" y="0"/>
                  </a:cubicBezTo>
                  <a:cubicBezTo>
                    <a:pt x="25" y="0"/>
                    <a:pt x="14" y="9"/>
                    <a:pt x="1" y="7"/>
                  </a:cubicBezTo>
                  <a:cubicBezTo>
                    <a:pt x="1" y="7"/>
                    <a:pt x="0" y="8"/>
                    <a:pt x="0" y="8"/>
                  </a:cubicBezTo>
                  <a:lnTo>
                    <a:pt x="1" y="9"/>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4" name="Google Shape;364;p7"/>
            <p:cNvSpPr/>
            <p:nvPr/>
          </p:nvSpPr>
          <p:spPr>
            <a:xfrm>
              <a:off x="10687050" y="2279651"/>
              <a:ext cx="101600" cy="68263"/>
            </a:xfrm>
            <a:custGeom>
              <a:rect b="b" l="l" r="r" t="t"/>
              <a:pathLst>
                <a:path extrusionOk="0" h="14" w="21">
                  <a:moveTo>
                    <a:pt x="18" y="13"/>
                  </a:moveTo>
                  <a:cubicBezTo>
                    <a:pt x="19" y="14"/>
                    <a:pt x="19" y="14"/>
                    <a:pt x="20" y="13"/>
                  </a:cubicBezTo>
                  <a:cubicBezTo>
                    <a:pt x="20" y="13"/>
                    <a:pt x="21" y="12"/>
                    <a:pt x="20" y="11"/>
                  </a:cubicBezTo>
                  <a:cubicBezTo>
                    <a:pt x="13" y="0"/>
                    <a:pt x="2" y="0"/>
                    <a:pt x="2" y="0"/>
                  </a:cubicBezTo>
                  <a:cubicBezTo>
                    <a:pt x="1" y="0"/>
                    <a:pt x="0" y="0"/>
                    <a:pt x="0" y="1"/>
                  </a:cubicBezTo>
                  <a:cubicBezTo>
                    <a:pt x="0" y="2"/>
                    <a:pt x="1" y="3"/>
                    <a:pt x="2" y="3"/>
                  </a:cubicBezTo>
                  <a:cubicBezTo>
                    <a:pt x="2" y="3"/>
                    <a:pt x="12" y="3"/>
                    <a:pt x="18"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5" name="Google Shape;365;p7"/>
            <p:cNvSpPr/>
            <p:nvPr/>
          </p:nvSpPr>
          <p:spPr>
            <a:xfrm>
              <a:off x="10614025" y="2400301"/>
              <a:ext cx="52387" cy="77788"/>
            </a:xfrm>
            <a:custGeom>
              <a:rect b="b" l="l" r="r" t="t"/>
              <a:pathLst>
                <a:path extrusionOk="0" h="16" w="11">
                  <a:moveTo>
                    <a:pt x="10" y="9"/>
                  </a:moveTo>
                  <a:cubicBezTo>
                    <a:pt x="10" y="13"/>
                    <a:pt x="7" y="16"/>
                    <a:pt x="4" y="16"/>
                  </a:cubicBezTo>
                  <a:cubicBezTo>
                    <a:pt x="2" y="15"/>
                    <a:pt x="0" y="11"/>
                    <a:pt x="1" y="7"/>
                  </a:cubicBezTo>
                  <a:cubicBezTo>
                    <a:pt x="1" y="3"/>
                    <a:pt x="4" y="0"/>
                    <a:pt x="7" y="1"/>
                  </a:cubicBezTo>
                  <a:cubicBezTo>
                    <a:pt x="9" y="1"/>
                    <a:pt x="11" y="5"/>
                    <a:pt x="10"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6" name="Google Shape;366;p7"/>
            <p:cNvSpPr/>
            <p:nvPr/>
          </p:nvSpPr>
          <p:spPr>
            <a:xfrm>
              <a:off x="10385425" y="2362201"/>
              <a:ext cx="52387" cy="77788"/>
            </a:xfrm>
            <a:custGeom>
              <a:rect b="b" l="l" r="r" t="t"/>
              <a:pathLst>
                <a:path extrusionOk="0" h="16" w="11">
                  <a:moveTo>
                    <a:pt x="11" y="9"/>
                  </a:moveTo>
                  <a:cubicBezTo>
                    <a:pt x="10" y="13"/>
                    <a:pt x="7" y="16"/>
                    <a:pt x="5" y="16"/>
                  </a:cubicBezTo>
                  <a:cubicBezTo>
                    <a:pt x="2" y="15"/>
                    <a:pt x="0" y="11"/>
                    <a:pt x="1" y="7"/>
                  </a:cubicBezTo>
                  <a:cubicBezTo>
                    <a:pt x="2" y="3"/>
                    <a:pt x="4" y="0"/>
                    <a:pt x="7" y="1"/>
                  </a:cubicBezTo>
                  <a:cubicBezTo>
                    <a:pt x="10" y="1"/>
                    <a:pt x="11" y="5"/>
                    <a:pt x="11"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7" name="Google Shape;367;p7"/>
            <p:cNvSpPr/>
            <p:nvPr/>
          </p:nvSpPr>
          <p:spPr>
            <a:xfrm>
              <a:off x="10380663" y="2347913"/>
              <a:ext cx="42862" cy="38100"/>
            </a:xfrm>
            <a:custGeom>
              <a:rect b="b" l="l" r="r" t="t"/>
              <a:pathLst>
                <a:path extrusionOk="0" h="8" w="9">
                  <a:moveTo>
                    <a:pt x="9" y="4"/>
                  </a:moveTo>
                  <a:cubicBezTo>
                    <a:pt x="0" y="0"/>
                    <a:pt x="0" y="0"/>
                    <a:pt x="0" y="0"/>
                  </a:cubicBezTo>
                  <a:cubicBezTo>
                    <a:pt x="0" y="0"/>
                    <a:pt x="4" y="8"/>
                    <a:pt x="9" y="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8" name="Google Shape;368;p7"/>
            <p:cNvSpPr/>
            <p:nvPr/>
          </p:nvSpPr>
          <p:spPr>
            <a:xfrm>
              <a:off x="10604500" y="2381251"/>
              <a:ext cx="47625" cy="42863"/>
            </a:xfrm>
            <a:custGeom>
              <a:rect b="b" l="l" r="r" t="t"/>
              <a:pathLst>
                <a:path extrusionOk="0" h="9" w="10">
                  <a:moveTo>
                    <a:pt x="10" y="5"/>
                  </a:moveTo>
                  <a:cubicBezTo>
                    <a:pt x="0" y="0"/>
                    <a:pt x="0" y="0"/>
                    <a:pt x="0" y="0"/>
                  </a:cubicBezTo>
                  <a:cubicBezTo>
                    <a:pt x="0" y="0"/>
                    <a:pt x="4" y="9"/>
                    <a:pt x="10"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9" name="Google Shape;369;p7"/>
            <p:cNvSpPr/>
            <p:nvPr/>
          </p:nvSpPr>
          <p:spPr>
            <a:xfrm>
              <a:off x="10355263" y="2216151"/>
              <a:ext cx="112712" cy="53975"/>
            </a:xfrm>
            <a:custGeom>
              <a:rect b="b" l="l" r="r" t="t"/>
              <a:pathLst>
                <a:path extrusionOk="0" h="11" w="23">
                  <a:moveTo>
                    <a:pt x="1" y="11"/>
                  </a:moveTo>
                  <a:cubicBezTo>
                    <a:pt x="1" y="11"/>
                    <a:pt x="2" y="11"/>
                    <a:pt x="2" y="11"/>
                  </a:cubicBezTo>
                  <a:cubicBezTo>
                    <a:pt x="11" y="4"/>
                    <a:pt x="20" y="7"/>
                    <a:pt x="21" y="7"/>
                  </a:cubicBezTo>
                  <a:cubicBezTo>
                    <a:pt x="21" y="7"/>
                    <a:pt x="22" y="7"/>
                    <a:pt x="23" y="6"/>
                  </a:cubicBezTo>
                  <a:cubicBezTo>
                    <a:pt x="23" y="5"/>
                    <a:pt x="22" y="4"/>
                    <a:pt x="22" y="4"/>
                  </a:cubicBezTo>
                  <a:cubicBezTo>
                    <a:pt x="21" y="4"/>
                    <a:pt x="11" y="0"/>
                    <a:pt x="1" y="8"/>
                  </a:cubicBezTo>
                  <a:cubicBezTo>
                    <a:pt x="0" y="9"/>
                    <a:pt x="0" y="10"/>
                    <a:pt x="0" y="11"/>
                  </a:cubicBezTo>
                  <a:lnTo>
                    <a:pt x="1"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0" name="Google Shape;370;p7"/>
            <p:cNvSpPr/>
            <p:nvPr/>
          </p:nvSpPr>
          <p:spPr>
            <a:xfrm>
              <a:off x="10107613" y="4795838"/>
              <a:ext cx="1176337" cy="249238"/>
            </a:xfrm>
            <a:custGeom>
              <a:rect b="b" l="l" r="r" t="t"/>
              <a:pathLst>
                <a:path extrusionOk="0" h="51" w="242">
                  <a:moveTo>
                    <a:pt x="1" y="51"/>
                  </a:moveTo>
                  <a:cubicBezTo>
                    <a:pt x="1" y="51"/>
                    <a:pt x="0" y="23"/>
                    <a:pt x="9" y="0"/>
                  </a:cubicBezTo>
                  <a:cubicBezTo>
                    <a:pt x="27" y="0"/>
                    <a:pt x="218" y="0"/>
                    <a:pt x="218" y="0"/>
                  </a:cubicBezTo>
                  <a:cubicBezTo>
                    <a:pt x="218" y="0"/>
                    <a:pt x="237" y="31"/>
                    <a:pt x="242" y="51"/>
                  </a:cubicBezTo>
                  <a:cubicBezTo>
                    <a:pt x="219" y="51"/>
                    <a:pt x="1" y="51"/>
                    <a:pt x="1" y="5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1" name="Google Shape;371;p7"/>
            <p:cNvSpPr/>
            <p:nvPr/>
          </p:nvSpPr>
          <p:spPr>
            <a:xfrm>
              <a:off x="10117138" y="4733926"/>
              <a:ext cx="1079500" cy="111125"/>
            </a:xfrm>
            <a:custGeom>
              <a:rect b="b" l="l" r="r" t="t"/>
              <a:pathLst>
                <a:path extrusionOk="0" h="23" w="222">
                  <a:moveTo>
                    <a:pt x="220" y="1"/>
                  </a:moveTo>
                  <a:cubicBezTo>
                    <a:pt x="221" y="20"/>
                    <a:pt x="221" y="20"/>
                    <a:pt x="221" y="20"/>
                  </a:cubicBezTo>
                  <a:cubicBezTo>
                    <a:pt x="222" y="21"/>
                    <a:pt x="220" y="23"/>
                    <a:pt x="218" y="23"/>
                  </a:cubicBezTo>
                  <a:cubicBezTo>
                    <a:pt x="6" y="23"/>
                    <a:pt x="6" y="23"/>
                    <a:pt x="6" y="23"/>
                  </a:cubicBezTo>
                  <a:cubicBezTo>
                    <a:pt x="4" y="23"/>
                    <a:pt x="2" y="22"/>
                    <a:pt x="2" y="21"/>
                  </a:cubicBezTo>
                  <a:cubicBezTo>
                    <a:pt x="0" y="2"/>
                    <a:pt x="0" y="2"/>
                    <a:pt x="0" y="2"/>
                  </a:cubicBezTo>
                  <a:cubicBezTo>
                    <a:pt x="0" y="1"/>
                    <a:pt x="2" y="0"/>
                    <a:pt x="4" y="0"/>
                  </a:cubicBezTo>
                  <a:cubicBezTo>
                    <a:pt x="216" y="0"/>
                    <a:pt x="216" y="0"/>
                    <a:pt x="216" y="0"/>
                  </a:cubicBezTo>
                  <a:cubicBezTo>
                    <a:pt x="218" y="0"/>
                    <a:pt x="219" y="0"/>
                    <a:pt x="220" y="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2" name="Google Shape;372;p7"/>
            <p:cNvSpPr/>
            <p:nvPr/>
          </p:nvSpPr>
          <p:spPr>
            <a:xfrm>
              <a:off x="10117138" y="4733926"/>
              <a:ext cx="1074737" cy="111125"/>
            </a:xfrm>
            <a:custGeom>
              <a:rect b="b" l="l" r="r" t="t"/>
              <a:pathLst>
                <a:path extrusionOk="0" h="23" w="221">
                  <a:moveTo>
                    <a:pt x="216" y="0"/>
                  </a:moveTo>
                  <a:cubicBezTo>
                    <a:pt x="216" y="0"/>
                    <a:pt x="216" y="0"/>
                    <a:pt x="216" y="0"/>
                  </a:cubicBezTo>
                  <a:cubicBezTo>
                    <a:pt x="5" y="0"/>
                    <a:pt x="5" y="0"/>
                    <a:pt x="5" y="0"/>
                  </a:cubicBezTo>
                  <a:cubicBezTo>
                    <a:pt x="4" y="0"/>
                    <a:pt x="4" y="0"/>
                    <a:pt x="4" y="0"/>
                  </a:cubicBezTo>
                  <a:cubicBezTo>
                    <a:pt x="2" y="0"/>
                    <a:pt x="0" y="1"/>
                    <a:pt x="0" y="2"/>
                  </a:cubicBezTo>
                  <a:cubicBezTo>
                    <a:pt x="0" y="2"/>
                    <a:pt x="0" y="2"/>
                    <a:pt x="0" y="2"/>
                  </a:cubicBezTo>
                  <a:cubicBezTo>
                    <a:pt x="2" y="21"/>
                    <a:pt x="2" y="21"/>
                    <a:pt x="2" y="21"/>
                  </a:cubicBezTo>
                  <a:cubicBezTo>
                    <a:pt x="2" y="22"/>
                    <a:pt x="4" y="23"/>
                    <a:pt x="6" y="23"/>
                  </a:cubicBezTo>
                  <a:cubicBezTo>
                    <a:pt x="218" y="23"/>
                    <a:pt x="218" y="23"/>
                    <a:pt x="218" y="23"/>
                  </a:cubicBezTo>
                  <a:cubicBezTo>
                    <a:pt x="220" y="23"/>
                    <a:pt x="221" y="22"/>
                    <a:pt x="221" y="21"/>
                  </a:cubicBezTo>
                  <a:cubicBezTo>
                    <a:pt x="221" y="20"/>
                    <a:pt x="221" y="20"/>
                    <a:pt x="221" y="20"/>
                  </a:cubicBezTo>
                  <a:cubicBezTo>
                    <a:pt x="220" y="1"/>
                    <a:pt x="220" y="1"/>
                    <a:pt x="220" y="1"/>
                  </a:cubicBezTo>
                  <a:cubicBezTo>
                    <a:pt x="219" y="0"/>
                    <a:pt x="218" y="0"/>
                    <a:pt x="216" y="0"/>
                  </a:cubicBezTo>
                </a:path>
              </a:pathLst>
            </a:custGeom>
            <a:solidFill>
              <a:srgbClr val="78A1F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3" name="Google Shape;373;p7"/>
            <p:cNvSpPr/>
            <p:nvPr/>
          </p:nvSpPr>
          <p:spPr>
            <a:xfrm>
              <a:off x="11022013" y="4724401"/>
              <a:ext cx="63500" cy="130175"/>
            </a:xfrm>
            <a:custGeom>
              <a:rect b="b" l="l" r="r" t="t"/>
              <a:pathLst>
                <a:path extrusionOk="0" h="27" w="13">
                  <a:moveTo>
                    <a:pt x="5" y="27"/>
                  </a:moveTo>
                  <a:cubicBezTo>
                    <a:pt x="11" y="27"/>
                    <a:pt x="11" y="27"/>
                    <a:pt x="11" y="27"/>
                  </a:cubicBezTo>
                  <a:cubicBezTo>
                    <a:pt x="12" y="27"/>
                    <a:pt x="13" y="26"/>
                    <a:pt x="13"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4" name="Google Shape;374;p7"/>
            <p:cNvSpPr/>
            <p:nvPr/>
          </p:nvSpPr>
          <p:spPr>
            <a:xfrm>
              <a:off x="10199688" y="4724401"/>
              <a:ext cx="63500" cy="130175"/>
            </a:xfrm>
            <a:custGeom>
              <a:rect b="b" l="l" r="r" t="t"/>
              <a:pathLst>
                <a:path extrusionOk="0" h="27" w="13">
                  <a:moveTo>
                    <a:pt x="5" y="27"/>
                  </a:moveTo>
                  <a:cubicBezTo>
                    <a:pt x="11" y="27"/>
                    <a:pt x="11" y="27"/>
                    <a:pt x="11" y="27"/>
                  </a:cubicBezTo>
                  <a:cubicBezTo>
                    <a:pt x="12" y="27"/>
                    <a:pt x="13" y="26"/>
                    <a:pt x="12"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5" name="Google Shape;375;p7"/>
            <p:cNvSpPr/>
            <p:nvPr/>
          </p:nvSpPr>
          <p:spPr>
            <a:xfrm>
              <a:off x="10614025" y="4724401"/>
              <a:ext cx="57150" cy="130175"/>
            </a:xfrm>
            <a:custGeom>
              <a:rect b="b" l="l" r="r" t="t"/>
              <a:pathLst>
                <a:path extrusionOk="0" h="27" w="12">
                  <a:moveTo>
                    <a:pt x="4" y="27"/>
                  </a:moveTo>
                  <a:cubicBezTo>
                    <a:pt x="10" y="27"/>
                    <a:pt x="10" y="27"/>
                    <a:pt x="10" y="27"/>
                  </a:cubicBezTo>
                  <a:cubicBezTo>
                    <a:pt x="11" y="27"/>
                    <a:pt x="12" y="26"/>
                    <a:pt x="12" y="26"/>
                  </a:cubicBezTo>
                  <a:cubicBezTo>
                    <a:pt x="9" y="1"/>
                    <a:pt x="9" y="1"/>
                    <a:pt x="9" y="1"/>
                  </a:cubicBezTo>
                  <a:cubicBezTo>
                    <a:pt x="9" y="1"/>
                    <a:pt x="8" y="0"/>
                    <a:pt x="7" y="0"/>
                  </a:cubicBezTo>
                  <a:cubicBezTo>
                    <a:pt x="2" y="0"/>
                    <a:pt x="2" y="0"/>
                    <a:pt x="2" y="0"/>
                  </a:cubicBezTo>
                  <a:cubicBezTo>
                    <a:pt x="0" y="0"/>
                    <a:pt x="0" y="1"/>
                    <a:pt x="0" y="1"/>
                  </a:cubicBezTo>
                  <a:cubicBezTo>
                    <a:pt x="2" y="26"/>
                    <a:pt x="2" y="26"/>
                    <a:pt x="2" y="26"/>
                  </a:cubicBezTo>
                  <a:cubicBezTo>
                    <a:pt x="2" y="26"/>
                    <a:pt x="3" y="27"/>
                    <a:pt x="4"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6" name="Google Shape;376;p7"/>
            <p:cNvSpPr/>
            <p:nvPr/>
          </p:nvSpPr>
          <p:spPr>
            <a:xfrm>
              <a:off x="11187113" y="3567113"/>
              <a:ext cx="831850" cy="1001713"/>
            </a:xfrm>
            <a:custGeom>
              <a:rect b="b" l="l" r="r" t="t"/>
              <a:pathLst>
                <a:path extrusionOk="0" h="206" w="171">
                  <a:moveTo>
                    <a:pt x="51" y="0"/>
                  </a:moveTo>
                  <a:cubicBezTo>
                    <a:pt x="61" y="30"/>
                    <a:pt x="69" y="60"/>
                    <a:pt x="78" y="90"/>
                  </a:cubicBezTo>
                  <a:cubicBezTo>
                    <a:pt x="91" y="135"/>
                    <a:pt x="91" y="135"/>
                    <a:pt x="91" y="135"/>
                  </a:cubicBezTo>
                  <a:cubicBezTo>
                    <a:pt x="97" y="157"/>
                    <a:pt x="97" y="157"/>
                    <a:pt x="97" y="157"/>
                  </a:cubicBezTo>
                  <a:cubicBezTo>
                    <a:pt x="99" y="163"/>
                    <a:pt x="99" y="163"/>
                    <a:pt x="99" y="163"/>
                  </a:cubicBezTo>
                  <a:cubicBezTo>
                    <a:pt x="99" y="166"/>
                    <a:pt x="99" y="166"/>
                    <a:pt x="99" y="166"/>
                  </a:cubicBezTo>
                  <a:cubicBezTo>
                    <a:pt x="100" y="166"/>
                    <a:pt x="100" y="166"/>
                    <a:pt x="100" y="166"/>
                  </a:cubicBezTo>
                  <a:cubicBezTo>
                    <a:pt x="100" y="166"/>
                    <a:pt x="100" y="166"/>
                    <a:pt x="100" y="166"/>
                  </a:cubicBezTo>
                  <a:cubicBezTo>
                    <a:pt x="100" y="167"/>
                    <a:pt x="100" y="167"/>
                    <a:pt x="100" y="167"/>
                  </a:cubicBezTo>
                  <a:cubicBezTo>
                    <a:pt x="99" y="166"/>
                    <a:pt x="99" y="166"/>
                    <a:pt x="99" y="166"/>
                  </a:cubicBezTo>
                  <a:cubicBezTo>
                    <a:pt x="99" y="165"/>
                    <a:pt x="98" y="164"/>
                    <a:pt x="95" y="162"/>
                  </a:cubicBezTo>
                  <a:cubicBezTo>
                    <a:pt x="93" y="160"/>
                    <a:pt x="89" y="158"/>
                    <a:pt x="85" y="158"/>
                  </a:cubicBezTo>
                  <a:cubicBezTo>
                    <a:pt x="81" y="158"/>
                    <a:pt x="78" y="159"/>
                    <a:pt x="76" y="160"/>
                  </a:cubicBezTo>
                  <a:cubicBezTo>
                    <a:pt x="73" y="161"/>
                    <a:pt x="74" y="162"/>
                    <a:pt x="74" y="161"/>
                  </a:cubicBezTo>
                  <a:cubicBezTo>
                    <a:pt x="74" y="161"/>
                    <a:pt x="75" y="160"/>
                    <a:pt x="76" y="159"/>
                  </a:cubicBezTo>
                  <a:cubicBezTo>
                    <a:pt x="77" y="157"/>
                    <a:pt x="79" y="155"/>
                    <a:pt x="81" y="152"/>
                  </a:cubicBezTo>
                  <a:cubicBezTo>
                    <a:pt x="84" y="146"/>
                    <a:pt x="88" y="140"/>
                    <a:pt x="91" y="133"/>
                  </a:cubicBezTo>
                  <a:cubicBezTo>
                    <a:pt x="98" y="120"/>
                    <a:pt x="104" y="106"/>
                    <a:pt x="110" y="92"/>
                  </a:cubicBezTo>
                  <a:cubicBezTo>
                    <a:pt x="116" y="77"/>
                    <a:pt x="122" y="63"/>
                    <a:pt x="128" y="49"/>
                  </a:cubicBezTo>
                  <a:cubicBezTo>
                    <a:pt x="134" y="34"/>
                    <a:pt x="140" y="20"/>
                    <a:pt x="146" y="5"/>
                  </a:cubicBezTo>
                  <a:cubicBezTo>
                    <a:pt x="171" y="13"/>
                    <a:pt x="171" y="13"/>
                    <a:pt x="171" y="13"/>
                  </a:cubicBezTo>
                  <a:cubicBezTo>
                    <a:pt x="165" y="44"/>
                    <a:pt x="157" y="75"/>
                    <a:pt x="148" y="105"/>
                  </a:cubicBezTo>
                  <a:cubicBezTo>
                    <a:pt x="143" y="121"/>
                    <a:pt x="138" y="136"/>
                    <a:pt x="132" y="151"/>
                  </a:cubicBezTo>
                  <a:cubicBezTo>
                    <a:pt x="128" y="159"/>
                    <a:pt x="125" y="167"/>
                    <a:pt x="121" y="174"/>
                  </a:cubicBezTo>
                  <a:cubicBezTo>
                    <a:pt x="119" y="178"/>
                    <a:pt x="117" y="183"/>
                    <a:pt x="114" y="187"/>
                  </a:cubicBezTo>
                  <a:cubicBezTo>
                    <a:pt x="112" y="189"/>
                    <a:pt x="110" y="192"/>
                    <a:pt x="108" y="194"/>
                  </a:cubicBezTo>
                  <a:cubicBezTo>
                    <a:pt x="106" y="197"/>
                    <a:pt x="103" y="200"/>
                    <a:pt x="96" y="203"/>
                  </a:cubicBezTo>
                  <a:cubicBezTo>
                    <a:pt x="93" y="204"/>
                    <a:pt x="88" y="206"/>
                    <a:pt x="82" y="206"/>
                  </a:cubicBezTo>
                  <a:cubicBezTo>
                    <a:pt x="76" y="206"/>
                    <a:pt x="70" y="203"/>
                    <a:pt x="66" y="200"/>
                  </a:cubicBezTo>
                  <a:cubicBezTo>
                    <a:pt x="62" y="197"/>
                    <a:pt x="60" y="194"/>
                    <a:pt x="59" y="192"/>
                  </a:cubicBezTo>
                  <a:cubicBezTo>
                    <a:pt x="57" y="189"/>
                    <a:pt x="56" y="188"/>
                    <a:pt x="55" y="186"/>
                  </a:cubicBezTo>
                  <a:cubicBezTo>
                    <a:pt x="55" y="185"/>
                    <a:pt x="54" y="184"/>
                    <a:pt x="54" y="183"/>
                  </a:cubicBezTo>
                  <a:cubicBezTo>
                    <a:pt x="53" y="181"/>
                    <a:pt x="53" y="181"/>
                    <a:pt x="53" y="181"/>
                  </a:cubicBezTo>
                  <a:cubicBezTo>
                    <a:pt x="52" y="178"/>
                    <a:pt x="52" y="178"/>
                    <a:pt x="52" y="178"/>
                  </a:cubicBezTo>
                  <a:cubicBezTo>
                    <a:pt x="50" y="173"/>
                    <a:pt x="50" y="173"/>
                    <a:pt x="50" y="173"/>
                  </a:cubicBezTo>
                  <a:cubicBezTo>
                    <a:pt x="48" y="165"/>
                    <a:pt x="45" y="158"/>
                    <a:pt x="42" y="150"/>
                  </a:cubicBezTo>
                  <a:cubicBezTo>
                    <a:pt x="37" y="135"/>
                    <a:pt x="32" y="120"/>
                    <a:pt x="27" y="105"/>
                  </a:cubicBezTo>
                  <a:cubicBezTo>
                    <a:pt x="17" y="75"/>
                    <a:pt x="8" y="45"/>
                    <a:pt x="0" y="15"/>
                  </a:cubicBezTo>
                  <a:cubicBezTo>
                    <a:pt x="51" y="0"/>
                    <a:pt x="51" y="0"/>
                    <a:pt x="51" y="0"/>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7" name="Google Shape;377;p7"/>
            <p:cNvSpPr/>
            <p:nvPr/>
          </p:nvSpPr>
          <p:spPr>
            <a:xfrm>
              <a:off x="11036300" y="3241676"/>
              <a:ext cx="573087" cy="752475"/>
            </a:xfrm>
            <a:custGeom>
              <a:rect b="b" l="l" r="r" t="t"/>
              <a:pathLst>
                <a:path extrusionOk="0" h="155" w="118">
                  <a:moveTo>
                    <a:pt x="65" y="8"/>
                  </a:moveTo>
                  <a:cubicBezTo>
                    <a:pt x="86" y="14"/>
                    <a:pt x="118" y="96"/>
                    <a:pt x="118" y="96"/>
                  </a:cubicBezTo>
                  <a:cubicBezTo>
                    <a:pt x="36" y="155"/>
                    <a:pt x="36" y="155"/>
                    <a:pt x="36" y="155"/>
                  </a:cubicBezTo>
                  <a:cubicBezTo>
                    <a:pt x="36" y="155"/>
                    <a:pt x="0" y="84"/>
                    <a:pt x="8" y="57"/>
                  </a:cubicBezTo>
                  <a:cubicBezTo>
                    <a:pt x="18" y="29"/>
                    <a:pt x="41" y="0"/>
                    <a:pt x="65"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8" name="Google Shape;378;p7"/>
            <p:cNvSpPr/>
            <p:nvPr/>
          </p:nvSpPr>
          <p:spPr>
            <a:xfrm>
              <a:off x="11069638" y="3275013"/>
              <a:ext cx="539750" cy="719138"/>
            </a:xfrm>
            <a:custGeom>
              <a:rect b="b" l="l" r="r" t="t"/>
              <a:pathLst>
                <a:path extrusionOk="0" h="148" w="111">
                  <a:moveTo>
                    <a:pt x="50" y="0"/>
                  </a:moveTo>
                  <a:cubicBezTo>
                    <a:pt x="29" y="0"/>
                    <a:pt x="10" y="25"/>
                    <a:pt x="1" y="50"/>
                  </a:cubicBezTo>
                  <a:cubicBezTo>
                    <a:pt x="0" y="53"/>
                    <a:pt x="0" y="56"/>
                    <a:pt x="0" y="60"/>
                  </a:cubicBezTo>
                  <a:cubicBezTo>
                    <a:pt x="0" y="92"/>
                    <a:pt x="29" y="148"/>
                    <a:pt x="29" y="148"/>
                  </a:cubicBezTo>
                  <a:cubicBezTo>
                    <a:pt x="111" y="89"/>
                    <a:pt x="111" y="89"/>
                    <a:pt x="111" y="89"/>
                  </a:cubicBezTo>
                  <a:cubicBezTo>
                    <a:pt x="111" y="89"/>
                    <a:pt x="110" y="87"/>
                    <a:pt x="108" y="84"/>
                  </a:cubicBezTo>
                  <a:cubicBezTo>
                    <a:pt x="104" y="73"/>
                    <a:pt x="93" y="46"/>
                    <a:pt x="80" y="26"/>
                  </a:cubicBezTo>
                  <a:cubicBezTo>
                    <a:pt x="73" y="13"/>
                    <a:pt x="64" y="3"/>
                    <a:pt x="58" y="1"/>
                  </a:cubicBezTo>
                  <a:cubicBezTo>
                    <a:pt x="55" y="0"/>
                    <a:pt x="52" y="0"/>
                    <a:pt x="50"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9" name="Google Shape;379;p7"/>
            <p:cNvSpPr/>
            <p:nvPr/>
          </p:nvSpPr>
          <p:spPr>
            <a:xfrm>
              <a:off x="11847513" y="3406776"/>
              <a:ext cx="228600" cy="330200"/>
            </a:xfrm>
            <a:custGeom>
              <a:rect b="b" l="l" r="r" t="t"/>
              <a:pathLst>
                <a:path extrusionOk="0" h="68" w="47">
                  <a:moveTo>
                    <a:pt x="11" y="49"/>
                  </a:moveTo>
                  <a:cubicBezTo>
                    <a:pt x="0" y="0"/>
                    <a:pt x="0" y="0"/>
                    <a:pt x="0" y="0"/>
                  </a:cubicBezTo>
                  <a:cubicBezTo>
                    <a:pt x="46" y="24"/>
                    <a:pt x="46" y="24"/>
                    <a:pt x="46" y="24"/>
                  </a:cubicBezTo>
                  <a:cubicBezTo>
                    <a:pt x="46" y="24"/>
                    <a:pt x="47" y="58"/>
                    <a:pt x="28" y="68"/>
                  </a:cubicBezTo>
                  <a:lnTo>
                    <a:pt x="11" y="49"/>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0" name="Google Shape;380;p7"/>
            <p:cNvSpPr/>
            <p:nvPr/>
          </p:nvSpPr>
          <p:spPr>
            <a:xfrm>
              <a:off x="11847513" y="3216276"/>
              <a:ext cx="238125" cy="306388"/>
            </a:xfrm>
            <a:custGeom>
              <a:rect b="b" l="l" r="r" t="t"/>
              <a:pathLst>
                <a:path extrusionOk="0" h="193" w="150">
                  <a:moveTo>
                    <a:pt x="59" y="0"/>
                  </a:moveTo>
                  <a:lnTo>
                    <a:pt x="150" y="65"/>
                  </a:lnTo>
                  <a:lnTo>
                    <a:pt x="141" y="193"/>
                  </a:lnTo>
                  <a:lnTo>
                    <a:pt x="0" y="120"/>
                  </a:lnTo>
                  <a:lnTo>
                    <a:pt x="59"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1" name="Google Shape;381;p7"/>
            <p:cNvSpPr/>
            <p:nvPr/>
          </p:nvSpPr>
          <p:spPr>
            <a:xfrm>
              <a:off x="7599363" y="2011363"/>
              <a:ext cx="2105025" cy="1423988"/>
            </a:xfrm>
            <a:custGeom>
              <a:rect b="b" l="l" r="r" t="t"/>
              <a:pathLst>
                <a:path extrusionOk="0" h="293" w="433">
                  <a:moveTo>
                    <a:pt x="62" y="0"/>
                  </a:moveTo>
                  <a:cubicBezTo>
                    <a:pt x="386" y="0"/>
                    <a:pt x="386" y="0"/>
                    <a:pt x="386" y="0"/>
                  </a:cubicBezTo>
                  <a:cubicBezTo>
                    <a:pt x="412" y="0"/>
                    <a:pt x="433" y="22"/>
                    <a:pt x="431" y="48"/>
                  </a:cubicBezTo>
                  <a:cubicBezTo>
                    <a:pt x="422" y="195"/>
                    <a:pt x="422" y="195"/>
                    <a:pt x="422" y="195"/>
                  </a:cubicBezTo>
                  <a:cubicBezTo>
                    <a:pt x="420" y="221"/>
                    <a:pt x="398" y="243"/>
                    <a:pt x="371" y="243"/>
                  </a:cubicBezTo>
                  <a:cubicBezTo>
                    <a:pt x="334" y="243"/>
                    <a:pt x="334" y="243"/>
                    <a:pt x="334" y="243"/>
                  </a:cubicBezTo>
                  <a:cubicBezTo>
                    <a:pt x="349" y="293"/>
                    <a:pt x="349" y="293"/>
                    <a:pt x="349" y="293"/>
                  </a:cubicBezTo>
                  <a:cubicBezTo>
                    <a:pt x="276" y="243"/>
                    <a:pt x="276" y="243"/>
                    <a:pt x="276" y="243"/>
                  </a:cubicBezTo>
                  <a:cubicBezTo>
                    <a:pt x="47" y="243"/>
                    <a:pt x="47" y="243"/>
                    <a:pt x="47" y="243"/>
                  </a:cubicBezTo>
                  <a:cubicBezTo>
                    <a:pt x="21" y="243"/>
                    <a:pt x="0" y="221"/>
                    <a:pt x="2" y="195"/>
                  </a:cubicBezTo>
                  <a:cubicBezTo>
                    <a:pt x="11" y="48"/>
                    <a:pt x="11" y="48"/>
                    <a:pt x="11" y="48"/>
                  </a:cubicBezTo>
                  <a:cubicBezTo>
                    <a:pt x="13" y="22"/>
                    <a:pt x="36" y="0"/>
                    <a:pt x="62" y="0"/>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2" name="Google Shape;382;p7"/>
            <p:cNvSpPr/>
            <p:nvPr/>
          </p:nvSpPr>
          <p:spPr>
            <a:xfrm>
              <a:off x="7959725" y="2298701"/>
              <a:ext cx="1419225" cy="87313"/>
            </a:xfrm>
            <a:custGeom>
              <a:rect b="b" l="l" r="r" t="t"/>
              <a:pathLst>
                <a:path extrusionOk="0" h="18" w="292">
                  <a:moveTo>
                    <a:pt x="282" y="18"/>
                  </a:moveTo>
                  <a:cubicBezTo>
                    <a:pt x="8" y="18"/>
                    <a:pt x="8" y="18"/>
                    <a:pt x="8" y="18"/>
                  </a:cubicBezTo>
                  <a:cubicBezTo>
                    <a:pt x="3" y="18"/>
                    <a:pt x="0" y="14"/>
                    <a:pt x="0" y="9"/>
                  </a:cubicBezTo>
                  <a:cubicBezTo>
                    <a:pt x="0" y="4"/>
                    <a:pt x="4" y="0"/>
                    <a:pt x="9" y="0"/>
                  </a:cubicBezTo>
                  <a:cubicBezTo>
                    <a:pt x="283" y="0"/>
                    <a:pt x="283" y="0"/>
                    <a:pt x="283" y="0"/>
                  </a:cubicBezTo>
                  <a:cubicBezTo>
                    <a:pt x="288" y="0"/>
                    <a:pt x="292" y="4"/>
                    <a:pt x="292" y="9"/>
                  </a:cubicBezTo>
                  <a:cubicBezTo>
                    <a:pt x="292" y="14"/>
                    <a:pt x="287" y="18"/>
                    <a:pt x="282"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3" name="Google Shape;383;p7"/>
            <p:cNvSpPr/>
            <p:nvPr/>
          </p:nvSpPr>
          <p:spPr>
            <a:xfrm>
              <a:off x="7940675" y="2560638"/>
              <a:ext cx="650875" cy="87313"/>
            </a:xfrm>
            <a:custGeom>
              <a:rect b="b" l="l" r="r" t="t"/>
              <a:pathLst>
                <a:path extrusionOk="0" h="18" w="134">
                  <a:moveTo>
                    <a:pt x="124" y="18"/>
                  </a:moveTo>
                  <a:cubicBezTo>
                    <a:pt x="9" y="18"/>
                    <a:pt x="9" y="18"/>
                    <a:pt x="9" y="18"/>
                  </a:cubicBezTo>
                  <a:cubicBezTo>
                    <a:pt x="4" y="18"/>
                    <a:pt x="0" y="14"/>
                    <a:pt x="1" y="9"/>
                  </a:cubicBezTo>
                  <a:cubicBezTo>
                    <a:pt x="1" y="4"/>
                    <a:pt x="5" y="0"/>
                    <a:pt x="10" y="0"/>
                  </a:cubicBezTo>
                  <a:cubicBezTo>
                    <a:pt x="125" y="0"/>
                    <a:pt x="125" y="0"/>
                    <a:pt x="125" y="0"/>
                  </a:cubicBezTo>
                  <a:cubicBezTo>
                    <a:pt x="130" y="0"/>
                    <a:pt x="134" y="4"/>
                    <a:pt x="134" y="9"/>
                  </a:cubicBezTo>
                  <a:cubicBezTo>
                    <a:pt x="133" y="14"/>
                    <a:pt x="129" y="18"/>
                    <a:pt x="124"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4" name="Google Shape;384;p7"/>
            <p:cNvSpPr/>
            <p:nvPr/>
          </p:nvSpPr>
          <p:spPr>
            <a:xfrm>
              <a:off x="7924800" y="2817813"/>
              <a:ext cx="1143000" cy="88900"/>
            </a:xfrm>
            <a:custGeom>
              <a:rect b="b" l="l" r="r" t="t"/>
              <a:pathLst>
                <a:path extrusionOk="0" h="18" w="235">
                  <a:moveTo>
                    <a:pt x="226" y="18"/>
                  </a:moveTo>
                  <a:cubicBezTo>
                    <a:pt x="9" y="18"/>
                    <a:pt x="9" y="18"/>
                    <a:pt x="9" y="18"/>
                  </a:cubicBezTo>
                  <a:cubicBezTo>
                    <a:pt x="4" y="18"/>
                    <a:pt x="0" y="14"/>
                    <a:pt x="0" y="9"/>
                  </a:cubicBezTo>
                  <a:cubicBezTo>
                    <a:pt x="1" y="4"/>
                    <a:pt x="5" y="0"/>
                    <a:pt x="10" y="0"/>
                  </a:cubicBezTo>
                  <a:cubicBezTo>
                    <a:pt x="227" y="0"/>
                    <a:pt x="227" y="0"/>
                    <a:pt x="227" y="0"/>
                  </a:cubicBezTo>
                  <a:cubicBezTo>
                    <a:pt x="232" y="0"/>
                    <a:pt x="235" y="4"/>
                    <a:pt x="235" y="9"/>
                  </a:cubicBezTo>
                  <a:cubicBezTo>
                    <a:pt x="235" y="14"/>
                    <a:pt x="231" y="18"/>
                    <a:pt x="226"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5" name="Google Shape;385;p7"/>
            <p:cNvSpPr/>
            <p:nvPr/>
          </p:nvSpPr>
          <p:spPr>
            <a:xfrm>
              <a:off x="8688388" y="2560638"/>
              <a:ext cx="311150" cy="87313"/>
            </a:xfrm>
            <a:custGeom>
              <a:rect b="b" l="l" r="r" t="t"/>
              <a:pathLst>
                <a:path extrusionOk="0" h="18" w="64">
                  <a:moveTo>
                    <a:pt x="54" y="18"/>
                  </a:moveTo>
                  <a:cubicBezTo>
                    <a:pt x="9" y="18"/>
                    <a:pt x="9" y="18"/>
                    <a:pt x="9" y="18"/>
                  </a:cubicBezTo>
                  <a:cubicBezTo>
                    <a:pt x="4" y="18"/>
                    <a:pt x="0" y="14"/>
                    <a:pt x="1" y="9"/>
                  </a:cubicBezTo>
                  <a:cubicBezTo>
                    <a:pt x="1" y="4"/>
                    <a:pt x="5" y="0"/>
                    <a:pt x="10" y="0"/>
                  </a:cubicBezTo>
                  <a:cubicBezTo>
                    <a:pt x="56" y="0"/>
                    <a:pt x="56" y="0"/>
                    <a:pt x="56" y="0"/>
                  </a:cubicBezTo>
                  <a:cubicBezTo>
                    <a:pt x="61" y="0"/>
                    <a:pt x="64" y="4"/>
                    <a:pt x="64" y="9"/>
                  </a:cubicBezTo>
                  <a:cubicBezTo>
                    <a:pt x="64" y="14"/>
                    <a:pt x="59" y="18"/>
                    <a:pt x="54"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Arreglos</a:t>
            </a:r>
            <a:endParaRPr/>
          </a:p>
        </p:txBody>
      </p:sp>
      <p:sp>
        <p:nvSpPr>
          <p:cNvPr id="391" name="Google Shape;391;p8"/>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392" name="Google Shape;392;p8"/>
          <p:cNvSpPr/>
          <p:nvPr/>
        </p:nvSpPr>
        <p:spPr>
          <a:xfrm>
            <a:off x="1112989" y="1895803"/>
            <a:ext cx="9982202" cy="1154825"/>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Un </a:t>
            </a:r>
            <a:r>
              <a:rPr b="1" i="0" lang="es-CL" sz="2000" u="none" cap="none" strike="noStrike">
                <a:solidFill>
                  <a:schemeClr val="dk1"/>
                </a:solidFill>
                <a:latin typeface="Poppins"/>
                <a:ea typeface="Poppins"/>
                <a:cs typeface="Poppins"/>
                <a:sym typeface="Poppins"/>
              </a:rPr>
              <a:t>arreglo</a:t>
            </a:r>
            <a:r>
              <a:rPr b="0" i="0" lang="es-CL" sz="2000" u="none" cap="none" strike="noStrike">
                <a:solidFill>
                  <a:schemeClr val="dk1"/>
                </a:solidFill>
                <a:latin typeface="Poppins"/>
                <a:ea typeface="Poppins"/>
                <a:cs typeface="Poppins"/>
                <a:sym typeface="Poppins"/>
              </a:rPr>
              <a:t> consiste en un número </a:t>
            </a:r>
            <a:r>
              <a:rPr b="1" i="0" lang="es-CL" sz="2000" u="none" cap="none" strike="noStrike">
                <a:solidFill>
                  <a:schemeClr val="accent1"/>
                </a:solidFill>
                <a:latin typeface="Poppins"/>
                <a:ea typeface="Poppins"/>
                <a:cs typeface="Poppins"/>
                <a:sym typeface="Poppins"/>
              </a:rPr>
              <a:t>finito</a:t>
            </a:r>
            <a:r>
              <a:rPr b="0" i="0" lang="es-CL" sz="2000" u="none" cap="none" strike="noStrike">
                <a:solidFill>
                  <a:schemeClr val="dk1"/>
                </a:solidFill>
                <a:latin typeface="Poppins"/>
                <a:ea typeface="Poppins"/>
                <a:cs typeface="Poppins"/>
                <a:sym typeface="Poppins"/>
              </a:rPr>
              <a:t> y </a:t>
            </a:r>
            <a:r>
              <a:rPr b="1" i="0" lang="es-CL" sz="2000" u="none" cap="none" strike="noStrike">
                <a:solidFill>
                  <a:schemeClr val="accent1"/>
                </a:solidFill>
                <a:latin typeface="Poppins"/>
                <a:ea typeface="Poppins"/>
                <a:cs typeface="Poppins"/>
                <a:sym typeface="Poppins"/>
              </a:rPr>
              <a:t>ordenado</a:t>
            </a:r>
            <a:r>
              <a:rPr b="0" i="0" lang="es-CL" sz="2000" u="none" cap="none" strike="noStrike">
                <a:solidFill>
                  <a:schemeClr val="dk1"/>
                </a:solidFill>
                <a:latin typeface="Poppins"/>
                <a:ea typeface="Poppins"/>
                <a:cs typeface="Poppins"/>
                <a:sym typeface="Poppins"/>
              </a:rPr>
              <a:t> de elementos, bajo un </a:t>
            </a:r>
            <a:r>
              <a:rPr b="1" i="0" lang="es-CL" sz="2000" u="none" cap="none" strike="noStrike">
                <a:solidFill>
                  <a:schemeClr val="accent1"/>
                </a:solidFill>
                <a:latin typeface="Poppins"/>
                <a:ea typeface="Poppins"/>
                <a:cs typeface="Poppins"/>
                <a:sym typeface="Poppins"/>
              </a:rPr>
              <a:t>nombre común </a:t>
            </a:r>
            <a:r>
              <a:rPr b="0" i="0" lang="es-CL" sz="2000" u="none" cap="none" strike="noStrike">
                <a:solidFill>
                  <a:schemeClr val="dk1"/>
                </a:solidFill>
                <a:latin typeface="Poppins"/>
                <a:ea typeface="Poppins"/>
                <a:cs typeface="Poppins"/>
                <a:sym typeface="Poppins"/>
              </a:rPr>
              <a:t>para todos ellos.</a:t>
            </a:r>
            <a:endParaRPr b="0" i="0" sz="1400" u="none" cap="none" strike="noStrike">
              <a:solidFill>
                <a:srgbClr val="000000"/>
              </a:solidFill>
              <a:latin typeface="Arial"/>
              <a:ea typeface="Arial"/>
              <a:cs typeface="Arial"/>
              <a:sym typeface="Arial"/>
            </a:endParaRPr>
          </a:p>
        </p:txBody>
      </p:sp>
      <p:grpSp>
        <p:nvGrpSpPr>
          <p:cNvPr id="393" name="Google Shape;393;p8"/>
          <p:cNvGrpSpPr/>
          <p:nvPr/>
        </p:nvGrpSpPr>
        <p:grpSpPr>
          <a:xfrm>
            <a:off x="1677430" y="3308397"/>
            <a:ext cx="8412720" cy="3189928"/>
            <a:chOff x="1677430" y="3308397"/>
            <a:chExt cx="8412720" cy="3189928"/>
          </a:xfrm>
        </p:grpSpPr>
        <p:sp>
          <p:nvSpPr>
            <p:cNvPr id="394" name="Google Shape;394;p8"/>
            <p:cNvSpPr/>
            <p:nvPr/>
          </p:nvSpPr>
          <p:spPr>
            <a:xfrm>
              <a:off x="1677430" y="4423808"/>
              <a:ext cx="3004928" cy="959106"/>
            </a:xfrm>
            <a:prstGeom prst="roundRect">
              <a:avLst>
                <a:gd fmla="val 12567" name="adj"/>
              </a:avLst>
            </a:prstGeom>
            <a:solidFill>
              <a:srgbClr val="FFFFFF"/>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s-CL" sz="2200" u="none" cap="none" strike="noStrike">
                  <a:solidFill>
                    <a:schemeClr val="dk1"/>
                  </a:solidFill>
                  <a:latin typeface="Poppins"/>
                  <a:ea typeface="Poppins"/>
                  <a:cs typeface="Poppins"/>
                  <a:sym typeface="Poppins"/>
                </a:rPr>
                <a:t>Tipos de Arreglos</a:t>
              </a:r>
              <a:endParaRPr b="1" i="0" sz="2200" u="none" cap="none" strike="noStrike">
                <a:solidFill>
                  <a:schemeClr val="dk1"/>
                </a:solidFill>
                <a:latin typeface="Poppins"/>
                <a:ea typeface="Poppins"/>
                <a:cs typeface="Poppins"/>
                <a:sym typeface="Poppins"/>
              </a:endParaRPr>
            </a:p>
          </p:txBody>
        </p:sp>
        <p:sp>
          <p:nvSpPr>
            <p:cNvPr id="395" name="Google Shape;395;p8"/>
            <p:cNvSpPr/>
            <p:nvPr/>
          </p:nvSpPr>
          <p:spPr>
            <a:xfrm>
              <a:off x="6393946" y="3308397"/>
              <a:ext cx="3696203" cy="959106"/>
            </a:xfrm>
            <a:prstGeom prst="roundRect">
              <a:avLst>
                <a:gd fmla="val 12567" name="adj"/>
              </a:avLst>
            </a:prstGeom>
            <a:solidFill>
              <a:srgbClr val="FFFFFF"/>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s-CL" sz="2200" u="none" cap="none" strike="noStrike">
                  <a:solidFill>
                    <a:schemeClr val="dk1"/>
                  </a:solidFill>
                  <a:latin typeface="Poppins"/>
                  <a:ea typeface="Poppins"/>
                  <a:cs typeface="Poppins"/>
                  <a:sym typeface="Poppins"/>
                </a:rPr>
                <a:t>Unidimensionales</a:t>
              </a:r>
              <a:endParaRPr b="1" i="0" sz="2200" u="none" cap="none" strike="noStrike">
                <a:solidFill>
                  <a:schemeClr val="dk1"/>
                </a:solidFill>
                <a:latin typeface="Poppins"/>
                <a:ea typeface="Poppins"/>
                <a:cs typeface="Poppins"/>
                <a:sym typeface="Poppins"/>
              </a:endParaRPr>
            </a:p>
          </p:txBody>
        </p:sp>
        <p:sp>
          <p:nvSpPr>
            <p:cNvPr id="396" name="Google Shape;396;p8"/>
            <p:cNvSpPr/>
            <p:nvPr/>
          </p:nvSpPr>
          <p:spPr>
            <a:xfrm>
              <a:off x="6393946" y="4423808"/>
              <a:ext cx="3696204" cy="959106"/>
            </a:xfrm>
            <a:prstGeom prst="roundRect">
              <a:avLst>
                <a:gd fmla="val 12567" name="adj"/>
              </a:avLst>
            </a:prstGeom>
            <a:solidFill>
              <a:srgbClr val="FFFFFF"/>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s-CL" sz="2200" u="none" cap="none" strike="noStrike">
                  <a:solidFill>
                    <a:schemeClr val="dk1"/>
                  </a:solidFill>
                  <a:latin typeface="Poppins"/>
                  <a:ea typeface="Poppins"/>
                  <a:cs typeface="Poppins"/>
                  <a:sym typeface="Poppins"/>
                </a:rPr>
                <a:t>Bidimensionales</a:t>
              </a:r>
              <a:endParaRPr b="1" i="0" sz="2200" u="none" cap="none" strike="noStrike">
                <a:solidFill>
                  <a:schemeClr val="dk1"/>
                </a:solidFill>
                <a:latin typeface="Poppins"/>
                <a:ea typeface="Poppins"/>
                <a:cs typeface="Poppins"/>
                <a:sym typeface="Poppins"/>
              </a:endParaRPr>
            </a:p>
          </p:txBody>
        </p:sp>
        <p:sp>
          <p:nvSpPr>
            <p:cNvPr id="397" name="Google Shape;397;p8"/>
            <p:cNvSpPr/>
            <p:nvPr/>
          </p:nvSpPr>
          <p:spPr>
            <a:xfrm>
              <a:off x="6393945" y="5539219"/>
              <a:ext cx="3696205" cy="959106"/>
            </a:xfrm>
            <a:prstGeom prst="roundRect">
              <a:avLst>
                <a:gd fmla="val 12567" name="adj"/>
              </a:avLst>
            </a:prstGeom>
            <a:solidFill>
              <a:srgbClr val="FFFFFF"/>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s-CL" sz="2200" u="none" cap="none" strike="noStrike">
                  <a:solidFill>
                    <a:schemeClr val="dk1"/>
                  </a:solidFill>
                  <a:latin typeface="Poppins"/>
                  <a:ea typeface="Poppins"/>
                  <a:cs typeface="Poppins"/>
                  <a:sym typeface="Poppins"/>
                </a:rPr>
                <a:t>Multidimensionales</a:t>
              </a:r>
              <a:endParaRPr b="1" i="0" sz="2200" u="none" cap="none" strike="noStrike">
                <a:solidFill>
                  <a:schemeClr val="dk1"/>
                </a:solidFill>
                <a:latin typeface="Poppins"/>
                <a:ea typeface="Poppins"/>
                <a:cs typeface="Poppins"/>
                <a:sym typeface="Poppins"/>
              </a:endParaRPr>
            </a:p>
          </p:txBody>
        </p:sp>
        <p:cxnSp>
          <p:nvCxnSpPr>
            <p:cNvPr id="398" name="Google Shape;398;p8"/>
            <p:cNvCxnSpPr>
              <a:stCxn id="394" idx="3"/>
              <a:endCxn id="395" idx="1"/>
            </p:cNvCxnSpPr>
            <p:nvPr/>
          </p:nvCxnSpPr>
          <p:spPr>
            <a:xfrm flipH="1" rot="10800000">
              <a:off x="4682358" y="3787961"/>
              <a:ext cx="1711500" cy="1115400"/>
            </a:xfrm>
            <a:prstGeom prst="bentConnector3">
              <a:avLst>
                <a:gd fmla="val 50000" name="adj1"/>
              </a:avLst>
            </a:prstGeom>
            <a:noFill/>
            <a:ln cap="flat" cmpd="sng" w="38100">
              <a:solidFill>
                <a:schemeClr val="accent1"/>
              </a:solidFill>
              <a:prstDash val="solid"/>
              <a:miter lim="800000"/>
              <a:headEnd len="sm" w="sm" type="none"/>
              <a:tailEnd len="sm" w="sm" type="none"/>
            </a:ln>
          </p:spPr>
        </p:cxnSp>
        <p:cxnSp>
          <p:nvCxnSpPr>
            <p:cNvPr id="399" name="Google Shape;399;p8"/>
            <p:cNvCxnSpPr>
              <a:stCxn id="394" idx="3"/>
              <a:endCxn id="397" idx="1"/>
            </p:cNvCxnSpPr>
            <p:nvPr/>
          </p:nvCxnSpPr>
          <p:spPr>
            <a:xfrm>
              <a:off x="4682358" y="4903361"/>
              <a:ext cx="1711500" cy="1115400"/>
            </a:xfrm>
            <a:prstGeom prst="bentConnector3">
              <a:avLst>
                <a:gd fmla="val 50000" name="adj1"/>
              </a:avLst>
            </a:prstGeom>
            <a:noFill/>
            <a:ln cap="flat" cmpd="sng" w="38100">
              <a:solidFill>
                <a:schemeClr val="accent1"/>
              </a:solidFill>
              <a:prstDash val="solid"/>
              <a:miter lim="800000"/>
              <a:headEnd len="sm" w="sm" type="none"/>
              <a:tailEnd len="sm" w="sm" type="none"/>
            </a:ln>
          </p:spPr>
        </p:cxnSp>
        <p:cxnSp>
          <p:nvCxnSpPr>
            <p:cNvPr id="400" name="Google Shape;400;p8"/>
            <p:cNvCxnSpPr>
              <a:stCxn id="396" idx="1"/>
              <a:endCxn id="394" idx="3"/>
            </p:cNvCxnSpPr>
            <p:nvPr/>
          </p:nvCxnSpPr>
          <p:spPr>
            <a:xfrm rot="10800000">
              <a:off x="4682446" y="4903361"/>
              <a:ext cx="1711500" cy="0"/>
            </a:xfrm>
            <a:prstGeom prst="straightConnector1">
              <a:avLst/>
            </a:prstGeom>
            <a:noFill/>
            <a:ln cap="flat" cmpd="sng" w="38100">
              <a:solidFill>
                <a:schemeClr val="accent1"/>
              </a:solidFill>
              <a:prstDash val="solid"/>
              <a:miter lim="800000"/>
              <a:headEnd len="sm" w="sm" type="none"/>
              <a:tailEnd len="sm" w="sm" type="none"/>
            </a:ln>
          </p:spPr>
        </p:cxnSp>
      </p:gr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2"/>
                                        </p:tgtEl>
                                        <p:attrNameLst>
                                          <p:attrName>style.visibility</p:attrName>
                                        </p:attrNameLst>
                                      </p:cBhvr>
                                      <p:to>
                                        <p:strVal val="visible"/>
                                      </p:to>
                                    </p:set>
                                    <p:anim calcmode="lin" valueType="num">
                                      <p:cBhvr additive="base">
                                        <p:cTn dur="500"/>
                                        <p:tgtEl>
                                          <p:spTgt spid="3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gtEl>
                                        <p:attrNameLst>
                                          <p:attrName>style.visibility</p:attrName>
                                        </p:attrNameLst>
                                      </p:cBhvr>
                                      <p:to>
                                        <p:strVal val="visible"/>
                                      </p:to>
                                    </p:set>
                                    <p:anim calcmode="lin" valueType="num">
                                      <p:cBhvr additive="base">
                                        <p:cTn dur="500"/>
                                        <p:tgtEl>
                                          <p:spTgt spid="39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Arreglos Unidimensionales</a:t>
            </a:r>
            <a:endParaRPr/>
          </a:p>
        </p:txBody>
      </p:sp>
      <p:sp>
        <p:nvSpPr>
          <p:cNvPr id="406" name="Google Shape;406;p9"/>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07" name="Google Shape;407;p9"/>
          <p:cNvSpPr/>
          <p:nvPr/>
        </p:nvSpPr>
        <p:spPr>
          <a:xfrm>
            <a:off x="1104899" y="1773621"/>
            <a:ext cx="9982202" cy="2971324"/>
          </a:xfrm>
          <a:prstGeom prst="roundRect">
            <a:avLst>
              <a:gd fmla="val 573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También se denominan </a:t>
            </a:r>
            <a:r>
              <a:rPr b="1" i="0" lang="es-CL" sz="2000" u="none" cap="none" strike="noStrike">
                <a:solidFill>
                  <a:schemeClr val="dk1"/>
                </a:solidFill>
                <a:latin typeface="Poppins"/>
                <a:ea typeface="Poppins"/>
                <a:cs typeface="Poppins"/>
                <a:sym typeface="Poppins"/>
              </a:rPr>
              <a:t>vectores</a:t>
            </a:r>
            <a:r>
              <a:rPr b="0" i="0" lang="es-CL" sz="2000" u="none" cap="none" strike="noStrike">
                <a:solidFill>
                  <a:schemeClr val="dk1"/>
                </a:solidFill>
                <a:latin typeface="Poppins"/>
                <a:ea typeface="Poppins"/>
                <a:cs typeface="Poppins"/>
                <a:sym typeface="Poppins"/>
              </a:rPr>
              <a:t>, o </a:t>
            </a:r>
            <a:r>
              <a:rPr b="1" i="0" lang="es-CL" sz="2000" u="none" cap="none" strike="noStrike">
                <a:solidFill>
                  <a:schemeClr val="dk1"/>
                </a:solidFill>
                <a:latin typeface="Poppins"/>
                <a:ea typeface="Poppins"/>
                <a:cs typeface="Poppins"/>
                <a:sym typeface="Poppins"/>
              </a:rPr>
              <a:t>listas</a:t>
            </a:r>
            <a:r>
              <a:rPr b="0" i="0" lang="es-CL" sz="2000" u="none" cap="none" strike="noStrike">
                <a:solidFill>
                  <a:schemeClr val="dk1"/>
                </a:solidFill>
                <a:latin typeface="Poppins"/>
                <a:ea typeface="Poppins"/>
                <a:cs typeface="Poppins"/>
                <a:sym typeface="Poppins"/>
              </a:rPr>
              <a:t> en Python</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Tiene </a:t>
            </a:r>
            <a:r>
              <a:rPr b="1" i="0" lang="es-CL" sz="2000" u="none" cap="none" strike="noStrike">
                <a:solidFill>
                  <a:schemeClr val="accent1"/>
                </a:solidFill>
                <a:latin typeface="Poppins"/>
                <a:ea typeface="Poppins"/>
                <a:cs typeface="Poppins"/>
                <a:sym typeface="Poppins"/>
              </a:rPr>
              <a:t>un</a:t>
            </a:r>
            <a:r>
              <a:rPr b="0" i="0" lang="es-CL" sz="2000" u="none" cap="none" strike="noStrike">
                <a:solidFill>
                  <a:schemeClr val="dk1"/>
                </a:solidFill>
                <a:latin typeface="Poppins"/>
                <a:ea typeface="Poppins"/>
                <a:cs typeface="Poppins"/>
                <a:sym typeface="Poppins"/>
              </a:rPr>
              <a:t> solo </a:t>
            </a:r>
            <a:r>
              <a:rPr b="1" i="0" lang="es-CL" sz="2000" u="none" cap="none" strike="noStrike">
                <a:solidFill>
                  <a:schemeClr val="accent1"/>
                </a:solidFill>
                <a:latin typeface="Poppins"/>
                <a:ea typeface="Poppins"/>
                <a:cs typeface="Poppins"/>
                <a:sym typeface="Poppins"/>
              </a:rPr>
              <a:t>índice</a:t>
            </a:r>
            <a:endParaRPr b="0" i="0" sz="2000" u="none" cap="none" strike="noStrike">
              <a:solidFill>
                <a:schemeClr val="dk1"/>
              </a:solidFill>
              <a:latin typeface="Poppins"/>
              <a:ea typeface="Poppins"/>
              <a:cs typeface="Poppins"/>
              <a:sym typeface="Poppins"/>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Cada componente del vector se direcciona mediante un nombre seguido del número correspondiente al índice entre paréntesis cuadrados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En Python el primer elemento </a:t>
            </a:r>
            <a:r>
              <a:rPr b="1" i="0" lang="es-CL" sz="2000" u="none" cap="none" strike="noStrike">
                <a:solidFill>
                  <a:schemeClr val="accent1"/>
                </a:solidFill>
                <a:latin typeface="Poppins"/>
                <a:ea typeface="Poppins"/>
                <a:cs typeface="Poppins"/>
                <a:sym typeface="Poppins"/>
              </a:rPr>
              <a:t>siempre</a:t>
            </a:r>
            <a:r>
              <a:rPr b="0" i="0" lang="es-CL" sz="2000" u="none" cap="none" strike="noStrike">
                <a:solidFill>
                  <a:schemeClr val="dk1"/>
                </a:solidFill>
                <a:latin typeface="Poppins"/>
                <a:ea typeface="Poppins"/>
                <a:cs typeface="Poppins"/>
                <a:sym typeface="Poppins"/>
              </a:rPr>
              <a:t> está en la posición </a:t>
            </a:r>
            <a:r>
              <a:rPr b="1" i="0" lang="es-CL" sz="2000" u="none" cap="none" strike="noStrike">
                <a:solidFill>
                  <a:schemeClr val="dk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408" name="Google Shape;408;p9"/>
          <p:cNvSpPr/>
          <p:nvPr/>
        </p:nvSpPr>
        <p:spPr>
          <a:xfrm>
            <a:off x="1104899" y="4936020"/>
            <a:ext cx="9982202" cy="1306026"/>
          </a:xfrm>
          <a:prstGeom prst="roundRect">
            <a:avLst>
              <a:gd fmla="val 1123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t/>
            </a:r>
            <a:endParaRPr b="0" i="0" sz="2000" u="none" cap="none" strike="noStrike">
              <a:solidFill>
                <a:schemeClr val="dk1"/>
              </a:solidFill>
              <a:latin typeface="Poppins"/>
              <a:ea typeface="Poppins"/>
              <a:cs typeface="Poppins"/>
              <a:sym typeface="Poppins"/>
            </a:endParaRPr>
          </a:p>
        </p:txBody>
      </p:sp>
      <p:pic>
        <p:nvPicPr>
          <p:cNvPr id="409" name="Google Shape;409;p9"/>
          <p:cNvPicPr preferRelativeResize="0"/>
          <p:nvPr/>
        </p:nvPicPr>
        <p:blipFill rotWithShape="1">
          <a:blip r:embed="rId3">
            <a:alphaModFix/>
          </a:blip>
          <a:srcRect b="0" l="0" r="0" t="0"/>
          <a:stretch/>
        </p:blipFill>
        <p:spPr>
          <a:xfrm>
            <a:off x="1953692" y="5033692"/>
            <a:ext cx="8227465" cy="1208354"/>
          </a:xfrm>
          <a:prstGeom prst="rect">
            <a:avLst/>
          </a:prstGeom>
          <a:noFill/>
          <a:ln>
            <a:noFill/>
          </a:ln>
        </p:spPr>
      </p:pic>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7"/>
                                        </p:tgtEl>
                                        <p:attrNameLst>
                                          <p:attrName>style.visibility</p:attrName>
                                        </p:attrNameLst>
                                      </p:cBhvr>
                                      <p:to>
                                        <p:strVal val="visible"/>
                                      </p:to>
                                    </p:set>
                                    <p:anim calcmode="lin" valueType="num">
                                      <p:cBhvr additive="base">
                                        <p:cTn dur="500"/>
                                        <p:tgtEl>
                                          <p:spTgt spid="4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anim calcmode="lin" valueType="num">
                                      <p:cBhvr additive="base">
                                        <p:cTn dur="500"/>
                                        <p:tgtEl>
                                          <p:spTgt spid="407">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anim calcmode="lin" valueType="num">
                                      <p:cBhvr additive="base">
                                        <p:cTn dur="500"/>
                                        <p:tgtEl>
                                          <p:spTgt spid="407">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anim calcmode="lin" valueType="num">
                                      <p:cBhvr additive="base">
                                        <p:cTn dur="500"/>
                                        <p:tgtEl>
                                          <p:spTgt spid="407">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07">
                                            <p:txEl>
                                              <p:pRg end="3" st="3"/>
                                            </p:txEl>
                                          </p:spTgt>
                                        </p:tgtEl>
                                        <p:attrNameLst>
                                          <p:attrName>style.visibility</p:attrName>
                                        </p:attrNameLst>
                                      </p:cBhvr>
                                      <p:to>
                                        <p:strVal val="visible"/>
                                      </p:to>
                                    </p:set>
                                    <p:anim calcmode="lin" valueType="num">
                                      <p:cBhvr additive="base">
                                        <p:cTn dur="500"/>
                                        <p:tgtEl>
                                          <p:spTgt spid="4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8"/>
                                        </p:tgtEl>
                                        <p:attrNameLst>
                                          <p:attrName>style.visibility</p:attrName>
                                        </p:attrNameLst>
                                      </p:cBhvr>
                                      <p:to>
                                        <p:strVal val="visible"/>
                                      </p:to>
                                    </p:set>
                                    <p:anim calcmode="lin" valueType="num">
                                      <p:cBhvr additive="base">
                                        <p:cTn dur="500"/>
                                        <p:tgtEl>
                                          <p:spTgt spid="4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09"/>
                                        </p:tgtEl>
                                        <p:attrNameLst>
                                          <p:attrName>style.visibility</p:attrName>
                                        </p:attrNameLst>
                                      </p:cBhvr>
                                      <p:to>
                                        <p:strVal val="visible"/>
                                      </p:to>
                                    </p:set>
                                    <p:anim calcmode="lin" valueType="num">
                                      <p:cBhvr additive="base">
                                        <p:cTn dur="500"/>
                                        <p:tgtEl>
                                          <p:spTgt spid="40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Trabajando con listas</a:t>
            </a:r>
            <a:endParaRPr/>
          </a:p>
        </p:txBody>
      </p:sp>
      <p:sp>
        <p:nvSpPr>
          <p:cNvPr id="415" name="Google Shape;415;p10"/>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16" name="Google Shape;416;p10"/>
          <p:cNvSpPr/>
          <p:nvPr/>
        </p:nvSpPr>
        <p:spPr>
          <a:xfrm>
            <a:off x="1112989" y="1797269"/>
            <a:ext cx="9982202" cy="4444778"/>
          </a:xfrm>
          <a:prstGeom prst="roundRect">
            <a:avLst>
              <a:gd fmla="val 733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Para trabajar con listas necesitamos:</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Crear la lista</a:t>
            </a:r>
            <a:endParaRPr b="0" i="0" sz="1400" u="none" cap="none" strike="noStrike">
              <a:solidFill>
                <a:srgbClr val="000000"/>
              </a:solidFill>
              <a:latin typeface="Arial"/>
              <a:ea typeface="Arial"/>
              <a:cs typeface="Arial"/>
              <a:sym typeface="Arial"/>
            </a:endParaRPr>
          </a:p>
          <a:p>
            <a:pPr indent="-342900" lvl="1" marL="8001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De forma que exista la variable</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Ingresar elementos a la lista</a:t>
            </a:r>
            <a:endParaRPr b="0" i="0" sz="1400" u="none" cap="none" strike="noStrike">
              <a:solidFill>
                <a:srgbClr val="000000"/>
              </a:solidFill>
              <a:latin typeface="Arial"/>
              <a:ea typeface="Arial"/>
              <a:cs typeface="Arial"/>
              <a:sym typeface="Arial"/>
            </a:endParaRPr>
          </a:p>
          <a:p>
            <a:pPr indent="-342900" lvl="1" marL="8001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Estos son los datos que vamos a procesar para solucionar el problema</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Obtener elementos de la lista</a:t>
            </a:r>
            <a:endParaRPr b="0" i="0" sz="1400" u="none" cap="none" strike="noStrike">
              <a:solidFill>
                <a:srgbClr val="000000"/>
              </a:solidFill>
              <a:latin typeface="Arial"/>
              <a:ea typeface="Arial"/>
              <a:cs typeface="Arial"/>
              <a:sym typeface="Arial"/>
            </a:endParaRPr>
          </a:p>
          <a:p>
            <a:pPr indent="-342900" lvl="1" marL="8001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Dependiendo del problema, necesitaremos leer los datos para procesarlos, escribirlos, etc.</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16"/>
                                        </p:tgtEl>
                                        <p:attrNameLst>
                                          <p:attrName>style.visibility</p:attrName>
                                        </p:attrNameLst>
                                      </p:cBhvr>
                                      <p:to>
                                        <p:strVal val="visible"/>
                                      </p:to>
                                    </p:set>
                                    <p:anim calcmode="lin" valueType="num">
                                      <p:cBhvr additive="base">
                                        <p:cTn dur="1000"/>
                                        <p:tgtEl>
                                          <p:spTgt spid="416"/>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416">
                                            <p:txEl>
                                              <p:pRg end="0" st="0"/>
                                            </p:txEl>
                                          </p:spTgt>
                                        </p:tgtEl>
                                        <p:attrNameLst>
                                          <p:attrName>style.visibility</p:attrName>
                                        </p:attrNameLst>
                                      </p:cBhvr>
                                      <p:to>
                                        <p:strVal val="visible"/>
                                      </p:to>
                                    </p:set>
                                    <p:animEffect filter="fade" transition="in">
                                      <p:cBhvr>
                                        <p:cTn dur="1000"/>
                                        <p:tgtEl>
                                          <p:spTgt spid="41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6">
                                            <p:txEl>
                                              <p:pRg end="1" st="1"/>
                                            </p:txEl>
                                          </p:spTgt>
                                        </p:tgtEl>
                                        <p:attrNameLst>
                                          <p:attrName>style.visibility</p:attrName>
                                        </p:attrNameLst>
                                      </p:cBhvr>
                                      <p:to>
                                        <p:strVal val="visible"/>
                                      </p:to>
                                    </p:set>
                                    <p:animEffect filter="fade" transition="in">
                                      <p:cBhvr>
                                        <p:cTn dur="1000"/>
                                        <p:tgtEl>
                                          <p:spTgt spid="416">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6">
                                            <p:txEl>
                                              <p:pRg end="2" st="2"/>
                                            </p:txEl>
                                          </p:spTgt>
                                        </p:tgtEl>
                                        <p:attrNameLst>
                                          <p:attrName>style.visibility</p:attrName>
                                        </p:attrNameLst>
                                      </p:cBhvr>
                                      <p:to>
                                        <p:strVal val="visible"/>
                                      </p:to>
                                    </p:set>
                                    <p:animEffect filter="fade" transition="in">
                                      <p:cBhvr>
                                        <p:cTn dur="1000"/>
                                        <p:tgtEl>
                                          <p:spTgt spid="416">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6">
                                            <p:txEl>
                                              <p:pRg end="3" st="3"/>
                                            </p:txEl>
                                          </p:spTgt>
                                        </p:tgtEl>
                                        <p:attrNameLst>
                                          <p:attrName>style.visibility</p:attrName>
                                        </p:attrNameLst>
                                      </p:cBhvr>
                                      <p:to>
                                        <p:strVal val="visible"/>
                                      </p:to>
                                    </p:set>
                                    <p:animEffect filter="fade" transition="in">
                                      <p:cBhvr>
                                        <p:cTn dur="1000"/>
                                        <p:tgtEl>
                                          <p:spTgt spid="416">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6">
                                            <p:txEl>
                                              <p:pRg end="4" st="4"/>
                                            </p:txEl>
                                          </p:spTgt>
                                        </p:tgtEl>
                                        <p:attrNameLst>
                                          <p:attrName>style.visibility</p:attrName>
                                        </p:attrNameLst>
                                      </p:cBhvr>
                                      <p:to>
                                        <p:strVal val="visible"/>
                                      </p:to>
                                    </p:set>
                                    <p:animEffect filter="fade" transition="in">
                                      <p:cBhvr>
                                        <p:cTn dur="1000"/>
                                        <p:tgtEl>
                                          <p:spTgt spid="416">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6">
                                            <p:txEl>
                                              <p:pRg end="5" st="5"/>
                                            </p:txEl>
                                          </p:spTgt>
                                        </p:tgtEl>
                                        <p:attrNameLst>
                                          <p:attrName>style.visibility</p:attrName>
                                        </p:attrNameLst>
                                      </p:cBhvr>
                                      <p:to>
                                        <p:strVal val="visible"/>
                                      </p:to>
                                    </p:set>
                                    <p:animEffect filter="fade" transition="in">
                                      <p:cBhvr>
                                        <p:cTn dur="1000"/>
                                        <p:tgtEl>
                                          <p:spTgt spid="416">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16">
                                            <p:txEl>
                                              <p:pRg end="6" st="6"/>
                                            </p:txEl>
                                          </p:spTgt>
                                        </p:tgtEl>
                                        <p:attrNameLst>
                                          <p:attrName>style.visibility</p:attrName>
                                        </p:attrNameLst>
                                      </p:cBhvr>
                                      <p:to>
                                        <p:strVal val="visible"/>
                                      </p:to>
                                    </p:set>
                                    <p:animEffect filter="fade" transition="in">
                                      <p:cBhvr>
                                        <p:cTn dur="1000"/>
                                        <p:tgtEl>
                                          <p:spTgt spid="41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1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Un ejemplo</a:t>
            </a:r>
            <a:endParaRPr/>
          </a:p>
        </p:txBody>
      </p:sp>
      <p:sp>
        <p:nvSpPr>
          <p:cNvPr id="422" name="Google Shape;422;p11"/>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23" name="Google Shape;423;p11"/>
          <p:cNvSpPr/>
          <p:nvPr/>
        </p:nvSpPr>
        <p:spPr>
          <a:xfrm>
            <a:off x="1112989" y="3246452"/>
            <a:ext cx="9982202" cy="1254936"/>
          </a:xfrm>
          <a:prstGeom prst="roundRect">
            <a:avLst>
              <a:gd fmla="val 167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Crear una lista con elementos: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s-CL" sz="2400" u="none" cap="none" strike="noStrike">
                <a:solidFill>
                  <a:srgbClr val="333333"/>
                </a:solidFill>
                <a:latin typeface="Consolas"/>
                <a:ea typeface="Consolas"/>
                <a:cs typeface="Consolas"/>
                <a:sym typeface="Consolas"/>
              </a:rPr>
              <a:t>puntajes </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333333"/>
                </a:solidFill>
                <a:latin typeface="Consolas"/>
                <a:ea typeface="Consolas"/>
                <a:cs typeface="Consolas"/>
                <a:sym typeface="Consolas"/>
              </a:rPr>
              <a:t> </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9C5D27"/>
                </a:solidFill>
                <a:latin typeface="Consolas"/>
                <a:ea typeface="Consolas"/>
                <a:cs typeface="Consolas"/>
                <a:sym typeface="Consolas"/>
              </a:rPr>
              <a:t>10</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333333"/>
                </a:solidFill>
                <a:latin typeface="Consolas"/>
                <a:ea typeface="Consolas"/>
                <a:cs typeface="Consolas"/>
                <a:sym typeface="Consolas"/>
              </a:rPr>
              <a:t> </a:t>
            </a:r>
            <a:r>
              <a:rPr b="0" i="0" lang="es-CL" sz="2400" u="none" cap="none" strike="noStrike">
                <a:solidFill>
                  <a:srgbClr val="9C5D27"/>
                </a:solidFill>
                <a:latin typeface="Consolas"/>
                <a:ea typeface="Consolas"/>
                <a:cs typeface="Consolas"/>
                <a:sym typeface="Consolas"/>
              </a:rPr>
              <a:t>34</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333333"/>
                </a:solidFill>
                <a:latin typeface="Consolas"/>
                <a:ea typeface="Consolas"/>
                <a:cs typeface="Consolas"/>
                <a:sym typeface="Consolas"/>
              </a:rPr>
              <a:t> </a:t>
            </a:r>
            <a:r>
              <a:rPr b="0" i="0" lang="es-CL" sz="2400" u="none" cap="none" strike="noStrike">
                <a:solidFill>
                  <a:srgbClr val="9C5D27"/>
                </a:solidFill>
                <a:latin typeface="Consolas"/>
                <a:ea typeface="Consolas"/>
                <a:cs typeface="Consolas"/>
                <a:sym typeface="Consolas"/>
              </a:rPr>
              <a:t>78</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333333"/>
                </a:solidFill>
                <a:latin typeface="Consolas"/>
                <a:ea typeface="Consolas"/>
                <a:cs typeface="Consolas"/>
                <a:sym typeface="Consolas"/>
              </a:rPr>
              <a:t> </a:t>
            </a:r>
            <a:r>
              <a:rPr b="0" i="0" lang="es-CL" sz="2400" u="none" cap="none" strike="noStrike">
                <a:solidFill>
                  <a:srgbClr val="9C5D27"/>
                </a:solidFill>
                <a:latin typeface="Consolas"/>
                <a:ea typeface="Consolas"/>
                <a:cs typeface="Consolas"/>
                <a:sym typeface="Consolas"/>
              </a:rPr>
              <a:t>91</a:t>
            </a:r>
            <a:r>
              <a:rPr b="0" i="0" lang="es-CL" sz="24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p:txBody>
      </p:sp>
      <p:sp>
        <p:nvSpPr>
          <p:cNvPr id="424" name="Google Shape;424;p11"/>
          <p:cNvSpPr/>
          <p:nvPr/>
        </p:nvSpPr>
        <p:spPr>
          <a:xfrm>
            <a:off x="1076324" y="1795858"/>
            <a:ext cx="9982202" cy="1254936"/>
          </a:xfrm>
          <a:prstGeom prst="roundRect">
            <a:avLst>
              <a:gd fmla="val 167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Crear una lista vacía: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s-CL" sz="2400" u="none" cap="none" strike="noStrike">
                <a:solidFill>
                  <a:srgbClr val="333333"/>
                </a:solidFill>
                <a:latin typeface="Consolas"/>
                <a:ea typeface="Consolas"/>
                <a:cs typeface="Consolas"/>
                <a:sym typeface="Consolas"/>
              </a:rPr>
              <a:t>puntajes </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333333"/>
                </a:solidFill>
                <a:latin typeface="Consolas"/>
                <a:ea typeface="Consolas"/>
                <a:cs typeface="Consolas"/>
                <a:sym typeface="Consolas"/>
              </a:rPr>
              <a:t> </a:t>
            </a:r>
            <a:r>
              <a:rPr b="0" i="0" lang="es-CL" sz="24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1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Agregando elementos a la lista</a:t>
            </a:r>
            <a:endParaRPr/>
          </a:p>
        </p:txBody>
      </p:sp>
      <p:sp>
        <p:nvSpPr>
          <p:cNvPr id="430" name="Google Shape;430;p12"/>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31" name="Google Shape;431;p12"/>
          <p:cNvSpPr/>
          <p:nvPr/>
        </p:nvSpPr>
        <p:spPr>
          <a:xfrm>
            <a:off x="1112989" y="3246452"/>
            <a:ext cx="9982202" cy="1254936"/>
          </a:xfrm>
          <a:prstGeom prst="roundRect">
            <a:avLst>
              <a:gd fmla="val 167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Si la lista está inicialmente vacía, y agregamos un elemento al final, ¿dónde queda ubicado el elemento?</a:t>
            </a:r>
            <a:endParaRPr b="0" i="0" sz="1400" u="none" cap="none" strike="noStrike">
              <a:solidFill>
                <a:srgbClr val="000000"/>
              </a:solidFill>
              <a:latin typeface="Arial"/>
              <a:ea typeface="Arial"/>
              <a:cs typeface="Arial"/>
              <a:sym typeface="Arial"/>
            </a:endParaRPr>
          </a:p>
        </p:txBody>
      </p:sp>
      <p:sp>
        <p:nvSpPr>
          <p:cNvPr id="432" name="Google Shape;432;p12"/>
          <p:cNvSpPr/>
          <p:nvPr/>
        </p:nvSpPr>
        <p:spPr>
          <a:xfrm>
            <a:off x="1076324" y="1795858"/>
            <a:ext cx="9982202" cy="1254936"/>
          </a:xfrm>
          <a:prstGeom prst="roundRect">
            <a:avLst>
              <a:gd fmla="val 167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Agregando elementos al </a:t>
            </a:r>
            <a:r>
              <a:rPr b="1" i="0" lang="es-CL" sz="2000" u="none" cap="none" strike="noStrike">
                <a:solidFill>
                  <a:schemeClr val="accent1"/>
                </a:solidFill>
                <a:latin typeface="Poppins"/>
                <a:ea typeface="Poppins"/>
                <a:cs typeface="Poppins"/>
                <a:sym typeface="Poppins"/>
              </a:rPr>
              <a:t>final</a:t>
            </a:r>
            <a:r>
              <a:rPr b="0" i="0" lang="es-CL" sz="2000" u="none" cap="none" strike="noStrike">
                <a:solidFill>
                  <a:schemeClr val="dk1"/>
                </a:solidFill>
                <a:latin typeface="Poppins"/>
                <a:ea typeface="Poppins"/>
                <a:cs typeface="Poppins"/>
                <a:sym typeface="Poppins"/>
              </a:rPr>
              <a:t> de la lista: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s-CL" sz="2400" u="none" cap="none" strike="noStrike">
                <a:solidFill>
                  <a:srgbClr val="333333"/>
                </a:solidFill>
                <a:latin typeface="Consolas"/>
                <a:ea typeface="Consolas"/>
                <a:cs typeface="Consolas"/>
                <a:sym typeface="Consolas"/>
              </a:rPr>
              <a:t>puntajes</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333333"/>
                </a:solidFill>
                <a:latin typeface="Consolas"/>
                <a:ea typeface="Consolas"/>
                <a:cs typeface="Consolas"/>
                <a:sym typeface="Consolas"/>
              </a:rPr>
              <a:t>append</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9C5D27"/>
                </a:solidFill>
                <a:latin typeface="Consolas"/>
                <a:ea typeface="Consolas"/>
                <a:cs typeface="Consolas"/>
                <a:sym typeface="Consolas"/>
              </a:rPr>
              <a:t>39</a:t>
            </a:r>
            <a:r>
              <a:rPr b="0" i="0" lang="es-CL" sz="2400" u="none" cap="none" strike="noStrike">
                <a:solidFill>
                  <a:srgbClr val="777777"/>
                </a:solidFill>
                <a:latin typeface="Consolas"/>
                <a:ea typeface="Consolas"/>
                <a:cs typeface="Consolas"/>
                <a:sym typeface="Consolas"/>
              </a:rPr>
              <a:t>)</a:t>
            </a:r>
            <a:endParaRPr b="0" i="0" sz="24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2"/>
                                        </p:tgtEl>
                                        <p:attrNameLst>
                                          <p:attrName>style.visibility</p:attrName>
                                        </p:attrNameLst>
                                      </p:cBhvr>
                                      <p:to>
                                        <p:strVal val="visible"/>
                                      </p:to>
                                    </p:set>
                                    <p:anim calcmode="lin" valueType="num">
                                      <p:cBhvr additive="base">
                                        <p:cTn dur="500"/>
                                        <p:tgtEl>
                                          <p:spTgt spid="43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1"/>
                                        </p:tgtEl>
                                        <p:attrNameLst>
                                          <p:attrName>style.visibility</p:attrName>
                                        </p:attrNameLst>
                                      </p:cBhvr>
                                      <p:to>
                                        <p:strVal val="visible"/>
                                      </p:to>
                                    </p:set>
                                    <p:anim calcmode="lin" valueType="num">
                                      <p:cBhvr additive="base">
                                        <p:cTn dur="500"/>
                                        <p:tgtEl>
                                          <p:spTgt spid="43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Sobrescribiendo elementos a la lista</a:t>
            </a:r>
            <a:endParaRPr/>
          </a:p>
        </p:txBody>
      </p:sp>
      <p:sp>
        <p:nvSpPr>
          <p:cNvPr id="438" name="Google Shape;438;p13"/>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39" name="Google Shape;439;p13"/>
          <p:cNvSpPr/>
          <p:nvPr/>
        </p:nvSpPr>
        <p:spPr>
          <a:xfrm>
            <a:off x="1076324" y="3807207"/>
            <a:ext cx="9982202" cy="2294048"/>
          </a:xfrm>
          <a:prstGeom prst="roundRect">
            <a:avLst>
              <a:gd fmla="val 167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Hay que tener cuidado con esto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Si tratamos de sobrescribir un elemento que no existe, vamos a obtener un error: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chemeClr val="accent2"/>
                </a:solidFill>
                <a:latin typeface="Consolas"/>
                <a:ea typeface="Consolas"/>
                <a:cs typeface="Consolas"/>
                <a:sym typeface="Consolas"/>
              </a:rPr>
              <a:t>IndexError: list assignment index out of range</a:t>
            </a:r>
            <a:endParaRPr b="0" i="0" sz="1400" u="none" cap="none" strike="noStrike">
              <a:solidFill>
                <a:srgbClr val="000000"/>
              </a:solidFill>
              <a:latin typeface="Arial"/>
              <a:ea typeface="Arial"/>
              <a:cs typeface="Arial"/>
              <a:sym typeface="Arial"/>
            </a:endParaRPr>
          </a:p>
        </p:txBody>
      </p:sp>
      <p:sp>
        <p:nvSpPr>
          <p:cNvPr id="440" name="Google Shape;440;p13"/>
          <p:cNvSpPr/>
          <p:nvPr/>
        </p:nvSpPr>
        <p:spPr>
          <a:xfrm>
            <a:off x="1076324" y="1795858"/>
            <a:ext cx="9982202" cy="1711970"/>
          </a:xfrm>
          <a:prstGeom prst="roundRect">
            <a:avLst>
              <a:gd fmla="val 167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Si sabemos que un elementos de la lista existe, podemos reemplazar su valor: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rgbClr val="333333"/>
                </a:solidFill>
                <a:latin typeface="Consolas"/>
                <a:ea typeface="Consolas"/>
                <a:cs typeface="Consolas"/>
                <a:sym typeface="Consolas"/>
              </a:rPr>
              <a:t>puntajes</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9C5D27"/>
                </a:solidFill>
                <a:latin typeface="Consolas"/>
                <a:ea typeface="Consolas"/>
                <a:cs typeface="Consolas"/>
                <a:sym typeface="Consolas"/>
              </a:rPr>
              <a:t>13</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333333"/>
                </a:solidFill>
                <a:latin typeface="Consolas"/>
                <a:ea typeface="Consolas"/>
                <a:cs typeface="Consolas"/>
                <a:sym typeface="Consolas"/>
              </a:rPr>
              <a:t> </a:t>
            </a:r>
            <a:r>
              <a:rPr b="0" i="0" lang="es-CL" sz="2400" u="none" cap="none" strike="noStrike">
                <a:solidFill>
                  <a:srgbClr val="777777"/>
                </a:solidFill>
                <a:latin typeface="Consolas"/>
                <a:ea typeface="Consolas"/>
                <a:cs typeface="Consolas"/>
                <a:sym typeface="Consolas"/>
              </a:rPr>
              <a:t>=</a:t>
            </a:r>
            <a:r>
              <a:rPr b="0" i="0" lang="es-CL" sz="2400" u="none" cap="none" strike="noStrike">
                <a:solidFill>
                  <a:srgbClr val="333333"/>
                </a:solidFill>
                <a:latin typeface="Consolas"/>
                <a:ea typeface="Consolas"/>
                <a:cs typeface="Consolas"/>
                <a:sym typeface="Consolas"/>
              </a:rPr>
              <a:t> </a:t>
            </a:r>
            <a:r>
              <a:rPr b="0" i="0" lang="es-CL" sz="2400" u="none" cap="none" strike="noStrike">
                <a:solidFill>
                  <a:srgbClr val="9C5D27"/>
                </a:solidFill>
                <a:latin typeface="Consolas"/>
                <a:ea typeface="Consolas"/>
                <a:cs typeface="Consolas"/>
                <a:sym typeface="Consolas"/>
              </a:rPr>
              <a:t>41</a:t>
            </a:r>
            <a:endParaRPr b="0" i="0" sz="2400" u="none" cap="none" strike="noStrike">
              <a:solidFill>
                <a:srgbClr val="333333"/>
              </a:solidFill>
              <a:latin typeface="Consolas"/>
              <a:ea typeface="Consolas"/>
              <a:cs typeface="Consolas"/>
              <a:sym typeface="Consolas"/>
            </a:endParaRPr>
          </a:p>
        </p:txBody>
      </p:sp>
      <p:cxnSp>
        <p:nvCxnSpPr>
          <p:cNvPr id="441" name="Google Shape;441;p13"/>
          <p:cNvCxnSpPr>
            <a:stCxn id="442" idx="3"/>
          </p:cNvCxnSpPr>
          <p:nvPr/>
        </p:nvCxnSpPr>
        <p:spPr>
          <a:xfrm flipH="1" rot="10800000">
            <a:off x="6067425" y="3279252"/>
            <a:ext cx="316500" cy="283800"/>
          </a:xfrm>
          <a:prstGeom prst="straightConnector1">
            <a:avLst/>
          </a:prstGeom>
          <a:noFill/>
          <a:ln cap="flat" cmpd="sng" w="38100">
            <a:solidFill>
              <a:schemeClr val="accent2"/>
            </a:solidFill>
            <a:prstDash val="solid"/>
            <a:miter lim="800000"/>
            <a:headEnd len="sm" w="sm" type="none"/>
            <a:tailEnd len="med" w="med" type="triangle"/>
          </a:ln>
        </p:spPr>
      </p:cxnSp>
      <p:cxnSp>
        <p:nvCxnSpPr>
          <p:cNvPr id="443" name="Google Shape;443;p13"/>
          <p:cNvCxnSpPr/>
          <p:nvPr/>
        </p:nvCxnSpPr>
        <p:spPr>
          <a:xfrm rot="10800000">
            <a:off x="7710966" y="3063405"/>
            <a:ext cx="833944" cy="66216"/>
          </a:xfrm>
          <a:prstGeom prst="straightConnector1">
            <a:avLst/>
          </a:prstGeom>
          <a:noFill/>
          <a:ln cap="flat" cmpd="sng" w="38100">
            <a:solidFill>
              <a:schemeClr val="accent2"/>
            </a:solidFill>
            <a:prstDash val="solid"/>
            <a:miter lim="800000"/>
            <a:headEnd len="sm" w="sm" type="none"/>
            <a:tailEnd len="med" w="med" type="triangle"/>
          </a:ln>
        </p:spPr>
      </p:cxnSp>
      <p:sp>
        <p:nvSpPr>
          <p:cNvPr id="442" name="Google Shape;442;p13"/>
          <p:cNvSpPr txBox="1"/>
          <p:nvPr/>
        </p:nvSpPr>
        <p:spPr>
          <a:xfrm>
            <a:off x="3967170" y="3378386"/>
            <a:ext cx="21002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Índice de la lista</a:t>
            </a:r>
            <a:endParaRPr b="0" i="0" sz="1400" u="none" cap="none" strike="noStrike">
              <a:solidFill>
                <a:srgbClr val="000000"/>
              </a:solidFill>
              <a:latin typeface="Arial"/>
              <a:ea typeface="Arial"/>
              <a:cs typeface="Arial"/>
              <a:sym typeface="Arial"/>
            </a:endParaRPr>
          </a:p>
        </p:txBody>
      </p:sp>
      <p:sp>
        <p:nvSpPr>
          <p:cNvPr id="444" name="Google Shape;444;p13"/>
          <p:cNvSpPr txBox="1"/>
          <p:nvPr/>
        </p:nvSpPr>
        <p:spPr>
          <a:xfrm>
            <a:off x="8644722" y="3009054"/>
            <a:ext cx="161294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Nuevo valor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0"/>
                                        </p:tgtEl>
                                        <p:attrNameLst>
                                          <p:attrName>style.visibility</p:attrName>
                                        </p:attrNameLst>
                                      </p:cBhvr>
                                      <p:to>
                                        <p:strVal val="visible"/>
                                      </p:to>
                                    </p:set>
                                    <p:anim calcmode="lin" valueType="num">
                                      <p:cBhvr additive="base">
                                        <p:cTn dur="500"/>
                                        <p:tgtEl>
                                          <p:spTgt spid="44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1"/>
                                        </p:tgtEl>
                                        <p:attrNameLst>
                                          <p:attrName>style.visibility</p:attrName>
                                        </p:attrNameLst>
                                      </p:cBhvr>
                                      <p:to>
                                        <p:strVal val="visible"/>
                                      </p:to>
                                    </p:set>
                                    <p:anim calcmode="lin" valueType="num">
                                      <p:cBhvr additive="base">
                                        <p:cTn dur="500"/>
                                        <p:tgtEl>
                                          <p:spTgt spid="4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42"/>
                                        </p:tgtEl>
                                        <p:attrNameLst>
                                          <p:attrName>style.visibility</p:attrName>
                                        </p:attrNameLst>
                                      </p:cBhvr>
                                      <p:to>
                                        <p:strVal val="visible"/>
                                      </p:to>
                                    </p:set>
                                    <p:anim calcmode="lin" valueType="num">
                                      <p:cBhvr additive="base">
                                        <p:cTn dur="500"/>
                                        <p:tgtEl>
                                          <p:spTgt spid="44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43"/>
                                        </p:tgtEl>
                                        <p:attrNameLst>
                                          <p:attrName>style.visibility</p:attrName>
                                        </p:attrNameLst>
                                      </p:cBhvr>
                                      <p:to>
                                        <p:strVal val="visible"/>
                                      </p:to>
                                    </p:set>
                                    <p:anim calcmode="lin" valueType="num">
                                      <p:cBhvr additive="base">
                                        <p:cTn dur="500"/>
                                        <p:tgtEl>
                                          <p:spTgt spid="44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44"/>
                                        </p:tgtEl>
                                        <p:attrNameLst>
                                          <p:attrName>style.visibility</p:attrName>
                                        </p:attrNameLst>
                                      </p:cBhvr>
                                      <p:to>
                                        <p:strVal val="visible"/>
                                      </p:to>
                                    </p:set>
                                    <p:anim calcmode="lin" valueType="num">
                                      <p:cBhvr additive="base">
                                        <p:cTn dur="500"/>
                                        <p:tgtEl>
                                          <p:spTgt spid="44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9"/>
                                        </p:tgtEl>
                                        <p:attrNameLst>
                                          <p:attrName>style.visibility</p:attrName>
                                        </p:attrNameLst>
                                      </p:cBhvr>
                                      <p:to>
                                        <p:strVal val="visible"/>
                                      </p:to>
                                    </p:set>
                                    <p:anim calcmode="lin" valueType="num">
                                      <p:cBhvr additive="base">
                                        <p:cTn dur="500"/>
                                        <p:tgtEl>
                                          <p:spTgt spid="4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1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Obteniendo elementos de la lista</a:t>
            </a:r>
            <a:endParaRPr/>
          </a:p>
        </p:txBody>
      </p:sp>
      <p:sp>
        <p:nvSpPr>
          <p:cNvPr id="450" name="Google Shape;450;p14"/>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51" name="Google Shape;451;p14"/>
          <p:cNvSpPr/>
          <p:nvPr/>
        </p:nvSpPr>
        <p:spPr>
          <a:xfrm>
            <a:off x="1076324" y="3159575"/>
            <a:ext cx="9982202" cy="2830076"/>
          </a:xfrm>
          <a:prstGeom prst="roundRect">
            <a:avLst>
              <a:gd fmla="val 728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Escribimos el elemento en la posición 3</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puntajes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1" lang="es-CL" sz="2000" u="none" cap="none" strike="noStrike">
                <a:solidFill>
                  <a:srgbClr val="AAAAAA"/>
                </a:solidFill>
                <a:latin typeface="Consolas"/>
                <a:ea typeface="Consolas"/>
                <a:cs typeface="Consolas"/>
                <a:sym typeface="Consolas"/>
              </a:rPr>
              <a:t># Escribimos el elemento en la posición 4</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x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puntaje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1" lang="es-CL" sz="2000" u="none" cap="none" strike="noStrike">
                <a:solidFill>
                  <a:srgbClr val="AAAAAA"/>
                </a:solidFill>
                <a:latin typeface="Consolas"/>
                <a:ea typeface="Consolas"/>
                <a:cs typeface="Consolas"/>
                <a:sym typeface="Consolas"/>
              </a:rPr>
              <a:t># Agregamos al final el elemento en la primera posición</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puntajes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append</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puntajes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452" name="Google Shape;452;p14"/>
          <p:cNvSpPr/>
          <p:nvPr/>
        </p:nvSpPr>
        <p:spPr>
          <a:xfrm>
            <a:off x="1076324" y="1795858"/>
            <a:ext cx="9982202" cy="1168059"/>
          </a:xfrm>
          <a:prstGeom prst="roundRect">
            <a:avLst>
              <a:gd fmla="val 167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Esto se hace usando paréntesis cuadrados, especificando el índice que queremos examinar: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2"/>
                                        </p:tgtEl>
                                        <p:attrNameLst>
                                          <p:attrName>style.visibility</p:attrName>
                                        </p:attrNameLst>
                                      </p:cBhvr>
                                      <p:to>
                                        <p:strVal val="visible"/>
                                      </p:to>
                                    </p:set>
                                    <p:anim calcmode="lin" valueType="num">
                                      <p:cBhvr additive="base">
                                        <p:cTn dur="500"/>
                                        <p:tgtEl>
                                          <p:spTgt spid="45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1"/>
                                        </p:tgtEl>
                                        <p:attrNameLst>
                                          <p:attrName>style.visibility</p:attrName>
                                        </p:attrNameLst>
                                      </p:cBhvr>
                                      <p:to>
                                        <p:strVal val="visible"/>
                                      </p:to>
                                    </p:set>
                                    <p:anim calcmode="lin" valueType="num">
                                      <p:cBhvr additive="base">
                                        <p:cTn dur="500"/>
                                        <p:tgtEl>
                                          <p:spTgt spid="45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5"/>
          <p:cNvSpPr txBox="1"/>
          <p:nvPr>
            <p:ph type="title"/>
          </p:nvPr>
        </p:nvSpPr>
        <p:spPr>
          <a:xfrm>
            <a:off x="1104900" y="917575"/>
            <a:ext cx="300990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Un ejemplo</a:t>
            </a:r>
            <a:endParaRPr/>
          </a:p>
        </p:txBody>
      </p:sp>
      <p:sp>
        <p:nvSpPr>
          <p:cNvPr id="458" name="Google Shape;458;p15"/>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59" name="Google Shape;459;p15"/>
          <p:cNvSpPr/>
          <p:nvPr/>
        </p:nvSpPr>
        <p:spPr>
          <a:xfrm>
            <a:off x="6096000" y="2035828"/>
            <a:ext cx="5302469" cy="3426924"/>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5</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5</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7</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5</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7</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9</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5</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7</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9</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1" i="0" lang="es-CL" sz="2000" u="none" cap="none" strike="noStrike">
                <a:solidFill>
                  <a:srgbClr val="333333"/>
                </a:solidFill>
                <a:latin typeface="Consolas"/>
                <a:ea typeface="Consolas"/>
                <a:cs typeface="Consolas"/>
                <a:sym typeface="Consolas"/>
              </a:rPr>
            </a:br>
            <a:r>
              <a:rPr b="1" i="0" lang="es-CL" sz="2000" u="none" cap="none" strike="noStrike">
                <a:solidFill>
                  <a:srgbClr val="986B68"/>
                </a:solidFill>
                <a:latin typeface="Consolas"/>
                <a:ea typeface="Consolas"/>
                <a:cs typeface="Consolas"/>
                <a:sym typeface="Consolas"/>
              </a:rPr>
              <a:t>IndexError: list assignment index out of range</a:t>
            </a:r>
            <a:endParaRPr b="0" i="0" sz="1400" u="none" cap="none" strike="noStrike">
              <a:solidFill>
                <a:srgbClr val="000000"/>
              </a:solidFill>
              <a:latin typeface="Arial"/>
              <a:ea typeface="Arial"/>
              <a:cs typeface="Arial"/>
              <a:sym typeface="Arial"/>
            </a:endParaRPr>
          </a:p>
        </p:txBody>
      </p:sp>
      <p:sp>
        <p:nvSpPr>
          <p:cNvPr id="460" name="Google Shape;460;p15"/>
          <p:cNvSpPr/>
          <p:nvPr/>
        </p:nvSpPr>
        <p:spPr>
          <a:xfrm>
            <a:off x="1104900" y="2035828"/>
            <a:ext cx="4610100" cy="3498357"/>
          </a:xfrm>
          <a:prstGeom prst="roundRect">
            <a:avLst>
              <a:gd fmla="val 634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puntajes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puntajes</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i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puntajes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append</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i</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i</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puntajes</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333333"/>
                </a:solidFill>
                <a:latin typeface="Consolas"/>
                <a:ea typeface="Consolas"/>
                <a:cs typeface="Consolas"/>
                <a:sym typeface="Consolas"/>
              </a:rPr>
              <a:t>puntajes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74</a:t>
            </a:r>
            <a:endParaRPr b="0" i="0" sz="20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0"/>
                                        </p:tgtEl>
                                        <p:attrNameLst>
                                          <p:attrName>style.visibility</p:attrName>
                                        </p:attrNameLst>
                                      </p:cBhvr>
                                      <p:to>
                                        <p:strVal val="visible"/>
                                      </p:to>
                                    </p:set>
                                    <p:anim calcmode="lin" valueType="num">
                                      <p:cBhvr additive="base">
                                        <p:cTn dur="500"/>
                                        <p:tgtEl>
                                          <p:spTgt spid="4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9"/>
                                        </p:tgtEl>
                                        <p:attrNameLst>
                                          <p:attrName>style.visibility</p:attrName>
                                        </p:attrNameLst>
                                      </p:cBhvr>
                                      <p:to>
                                        <p:strVal val="visible"/>
                                      </p:to>
                                    </p:set>
                                    <p:anim calcmode="lin" valueType="num">
                                      <p:cBhvr additive="base">
                                        <p:cTn dur="500"/>
                                        <p:tgtEl>
                                          <p:spTgt spid="45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16"/>
          <p:cNvSpPr txBox="1"/>
          <p:nvPr>
            <p:ph type="title"/>
          </p:nvPr>
        </p:nvSpPr>
        <p:spPr>
          <a:xfrm>
            <a:off x="1104900" y="917575"/>
            <a:ext cx="7609332"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Total de elementos de una lista</a:t>
            </a:r>
            <a:endParaRPr/>
          </a:p>
        </p:txBody>
      </p:sp>
      <p:sp>
        <p:nvSpPr>
          <p:cNvPr id="466" name="Google Shape;466;p16"/>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67" name="Google Shape;467;p16"/>
          <p:cNvSpPr/>
          <p:nvPr/>
        </p:nvSpPr>
        <p:spPr>
          <a:xfrm>
            <a:off x="7730686" y="3159575"/>
            <a:ext cx="1345324" cy="2483557"/>
          </a:xfrm>
          <a:prstGeom prst="roundRect">
            <a:avLst>
              <a:gd fmla="val 19679" name="adj"/>
            </a:avLst>
          </a:prstGeom>
          <a:solidFill>
            <a:srgbClr val="FFFFFF"/>
          </a:solidFill>
          <a:ln>
            <a:noFill/>
          </a:ln>
        </p:spPr>
        <p:txBody>
          <a:bodyPr anchorCtr="1"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rgbClr val="9C5D27"/>
                </a:solidFill>
                <a:latin typeface="Consolas"/>
                <a:ea typeface="Consolas"/>
                <a:cs typeface="Consolas"/>
                <a:sym typeface="Consolas"/>
              </a:rPr>
              <a:t>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rgbClr val="333333"/>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rgbClr val="9C5D27"/>
                </a:solidFill>
                <a:latin typeface="Consolas"/>
                <a:ea typeface="Consolas"/>
                <a:cs typeface="Consolas"/>
                <a:sym typeface="Consolas"/>
              </a:rPr>
              <a:t>8</a:t>
            </a:r>
            <a:endParaRPr b="1" i="0" sz="2000" u="none" cap="none" strike="noStrike">
              <a:solidFill>
                <a:srgbClr val="986B68"/>
              </a:solidFill>
              <a:latin typeface="Consolas"/>
              <a:ea typeface="Consolas"/>
              <a:cs typeface="Consolas"/>
              <a:sym typeface="Consolas"/>
            </a:endParaRPr>
          </a:p>
        </p:txBody>
      </p:sp>
      <p:sp>
        <p:nvSpPr>
          <p:cNvPr id="468" name="Google Shape;468;p16"/>
          <p:cNvSpPr/>
          <p:nvPr/>
        </p:nvSpPr>
        <p:spPr>
          <a:xfrm>
            <a:off x="1076324" y="3159575"/>
            <a:ext cx="4610100" cy="2483557"/>
          </a:xfrm>
          <a:prstGeom prst="roundRect">
            <a:avLst>
              <a:gd fmla="val 9832"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5</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7</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1" i="0" lang="es-CL" sz="2000" u="none" cap="none" strike="noStrike">
                <a:solidFill>
                  <a:srgbClr val="AA3731"/>
                </a:solidFill>
                <a:latin typeface="Consolas"/>
                <a:ea typeface="Consolas"/>
                <a:cs typeface="Consolas"/>
                <a:sym typeface="Consolas"/>
              </a:rPr>
              <a:t>len</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append</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8</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1" i="0" lang="es-CL" sz="2000" u="none" cap="none" strike="noStrike">
                <a:solidFill>
                  <a:srgbClr val="AA3731"/>
                </a:solidFill>
                <a:latin typeface="Consolas"/>
                <a:ea typeface="Consolas"/>
                <a:cs typeface="Consolas"/>
                <a:sym typeface="Consolas"/>
              </a:rPr>
              <a:t>len</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grpSp>
        <p:nvGrpSpPr>
          <p:cNvPr id="469" name="Google Shape;469;p16"/>
          <p:cNvGrpSpPr/>
          <p:nvPr/>
        </p:nvGrpSpPr>
        <p:grpSpPr>
          <a:xfrm rot="-8100000">
            <a:off x="6302948" y="3615862"/>
            <a:ext cx="651119" cy="650557"/>
            <a:chOff x="6170613" y="1512888"/>
            <a:chExt cx="1838325" cy="1836738"/>
          </a:xfrm>
        </p:grpSpPr>
        <p:sp>
          <p:nvSpPr>
            <p:cNvPr id="470" name="Google Shape;470;p16"/>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71" name="Google Shape;471;p16"/>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472" name="Google Shape;472;p16"/>
          <p:cNvGrpSpPr/>
          <p:nvPr/>
        </p:nvGrpSpPr>
        <p:grpSpPr>
          <a:xfrm rot="-8100000">
            <a:off x="6302948" y="4705561"/>
            <a:ext cx="651119" cy="650557"/>
            <a:chOff x="6170613" y="1512888"/>
            <a:chExt cx="1838325" cy="1836738"/>
          </a:xfrm>
        </p:grpSpPr>
        <p:sp>
          <p:nvSpPr>
            <p:cNvPr id="473" name="Google Shape;473;p16"/>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74" name="Google Shape;474;p16"/>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475" name="Google Shape;475;p16"/>
          <p:cNvSpPr/>
          <p:nvPr/>
        </p:nvSpPr>
        <p:spPr>
          <a:xfrm>
            <a:off x="1076324" y="1795858"/>
            <a:ext cx="9982202" cy="1168059"/>
          </a:xfrm>
          <a:prstGeom prst="roundRect">
            <a:avLst>
              <a:gd fmla="val 167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Para verificar la cantidad de elementos de una lista, utilizaremos la función </a:t>
            </a:r>
            <a:r>
              <a:rPr b="1" i="0" lang="es-CL" sz="2400" u="none" cap="none" strike="noStrike">
                <a:solidFill>
                  <a:srgbClr val="AA3731"/>
                </a:solidFill>
                <a:latin typeface="Consolas"/>
                <a:ea typeface="Consolas"/>
                <a:cs typeface="Consolas"/>
                <a:sym typeface="Consolas"/>
              </a:rPr>
              <a:t>len</a:t>
            </a:r>
            <a:r>
              <a:rPr b="0" i="0" lang="es-CL" sz="2400" u="none" cap="none" strike="noStrike">
                <a:solidFill>
                  <a:srgbClr val="777777"/>
                </a:solidFill>
                <a:latin typeface="Consolas"/>
                <a:ea typeface="Consolas"/>
                <a:cs typeface="Consolas"/>
                <a:sym typeface="Consolas"/>
              </a:rPr>
              <a:t>()</a:t>
            </a:r>
            <a:endParaRPr b="0" i="0" sz="20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17"/>
          <p:cNvSpPr txBox="1"/>
          <p:nvPr>
            <p:ph type="title"/>
          </p:nvPr>
        </p:nvSpPr>
        <p:spPr>
          <a:xfrm>
            <a:off x="1104900" y="917575"/>
            <a:ext cx="4815052"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Ciclo for en una lista</a:t>
            </a:r>
            <a:endParaRPr/>
          </a:p>
        </p:txBody>
      </p:sp>
      <p:sp>
        <p:nvSpPr>
          <p:cNvPr id="481" name="Google Shape;481;p17"/>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82" name="Google Shape;482;p17"/>
          <p:cNvSpPr/>
          <p:nvPr/>
        </p:nvSpPr>
        <p:spPr>
          <a:xfrm>
            <a:off x="1076324" y="1795858"/>
            <a:ext cx="8954159" cy="1633142"/>
          </a:xfrm>
          <a:prstGeom prst="roundRect">
            <a:avLst>
              <a:gd fmla="val 10478"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Para iterar en una lista tenemos dos posibilidades:</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La recorremos por cada elemento</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La recorremos por posición</a:t>
            </a:r>
            <a:endParaRPr b="0" i="0" sz="1400" u="none" cap="none" strike="noStrike">
              <a:solidFill>
                <a:srgbClr val="000000"/>
              </a:solidFill>
              <a:latin typeface="Arial"/>
              <a:ea typeface="Arial"/>
              <a:cs typeface="Arial"/>
              <a:sym typeface="Arial"/>
            </a:endParaRPr>
          </a:p>
        </p:txBody>
      </p:sp>
      <p:sp>
        <p:nvSpPr>
          <p:cNvPr id="483" name="Google Shape;483;p17"/>
          <p:cNvSpPr/>
          <p:nvPr/>
        </p:nvSpPr>
        <p:spPr>
          <a:xfrm>
            <a:off x="1076324" y="3663525"/>
            <a:ext cx="4394310" cy="1772075"/>
          </a:xfrm>
          <a:prstGeom prst="roundRect">
            <a:avLst>
              <a:gd fmla="val 10521" name="adj"/>
            </a:avLst>
          </a:prstGeom>
          <a:solidFill>
            <a:srgbClr val="FFFFFF"/>
          </a:solidFill>
          <a:ln>
            <a:noFill/>
          </a:ln>
        </p:spPr>
        <p:txBody>
          <a:bodyPr anchorCtr="0" anchor="ctr" bIns="0" lIns="18000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Por elemento: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7</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i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i</a:t>
            </a:r>
            <a:r>
              <a:rPr b="0" i="0" lang="es-CL" sz="2000" u="none" cap="none" strike="noStrike">
                <a:solidFill>
                  <a:srgbClr val="777777"/>
                </a:solidFill>
                <a:latin typeface="Consolas"/>
                <a:ea typeface="Consolas"/>
                <a:cs typeface="Consolas"/>
                <a:sym typeface="Consolas"/>
              </a:rPr>
              <a:t>)</a:t>
            </a:r>
            <a:endParaRPr b="0" i="0" sz="2000" u="none" cap="none" strike="noStrike">
              <a:solidFill>
                <a:schemeClr val="dk1"/>
              </a:solidFill>
              <a:latin typeface="Poppins"/>
              <a:ea typeface="Poppins"/>
              <a:cs typeface="Poppins"/>
              <a:sym typeface="Poppins"/>
            </a:endParaRPr>
          </a:p>
        </p:txBody>
      </p:sp>
      <p:sp>
        <p:nvSpPr>
          <p:cNvPr id="484" name="Google Shape;484;p17"/>
          <p:cNvSpPr/>
          <p:nvPr/>
        </p:nvSpPr>
        <p:spPr>
          <a:xfrm>
            <a:off x="5636173" y="3663525"/>
            <a:ext cx="4394310" cy="1772075"/>
          </a:xfrm>
          <a:prstGeom prst="roundRect">
            <a:avLst>
              <a:gd fmla="val 10521" name="adj"/>
            </a:avLst>
          </a:prstGeom>
          <a:solidFill>
            <a:srgbClr val="FFFFFF"/>
          </a:solidFill>
          <a:ln>
            <a:noFill/>
          </a:ln>
        </p:spPr>
        <p:txBody>
          <a:bodyPr anchorCtr="0" anchor="ctr" bIns="0" lIns="18000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Por posición: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7</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i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1" i="0" lang="es-CL" sz="2000" u="none" cap="none" strike="noStrike">
                <a:solidFill>
                  <a:srgbClr val="AA3731"/>
                </a:solidFill>
                <a:latin typeface="Consolas"/>
                <a:ea typeface="Consolas"/>
                <a:cs typeface="Consolas"/>
                <a:sym typeface="Consolas"/>
              </a:rPr>
              <a:t>len</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i</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485" name="Google Shape;485;p17"/>
          <p:cNvSpPr/>
          <p:nvPr/>
        </p:nvSpPr>
        <p:spPr>
          <a:xfrm>
            <a:off x="10196022" y="1795859"/>
            <a:ext cx="1274379" cy="3639742"/>
          </a:xfrm>
          <a:prstGeom prst="roundRect">
            <a:avLst>
              <a:gd fmla="val 10521" name="adj"/>
            </a:avLst>
          </a:prstGeom>
          <a:solidFill>
            <a:srgbClr val="FFFFFF"/>
          </a:solidFill>
          <a:ln>
            <a:noFill/>
          </a:ln>
        </p:spPr>
        <p:txBody>
          <a:bodyPr anchorCtr="0" anchor="ctr" bIns="0" lIns="18000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Salida: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1</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2</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3</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4</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hola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6</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9C5D27"/>
                </a:solidFill>
                <a:latin typeface="Consolas"/>
                <a:ea typeface="Consolas"/>
                <a:cs typeface="Consolas"/>
                <a:sym typeface="Consolas"/>
              </a:rPr>
              <a:t>7</a:t>
            </a:r>
            <a:endParaRPr b="0" i="0" sz="20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1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Quitar elementos de una lista</a:t>
            </a:r>
            <a:endParaRPr/>
          </a:p>
        </p:txBody>
      </p:sp>
      <p:sp>
        <p:nvSpPr>
          <p:cNvPr id="491" name="Google Shape;491;p18"/>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92" name="Google Shape;492;p18"/>
          <p:cNvSpPr/>
          <p:nvPr/>
        </p:nvSpPr>
        <p:spPr>
          <a:xfrm>
            <a:off x="1076324" y="1795858"/>
            <a:ext cx="9982202" cy="3375232"/>
          </a:xfrm>
          <a:prstGeom prst="roundRect">
            <a:avLst>
              <a:gd fmla="val 8605"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Para quitar elementos de una lista tenemos tres métodos a nuestra disposición.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t/>
            </a:r>
            <a:endParaRPr b="0" i="0" sz="20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Remove: </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remove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chemeClr val="accent1"/>
                </a:solidFill>
                <a:latin typeface="Consolas"/>
                <a:ea typeface="Consolas"/>
                <a:cs typeface="Consolas"/>
                <a:sym typeface="Consolas"/>
              </a:rPr>
              <a:t>elemento</a:t>
            </a:r>
            <a:r>
              <a:rPr b="0" i="0" lang="es-CL" sz="2000" u="none" cap="none" strike="noStrike">
                <a:solidFill>
                  <a:srgbClr val="777777"/>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Pop: </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pop</a:t>
            </a:r>
            <a:r>
              <a:rPr b="0" i="0" lang="es-CL" sz="2000" u="none" cap="none" strike="noStrike">
                <a:solidFill>
                  <a:srgbClr val="777777"/>
                </a:solidFill>
                <a:latin typeface="Consolas"/>
                <a:ea typeface="Consolas"/>
                <a:cs typeface="Consolas"/>
                <a:sym typeface="Consolas"/>
              </a:rPr>
              <a:t>(</a:t>
            </a:r>
            <a:r>
              <a:rPr b="0" i="0" lang="es-CL" sz="2000" u="none" cap="none" strike="noStrike">
                <a:solidFill>
                  <a:schemeClr val="accent1"/>
                </a:solidFill>
                <a:latin typeface="Consolas"/>
                <a:ea typeface="Consolas"/>
                <a:cs typeface="Consolas"/>
                <a:sym typeface="Consolas"/>
              </a:rPr>
              <a:t>indice</a:t>
            </a:r>
            <a:r>
              <a:rPr b="0" i="0" lang="es-CL" sz="2000" u="none" cap="none" strike="noStrike">
                <a:solidFill>
                  <a:srgbClr val="777777"/>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Del: </a:t>
            </a:r>
            <a:r>
              <a:rPr b="0" i="0" lang="es-CL" sz="2000" u="none" cap="none" strike="noStrike">
                <a:solidFill>
                  <a:srgbClr val="4B69C6"/>
                </a:solidFill>
                <a:latin typeface="Consolas"/>
                <a:ea typeface="Consolas"/>
                <a:cs typeface="Consolas"/>
                <a:sym typeface="Consolas"/>
              </a:rPr>
              <a:t>del</a:t>
            </a:r>
            <a:r>
              <a:rPr b="0" i="0" lang="es-CL" sz="2000" u="none" cap="none" strike="noStrike">
                <a:solidFill>
                  <a:srgbClr val="333333"/>
                </a:solidFill>
                <a:latin typeface="Consolas"/>
                <a:ea typeface="Consolas"/>
                <a:cs typeface="Consolas"/>
                <a:sym typeface="Consolas"/>
              </a:rPr>
              <a:t> 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chemeClr val="accent1"/>
                </a:solidFill>
                <a:latin typeface="Consolas"/>
                <a:ea typeface="Consolas"/>
                <a:cs typeface="Consolas"/>
                <a:sym typeface="Consolas"/>
              </a:rPr>
              <a:t>indice</a:t>
            </a:r>
            <a:r>
              <a:rPr b="0" i="0" lang="es-CL" sz="2000" u="none" cap="none" strike="noStrike">
                <a:solidFill>
                  <a:srgbClr val="777777"/>
                </a:solidFill>
                <a:latin typeface="Consolas"/>
                <a:ea typeface="Consolas"/>
                <a:cs typeface="Consolas"/>
                <a:sym typeface="Consolas"/>
              </a:rPr>
              <a:t>]</a:t>
            </a:r>
            <a:endParaRPr b="0" i="0" sz="20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Quitar elementos: Remove</a:t>
            </a:r>
            <a:endParaRPr/>
          </a:p>
        </p:txBody>
      </p:sp>
      <p:sp>
        <p:nvSpPr>
          <p:cNvPr id="498" name="Google Shape;498;p19"/>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499" name="Google Shape;499;p19"/>
          <p:cNvSpPr/>
          <p:nvPr/>
        </p:nvSpPr>
        <p:spPr>
          <a:xfrm>
            <a:off x="1076324" y="1795858"/>
            <a:ext cx="9982202" cy="1633142"/>
          </a:xfrm>
          <a:prstGeom prst="roundRect">
            <a:avLst>
              <a:gd fmla="val 8605"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remove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chemeClr val="accent1"/>
                </a:solidFill>
                <a:latin typeface="Consolas"/>
                <a:ea typeface="Consolas"/>
                <a:cs typeface="Consolas"/>
                <a:sym typeface="Consolas"/>
              </a:rPr>
              <a:t>elemento</a:t>
            </a:r>
            <a:r>
              <a:rPr b="0" i="0" lang="es-CL" sz="2000" u="none" cap="none" strike="noStrike">
                <a:solidFill>
                  <a:srgbClr val="777777"/>
                </a:solidFill>
                <a:latin typeface="Consolas"/>
                <a:ea typeface="Consolas"/>
                <a:cs typeface="Consolas"/>
                <a:sym typeface="Consolas"/>
              </a:rPr>
              <a:t>) </a:t>
            </a:r>
            <a:r>
              <a:rPr b="0" i="0" lang="es-CL" sz="2000" u="none" cap="none" strike="noStrike">
                <a:solidFill>
                  <a:schemeClr val="dk1"/>
                </a:solidFill>
                <a:latin typeface="Poppins"/>
                <a:ea typeface="Poppins"/>
                <a:cs typeface="Poppins"/>
                <a:sym typeface="Poppins"/>
              </a:rPr>
              <a:t>elimina el primer elemento de la lista que se desea eliminar. Si no encuentra ningún elemento para eliminar nos devolverá un ValueError.</a:t>
            </a:r>
            <a:endParaRPr b="0" i="0" sz="1400" u="none" cap="none" strike="noStrike">
              <a:solidFill>
                <a:srgbClr val="000000"/>
              </a:solidFill>
              <a:latin typeface="Arial"/>
              <a:ea typeface="Arial"/>
              <a:cs typeface="Arial"/>
              <a:sym typeface="Arial"/>
            </a:endParaRPr>
          </a:p>
        </p:txBody>
      </p:sp>
      <p:sp>
        <p:nvSpPr>
          <p:cNvPr id="500" name="Google Shape;500;p19"/>
          <p:cNvSpPr/>
          <p:nvPr/>
        </p:nvSpPr>
        <p:spPr>
          <a:xfrm>
            <a:off x="1076324" y="3663526"/>
            <a:ext cx="4394310" cy="1192254"/>
          </a:xfrm>
          <a:prstGeom prst="roundRect">
            <a:avLst>
              <a:gd fmla="val 10521"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7</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remove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01" name="Google Shape;501;p19"/>
          <p:cNvSpPr/>
          <p:nvPr/>
        </p:nvSpPr>
        <p:spPr>
          <a:xfrm>
            <a:off x="1076324" y="5090306"/>
            <a:ext cx="4394310" cy="1192254"/>
          </a:xfrm>
          <a:prstGeom prst="roundRect">
            <a:avLst>
              <a:gd fmla="val 10521"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7</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remove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chao</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02" name="Google Shape;502;p19"/>
          <p:cNvSpPr/>
          <p:nvPr/>
        </p:nvSpPr>
        <p:spPr>
          <a:xfrm>
            <a:off x="8852338" y="3663526"/>
            <a:ext cx="2206188" cy="1192254"/>
          </a:xfrm>
          <a:prstGeom prst="roundRect">
            <a:avLst>
              <a:gd fmla="val 15149"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7</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03" name="Google Shape;503;p19"/>
          <p:cNvSpPr/>
          <p:nvPr/>
        </p:nvSpPr>
        <p:spPr>
          <a:xfrm>
            <a:off x="6818586" y="5090306"/>
            <a:ext cx="4239940" cy="1192254"/>
          </a:xfrm>
          <a:prstGeom prst="roundRect">
            <a:avLst>
              <a:gd fmla="val 17133"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s-CL" sz="1800" u="none" cap="none" strike="noStrike">
                <a:solidFill>
                  <a:srgbClr val="7A3E9D"/>
                </a:solidFill>
                <a:latin typeface="Consolas"/>
                <a:ea typeface="Consolas"/>
                <a:cs typeface="Consolas"/>
                <a:sym typeface="Consolas"/>
              </a:rPr>
              <a:t>ValueError</a:t>
            </a:r>
            <a:r>
              <a:rPr b="0" i="0" lang="es-CL" sz="1800" u="none" cap="none" strike="noStrike">
                <a:solidFill>
                  <a:srgbClr val="777777"/>
                </a:solidFill>
                <a:latin typeface="Consolas"/>
                <a:ea typeface="Consolas"/>
                <a:cs typeface="Consolas"/>
                <a:sym typeface="Consolas"/>
              </a:rPr>
              <a:t>:</a:t>
            </a:r>
            <a:r>
              <a:rPr b="0" i="0" lang="es-CL" sz="1800" u="none" cap="none" strike="noStrike">
                <a:solidFill>
                  <a:srgbClr val="333333"/>
                </a:solidFill>
                <a:latin typeface="Consolas"/>
                <a:ea typeface="Consolas"/>
                <a:cs typeface="Consolas"/>
                <a:sym typeface="Consolas"/>
              </a:rPr>
              <a:t> </a:t>
            </a:r>
            <a:r>
              <a:rPr b="0" i="0" lang="es-CL" sz="1800" u="none" cap="none" strike="noStrike">
                <a:solidFill>
                  <a:srgbClr val="7A3E9D"/>
                </a:solidFill>
                <a:latin typeface="Consolas"/>
                <a:ea typeface="Consolas"/>
                <a:cs typeface="Consolas"/>
                <a:sym typeface="Consolas"/>
              </a:rPr>
              <a:t>list</a:t>
            </a:r>
            <a:r>
              <a:rPr b="0" i="0" lang="es-CL" sz="1800" u="none" cap="none" strike="noStrike">
                <a:solidFill>
                  <a:srgbClr val="777777"/>
                </a:solidFill>
                <a:latin typeface="Consolas"/>
                <a:ea typeface="Consolas"/>
                <a:cs typeface="Consolas"/>
                <a:sym typeface="Consolas"/>
              </a:rPr>
              <a:t>.</a:t>
            </a:r>
            <a:r>
              <a:rPr b="0" i="0" lang="es-CL" sz="1800" u="none" cap="none" strike="noStrike">
                <a:solidFill>
                  <a:srgbClr val="333333"/>
                </a:solidFill>
                <a:latin typeface="Consolas"/>
                <a:ea typeface="Consolas"/>
                <a:cs typeface="Consolas"/>
                <a:sym typeface="Consolas"/>
              </a:rPr>
              <a:t>remove</a:t>
            </a:r>
            <a:r>
              <a:rPr b="0" i="0" lang="es-CL" sz="1800" u="none" cap="none" strike="noStrike">
                <a:solidFill>
                  <a:srgbClr val="777777"/>
                </a:solidFill>
                <a:latin typeface="Consolas"/>
                <a:ea typeface="Consolas"/>
                <a:cs typeface="Consolas"/>
                <a:sym typeface="Consolas"/>
              </a:rPr>
              <a:t>(</a:t>
            </a:r>
            <a:r>
              <a:rPr b="0" i="0" lang="es-CL" sz="1800" u="none" cap="none" strike="noStrike">
                <a:solidFill>
                  <a:srgbClr val="333333"/>
                </a:solidFill>
                <a:latin typeface="Consolas"/>
                <a:ea typeface="Consolas"/>
                <a:cs typeface="Consolas"/>
                <a:sym typeface="Consolas"/>
              </a:rPr>
              <a:t>x</a:t>
            </a:r>
            <a:r>
              <a:rPr b="0" i="0" lang="es-CL" sz="1800" u="none" cap="none" strike="noStrike">
                <a:solidFill>
                  <a:srgbClr val="777777"/>
                </a:solidFill>
                <a:latin typeface="Consolas"/>
                <a:ea typeface="Consolas"/>
                <a:cs typeface="Consolas"/>
                <a:sym typeface="Consolas"/>
              </a:rPr>
              <a:t>):</a:t>
            </a:r>
            <a:r>
              <a:rPr b="0" i="0" lang="es-CL" sz="1800" u="none" cap="none" strike="noStrike">
                <a:solidFill>
                  <a:srgbClr val="333333"/>
                </a:solidFill>
                <a:latin typeface="Consolas"/>
                <a:ea typeface="Consolas"/>
                <a:cs typeface="Consolas"/>
                <a:sym typeface="Consolas"/>
              </a:rPr>
              <a:t> x </a:t>
            </a:r>
            <a:r>
              <a:rPr b="0" i="0" lang="es-CL" sz="1800" u="none" cap="none" strike="noStrike">
                <a:solidFill>
                  <a:srgbClr val="777777"/>
                </a:solidFill>
                <a:latin typeface="Consolas"/>
                <a:ea typeface="Consolas"/>
                <a:cs typeface="Consolas"/>
                <a:sym typeface="Consolas"/>
              </a:rPr>
              <a:t>not</a:t>
            </a:r>
            <a:r>
              <a:rPr b="0" i="0" lang="es-CL" sz="1800" u="none" cap="none" strike="noStrike">
                <a:solidFill>
                  <a:srgbClr val="333333"/>
                </a:solidFill>
                <a:latin typeface="Consolas"/>
                <a:ea typeface="Consolas"/>
                <a:cs typeface="Consolas"/>
                <a:sym typeface="Consolas"/>
              </a:rPr>
              <a:t> </a:t>
            </a:r>
            <a:r>
              <a:rPr b="0" i="0" lang="es-CL" sz="1800" u="none" cap="none" strike="noStrike">
                <a:solidFill>
                  <a:srgbClr val="777777"/>
                </a:solidFill>
                <a:latin typeface="Consolas"/>
                <a:ea typeface="Consolas"/>
                <a:cs typeface="Consolas"/>
                <a:sym typeface="Consolas"/>
              </a:rPr>
              <a:t>in</a:t>
            </a:r>
            <a:r>
              <a:rPr b="0" i="0" lang="es-CL" sz="1800" u="none" cap="none" strike="noStrike">
                <a:solidFill>
                  <a:srgbClr val="333333"/>
                </a:solidFill>
                <a:latin typeface="Consolas"/>
                <a:ea typeface="Consolas"/>
                <a:cs typeface="Consolas"/>
                <a:sym typeface="Consolas"/>
              </a:rPr>
              <a:t> </a:t>
            </a:r>
            <a:r>
              <a:rPr b="0" i="0" lang="es-CL" sz="1800" u="none" cap="none" strike="noStrike">
                <a:solidFill>
                  <a:srgbClr val="7A3E9D"/>
                </a:solidFill>
                <a:latin typeface="Consolas"/>
                <a:ea typeface="Consolas"/>
                <a:cs typeface="Consolas"/>
                <a:sym typeface="Consolas"/>
              </a:rPr>
              <a:t>list</a:t>
            </a:r>
            <a:endParaRPr b="0" i="0" sz="1800" u="none" cap="none" strike="noStrike">
              <a:solidFill>
                <a:srgbClr val="333333"/>
              </a:solidFill>
              <a:latin typeface="Consolas"/>
              <a:ea typeface="Consolas"/>
              <a:cs typeface="Consolas"/>
              <a:sym typeface="Consolas"/>
            </a:endParaRPr>
          </a:p>
        </p:txBody>
      </p:sp>
      <p:grpSp>
        <p:nvGrpSpPr>
          <p:cNvPr id="504" name="Google Shape;504;p19"/>
          <p:cNvGrpSpPr/>
          <p:nvPr/>
        </p:nvGrpSpPr>
        <p:grpSpPr>
          <a:xfrm rot="-8100000">
            <a:off x="6736499" y="3934375"/>
            <a:ext cx="651119" cy="650557"/>
            <a:chOff x="6170613" y="1512888"/>
            <a:chExt cx="1838325" cy="1836738"/>
          </a:xfrm>
        </p:grpSpPr>
        <p:sp>
          <p:nvSpPr>
            <p:cNvPr id="505" name="Google Shape;505;p19"/>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06" name="Google Shape;506;p19"/>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507" name="Google Shape;507;p19"/>
          <p:cNvGrpSpPr/>
          <p:nvPr/>
        </p:nvGrpSpPr>
        <p:grpSpPr>
          <a:xfrm rot="-8100000">
            <a:off x="5741865" y="5361156"/>
            <a:ext cx="651119" cy="650557"/>
            <a:chOff x="6170613" y="1512888"/>
            <a:chExt cx="1838325" cy="1836738"/>
          </a:xfrm>
        </p:grpSpPr>
        <p:sp>
          <p:nvSpPr>
            <p:cNvPr id="508" name="Google Shape;508;p19"/>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09" name="Google Shape;509;p19"/>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2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Quitar elementos: Remove</a:t>
            </a:r>
            <a:endParaRPr/>
          </a:p>
        </p:txBody>
      </p:sp>
      <p:sp>
        <p:nvSpPr>
          <p:cNvPr id="515" name="Google Shape;515;p20"/>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516" name="Google Shape;516;p20"/>
          <p:cNvSpPr/>
          <p:nvPr/>
        </p:nvSpPr>
        <p:spPr>
          <a:xfrm>
            <a:off x="1073591" y="1767694"/>
            <a:ext cx="5019676" cy="1192254"/>
          </a:xfrm>
          <a:prstGeom prst="roundRect">
            <a:avLst>
              <a:gd fmla="val 10521"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remove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17" name="Google Shape;517;p20"/>
          <p:cNvSpPr/>
          <p:nvPr/>
        </p:nvSpPr>
        <p:spPr>
          <a:xfrm>
            <a:off x="8016766" y="1765737"/>
            <a:ext cx="3041760" cy="1192254"/>
          </a:xfrm>
          <a:prstGeom prst="roundRect">
            <a:avLst>
              <a:gd fmla="val 15149"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grpSp>
        <p:nvGrpSpPr>
          <p:cNvPr id="518" name="Google Shape;518;p20"/>
          <p:cNvGrpSpPr/>
          <p:nvPr/>
        </p:nvGrpSpPr>
        <p:grpSpPr>
          <a:xfrm rot="-8100000">
            <a:off x="6662290" y="2039320"/>
            <a:ext cx="651119" cy="650557"/>
            <a:chOff x="6170613" y="1512888"/>
            <a:chExt cx="1838325" cy="1836738"/>
          </a:xfrm>
        </p:grpSpPr>
        <p:sp>
          <p:nvSpPr>
            <p:cNvPr id="519" name="Google Shape;519;p20"/>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20" name="Google Shape;520;p20"/>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521" name="Google Shape;521;p20"/>
          <p:cNvSpPr/>
          <p:nvPr/>
        </p:nvSpPr>
        <p:spPr>
          <a:xfrm>
            <a:off x="7890641" y="3429000"/>
            <a:ext cx="2433444" cy="1451444"/>
          </a:xfrm>
          <a:prstGeom prst="roundRect">
            <a:avLst>
              <a:gd fmla="val 13090" name="adj"/>
            </a:avLst>
          </a:prstGeom>
          <a:solidFill>
            <a:schemeClr val="accent1"/>
          </a:solidFill>
          <a:ln>
            <a:noFill/>
          </a:ln>
          <a:effectLst>
            <a:outerShdw blurRad="381000" rotWithShape="0" algn="ctr" dir="5400000" dist="127000">
              <a:srgbClr val="000000">
                <a:alpha val="29019"/>
              </a:srgbClr>
            </a:outerShdw>
          </a:effectLst>
        </p:spPr>
        <p:txBody>
          <a:bodyPr anchorCtr="0" anchor="ctr" bIns="0" lIns="288000" spcFirstLastPara="1" rIns="288000" wrap="square" tIns="0">
            <a:noAutofit/>
          </a:bodyPr>
          <a:lstStyle/>
          <a:p>
            <a:pPr indent="0" lvl="0" marL="0" marR="0" rtl="0" algn="l">
              <a:lnSpc>
                <a:spcPct val="120000"/>
              </a:lnSpc>
              <a:spcBef>
                <a:spcPts val="0"/>
              </a:spcBef>
              <a:spcAft>
                <a:spcPts val="0"/>
              </a:spcAft>
              <a:buClr>
                <a:srgbClr val="000000"/>
              </a:buClr>
              <a:buSzPts val="1600"/>
              <a:buFont typeface="Arial"/>
              <a:buNone/>
            </a:pPr>
            <a:r>
              <a:rPr b="0" i="0" lang="es-CL" sz="1600" u="none" cap="none" strike="noStrike">
                <a:solidFill>
                  <a:schemeClr val="lt1"/>
                </a:solidFill>
                <a:latin typeface="Poppins"/>
                <a:ea typeface="Poppins"/>
                <a:cs typeface="Poppins"/>
                <a:sym typeface="Poppins"/>
              </a:rPr>
              <a:t>Solo eliminamos el primer hola, el segundo sigue en la lista</a:t>
            </a:r>
            <a:endParaRPr b="0" i="0" sz="1400" u="none" cap="none" strike="noStrike">
              <a:solidFill>
                <a:srgbClr val="000000"/>
              </a:solidFill>
              <a:latin typeface="Arial"/>
              <a:ea typeface="Arial"/>
              <a:cs typeface="Arial"/>
              <a:sym typeface="Arial"/>
            </a:endParaRPr>
          </a:p>
        </p:txBody>
      </p:sp>
      <p:grpSp>
        <p:nvGrpSpPr>
          <p:cNvPr id="522" name="Google Shape;522;p20"/>
          <p:cNvGrpSpPr/>
          <p:nvPr/>
        </p:nvGrpSpPr>
        <p:grpSpPr>
          <a:xfrm rot="9224264">
            <a:off x="8993753" y="2649962"/>
            <a:ext cx="616590" cy="616058"/>
            <a:chOff x="6170613" y="1512888"/>
            <a:chExt cx="1838325" cy="1836738"/>
          </a:xfrm>
        </p:grpSpPr>
        <p:sp>
          <p:nvSpPr>
            <p:cNvPr id="523" name="Google Shape;523;p20"/>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24" name="Google Shape;524;p20"/>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Quitar elementos: Pop</a:t>
            </a:r>
            <a:endParaRPr/>
          </a:p>
        </p:txBody>
      </p:sp>
      <p:sp>
        <p:nvSpPr>
          <p:cNvPr id="530" name="Google Shape;530;p21"/>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531" name="Google Shape;531;p21"/>
          <p:cNvSpPr/>
          <p:nvPr/>
        </p:nvSpPr>
        <p:spPr>
          <a:xfrm>
            <a:off x="1076324" y="1795857"/>
            <a:ext cx="9982202" cy="2484481"/>
          </a:xfrm>
          <a:prstGeom prst="roundRect">
            <a:avLst>
              <a:gd fmla="val 8605"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pop</a:t>
            </a:r>
            <a:r>
              <a:rPr b="0" i="0" lang="es-CL" sz="2000" u="none" cap="none" strike="noStrike">
                <a:solidFill>
                  <a:srgbClr val="777777"/>
                </a:solidFill>
                <a:latin typeface="Consolas"/>
                <a:ea typeface="Consolas"/>
                <a:cs typeface="Consolas"/>
                <a:sym typeface="Consolas"/>
              </a:rPr>
              <a:t>(</a:t>
            </a:r>
            <a:r>
              <a:rPr b="0" i="0" lang="es-CL" sz="2000" u="none" cap="none" strike="noStrike">
                <a:solidFill>
                  <a:schemeClr val="accent1"/>
                </a:solidFill>
                <a:latin typeface="Consolas"/>
                <a:ea typeface="Consolas"/>
                <a:cs typeface="Consolas"/>
                <a:sym typeface="Consolas"/>
              </a:rPr>
              <a:t>indice</a:t>
            </a:r>
            <a:r>
              <a:rPr b="0" i="0" lang="es-CL" sz="2000" u="none" cap="none" strike="noStrike">
                <a:solidFill>
                  <a:srgbClr val="777777"/>
                </a:solidFill>
                <a:latin typeface="Consolas"/>
                <a:ea typeface="Consolas"/>
                <a:cs typeface="Consolas"/>
                <a:sym typeface="Consolas"/>
              </a:rPr>
              <a:t>) </a:t>
            </a:r>
            <a:r>
              <a:rPr b="0" i="0" lang="es-CL" sz="2000" u="none" cap="none" strike="noStrike">
                <a:solidFill>
                  <a:schemeClr val="dk1"/>
                </a:solidFill>
                <a:latin typeface="Poppins"/>
                <a:ea typeface="Poppins"/>
                <a:cs typeface="Poppins"/>
                <a:sym typeface="Poppins"/>
              </a:rPr>
              <a:t>elimina el elemento de la lista en el </a:t>
            </a:r>
            <a:r>
              <a:rPr b="1" i="0" lang="es-CL" sz="2000" u="none" cap="none" strike="noStrike">
                <a:solidFill>
                  <a:schemeClr val="dk1"/>
                </a:solidFill>
                <a:latin typeface="Poppins"/>
                <a:ea typeface="Poppins"/>
                <a:cs typeface="Poppins"/>
                <a:sym typeface="Poppins"/>
              </a:rPr>
              <a:t>índice</a:t>
            </a:r>
            <a:r>
              <a:rPr b="0" i="0" lang="es-CL" sz="2000" u="none" cap="none" strike="noStrike">
                <a:solidFill>
                  <a:schemeClr val="dk1"/>
                </a:solidFill>
                <a:latin typeface="Poppins"/>
                <a:ea typeface="Poppins"/>
                <a:cs typeface="Poppins"/>
                <a:sym typeface="Poppins"/>
              </a:rPr>
              <a:t> (posición) definida. Si no encuentra el índice para eliminar nos devolverá un </a:t>
            </a:r>
            <a:r>
              <a:rPr b="1" i="0" lang="es-CL" sz="2000" u="none" cap="none" strike="noStrike">
                <a:solidFill>
                  <a:schemeClr val="dk1"/>
                </a:solidFill>
                <a:latin typeface="Poppins"/>
                <a:ea typeface="Poppins"/>
                <a:cs typeface="Poppins"/>
                <a:sym typeface="Poppins"/>
              </a:rPr>
              <a:t>IndexError</a:t>
            </a:r>
            <a:r>
              <a:rPr b="0" i="0" lang="es-CL" sz="2000" u="none" cap="none" strike="noStrike">
                <a:solidFill>
                  <a:schemeClr val="dk1"/>
                </a:solidFill>
                <a:latin typeface="Poppins"/>
                <a:ea typeface="Poppins"/>
                <a:cs typeface="Poppins"/>
                <a:sym typeface="Poppins"/>
              </a:rPr>
              <a:t>.</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Si </a:t>
            </a:r>
            <a:r>
              <a:rPr b="0" i="0" lang="es-CL" sz="2000" u="none" cap="none" strike="noStrike">
                <a:solidFill>
                  <a:srgbClr val="333333"/>
                </a:solidFill>
                <a:latin typeface="Consolas"/>
                <a:ea typeface="Consolas"/>
                <a:cs typeface="Consolas"/>
                <a:sym typeface="Consolas"/>
              </a:rPr>
              <a:t>pop</a:t>
            </a:r>
            <a:r>
              <a:rPr b="0" i="0" lang="es-CL" sz="2000" u="none" cap="none" strike="noStrike">
                <a:solidFill>
                  <a:srgbClr val="777777"/>
                </a:solidFill>
                <a:latin typeface="Consolas"/>
                <a:ea typeface="Consolas"/>
                <a:cs typeface="Consolas"/>
                <a:sym typeface="Consolas"/>
              </a:rPr>
              <a:t>()</a:t>
            </a:r>
            <a:r>
              <a:rPr b="0" i="0" lang="es-CL" sz="2000" u="none" cap="none" strike="noStrike">
                <a:solidFill>
                  <a:schemeClr val="dk1"/>
                </a:solidFill>
                <a:latin typeface="Poppins"/>
                <a:ea typeface="Poppins"/>
                <a:cs typeface="Poppins"/>
                <a:sym typeface="Poppins"/>
              </a:rPr>
              <a:t> no recibe ningún argumento, eliminará el último elemento de la lista.</a:t>
            </a:r>
            <a:endParaRPr b="0" i="0" sz="1400" u="none" cap="none" strike="noStrike">
              <a:solidFill>
                <a:srgbClr val="000000"/>
              </a:solidFill>
              <a:latin typeface="Arial"/>
              <a:ea typeface="Arial"/>
              <a:cs typeface="Arial"/>
              <a:sym typeface="Arial"/>
            </a:endParaRPr>
          </a:p>
        </p:txBody>
      </p:sp>
      <p:sp>
        <p:nvSpPr>
          <p:cNvPr id="532" name="Google Shape;532;p21"/>
          <p:cNvSpPr/>
          <p:nvPr/>
        </p:nvSpPr>
        <p:spPr>
          <a:xfrm>
            <a:off x="1076324" y="4656754"/>
            <a:ext cx="4930338" cy="1192254"/>
          </a:xfrm>
          <a:prstGeom prst="roundRect">
            <a:avLst>
              <a:gd fmla="val 10521"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pop</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33" name="Google Shape;533;p21"/>
          <p:cNvSpPr/>
          <p:nvPr/>
        </p:nvSpPr>
        <p:spPr>
          <a:xfrm>
            <a:off x="7417676" y="4656754"/>
            <a:ext cx="3640850" cy="1192254"/>
          </a:xfrm>
          <a:prstGeom prst="roundRect">
            <a:avLst>
              <a:gd fmla="val 15149"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grpSp>
        <p:nvGrpSpPr>
          <p:cNvPr id="534" name="Google Shape;534;p21"/>
          <p:cNvGrpSpPr/>
          <p:nvPr/>
        </p:nvGrpSpPr>
        <p:grpSpPr>
          <a:xfrm rot="-8100000">
            <a:off x="6386610" y="4927602"/>
            <a:ext cx="651119" cy="650557"/>
            <a:chOff x="6170613" y="1512888"/>
            <a:chExt cx="1838325" cy="1836738"/>
          </a:xfrm>
        </p:grpSpPr>
        <p:sp>
          <p:nvSpPr>
            <p:cNvPr id="535" name="Google Shape;535;p21"/>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36" name="Google Shape;536;p21"/>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Quitar elementos: Del</a:t>
            </a:r>
            <a:endParaRPr/>
          </a:p>
        </p:txBody>
      </p:sp>
      <p:sp>
        <p:nvSpPr>
          <p:cNvPr id="542" name="Google Shape;542;p22"/>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543" name="Google Shape;543;p22"/>
          <p:cNvSpPr/>
          <p:nvPr/>
        </p:nvSpPr>
        <p:spPr>
          <a:xfrm>
            <a:off x="1076324" y="1795857"/>
            <a:ext cx="9982202" cy="1136529"/>
          </a:xfrm>
          <a:prstGeom prst="roundRect">
            <a:avLst>
              <a:gd fmla="val 13460"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Del puede ser utilizado para eliminar un elemento en un índice determinado.</a:t>
            </a:r>
            <a:endParaRPr b="0" i="0" sz="1400" u="none" cap="none" strike="noStrike">
              <a:solidFill>
                <a:srgbClr val="000000"/>
              </a:solidFill>
              <a:latin typeface="Arial"/>
              <a:ea typeface="Arial"/>
              <a:cs typeface="Arial"/>
              <a:sym typeface="Arial"/>
            </a:endParaRPr>
          </a:p>
        </p:txBody>
      </p:sp>
      <p:sp>
        <p:nvSpPr>
          <p:cNvPr id="544" name="Google Shape;544;p22"/>
          <p:cNvSpPr/>
          <p:nvPr/>
        </p:nvSpPr>
        <p:spPr>
          <a:xfrm>
            <a:off x="1076324" y="3237857"/>
            <a:ext cx="4930338" cy="1192254"/>
          </a:xfrm>
          <a:prstGeom prst="roundRect">
            <a:avLst>
              <a:gd fmla="val 10521"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lista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4B69C6"/>
                </a:solidFill>
                <a:latin typeface="Consolas"/>
                <a:ea typeface="Consolas"/>
                <a:cs typeface="Consolas"/>
                <a:sym typeface="Consolas"/>
              </a:rPr>
              <a:t>del</a:t>
            </a:r>
            <a:r>
              <a:rPr b="0" i="0" lang="es-CL" sz="2000" u="none" cap="none" strike="noStrike">
                <a:solidFill>
                  <a:srgbClr val="333333"/>
                </a:solidFill>
                <a:latin typeface="Consolas"/>
                <a:ea typeface="Consolas"/>
                <a:cs typeface="Consolas"/>
                <a:sym typeface="Consolas"/>
              </a:rPr>
              <a:t> 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45" name="Google Shape;545;p22"/>
          <p:cNvSpPr/>
          <p:nvPr/>
        </p:nvSpPr>
        <p:spPr>
          <a:xfrm>
            <a:off x="7417676" y="3237857"/>
            <a:ext cx="3640850" cy="1192254"/>
          </a:xfrm>
          <a:prstGeom prst="roundRect">
            <a:avLst>
              <a:gd fmla="val 15149" name="adj"/>
            </a:avLst>
          </a:prstGeom>
          <a:solidFill>
            <a:srgbClr val="FFFFFF"/>
          </a:solidFill>
          <a:ln>
            <a:noFill/>
          </a:ln>
        </p:spPr>
        <p:txBody>
          <a:bodyPr anchorCtr="0" anchor="ctr" bIns="0" lIns="18000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hola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grpSp>
        <p:nvGrpSpPr>
          <p:cNvPr id="546" name="Google Shape;546;p22"/>
          <p:cNvGrpSpPr/>
          <p:nvPr/>
        </p:nvGrpSpPr>
        <p:grpSpPr>
          <a:xfrm rot="-8100000">
            <a:off x="6386610" y="3508705"/>
            <a:ext cx="651119" cy="650557"/>
            <a:chOff x="6170613" y="1512888"/>
            <a:chExt cx="1838325" cy="1836738"/>
          </a:xfrm>
        </p:grpSpPr>
        <p:sp>
          <p:nvSpPr>
            <p:cNvPr id="547" name="Google Shape;547;p22"/>
            <p:cNvSpPr/>
            <p:nvPr/>
          </p:nvSpPr>
          <p:spPr>
            <a:xfrm>
              <a:off x="6473825" y="1512888"/>
              <a:ext cx="1535113" cy="1535113"/>
            </a:xfrm>
            <a:custGeom>
              <a:rect b="b" l="l" r="r" t="t"/>
              <a:pathLst>
                <a:path extrusionOk="0" h="407" w="407">
                  <a:moveTo>
                    <a:pt x="396" y="197"/>
                  </a:moveTo>
                  <a:cubicBezTo>
                    <a:pt x="210" y="11"/>
                    <a:pt x="210" y="11"/>
                    <a:pt x="210" y="11"/>
                  </a:cubicBezTo>
                  <a:cubicBezTo>
                    <a:pt x="199" y="0"/>
                    <a:pt x="181" y="0"/>
                    <a:pt x="170" y="11"/>
                  </a:cubicBezTo>
                  <a:cubicBezTo>
                    <a:pt x="11" y="170"/>
                    <a:pt x="11" y="170"/>
                    <a:pt x="11" y="170"/>
                  </a:cubicBezTo>
                  <a:cubicBezTo>
                    <a:pt x="0" y="181"/>
                    <a:pt x="0" y="199"/>
                    <a:pt x="11" y="210"/>
                  </a:cubicBezTo>
                  <a:cubicBezTo>
                    <a:pt x="197" y="396"/>
                    <a:pt x="197" y="396"/>
                    <a:pt x="197" y="396"/>
                  </a:cubicBezTo>
                  <a:cubicBezTo>
                    <a:pt x="208" y="407"/>
                    <a:pt x="226" y="407"/>
                    <a:pt x="237" y="396"/>
                  </a:cubicBezTo>
                  <a:cubicBezTo>
                    <a:pt x="396" y="237"/>
                    <a:pt x="396" y="237"/>
                    <a:pt x="396" y="237"/>
                  </a:cubicBezTo>
                  <a:cubicBezTo>
                    <a:pt x="407" y="226"/>
                    <a:pt x="407" y="208"/>
                    <a:pt x="396" y="197"/>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548" name="Google Shape;548;p22"/>
            <p:cNvSpPr/>
            <p:nvPr/>
          </p:nvSpPr>
          <p:spPr>
            <a:xfrm>
              <a:off x="6170613" y="1617663"/>
              <a:ext cx="1736725" cy="1731963"/>
            </a:xfrm>
            <a:custGeom>
              <a:rect b="b" l="l" r="r" t="t"/>
              <a:pathLst>
                <a:path extrusionOk="0" h="459" w="460">
                  <a:moveTo>
                    <a:pt x="434" y="390"/>
                  </a:moveTo>
                  <a:cubicBezTo>
                    <a:pt x="69" y="25"/>
                    <a:pt x="69" y="25"/>
                    <a:pt x="69" y="25"/>
                  </a:cubicBezTo>
                  <a:cubicBezTo>
                    <a:pt x="44" y="0"/>
                    <a:pt x="0" y="18"/>
                    <a:pt x="0" y="54"/>
                  </a:cubicBezTo>
                  <a:cubicBezTo>
                    <a:pt x="0" y="419"/>
                    <a:pt x="0" y="419"/>
                    <a:pt x="0" y="419"/>
                  </a:cubicBezTo>
                  <a:cubicBezTo>
                    <a:pt x="0" y="441"/>
                    <a:pt x="18" y="459"/>
                    <a:pt x="40" y="459"/>
                  </a:cubicBezTo>
                  <a:cubicBezTo>
                    <a:pt x="406" y="459"/>
                    <a:pt x="406" y="459"/>
                    <a:pt x="406" y="459"/>
                  </a:cubicBezTo>
                  <a:cubicBezTo>
                    <a:pt x="442" y="459"/>
                    <a:pt x="460" y="416"/>
                    <a:pt x="434" y="390"/>
                  </a:cubicBezTo>
                  <a:close/>
                </a:path>
              </a:pathLst>
            </a:custGeom>
            <a:solidFill>
              <a:schemeClr val="accent1"/>
            </a:solidFill>
            <a:ln>
              <a:noFill/>
            </a:ln>
            <a:effectLst>
              <a:outerShdw blurRad="381000" rotWithShape="0" algn="ctr" dir="5400000" dist="127000">
                <a:srgbClr val="000000">
                  <a:alpha val="2901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Otro ejemplo</a:t>
            </a:r>
            <a:endParaRPr/>
          </a:p>
        </p:txBody>
      </p:sp>
      <p:sp>
        <p:nvSpPr>
          <p:cNvPr id="554" name="Google Shape;554;p23"/>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555" name="Google Shape;555;p23"/>
          <p:cNvSpPr/>
          <p:nvPr/>
        </p:nvSpPr>
        <p:spPr>
          <a:xfrm>
            <a:off x="1076324" y="1795857"/>
            <a:ext cx="9982202" cy="1633143"/>
          </a:xfrm>
          <a:prstGeom prst="roundRect">
            <a:avLst>
              <a:gd fmla="val 13460"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Hay un archivo que contiene un número en cada línea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Queremos determinar la cantidad de dichos números que están entre ±10% del promedio de los números</a:t>
            </a:r>
            <a:endParaRPr b="0" i="0" sz="1400" u="none" cap="none" strike="noStrike">
              <a:solidFill>
                <a:srgbClr val="000000"/>
              </a:solidFill>
              <a:latin typeface="Arial"/>
              <a:ea typeface="Arial"/>
              <a:cs typeface="Arial"/>
              <a:sym typeface="Arial"/>
            </a:endParaRPr>
          </a:p>
        </p:txBody>
      </p:sp>
      <p:grpSp>
        <p:nvGrpSpPr>
          <p:cNvPr id="556" name="Google Shape;556;p23"/>
          <p:cNvGrpSpPr/>
          <p:nvPr/>
        </p:nvGrpSpPr>
        <p:grpSpPr>
          <a:xfrm>
            <a:off x="1618593" y="3624657"/>
            <a:ext cx="8954814" cy="2862810"/>
            <a:chOff x="1324303" y="3429000"/>
            <a:chExt cx="8954814" cy="2862810"/>
          </a:xfrm>
        </p:grpSpPr>
        <p:cxnSp>
          <p:nvCxnSpPr>
            <p:cNvPr id="557" name="Google Shape;557;p23"/>
            <p:cNvCxnSpPr/>
            <p:nvPr/>
          </p:nvCxnSpPr>
          <p:spPr>
            <a:xfrm>
              <a:off x="1324303" y="4635062"/>
              <a:ext cx="8954814" cy="0"/>
            </a:xfrm>
            <a:prstGeom prst="straightConnector1">
              <a:avLst/>
            </a:prstGeom>
            <a:noFill/>
            <a:ln cap="flat" cmpd="sng" w="28575">
              <a:solidFill>
                <a:schemeClr val="accent1"/>
              </a:solidFill>
              <a:prstDash val="solid"/>
              <a:miter lim="800000"/>
              <a:headEnd len="sm" w="sm" type="none"/>
              <a:tailEnd len="sm" w="sm" type="none"/>
            </a:ln>
          </p:spPr>
        </p:cxnSp>
        <p:sp>
          <p:nvSpPr>
            <p:cNvPr id="558" name="Google Shape;558;p23"/>
            <p:cNvSpPr/>
            <p:nvPr/>
          </p:nvSpPr>
          <p:spPr>
            <a:xfrm>
              <a:off x="5297214" y="4792713"/>
              <a:ext cx="520262" cy="677917"/>
            </a:xfrm>
            <a:prstGeom prst="upArrow">
              <a:avLst>
                <a:gd fmla="val 50000" name="adj1"/>
                <a:gd fmla="val 50000" name="adj2"/>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59" name="Google Shape;559;p23"/>
            <p:cNvSpPr txBox="1"/>
            <p:nvPr/>
          </p:nvSpPr>
          <p:spPr>
            <a:xfrm>
              <a:off x="4662653" y="5599313"/>
              <a:ext cx="1734201"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dk1"/>
                  </a:solidFill>
                  <a:latin typeface="Poppins"/>
                  <a:ea typeface="Poppins"/>
                  <a:cs typeface="Poppins"/>
                  <a:sym typeface="Poppins"/>
                </a:rPr>
                <a:t>promedio</a:t>
              </a:r>
              <a:endParaRPr b="0" i="0" sz="1400" u="none" cap="none" strike="noStrike">
                <a:solidFill>
                  <a:srgbClr val="000000"/>
                </a:solidFill>
                <a:latin typeface="Arial"/>
                <a:ea typeface="Arial"/>
                <a:cs typeface="Arial"/>
                <a:sym typeface="Arial"/>
              </a:endParaRPr>
            </a:p>
          </p:txBody>
        </p:sp>
        <p:sp>
          <p:nvSpPr>
            <p:cNvPr id="560" name="Google Shape;560;p23"/>
            <p:cNvSpPr/>
            <p:nvPr/>
          </p:nvSpPr>
          <p:spPr>
            <a:xfrm>
              <a:off x="2727434" y="3787211"/>
              <a:ext cx="567559" cy="520255"/>
            </a:xfrm>
            <a:prstGeom prst="ellipse">
              <a:avLst/>
            </a:prstGeom>
            <a:solidFill>
              <a:schemeClr val="accent1"/>
            </a:solidFill>
            <a:ln cap="flat" cmpd="sng" w="12700">
              <a:solidFill>
                <a:srgbClr val="0045B5"/>
              </a:solidFill>
              <a:prstDash val="solid"/>
              <a:miter lim="800000"/>
              <a:headEnd len="sm" w="sm" type="none"/>
              <a:tailEnd len="sm" w="sm" type="none"/>
            </a:ln>
          </p:spPr>
          <p:txBody>
            <a:bodyPr anchorCtr="0" anchor="ctr" bIns="0" lIns="91425" spcFirstLastPara="1" rIns="91425" wrap="square" tIns="720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N</a:t>
              </a:r>
              <a:endParaRPr b="0" i="0" sz="1400" u="none" cap="none" strike="noStrike">
                <a:solidFill>
                  <a:srgbClr val="000000"/>
                </a:solidFill>
                <a:latin typeface="Arial"/>
                <a:ea typeface="Arial"/>
                <a:cs typeface="Arial"/>
                <a:sym typeface="Arial"/>
              </a:endParaRPr>
            </a:p>
          </p:txBody>
        </p:sp>
        <p:sp>
          <p:nvSpPr>
            <p:cNvPr id="561" name="Google Shape;561;p23"/>
            <p:cNvSpPr/>
            <p:nvPr/>
          </p:nvSpPr>
          <p:spPr>
            <a:xfrm>
              <a:off x="1516117" y="3785443"/>
              <a:ext cx="567559" cy="520255"/>
            </a:xfrm>
            <a:prstGeom prst="ellipse">
              <a:avLst/>
            </a:prstGeom>
            <a:solidFill>
              <a:schemeClr val="accent1"/>
            </a:solidFill>
            <a:ln cap="flat" cmpd="sng" w="12700">
              <a:solidFill>
                <a:srgbClr val="0045B5"/>
              </a:solidFill>
              <a:prstDash val="solid"/>
              <a:miter lim="800000"/>
              <a:headEnd len="sm" w="sm" type="none"/>
              <a:tailEnd len="sm" w="sm" type="none"/>
            </a:ln>
          </p:spPr>
          <p:txBody>
            <a:bodyPr anchorCtr="0" anchor="ctr" bIns="0" lIns="91425" spcFirstLastPara="1" rIns="91425" wrap="square" tIns="720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N</a:t>
              </a:r>
              <a:endParaRPr b="0" i="0" sz="1400" u="none" cap="none" strike="noStrike">
                <a:solidFill>
                  <a:srgbClr val="000000"/>
                </a:solidFill>
                <a:latin typeface="Arial"/>
                <a:ea typeface="Arial"/>
                <a:cs typeface="Arial"/>
                <a:sym typeface="Arial"/>
              </a:endParaRPr>
            </a:p>
          </p:txBody>
        </p:sp>
        <p:sp>
          <p:nvSpPr>
            <p:cNvPr id="562" name="Google Shape;562;p23"/>
            <p:cNvSpPr/>
            <p:nvPr/>
          </p:nvSpPr>
          <p:spPr>
            <a:xfrm>
              <a:off x="5646682" y="3792100"/>
              <a:ext cx="567559" cy="518487"/>
            </a:xfrm>
            <a:prstGeom prst="ellipse">
              <a:avLst/>
            </a:prstGeom>
            <a:solidFill>
              <a:schemeClr val="accent1"/>
            </a:solidFill>
            <a:ln cap="flat" cmpd="sng" w="12700">
              <a:solidFill>
                <a:srgbClr val="0045B5"/>
              </a:solidFill>
              <a:prstDash val="solid"/>
              <a:miter lim="800000"/>
              <a:headEnd len="sm" w="sm" type="none"/>
              <a:tailEnd len="sm" w="sm" type="none"/>
            </a:ln>
          </p:spPr>
          <p:txBody>
            <a:bodyPr anchorCtr="0" anchor="ctr" bIns="0" lIns="91425" spcFirstLastPara="1" rIns="91425" wrap="square" tIns="720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N</a:t>
              </a:r>
              <a:endParaRPr b="0" i="0" sz="1400" u="none" cap="none" strike="noStrike">
                <a:solidFill>
                  <a:srgbClr val="000000"/>
                </a:solidFill>
                <a:latin typeface="Arial"/>
                <a:ea typeface="Arial"/>
                <a:cs typeface="Arial"/>
                <a:sym typeface="Arial"/>
              </a:endParaRPr>
            </a:p>
          </p:txBody>
        </p:sp>
        <p:sp>
          <p:nvSpPr>
            <p:cNvPr id="563" name="Google Shape;563;p23"/>
            <p:cNvSpPr/>
            <p:nvPr/>
          </p:nvSpPr>
          <p:spPr>
            <a:xfrm>
              <a:off x="6395544" y="3792101"/>
              <a:ext cx="567559" cy="518487"/>
            </a:xfrm>
            <a:prstGeom prst="ellipse">
              <a:avLst/>
            </a:prstGeom>
            <a:solidFill>
              <a:schemeClr val="accent1"/>
            </a:solidFill>
            <a:ln cap="flat" cmpd="sng" w="12700">
              <a:solidFill>
                <a:srgbClr val="0045B5"/>
              </a:solidFill>
              <a:prstDash val="solid"/>
              <a:miter lim="800000"/>
              <a:headEnd len="sm" w="sm" type="none"/>
              <a:tailEnd len="sm" w="sm" type="none"/>
            </a:ln>
          </p:spPr>
          <p:txBody>
            <a:bodyPr anchorCtr="0" anchor="ctr" bIns="0" lIns="91425" spcFirstLastPara="1" rIns="91425" wrap="square" tIns="720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N</a:t>
              </a:r>
              <a:endParaRPr b="0" i="0" sz="1400" u="none" cap="none" strike="noStrike">
                <a:solidFill>
                  <a:srgbClr val="000000"/>
                </a:solidFill>
                <a:latin typeface="Arial"/>
                <a:ea typeface="Arial"/>
                <a:cs typeface="Arial"/>
                <a:sym typeface="Arial"/>
              </a:endParaRPr>
            </a:p>
          </p:txBody>
        </p:sp>
        <p:sp>
          <p:nvSpPr>
            <p:cNvPr id="564" name="Google Shape;564;p23"/>
            <p:cNvSpPr/>
            <p:nvPr/>
          </p:nvSpPr>
          <p:spPr>
            <a:xfrm>
              <a:off x="3903279" y="3792101"/>
              <a:ext cx="567559" cy="520255"/>
            </a:xfrm>
            <a:prstGeom prst="ellipse">
              <a:avLst/>
            </a:prstGeom>
            <a:solidFill>
              <a:schemeClr val="accent1"/>
            </a:solidFill>
            <a:ln cap="flat" cmpd="sng" w="12700">
              <a:solidFill>
                <a:srgbClr val="0045B5"/>
              </a:solidFill>
              <a:prstDash val="solid"/>
              <a:miter lim="800000"/>
              <a:headEnd len="sm" w="sm" type="none"/>
              <a:tailEnd len="sm" w="sm" type="none"/>
            </a:ln>
          </p:spPr>
          <p:txBody>
            <a:bodyPr anchorCtr="0" anchor="ctr" bIns="0" lIns="91425" spcFirstLastPara="1" rIns="91425" wrap="square" tIns="720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N</a:t>
              </a:r>
              <a:endParaRPr b="0" i="0" sz="1400" u="none" cap="none" strike="noStrike">
                <a:solidFill>
                  <a:srgbClr val="000000"/>
                </a:solidFill>
                <a:latin typeface="Arial"/>
                <a:ea typeface="Arial"/>
                <a:cs typeface="Arial"/>
                <a:sym typeface="Arial"/>
              </a:endParaRPr>
            </a:p>
          </p:txBody>
        </p:sp>
        <p:sp>
          <p:nvSpPr>
            <p:cNvPr id="565" name="Google Shape;565;p23"/>
            <p:cNvSpPr/>
            <p:nvPr/>
          </p:nvSpPr>
          <p:spPr>
            <a:xfrm>
              <a:off x="4540468" y="3792100"/>
              <a:ext cx="567559" cy="520255"/>
            </a:xfrm>
            <a:prstGeom prst="ellipse">
              <a:avLst/>
            </a:prstGeom>
            <a:solidFill>
              <a:schemeClr val="accent1"/>
            </a:solidFill>
            <a:ln cap="flat" cmpd="sng" w="12700">
              <a:solidFill>
                <a:srgbClr val="0045B5"/>
              </a:solidFill>
              <a:prstDash val="solid"/>
              <a:miter lim="800000"/>
              <a:headEnd len="sm" w="sm" type="none"/>
              <a:tailEnd len="sm" w="sm" type="none"/>
            </a:ln>
          </p:spPr>
          <p:txBody>
            <a:bodyPr anchorCtr="0" anchor="ctr" bIns="0" lIns="91425" spcFirstLastPara="1" rIns="91425" wrap="square" tIns="720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N</a:t>
              </a:r>
              <a:endParaRPr b="0" i="0" sz="1400" u="none" cap="none" strike="noStrike">
                <a:solidFill>
                  <a:srgbClr val="000000"/>
                </a:solidFill>
                <a:latin typeface="Arial"/>
                <a:ea typeface="Arial"/>
                <a:cs typeface="Arial"/>
                <a:sym typeface="Arial"/>
              </a:endParaRPr>
            </a:p>
          </p:txBody>
        </p:sp>
        <p:sp>
          <p:nvSpPr>
            <p:cNvPr id="566" name="Google Shape;566;p23"/>
            <p:cNvSpPr/>
            <p:nvPr/>
          </p:nvSpPr>
          <p:spPr>
            <a:xfrm>
              <a:off x="7587156" y="3788955"/>
              <a:ext cx="567559" cy="518487"/>
            </a:xfrm>
            <a:prstGeom prst="ellipse">
              <a:avLst/>
            </a:prstGeom>
            <a:solidFill>
              <a:schemeClr val="accent1"/>
            </a:solidFill>
            <a:ln cap="flat" cmpd="sng" w="12700">
              <a:solidFill>
                <a:srgbClr val="0045B5"/>
              </a:solidFill>
              <a:prstDash val="solid"/>
              <a:miter lim="800000"/>
              <a:headEnd len="sm" w="sm" type="none"/>
              <a:tailEnd len="sm" w="sm" type="none"/>
            </a:ln>
          </p:spPr>
          <p:txBody>
            <a:bodyPr anchorCtr="0" anchor="ctr" bIns="0" lIns="91425" spcFirstLastPara="1" rIns="91425" wrap="square" tIns="720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N</a:t>
              </a:r>
              <a:endParaRPr b="0" i="0" sz="1400" u="none" cap="none" strike="noStrike">
                <a:solidFill>
                  <a:srgbClr val="000000"/>
                </a:solidFill>
                <a:latin typeface="Arial"/>
                <a:ea typeface="Arial"/>
                <a:cs typeface="Arial"/>
                <a:sym typeface="Arial"/>
              </a:endParaRPr>
            </a:p>
          </p:txBody>
        </p:sp>
        <p:sp>
          <p:nvSpPr>
            <p:cNvPr id="567" name="Google Shape;567;p23"/>
            <p:cNvSpPr/>
            <p:nvPr/>
          </p:nvSpPr>
          <p:spPr>
            <a:xfrm>
              <a:off x="9280634" y="3787211"/>
              <a:ext cx="567559" cy="518487"/>
            </a:xfrm>
            <a:prstGeom prst="ellipse">
              <a:avLst/>
            </a:prstGeom>
            <a:solidFill>
              <a:schemeClr val="accent1"/>
            </a:solidFill>
            <a:ln cap="flat" cmpd="sng" w="12700">
              <a:solidFill>
                <a:srgbClr val="0045B5"/>
              </a:solidFill>
              <a:prstDash val="solid"/>
              <a:miter lim="800000"/>
              <a:headEnd len="sm" w="sm" type="none"/>
              <a:tailEnd len="sm" w="sm" type="none"/>
            </a:ln>
          </p:spPr>
          <p:txBody>
            <a:bodyPr anchorCtr="0" anchor="ctr" bIns="0" lIns="91425" spcFirstLastPara="1" rIns="91425" wrap="square" tIns="720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N</a:t>
              </a:r>
              <a:endParaRPr b="0" i="0" sz="1400" u="none" cap="none" strike="noStrike">
                <a:solidFill>
                  <a:srgbClr val="000000"/>
                </a:solidFill>
                <a:latin typeface="Arial"/>
                <a:ea typeface="Arial"/>
                <a:cs typeface="Arial"/>
                <a:sym typeface="Arial"/>
              </a:endParaRPr>
            </a:p>
          </p:txBody>
        </p:sp>
        <p:cxnSp>
          <p:nvCxnSpPr>
            <p:cNvPr id="568" name="Google Shape;568;p23"/>
            <p:cNvCxnSpPr/>
            <p:nvPr/>
          </p:nvCxnSpPr>
          <p:spPr>
            <a:xfrm>
              <a:off x="3626069" y="3429000"/>
              <a:ext cx="0" cy="2041630"/>
            </a:xfrm>
            <a:prstGeom prst="straightConnector1">
              <a:avLst/>
            </a:prstGeom>
            <a:noFill/>
            <a:ln cap="flat" cmpd="sng" w="38100">
              <a:solidFill>
                <a:schemeClr val="accent1"/>
              </a:solidFill>
              <a:prstDash val="dash"/>
              <a:miter lim="800000"/>
              <a:headEnd len="sm" w="sm" type="none"/>
              <a:tailEnd len="sm" w="sm" type="none"/>
            </a:ln>
          </p:spPr>
        </p:cxnSp>
        <p:sp>
          <p:nvSpPr>
            <p:cNvPr id="569" name="Google Shape;569;p23"/>
            <p:cNvSpPr txBox="1"/>
            <p:nvPr/>
          </p:nvSpPr>
          <p:spPr>
            <a:xfrm>
              <a:off x="2669628" y="5583423"/>
              <a:ext cx="1734201"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dk1"/>
                  </a:solidFill>
                  <a:latin typeface="Poppins"/>
                  <a:ea typeface="Poppins"/>
                  <a:cs typeface="Poppins"/>
                  <a:sym typeface="Poppins"/>
                </a:rPr>
                <a:t>-10% del promedio</a:t>
              </a:r>
              <a:endParaRPr b="0" i="0" sz="1400" u="none" cap="none" strike="noStrike">
                <a:solidFill>
                  <a:srgbClr val="000000"/>
                </a:solidFill>
                <a:latin typeface="Arial"/>
                <a:ea typeface="Arial"/>
                <a:cs typeface="Arial"/>
                <a:sym typeface="Arial"/>
              </a:endParaRPr>
            </a:p>
          </p:txBody>
        </p:sp>
        <p:cxnSp>
          <p:nvCxnSpPr>
            <p:cNvPr id="570" name="Google Shape;570;p23"/>
            <p:cNvCxnSpPr/>
            <p:nvPr/>
          </p:nvCxnSpPr>
          <p:spPr>
            <a:xfrm>
              <a:off x="7325710" y="3491056"/>
              <a:ext cx="0" cy="2041630"/>
            </a:xfrm>
            <a:prstGeom prst="straightConnector1">
              <a:avLst/>
            </a:prstGeom>
            <a:noFill/>
            <a:ln cap="flat" cmpd="sng" w="38100">
              <a:solidFill>
                <a:schemeClr val="accent1"/>
              </a:solidFill>
              <a:prstDash val="dash"/>
              <a:miter lim="800000"/>
              <a:headEnd len="sm" w="sm" type="none"/>
              <a:tailEnd len="sm" w="sm" type="none"/>
            </a:ln>
          </p:spPr>
        </p:cxnSp>
        <p:sp>
          <p:nvSpPr>
            <p:cNvPr id="571" name="Google Shape;571;p23"/>
            <p:cNvSpPr txBox="1"/>
            <p:nvPr/>
          </p:nvSpPr>
          <p:spPr>
            <a:xfrm>
              <a:off x="6369269" y="5645479"/>
              <a:ext cx="1734201"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dk1"/>
                  </a:solidFill>
                  <a:latin typeface="Poppins"/>
                  <a:ea typeface="Poppins"/>
                  <a:cs typeface="Poppins"/>
                  <a:sym typeface="Poppins"/>
                </a:rPr>
                <a:t>+10% del promedio</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5"/>
                                        </p:tgtEl>
                                        <p:attrNameLst>
                                          <p:attrName>style.visibility</p:attrName>
                                        </p:attrNameLst>
                                      </p:cBhvr>
                                      <p:to>
                                        <p:strVal val="visible"/>
                                      </p:to>
                                    </p:set>
                                    <p:anim calcmode="lin" valueType="num">
                                      <p:cBhvr additive="base">
                                        <p:cTn dur="500"/>
                                        <p:tgtEl>
                                          <p:spTgt spid="5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6"/>
                                        </p:tgtEl>
                                        <p:attrNameLst>
                                          <p:attrName>style.visibility</p:attrName>
                                        </p:attrNameLst>
                                      </p:cBhvr>
                                      <p:to>
                                        <p:strVal val="visible"/>
                                      </p:to>
                                    </p:set>
                                    <p:anim calcmode="lin" valueType="num">
                                      <p:cBhvr additive="base">
                                        <p:cTn dur="500"/>
                                        <p:tgtEl>
                                          <p:spTgt spid="55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4"/>
          <p:cNvSpPr/>
          <p:nvPr/>
        </p:nvSpPr>
        <p:spPr>
          <a:xfrm>
            <a:off x="6096000" y="638502"/>
            <a:ext cx="5777248" cy="3200401"/>
          </a:xfrm>
          <a:prstGeom prst="roundRect">
            <a:avLst>
              <a:gd fmla="val 547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Ahora, recorremos la lista y si el </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elemento está dentro de los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límites, lo contamos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cantidad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x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numeros</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if</a:t>
            </a:r>
            <a:r>
              <a:rPr b="0" i="0" lang="es-CL" sz="2000" u="none" cap="none" strike="noStrike">
                <a:solidFill>
                  <a:srgbClr val="333333"/>
                </a:solidFill>
                <a:latin typeface="Consolas"/>
                <a:ea typeface="Consolas"/>
                <a:cs typeface="Consolas"/>
                <a:sym typeface="Consolas"/>
              </a:rPr>
              <a:t> x </a:t>
            </a:r>
            <a:r>
              <a:rPr b="0" i="0" lang="es-CL" sz="2000" u="none" cap="none" strike="noStrike">
                <a:solidFill>
                  <a:srgbClr val="777777"/>
                </a:solidFill>
                <a:latin typeface="Consolas"/>
                <a:ea typeface="Consolas"/>
                <a:cs typeface="Consolas"/>
                <a:sym typeface="Consolas"/>
              </a:rPr>
              <a:t>&gt;=</a:t>
            </a:r>
            <a:r>
              <a:rPr b="0" i="0" lang="es-CL" sz="2000" u="none" cap="none" strike="noStrike">
                <a:solidFill>
                  <a:srgbClr val="333333"/>
                </a:solidFill>
                <a:latin typeface="Consolas"/>
                <a:ea typeface="Consolas"/>
                <a:cs typeface="Consolas"/>
                <a:sym typeface="Consolas"/>
              </a:rPr>
              <a:t> limite1 </a:t>
            </a:r>
            <a:r>
              <a:rPr b="0" i="0" lang="es-CL" sz="2000" u="none" cap="none" strike="noStrike">
                <a:solidFill>
                  <a:srgbClr val="777777"/>
                </a:solidFill>
                <a:latin typeface="Consolas"/>
                <a:ea typeface="Consolas"/>
                <a:cs typeface="Consolas"/>
                <a:sym typeface="Consolas"/>
              </a:rPr>
              <a:t>and</a:t>
            </a:r>
            <a:r>
              <a:rPr b="0" i="0" lang="es-CL" sz="2000" u="none" cap="none" strike="noStrike">
                <a:solidFill>
                  <a:srgbClr val="333333"/>
                </a:solidFill>
                <a:latin typeface="Consolas"/>
                <a:ea typeface="Consolas"/>
                <a:cs typeface="Consolas"/>
                <a:sym typeface="Consolas"/>
              </a:rPr>
              <a:t> x </a:t>
            </a:r>
            <a:r>
              <a:rPr b="0" i="0" lang="es-CL" sz="2000" u="none" cap="none" strike="noStrike">
                <a:solidFill>
                  <a:srgbClr val="777777"/>
                </a:solidFill>
                <a:latin typeface="Consolas"/>
                <a:ea typeface="Consolas"/>
                <a:cs typeface="Consolas"/>
                <a:sym typeface="Consolas"/>
              </a:rPr>
              <a:t>&lt;=</a:t>
            </a:r>
            <a:r>
              <a:rPr b="0" i="0" lang="es-CL" sz="2000" u="none" cap="none" strike="noStrike">
                <a:solidFill>
                  <a:srgbClr val="333333"/>
                </a:solidFill>
                <a:latin typeface="Consolas"/>
                <a:ea typeface="Consolas"/>
                <a:cs typeface="Consolas"/>
                <a:sym typeface="Consolas"/>
              </a:rPr>
              <a:t> limite2</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cantidad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cantidad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cantidad</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578" name="Google Shape;578;p24"/>
          <p:cNvSpPr/>
          <p:nvPr/>
        </p:nvSpPr>
        <p:spPr>
          <a:xfrm>
            <a:off x="387450" y="638502"/>
            <a:ext cx="5556150" cy="5541582"/>
          </a:xfrm>
          <a:prstGeom prst="roundRect">
            <a:avLst>
              <a:gd fmla="val 371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arch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open</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numeros.txt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r</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Primero, vamos a leer todos los </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números del archivo</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numeros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linea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arch</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readline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strip</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4B69C6"/>
                </a:solidFill>
                <a:latin typeface="Consolas"/>
                <a:ea typeface="Consolas"/>
                <a:cs typeface="Consolas"/>
                <a:sym typeface="Consolas"/>
              </a:rPr>
              <a:t>while</a:t>
            </a:r>
            <a:r>
              <a:rPr b="0" i="0" lang="es-CL" sz="2000" u="none" cap="none" strike="noStrike">
                <a:solidFill>
                  <a:srgbClr val="333333"/>
                </a:solidFill>
                <a:latin typeface="Consolas"/>
                <a:ea typeface="Consolas"/>
                <a:cs typeface="Consolas"/>
                <a:sym typeface="Consolas"/>
              </a:rPr>
              <a:t> linea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numero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A3E9D"/>
                </a:solidFill>
                <a:latin typeface="Consolas"/>
                <a:ea typeface="Consolas"/>
                <a:cs typeface="Consolas"/>
                <a:sym typeface="Consolas"/>
              </a:rPr>
              <a:t>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linea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numeros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append</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numero</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linea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arch</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readline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strip</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Ahora, vamos a imprimir todos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aquellos que estén dentro de los # límites. Antes, necesitamos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conocer esos límites: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prom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calcularPromedio</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numeros</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limite1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prom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0.9</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limite2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prom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1.1</a:t>
            </a:r>
            <a:endParaRPr b="0" i="0" sz="20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25"/>
          <p:cNvSpPr/>
          <p:nvPr/>
        </p:nvSpPr>
        <p:spPr>
          <a:xfrm>
            <a:off x="3008585" y="1143000"/>
            <a:ext cx="6174830" cy="4572000"/>
          </a:xfrm>
          <a:prstGeom prst="roundRect">
            <a:avLst>
              <a:gd fmla="val 371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Esta función recibe una lista como</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parámetro y retorna el valor</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promedio de los elementos de la lista</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7A3E9D"/>
                </a:solidFill>
                <a:latin typeface="Consolas"/>
                <a:ea typeface="Consolas"/>
                <a:cs typeface="Consolas"/>
                <a:sym typeface="Consolas"/>
              </a:rPr>
              <a:t>def</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calcularPromedio</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7A3E9D"/>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1" lang="es-CL" sz="2000" u="none" cap="none" strike="noStrike">
                <a:solidFill>
                  <a:srgbClr val="AAAAAA"/>
                </a:solidFill>
                <a:latin typeface="Consolas"/>
                <a:ea typeface="Consolas"/>
                <a:cs typeface="Consolas"/>
                <a:sym typeface="Consolas"/>
              </a:rPr>
              <a:t># Retorna la cantidad de elementos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1" lang="es-CL" sz="2000" u="none" cap="none" strike="noStrike">
                <a:solidFill>
                  <a:srgbClr val="AAAAAA"/>
                </a:solidFill>
                <a:latin typeface="Consolas"/>
                <a:ea typeface="Consolas"/>
                <a:cs typeface="Consolas"/>
                <a:sym typeface="Consolas"/>
              </a:rPr>
              <a:t># presentes en la lista</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num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len</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i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num</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i</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promedio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num</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return</a:t>
            </a:r>
            <a:r>
              <a:rPr b="0" i="0" lang="es-CL" sz="2000" u="none" cap="none" strike="noStrike">
                <a:solidFill>
                  <a:srgbClr val="333333"/>
                </a:solidFill>
                <a:latin typeface="Consolas"/>
                <a:ea typeface="Consolas"/>
                <a:cs typeface="Consolas"/>
                <a:sym typeface="Consolas"/>
              </a:rPr>
              <a:t> promedio</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2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Pero podemos hacerlo mejor</a:t>
            </a:r>
            <a:endParaRPr/>
          </a:p>
        </p:txBody>
      </p:sp>
      <p:sp>
        <p:nvSpPr>
          <p:cNvPr id="590" name="Google Shape;590;p26"/>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591" name="Google Shape;591;p26"/>
          <p:cNvSpPr/>
          <p:nvPr/>
        </p:nvSpPr>
        <p:spPr>
          <a:xfrm>
            <a:off x="1112989" y="1930701"/>
            <a:ext cx="9982202" cy="3043320"/>
          </a:xfrm>
          <a:prstGeom prst="roundRect">
            <a:avLst>
              <a:gd fmla="val 999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Fíjate que este problema tiene 3 etapas bien definidas:</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Obtener los datos</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Calcular</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Comunicar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¿Qué podemos hacer para que el código quede mejor?</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91"/>
                                        </p:tgtEl>
                                        <p:attrNameLst>
                                          <p:attrName>style.visibility</p:attrName>
                                        </p:attrNameLst>
                                      </p:cBhvr>
                                      <p:to>
                                        <p:strVal val="visible"/>
                                      </p:to>
                                    </p:set>
                                    <p:anim calcmode="lin" valueType="num">
                                      <p:cBhvr additive="base">
                                        <p:cTn dur="500"/>
                                        <p:tgtEl>
                                          <p:spTgt spid="591"/>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591">
                                            <p:txEl>
                                              <p:pRg end="0" st="0"/>
                                            </p:txEl>
                                          </p:spTgt>
                                        </p:tgtEl>
                                        <p:attrNameLst>
                                          <p:attrName>style.visibility</p:attrName>
                                        </p:attrNameLst>
                                      </p:cBhvr>
                                      <p:to>
                                        <p:strVal val="visible"/>
                                      </p:to>
                                    </p:set>
                                    <p:animEffect filter="fade" transition="in">
                                      <p:cBhvr>
                                        <p:cTn dur="1000"/>
                                        <p:tgtEl>
                                          <p:spTgt spid="59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1">
                                            <p:txEl>
                                              <p:pRg end="1" st="1"/>
                                            </p:txEl>
                                          </p:spTgt>
                                        </p:tgtEl>
                                        <p:attrNameLst>
                                          <p:attrName>style.visibility</p:attrName>
                                        </p:attrNameLst>
                                      </p:cBhvr>
                                      <p:to>
                                        <p:strVal val="visible"/>
                                      </p:to>
                                    </p:set>
                                    <p:animEffect filter="fade" transition="in">
                                      <p:cBhvr>
                                        <p:cTn dur="1000"/>
                                        <p:tgtEl>
                                          <p:spTgt spid="591">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1">
                                            <p:txEl>
                                              <p:pRg end="2" st="2"/>
                                            </p:txEl>
                                          </p:spTgt>
                                        </p:tgtEl>
                                        <p:attrNameLst>
                                          <p:attrName>style.visibility</p:attrName>
                                        </p:attrNameLst>
                                      </p:cBhvr>
                                      <p:to>
                                        <p:strVal val="visible"/>
                                      </p:to>
                                    </p:set>
                                    <p:animEffect filter="fade" transition="in">
                                      <p:cBhvr>
                                        <p:cTn dur="1000"/>
                                        <p:tgtEl>
                                          <p:spTgt spid="591">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1">
                                            <p:txEl>
                                              <p:pRg end="3" st="3"/>
                                            </p:txEl>
                                          </p:spTgt>
                                        </p:tgtEl>
                                        <p:attrNameLst>
                                          <p:attrName>style.visibility</p:attrName>
                                        </p:attrNameLst>
                                      </p:cBhvr>
                                      <p:to>
                                        <p:strVal val="visible"/>
                                      </p:to>
                                    </p:set>
                                    <p:animEffect filter="fade" transition="in">
                                      <p:cBhvr>
                                        <p:cTn dur="1000"/>
                                        <p:tgtEl>
                                          <p:spTgt spid="591">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591">
                                            <p:txEl>
                                              <p:pRg end="4" st="4"/>
                                            </p:txEl>
                                          </p:spTgt>
                                        </p:tgtEl>
                                        <p:attrNameLst>
                                          <p:attrName>style.visibility</p:attrName>
                                        </p:attrNameLst>
                                      </p:cBhvr>
                                      <p:to>
                                        <p:strVal val="visible"/>
                                      </p:to>
                                    </p:set>
                                    <p:animEffect filter="fade" transition="in">
                                      <p:cBhvr>
                                        <p:cTn dur="1000"/>
                                        <p:tgtEl>
                                          <p:spTgt spid="59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27"/>
          <p:cNvSpPr/>
          <p:nvPr/>
        </p:nvSpPr>
        <p:spPr>
          <a:xfrm>
            <a:off x="3008585" y="788276"/>
            <a:ext cx="6174830" cy="5281448"/>
          </a:xfrm>
          <a:prstGeom prst="roundRect">
            <a:avLst>
              <a:gd fmla="val 371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Obtener datos: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arch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open</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numeros.txt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448C27"/>
                </a:solidFill>
                <a:latin typeface="Consolas"/>
                <a:ea typeface="Consolas"/>
                <a:cs typeface="Consolas"/>
                <a:sym typeface="Consolas"/>
              </a:rPr>
              <a:t>r</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numeros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leerNumeros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arch</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1" lang="es-CL" sz="2000" u="none" cap="none" strike="noStrike">
                <a:solidFill>
                  <a:srgbClr val="AAAAAA"/>
                </a:solidFill>
                <a:latin typeface="Consolas"/>
                <a:ea typeface="Consolas"/>
                <a:cs typeface="Consolas"/>
                <a:sym typeface="Consolas"/>
              </a:rPr>
              <a:t># Calculemos los límites: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prom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calcularPromedio</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numeros</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limite1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prom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0.9</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limite2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prom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1.1</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1" lang="es-CL" sz="2000" u="none" cap="none" strike="noStrike">
                <a:solidFill>
                  <a:srgbClr val="AAAAAA"/>
                </a:solidFill>
                <a:latin typeface="Consolas"/>
                <a:ea typeface="Consolas"/>
                <a:cs typeface="Consolas"/>
                <a:sym typeface="Consolas"/>
              </a:rPr>
              <a:t># Contar</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cantidad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contarDentroLimites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numeros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limite1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limite2</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1" lang="es-CL" sz="2000" u="none" cap="none" strike="noStrike">
                <a:solidFill>
                  <a:srgbClr val="AAAAAA"/>
                </a:solidFill>
                <a:latin typeface="Consolas"/>
                <a:ea typeface="Consolas"/>
                <a:cs typeface="Consolas"/>
                <a:sym typeface="Consolas"/>
              </a:rPr>
              <a:t># Comunicar</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cantidad</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28"/>
          <p:cNvSpPr/>
          <p:nvPr/>
        </p:nvSpPr>
        <p:spPr>
          <a:xfrm>
            <a:off x="3008585" y="1489842"/>
            <a:ext cx="6174830" cy="4414344"/>
          </a:xfrm>
          <a:prstGeom prst="roundRect">
            <a:avLst>
              <a:gd fmla="val 371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Esta función recibe una lista como</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parámetro y retorna el valor</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promedio de los elementos de la lista</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7A3E9D"/>
                </a:solidFill>
                <a:latin typeface="Consolas"/>
                <a:ea typeface="Consolas"/>
                <a:cs typeface="Consolas"/>
                <a:sym typeface="Consolas"/>
              </a:rPr>
              <a:t>def</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calcularPromedio</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7A3E9D"/>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1" lang="es-CL" sz="2000" u="none" cap="none" strike="noStrike">
                <a:solidFill>
                  <a:srgbClr val="AAAAAA"/>
                </a:solidFill>
                <a:latin typeface="Consolas"/>
                <a:ea typeface="Consolas"/>
                <a:cs typeface="Consolas"/>
                <a:sym typeface="Consolas"/>
              </a:rPr>
              <a:t># Retorna la cantidad de elementos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1" lang="es-CL" sz="2000" u="none" cap="none" strike="noStrike">
                <a:solidFill>
                  <a:srgbClr val="AAAAAA"/>
                </a:solidFill>
                <a:latin typeface="Consolas"/>
                <a:ea typeface="Consolas"/>
                <a:cs typeface="Consolas"/>
                <a:sym typeface="Consolas"/>
              </a:rPr>
              <a:t># presentes en la lista</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num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len</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i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num</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i</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promedio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num</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return</a:t>
            </a:r>
            <a:r>
              <a:rPr b="0" i="0" lang="es-CL" sz="2000" u="none" cap="none" strike="noStrike">
                <a:solidFill>
                  <a:srgbClr val="333333"/>
                </a:solidFill>
                <a:latin typeface="Consolas"/>
                <a:ea typeface="Consolas"/>
                <a:cs typeface="Consolas"/>
                <a:sym typeface="Consolas"/>
              </a:rPr>
              <a:t> promedio</a:t>
            </a:r>
            <a:endParaRPr b="0" i="0" sz="1400" u="none" cap="none" strike="noStrike">
              <a:solidFill>
                <a:srgbClr val="000000"/>
              </a:solidFill>
              <a:latin typeface="Arial"/>
              <a:ea typeface="Arial"/>
              <a:cs typeface="Arial"/>
              <a:sym typeface="Arial"/>
            </a:endParaRPr>
          </a:p>
        </p:txBody>
      </p:sp>
      <p:sp>
        <p:nvSpPr>
          <p:cNvPr id="602" name="Google Shape;602;p28"/>
          <p:cNvSpPr txBox="1"/>
          <p:nvPr>
            <p:ph type="title"/>
          </p:nvPr>
        </p:nvSpPr>
        <p:spPr>
          <a:xfrm>
            <a:off x="1049721" y="578618"/>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¿Y el resto del código? 1/3</a:t>
            </a:r>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29"/>
          <p:cNvSpPr/>
          <p:nvPr/>
        </p:nvSpPr>
        <p:spPr>
          <a:xfrm>
            <a:off x="2377966" y="1489842"/>
            <a:ext cx="7436068" cy="4059620"/>
          </a:xfrm>
          <a:prstGeom prst="roundRect">
            <a:avLst>
              <a:gd fmla="val 371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Esta función recibe una lista, y retorna la</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cantidad de elementos de la lista que están</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dentro de los límites. O sea, que sean</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&gt;= a limite1 y &lt;= a límite 2</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7A3E9D"/>
                </a:solidFill>
                <a:latin typeface="Consolas"/>
                <a:ea typeface="Consolas"/>
                <a:cs typeface="Consolas"/>
                <a:sym typeface="Consolas"/>
              </a:rPr>
              <a:t>def</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contarDentroLimites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7A3E9D"/>
                </a:solidFill>
                <a:latin typeface="Consolas"/>
                <a:ea typeface="Consolas"/>
                <a:cs typeface="Consolas"/>
                <a:sym typeface="Consolas"/>
              </a:rPr>
              <a:t>lista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A3E9D"/>
                </a:solidFill>
                <a:latin typeface="Consolas"/>
                <a:ea typeface="Consolas"/>
                <a:cs typeface="Consolas"/>
                <a:sym typeface="Consolas"/>
              </a:rPr>
              <a:t>limite1</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A3E9D"/>
                </a:solidFill>
                <a:latin typeface="Consolas"/>
                <a:ea typeface="Consolas"/>
                <a:cs typeface="Consolas"/>
                <a:sym typeface="Consolas"/>
              </a:rPr>
              <a:t>limite2</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x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lista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if</a:t>
            </a:r>
            <a:r>
              <a:rPr b="0" i="0" lang="es-CL" sz="2000" u="none" cap="none" strike="noStrike">
                <a:solidFill>
                  <a:srgbClr val="333333"/>
                </a:solidFill>
                <a:latin typeface="Consolas"/>
                <a:ea typeface="Consolas"/>
                <a:cs typeface="Consolas"/>
                <a:sym typeface="Consolas"/>
              </a:rPr>
              <a:t> x </a:t>
            </a:r>
            <a:r>
              <a:rPr b="0" i="0" lang="es-CL" sz="2000" u="none" cap="none" strike="noStrike">
                <a:solidFill>
                  <a:srgbClr val="777777"/>
                </a:solidFill>
                <a:latin typeface="Consolas"/>
                <a:ea typeface="Consolas"/>
                <a:cs typeface="Consolas"/>
                <a:sym typeface="Consolas"/>
              </a:rPr>
              <a:t>&gt;=</a:t>
            </a:r>
            <a:r>
              <a:rPr b="0" i="0" lang="es-CL" sz="2000" u="none" cap="none" strike="noStrike">
                <a:solidFill>
                  <a:srgbClr val="333333"/>
                </a:solidFill>
                <a:latin typeface="Consolas"/>
                <a:ea typeface="Consolas"/>
                <a:cs typeface="Consolas"/>
                <a:sym typeface="Consolas"/>
              </a:rPr>
              <a:t> limite1 </a:t>
            </a:r>
            <a:r>
              <a:rPr b="0" i="0" lang="es-CL" sz="2000" u="none" cap="none" strike="noStrike">
                <a:solidFill>
                  <a:srgbClr val="777777"/>
                </a:solidFill>
                <a:latin typeface="Consolas"/>
                <a:ea typeface="Consolas"/>
                <a:cs typeface="Consolas"/>
                <a:sym typeface="Consolas"/>
              </a:rPr>
              <a:t>and</a:t>
            </a:r>
            <a:r>
              <a:rPr b="0" i="0" lang="es-CL" sz="2000" u="none" cap="none" strike="noStrike">
                <a:solidFill>
                  <a:srgbClr val="333333"/>
                </a:solidFill>
                <a:latin typeface="Consolas"/>
                <a:ea typeface="Consolas"/>
                <a:cs typeface="Consolas"/>
                <a:sym typeface="Consolas"/>
              </a:rPr>
              <a:t> x </a:t>
            </a:r>
            <a:r>
              <a:rPr b="0" i="0" lang="es-CL" sz="2000" u="none" cap="none" strike="noStrike">
                <a:solidFill>
                  <a:srgbClr val="777777"/>
                </a:solidFill>
                <a:latin typeface="Consolas"/>
                <a:ea typeface="Consolas"/>
                <a:cs typeface="Consolas"/>
                <a:sym typeface="Consolas"/>
              </a:rPr>
              <a:t>&lt;=</a:t>
            </a:r>
            <a:r>
              <a:rPr b="0" i="0" lang="es-CL" sz="2000" u="none" cap="none" strike="noStrike">
                <a:solidFill>
                  <a:srgbClr val="333333"/>
                </a:solidFill>
                <a:latin typeface="Consolas"/>
                <a:ea typeface="Consolas"/>
                <a:cs typeface="Consolas"/>
                <a:sym typeface="Consolas"/>
              </a:rPr>
              <a:t> limite2</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n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return</a:t>
            </a:r>
            <a:r>
              <a:rPr b="0" i="0" lang="es-CL" sz="2000" u="none" cap="none" strike="noStrike">
                <a:solidFill>
                  <a:srgbClr val="333333"/>
                </a:solidFill>
                <a:latin typeface="Consolas"/>
                <a:ea typeface="Consolas"/>
                <a:cs typeface="Consolas"/>
                <a:sym typeface="Consolas"/>
              </a:rPr>
              <a:t> n</a:t>
            </a:r>
            <a:endParaRPr b="0" i="0" sz="1400" u="none" cap="none" strike="noStrike">
              <a:solidFill>
                <a:srgbClr val="000000"/>
              </a:solidFill>
              <a:latin typeface="Arial"/>
              <a:ea typeface="Arial"/>
              <a:cs typeface="Arial"/>
              <a:sym typeface="Arial"/>
            </a:endParaRPr>
          </a:p>
        </p:txBody>
      </p:sp>
      <p:sp>
        <p:nvSpPr>
          <p:cNvPr id="608" name="Google Shape;608;p29"/>
          <p:cNvSpPr txBox="1"/>
          <p:nvPr>
            <p:ph type="title"/>
          </p:nvPr>
        </p:nvSpPr>
        <p:spPr>
          <a:xfrm>
            <a:off x="1049721" y="578618"/>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¿Y el resto del código? 2/3</a:t>
            </a:r>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30"/>
          <p:cNvSpPr/>
          <p:nvPr/>
        </p:nvSpPr>
        <p:spPr>
          <a:xfrm>
            <a:off x="2377966" y="1489841"/>
            <a:ext cx="7436068" cy="4296103"/>
          </a:xfrm>
          <a:prstGeom prst="roundRect">
            <a:avLst>
              <a:gd fmla="val 3716" name="adj"/>
            </a:avLst>
          </a:prstGeom>
          <a:solidFill>
            <a:srgbClr val="FFFFFF"/>
          </a:solidFill>
          <a:ln>
            <a:noFill/>
          </a:ln>
        </p:spPr>
        <p:txBody>
          <a:bodyPr anchorCtr="0" anchor="ctr" bIns="0" lIns="252000" spcFirstLastPara="1" rIns="180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Esta función lee desde el arch, y</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retorna los números como una lista</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7A3E9D"/>
                </a:solidFill>
                <a:latin typeface="Consolas"/>
                <a:ea typeface="Consolas"/>
                <a:cs typeface="Consolas"/>
                <a:sym typeface="Consolas"/>
              </a:rPr>
              <a:t>def</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leerNumeros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7A3E9D"/>
                </a:solidFill>
                <a:latin typeface="Consolas"/>
                <a:ea typeface="Consolas"/>
                <a:cs typeface="Consolas"/>
                <a:sym typeface="Consolas"/>
              </a:rPr>
              <a:t>arch</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1" lang="es-CL" sz="2000" u="none" cap="none" strike="noStrike">
                <a:solidFill>
                  <a:srgbClr val="AAAAAA"/>
                </a:solidFill>
                <a:latin typeface="Consolas"/>
                <a:ea typeface="Consolas"/>
                <a:cs typeface="Consolas"/>
                <a:sym typeface="Consolas"/>
              </a:rPr>
              <a:t># Primero, vamos a leer todos los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1" lang="es-CL" sz="2000" u="none" cap="none" strike="noStrike">
                <a:solidFill>
                  <a:srgbClr val="AAAAAA"/>
                </a:solidFill>
                <a:latin typeface="Consolas"/>
                <a:ea typeface="Consolas"/>
                <a:cs typeface="Consolas"/>
                <a:sym typeface="Consolas"/>
              </a:rPr>
              <a:t># números del archivo</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numeros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linea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arch</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readline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strip</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while</a:t>
            </a:r>
            <a:r>
              <a:rPr b="0" i="0" lang="es-CL" sz="2000" u="none" cap="none" strike="noStrike">
                <a:solidFill>
                  <a:srgbClr val="333333"/>
                </a:solidFill>
                <a:latin typeface="Consolas"/>
                <a:ea typeface="Consolas"/>
                <a:cs typeface="Consolas"/>
                <a:sym typeface="Consolas"/>
              </a:rPr>
              <a:t> linea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numero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A3E9D"/>
                </a:solidFill>
                <a:latin typeface="Consolas"/>
                <a:ea typeface="Consolas"/>
                <a:cs typeface="Consolas"/>
                <a:sym typeface="Consolas"/>
              </a:rPr>
              <a:t>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linea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numeros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append</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numero</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linea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arch</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readline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strip</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return</a:t>
            </a:r>
            <a:r>
              <a:rPr b="0" i="0" lang="es-CL" sz="2000" u="none" cap="none" strike="noStrike">
                <a:solidFill>
                  <a:srgbClr val="333333"/>
                </a:solidFill>
                <a:latin typeface="Consolas"/>
                <a:ea typeface="Consolas"/>
                <a:cs typeface="Consolas"/>
                <a:sym typeface="Consolas"/>
              </a:rPr>
              <a:t> numeros</a:t>
            </a:r>
            <a:endParaRPr b="0" i="0" sz="2000" u="none" cap="none" strike="noStrike">
              <a:solidFill>
                <a:srgbClr val="333333"/>
              </a:solidFill>
              <a:latin typeface="Consolas"/>
              <a:ea typeface="Consolas"/>
              <a:cs typeface="Consolas"/>
              <a:sym typeface="Consolas"/>
            </a:endParaRPr>
          </a:p>
        </p:txBody>
      </p:sp>
      <p:sp>
        <p:nvSpPr>
          <p:cNvPr id="614" name="Google Shape;614;p30"/>
          <p:cNvSpPr txBox="1"/>
          <p:nvPr>
            <p:ph type="title"/>
          </p:nvPr>
        </p:nvSpPr>
        <p:spPr>
          <a:xfrm>
            <a:off x="1049721" y="578618"/>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¿Y el resto del código? 3/3</a:t>
            </a:r>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31"/>
          <p:cNvSpPr txBox="1"/>
          <p:nvPr/>
        </p:nvSpPr>
        <p:spPr>
          <a:xfrm>
            <a:off x="1112990" y="1581818"/>
            <a:ext cx="5779424" cy="769441"/>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oppins"/>
                <a:ea typeface="Poppins"/>
                <a:cs typeface="Poppins"/>
                <a:sym typeface="Poppins"/>
              </a:rPr>
              <a:t>Recapitulando…</a:t>
            </a:r>
            <a:endParaRPr b="0" i="0" sz="1400" u="none" cap="none" strike="noStrike">
              <a:solidFill>
                <a:srgbClr val="000000"/>
              </a:solidFill>
              <a:latin typeface="Arial"/>
              <a:ea typeface="Arial"/>
              <a:cs typeface="Arial"/>
              <a:sym typeface="Arial"/>
            </a:endParaRPr>
          </a:p>
        </p:txBody>
      </p:sp>
      <p:sp>
        <p:nvSpPr>
          <p:cNvPr id="621" name="Google Shape;621;p31"/>
          <p:cNvSpPr txBox="1"/>
          <p:nvPr/>
        </p:nvSpPr>
        <p:spPr>
          <a:xfrm>
            <a:off x="1112989" y="1211208"/>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grpSp>
        <p:nvGrpSpPr>
          <p:cNvPr id="622" name="Google Shape;622;p31"/>
          <p:cNvGrpSpPr/>
          <p:nvPr/>
        </p:nvGrpSpPr>
        <p:grpSpPr>
          <a:xfrm>
            <a:off x="7507288" y="1763713"/>
            <a:ext cx="6037262" cy="5462588"/>
            <a:chOff x="7507288" y="1763713"/>
            <a:chExt cx="6037262" cy="5462588"/>
          </a:xfrm>
        </p:grpSpPr>
        <p:sp>
          <p:nvSpPr>
            <p:cNvPr id="623" name="Google Shape;623;p31"/>
            <p:cNvSpPr/>
            <p:nvPr/>
          </p:nvSpPr>
          <p:spPr>
            <a:xfrm>
              <a:off x="7507288" y="5321301"/>
              <a:ext cx="4684712" cy="6858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24" name="Google Shape;624;p31"/>
            <p:cNvSpPr/>
            <p:nvPr/>
          </p:nvSpPr>
          <p:spPr>
            <a:xfrm>
              <a:off x="7507288" y="5321301"/>
              <a:ext cx="6037262"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25" name="Google Shape;625;p31"/>
            <p:cNvSpPr/>
            <p:nvPr/>
          </p:nvSpPr>
          <p:spPr>
            <a:xfrm>
              <a:off x="12250738" y="5321301"/>
              <a:ext cx="1293812" cy="685800"/>
            </a:xfrm>
            <a:custGeom>
              <a:rect b="b" l="l" r="r" t="t"/>
              <a:pathLst>
                <a:path extrusionOk="0" h="432" w="815">
                  <a:moveTo>
                    <a:pt x="815" y="0"/>
                  </a:moveTo>
                  <a:lnTo>
                    <a:pt x="0" y="0"/>
                  </a:lnTo>
                  <a:lnTo>
                    <a:pt x="0" y="432"/>
                  </a:lnTo>
                  <a:lnTo>
                    <a:pt x="395" y="432"/>
                  </a:lnTo>
                  <a:lnTo>
                    <a:pt x="815" y="432"/>
                  </a:lnTo>
                  <a:lnTo>
                    <a:pt x="81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26" name="Google Shape;626;p31"/>
            <p:cNvSpPr/>
            <p:nvPr/>
          </p:nvSpPr>
          <p:spPr>
            <a:xfrm>
              <a:off x="7507288" y="6007101"/>
              <a:ext cx="666750"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27" name="Google Shape;627;p31"/>
            <p:cNvSpPr/>
            <p:nvPr/>
          </p:nvSpPr>
          <p:spPr>
            <a:xfrm>
              <a:off x="7507288"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28" name="Google Shape;628;p31"/>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29" name="Google Shape;629;p31"/>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0" name="Google Shape;630;p31"/>
            <p:cNvSpPr/>
            <p:nvPr/>
          </p:nvSpPr>
          <p:spPr>
            <a:xfrm>
              <a:off x="12877800"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1" name="Google Shape;631;p31"/>
            <p:cNvSpPr/>
            <p:nvPr/>
          </p:nvSpPr>
          <p:spPr>
            <a:xfrm>
              <a:off x="12877800" y="6007101"/>
              <a:ext cx="666750" cy="1219200"/>
            </a:xfrm>
            <a:custGeom>
              <a:rect b="b" l="l" r="r" t="t"/>
              <a:pathLst>
                <a:path extrusionOk="0" h="768" w="420">
                  <a:moveTo>
                    <a:pt x="0" y="0"/>
                  </a:moveTo>
                  <a:lnTo>
                    <a:pt x="0" y="0"/>
                  </a:lnTo>
                  <a:lnTo>
                    <a:pt x="0" y="768"/>
                  </a:lnTo>
                  <a:lnTo>
                    <a:pt x="420"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2" name="Google Shape;632;p31"/>
            <p:cNvSpPr/>
            <p:nvPr/>
          </p:nvSpPr>
          <p:spPr>
            <a:xfrm>
              <a:off x="11585575"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3" name="Google Shape;633;p31"/>
            <p:cNvSpPr/>
            <p:nvPr/>
          </p:nvSpPr>
          <p:spPr>
            <a:xfrm>
              <a:off x="11585575"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4" name="Google Shape;634;p31"/>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5" name="Google Shape;635;p31"/>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6" name="Google Shape;636;p31"/>
            <p:cNvSpPr/>
            <p:nvPr/>
          </p:nvSpPr>
          <p:spPr>
            <a:xfrm>
              <a:off x="8801100"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7" name="Google Shape;637;p31"/>
            <p:cNvSpPr/>
            <p:nvPr/>
          </p:nvSpPr>
          <p:spPr>
            <a:xfrm>
              <a:off x="8801100"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8" name="Google Shape;638;p31"/>
            <p:cNvSpPr/>
            <p:nvPr/>
          </p:nvSpPr>
          <p:spPr>
            <a:xfrm>
              <a:off x="8801100" y="6007101"/>
              <a:ext cx="665162" cy="1219200"/>
            </a:xfrm>
            <a:custGeom>
              <a:rect b="b" l="l" r="r" t="t"/>
              <a:pathLst>
                <a:path extrusionOk="0" h="768" w="419">
                  <a:moveTo>
                    <a:pt x="0" y="0"/>
                  </a:moveTo>
                  <a:lnTo>
                    <a:pt x="0" y="0"/>
                  </a:lnTo>
                  <a:lnTo>
                    <a:pt x="0" y="768"/>
                  </a:lnTo>
                  <a:lnTo>
                    <a:pt x="419"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39" name="Google Shape;639;p31"/>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0" name="Google Shape;640;p31"/>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1" name="Google Shape;641;p31"/>
            <p:cNvSpPr/>
            <p:nvPr/>
          </p:nvSpPr>
          <p:spPr>
            <a:xfrm>
              <a:off x="8936038" y="2600326"/>
              <a:ext cx="4025900" cy="2589213"/>
            </a:xfrm>
            <a:custGeom>
              <a:rect b="b" l="l" r="r" t="t"/>
              <a:pathLst>
                <a:path extrusionOk="0" h="533" w="828">
                  <a:moveTo>
                    <a:pt x="777" y="533"/>
                  </a:moveTo>
                  <a:cubicBezTo>
                    <a:pt x="17" y="533"/>
                    <a:pt x="17" y="533"/>
                    <a:pt x="17" y="533"/>
                  </a:cubicBezTo>
                  <a:cubicBezTo>
                    <a:pt x="7" y="533"/>
                    <a:pt x="0" y="524"/>
                    <a:pt x="0" y="514"/>
                  </a:cubicBezTo>
                  <a:cubicBezTo>
                    <a:pt x="31" y="18"/>
                    <a:pt x="31" y="18"/>
                    <a:pt x="31" y="18"/>
                  </a:cubicBezTo>
                  <a:cubicBezTo>
                    <a:pt x="32" y="8"/>
                    <a:pt x="41" y="0"/>
                    <a:pt x="51" y="0"/>
                  </a:cubicBezTo>
                  <a:cubicBezTo>
                    <a:pt x="811" y="0"/>
                    <a:pt x="811" y="0"/>
                    <a:pt x="811" y="0"/>
                  </a:cubicBezTo>
                  <a:cubicBezTo>
                    <a:pt x="821" y="0"/>
                    <a:pt x="828" y="8"/>
                    <a:pt x="828" y="18"/>
                  </a:cubicBezTo>
                  <a:cubicBezTo>
                    <a:pt x="796" y="514"/>
                    <a:pt x="796" y="514"/>
                    <a:pt x="796"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2" name="Google Shape;642;p31"/>
            <p:cNvSpPr/>
            <p:nvPr/>
          </p:nvSpPr>
          <p:spPr>
            <a:xfrm>
              <a:off x="9018588" y="2600326"/>
              <a:ext cx="3943350" cy="2589213"/>
            </a:xfrm>
            <a:custGeom>
              <a:rect b="b" l="l" r="r" t="t"/>
              <a:pathLst>
                <a:path extrusionOk="0" h="533" w="811">
                  <a:moveTo>
                    <a:pt x="794" y="0"/>
                  </a:moveTo>
                  <a:cubicBezTo>
                    <a:pt x="788" y="0"/>
                    <a:pt x="788" y="0"/>
                    <a:pt x="788" y="0"/>
                  </a:cubicBezTo>
                  <a:cubicBezTo>
                    <a:pt x="798" y="0"/>
                    <a:pt x="806" y="8"/>
                    <a:pt x="805" y="18"/>
                  </a:cubicBezTo>
                  <a:cubicBezTo>
                    <a:pt x="774" y="514"/>
                    <a:pt x="774" y="514"/>
                    <a:pt x="774" y="514"/>
                  </a:cubicBezTo>
                  <a:cubicBezTo>
                    <a:pt x="773" y="524"/>
                    <a:pt x="764" y="533"/>
                    <a:pt x="754" y="533"/>
                  </a:cubicBezTo>
                  <a:cubicBezTo>
                    <a:pt x="0" y="533"/>
                    <a:pt x="0" y="533"/>
                    <a:pt x="0" y="533"/>
                  </a:cubicBezTo>
                  <a:cubicBezTo>
                    <a:pt x="0" y="533"/>
                    <a:pt x="0" y="533"/>
                    <a:pt x="0" y="533"/>
                  </a:cubicBezTo>
                  <a:cubicBezTo>
                    <a:pt x="760" y="533"/>
                    <a:pt x="760" y="533"/>
                    <a:pt x="760" y="533"/>
                  </a:cubicBezTo>
                  <a:cubicBezTo>
                    <a:pt x="770" y="533"/>
                    <a:pt x="779" y="524"/>
                    <a:pt x="779" y="514"/>
                  </a:cubicBezTo>
                  <a:cubicBezTo>
                    <a:pt x="811" y="18"/>
                    <a:pt x="811" y="18"/>
                    <a:pt x="811" y="18"/>
                  </a:cubicBezTo>
                  <a:cubicBezTo>
                    <a:pt x="811" y="18"/>
                    <a:pt x="811" y="17"/>
                    <a:pt x="811" y="17"/>
                  </a:cubicBezTo>
                  <a:cubicBezTo>
                    <a:pt x="811" y="7"/>
                    <a:pt x="803" y="0"/>
                    <a:pt x="794"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3" name="Google Shape;643;p31"/>
            <p:cNvSpPr/>
            <p:nvPr/>
          </p:nvSpPr>
          <p:spPr>
            <a:xfrm>
              <a:off x="8907463" y="2600326"/>
              <a:ext cx="4029075" cy="2589213"/>
            </a:xfrm>
            <a:custGeom>
              <a:rect b="b" l="l" r="r" t="t"/>
              <a:pathLst>
                <a:path extrusionOk="0" h="533" w="829">
                  <a:moveTo>
                    <a:pt x="777" y="533"/>
                  </a:moveTo>
                  <a:cubicBezTo>
                    <a:pt x="18" y="533"/>
                    <a:pt x="18" y="533"/>
                    <a:pt x="18" y="533"/>
                  </a:cubicBezTo>
                  <a:cubicBezTo>
                    <a:pt x="8" y="533"/>
                    <a:pt x="0" y="524"/>
                    <a:pt x="1" y="514"/>
                  </a:cubicBezTo>
                  <a:cubicBezTo>
                    <a:pt x="32" y="18"/>
                    <a:pt x="32" y="18"/>
                    <a:pt x="32" y="18"/>
                  </a:cubicBezTo>
                  <a:cubicBezTo>
                    <a:pt x="32" y="8"/>
                    <a:pt x="41" y="0"/>
                    <a:pt x="51" y="0"/>
                  </a:cubicBezTo>
                  <a:cubicBezTo>
                    <a:pt x="811" y="0"/>
                    <a:pt x="811" y="0"/>
                    <a:pt x="811" y="0"/>
                  </a:cubicBezTo>
                  <a:cubicBezTo>
                    <a:pt x="821" y="0"/>
                    <a:pt x="829" y="8"/>
                    <a:pt x="828" y="18"/>
                  </a:cubicBezTo>
                  <a:cubicBezTo>
                    <a:pt x="797" y="514"/>
                    <a:pt x="797" y="514"/>
                    <a:pt x="797"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4" name="Google Shape;644;p31"/>
            <p:cNvSpPr/>
            <p:nvPr/>
          </p:nvSpPr>
          <p:spPr>
            <a:xfrm>
              <a:off x="8183563" y="5219701"/>
              <a:ext cx="4602162" cy="101600"/>
            </a:xfrm>
            <a:custGeom>
              <a:rect b="b" l="l" r="r" t="t"/>
              <a:pathLst>
                <a:path extrusionOk="0" h="21" w="947">
                  <a:moveTo>
                    <a:pt x="925" y="0"/>
                  </a:moveTo>
                  <a:cubicBezTo>
                    <a:pt x="22" y="0"/>
                    <a:pt x="22" y="0"/>
                    <a:pt x="22" y="0"/>
                  </a:cubicBezTo>
                  <a:cubicBezTo>
                    <a:pt x="13" y="0"/>
                    <a:pt x="5" y="5"/>
                    <a:pt x="2" y="12"/>
                  </a:cubicBezTo>
                  <a:cubicBezTo>
                    <a:pt x="0" y="16"/>
                    <a:pt x="3" y="21"/>
                    <a:pt x="8" y="21"/>
                  </a:cubicBezTo>
                  <a:cubicBezTo>
                    <a:pt x="939" y="21"/>
                    <a:pt x="939" y="21"/>
                    <a:pt x="939" y="21"/>
                  </a:cubicBezTo>
                  <a:cubicBezTo>
                    <a:pt x="944" y="21"/>
                    <a:pt x="947" y="16"/>
                    <a:pt x="945" y="12"/>
                  </a:cubicBezTo>
                  <a:cubicBezTo>
                    <a:pt x="942" y="5"/>
                    <a:pt x="934" y="0"/>
                    <a:pt x="925" y="0"/>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5" name="Google Shape;645;p31"/>
            <p:cNvSpPr/>
            <p:nvPr/>
          </p:nvSpPr>
          <p:spPr>
            <a:xfrm>
              <a:off x="11950700" y="5219701"/>
              <a:ext cx="830262" cy="101600"/>
            </a:xfrm>
            <a:custGeom>
              <a:rect b="b" l="l" r="r" t="t"/>
              <a:pathLst>
                <a:path extrusionOk="0" h="21" w="171">
                  <a:moveTo>
                    <a:pt x="150" y="0"/>
                  </a:moveTo>
                  <a:cubicBezTo>
                    <a:pt x="22" y="0"/>
                    <a:pt x="22" y="0"/>
                    <a:pt x="22" y="0"/>
                  </a:cubicBezTo>
                  <a:cubicBezTo>
                    <a:pt x="13" y="0"/>
                    <a:pt x="5" y="5"/>
                    <a:pt x="2" y="12"/>
                  </a:cubicBezTo>
                  <a:cubicBezTo>
                    <a:pt x="0" y="16"/>
                    <a:pt x="3" y="21"/>
                    <a:pt x="8" y="21"/>
                  </a:cubicBezTo>
                  <a:cubicBezTo>
                    <a:pt x="164" y="21"/>
                    <a:pt x="164" y="21"/>
                    <a:pt x="164" y="21"/>
                  </a:cubicBezTo>
                  <a:cubicBezTo>
                    <a:pt x="168" y="21"/>
                    <a:pt x="171" y="18"/>
                    <a:pt x="171" y="15"/>
                  </a:cubicBezTo>
                  <a:cubicBezTo>
                    <a:pt x="171" y="14"/>
                    <a:pt x="171" y="13"/>
                    <a:pt x="170" y="12"/>
                  </a:cubicBezTo>
                  <a:cubicBezTo>
                    <a:pt x="167" y="5"/>
                    <a:pt x="159" y="0"/>
                    <a:pt x="150"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6" name="Google Shape;646;p31"/>
            <p:cNvSpPr/>
            <p:nvPr/>
          </p:nvSpPr>
          <p:spPr>
            <a:xfrm>
              <a:off x="12115800" y="5267326"/>
              <a:ext cx="188912" cy="30163"/>
            </a:xfrm>
            <a:custGeom>
              <a:rect b="b" l="l" r="r" t="t"/>
              <a:pathLst>
                <a:path extrusionOk="0" h="6" w="39">
                  <a:moveTo>
                    <a:pt x="37" y="6"/>
                  </a:moveTo>
                  <a:cubicBezTo>
                    <a:pt x="3" y="6"/>
                    <a:pt x="3" y="6"/>
                    <a:pt x="3" y="6"/>
                  </a:cubicBezTo>
                  <a:cubicBezTo>
                    <a:pt x="2" y="6"/>
                    <a:pt x="0" y="4"/>
                    <a:pt x="0" y="3"/>
                  </a:cubicBezTo>
                  <a:cubicBezTo>
                    <a:pt x="0" y="1"/>
                    <a:pt x="2" y="0"/>
                    <a:pt x="3" y="0"/>
                  </a:cubicBezTo>
                  <a:cubicBezTo>
                    <a:pt x="37" y="0"/>
                    <a:pt x="37" y="0"/>
                    <a:pt x="37" y="0"/>
                  </a:cubicBezTo>
                  <a:cubicBezTo>
                    <a:pt x="38" y="0"/>
                    <a:pt x="39" y="1"/>
                    <a:pt x="39" y="3"/>
                  </a:cubicBezTo>
                  <a:cubicBezTo>
                    <a:pt x="39" y="4"/>
                    <a:pt x="38" y="6"/>
                    <a:pt x="37"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7" name="Google Shape;647;p31"/>
            <p:cNvSpPr/>
            <p:nvPr/>
          </p:nvSpPr>
          <p:spPr>
            <a:xfrm>
              <a:off x="10044113" y="5267326"/>
              <a:ext cx="190500" cy="30163"/>
            </a:xfrm>
            <a:custGeom>
              <a:rect b="b" l="l" r="r" t="t"/>
              <a:pathLst>
                <a:path extrusionOk="0" h="6" w="39">
                  <a:moveTo>
                    <a:pt x="36" y="0"/>
                  </a:moveTo>
                  <a:cubicBezTo>
                    <a:pt x="3" y="0"/>
                    <a:pt x="3" y="0"/>
                    <a:pt x="3" y="0"/>
                  </a:cubicBezTo>
                  <a:cubicBezTo>
                    <a:pt x="1" y="0"/>
                    <a:pt x="0" y="1"/>
                    <a:pt x="0" y="3"/>
                  </a:cubicBezTo>
                  <a:cubicBezTo>
                    <a:pt x="0" y="4"/>
                    <a:pt x="1" y="6"/>
                    <a:pt x="3" y="6"/>
                  </a:cubicBezTo>
                  <a:cubicBezTo>
                    <a:pt x="36" y="6"/>
                    <a:pt x="36" y="6"/>
                    <a:pt x="36" y="6"/>
                  </a:cubicBezTo>
                  <a:cubicBezTo>
                    <a:pt x="37" y="6"/>
                    <a:pt x="39" y="4"/>
                    <a:pt x="39" y="3"/>
                  </a:cubicBezTo>
                  <a:cubicBezTo>
                    <a:pt x="39" y="1"/>
                    <a:pt x="37" y="0"/>
                    <a:pt x="36" y="0"/>
                  </a:cubicBezTo>
                </a:path>
              </a:pathLst>
            </a:custGeom>
            <a:solidFill>
              <a:srgbClr val="BEC2C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8" name="Google Shape;648;p31"/>
            <p:cNvSpPr/>
            <p:nvPr/>
          </p:nvSpPr>
          <p:spPr>
            <a:xfrm>
              <a:off x="12344400" y="5267326"/>
              <a:ext cx="125412" cy="30163"/>
            </a:xfrm>
            <a:custGeom>
              <a:rect b="b" l="l" r="r" t="t"/>
              <a:pathLst>
                <a:path extrusionOk="0" h="6" w="26">
                  <a:moveTo>
                    <a:pt x="24" y="6"/>
                  </a:moveTo>
                  <a:cubicBezTo>
                    <a:pt x="2" y="6"/>
                    <a:pt x="2" y="6"/>
                    <a:pt x="2" y="6"/>
                  </a:cubicBezTo>
                  <a:cubicBezTo>
                    <a:pt x="1" y="6"/>
                    <a:pt x="0" y="5"/>
                    <a:pt x="0" y="3"/>
                  </a:cubicBezTo>
                  <a:cubicBezTo>
                    <a:pt x="0" y="2"/>
                    <a:pt x="0" y="2"/>
                    <a:pt x="0" y="2"/>
                  </a:cubicBezTo>
                  <a:cubicBezTo>
                    <a:pt x="0" y="1"/>
                    <a:pt x="1" y="0"/>
                    <a:pt x="2" y="0"/>
                  </a:cubicBezTo>
                  <a:cubicBezTo>
                    <a:pt x="24" y="0"/>
                    <a:pt x="24" y="0"/>
                    <a:pt x="24" y="0"/>
                  </a:cubicBezTo>
                  <a:cubicBezTo>
                    <a:pt x="25" y="0"/>
                    <a:pt x="26" y="1"/>
                    <a:pt x="26" y="2"/>
                  </a:cubicBezTo>
                  <a:cubicBezTo>
                    <a:pt x="26" y="3"/>
                    <a:pt x="26" y="3"/>
                    <a:pt x="26" y="3"/>
                  </a:cubicBezTo>
                  <a:cubicBezTo>
                    <a:pt x="26" y="5"/>
                    <a:pt x="25" y="6"/>
                    <a:pt x="24"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49" name="Google Shape;649;p31"/>
            <p:cNvSpPr/>
            <p:nvPr/>
          </p:nvSpPr>
          <p:spPr>
            <a:xfrm>
              <a:off x="8990013" y="2740026"/>
              <a:ext cx="3859212" cy="2305050"/>
            </a:xfrm>
            <a:custGeom>
              <a:rect b="b" l="l" r="r" t="t"/>
              <a:pathLst>
                <a:path extrusionOk="0" h="474" w="794">
                  <a:moveTo>
                    <a:pt x="1" y="467"/>
                  </a:moveTo>
                  <a:cubicBezTo>
                    <a:pt x="30" y="7"/>
                    <a:pt x="30" y="7"/>
                    <a:pt x="30" y="7"/>
                  </a:cubicBezTo>
                  <a:cubicBezTo>
                    <a:pt x="30" y="3"/>
                    <a:pt x="33" y="0"/>
                    <a:pt x="37" y="0"/>
                  </a:cubicBezTo>
                  <a:cubicBezTo>
                    <a:pt x="787" y="0"/>
                    <a:pt x="787" y="0"/>
                    <a:pt x="787" y="0"/>
                  </a:cubicBezTo>
                  <a:cubicBezTo>
                    <a:pt x="791" y="0"/>
                    <a:pt x="794" y="3"/>
                    <a:pt x="794" y="7"/>
                  </a:cubicBezTo>
                  <a:cubicBezTo>
                    <a:pt x="765" y="467"/>
                    <a:pt x="765" y="467"/>
                    <a:pt x="765" y="467"/>
                  </a:cubicBezTo>
                  <a:cubicBezTo>
                    <a:pt x="765" y="471"/>
                    <a:pt x="761" y="474"/>
                    <a:pt x="757" y="474"/>
                  </a:cubicBezTo>
                  <a:cubicBezTo>
                    <a:pt x="7" y="474"/>
                    <a:pt x="7" y="474"/>
                    <a:pt x="7" y="474"/>
                  </a:cubicBezTo>
                  <a:cubicBezTo>
                    <a:pt x="3" y="474"/>
                    <a:pt x="0" y="471"/>
                    <a:pt x="1" y="467"/>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0" name="Google Shape;650;p31"/>
            <p:cNvSpPr/>
            <p:nvPr/>
          </p:nvSpPr>
          <p:spPr>
            <a:xfrm>
              <a:off x="8921750" y="2673351"/>
              <a:ext cx="2143125" cy="2303463"/>
            </a:xfrm>
            <a:custGeom>
              <a:rect b="b" l="l" r="r" t="t"/>
              <a:pathLst>
                <a:path extrusionOk="0" h="474" w="441">
                  <a:moveTo>
                    <a:pt x="441" y="0"/>
                  </a:moveTo>
                  <a:cubicBezTo>
                    <a:pt x="191" y="474"/>
                    <a:pt x="191" y="474"/>
                    <a:pt x="191" y="474"/>
                  </a:cubicBezTo>
                  <a:cubicBezTo>
                    <a:pt x="7" y="474"/>
                    <a:pt x="7" y="474"/>
                    <a:pt x="7" y="474"/>
                  </a:cubicBezTo>
                  <a:cubicBezTo>
                    <a:pt x="3" y="474"/>
                    <a:pt x="0" y="471"/>
                    <a:pt x="0" y="467"/>
                  </a:cubicBezTo>
                  <a:cubicBezTo>
                    <a:pt x="30" y="7"/>
                    <a:pt x="30" y="7"/>
                    <a:pt x="30" y="7"/>
                  </a:cubicBezTo>
                  <a:cubicBezTo>
                    <a:pt x="30" y="3"/>
                    <a:pt x="33" y="0"/>
                    <a:pt x="37" y="0"/>
                  </a:cubicBezTo>
                  <a:cubicBezTo>
                    <a:pt x="441" y="0"/>
                    <a:pt x="441" y="0"/>
                    <a:pt x="441" y="0"/>
                  </a:cubicBezTo>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1" name="Google Shape;651;p31"/>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2" name="Google Shape;652;p31"/>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3" name="Google Shape;653;p31"/>
            <p:cNvSpPr/>
            <p:nvPr/>
          </p:nvSpPr>
          <p:spPr>
            <a:xfrm>
              <a:off x="11220450" y="2673351"/>
              <a:ext cx="1560512" cy="2303463"/>
            </a:xfrm>
            <a:custGeom>
              <a:rect b="b" l="l" r="r" t="t"/>
              <a:pathLst>
                <a:path extrusionOk="0" h="474" w="321">
                  <a:moveTo>
                    <a:pt x="321" y="7"/>
                  </a:moveTo>
                  <a:cubicBezTo>
                    <a:pt x="292" y="467"/>
                    <a:pt x="292" y="467"/>
                    <a:pt x="292" y="467"/>
                  </a:cubicBezTo>
                  <a:cubicBezTo>
                    <a:pt x="291" y="471"/>
                    <a:pt x="288" y="474"/>
                    <a:pt x="284" y="474"/>
                  </a:cubicBezTo>
                  <a:cubicBezTo>
                    <a:pt x="0" y="474"/>
                    <a:pt x="0" y="474"/>
                    <a:pt x="0" y="474"/>
                  </a:cubicBezTo>
                  <a:cubicBezTo>
                    <a:pt x="250" y="0"/>
                    <a:pt x="250" y="0"/>
                    <a:pt x="250" y="0"/>
                  </a:cubicBezTo>
                  <a:cubicBezTo>
                    <a:pt x="314" y="0"/>
                    <a:pt x="314" y="0"/>
                    <a:pt x="314" y="0"/>
                  </a:cubicBezTo>
                  <a:cubicBezTo>
                    <a:pt x="318" y="0"/>
                    <a:pt x="321" y="3"/>
                    <a:pt x="321" y="7"/>
                  </a:cubicBez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4" name="Google Shape;654;p31"/>
            <p:cNvSpPr/>
            <p:nvPr/>
          </p:nvSpPr>
          <p:spPr>
            <a:xfrm>
              <a:off x="9499600" y="1890713"/>
              <a:ext cx="2109787" cy="1885950"/>
            </a:xfrm>
            <a:custGeom>
              <a:rect b="b" l="l" r="r" t="t"/>
              <a:pathLst>
                <a:path extrusionOk="0" h="388" w="434">
                  <a:moveTo>
                    <a:pt x="190" y="51"/>
                  </a:moveTo>
                  <a:cubicBezTo>
                    <a:pt x="168" y="76"/>
                    <a:pt x="155" y="152"/>
                    <a:pt x="171" y="190"/>
                  </a:cubicBezTo>
                  <a:cubicBezTo>
                    <a:pt x="188" y="228"/>
                    <a:pt x="0" y="266"/>
                    <a:pt x="155" y="327"/>
                  </a:cubicBezTo>
                  <a:cubicBezTo>
                    <a:pt x="310" y="388"/>
                    <a:pt x="434" y="317"/>
                    <a:pt x="389" y="254"/>
                  </a:cubicBezTo>
                  <a:cubicBezTo>
                    <a:pt x="344" y="190"/>
                    <a:pt x="394" y="84"/>
                    <a:pt x="342" y="58"/>
                  </a:cubicBezTo>
                  <a:cubicBezTo>
                    <a:pt x="295" y="33"/>
                    <a:pt x="233" y="0"/>
                    <a:pt x="190" y="51"/>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5" name="Google Shape;655;p31"/>
            <p:cNvSpPr/>
            <p:nvPr/>
          </p:nvSpPr>
          <p:spPr>
            <a:xfrm>
              <a:off x="9096375" y="3562351"/>
              <a:ext cx="1098550" cy="1117600"/>
            </a:xfrm>
            <a:custGeom>
              <a:rect b="b" l="l" r="r" t="t"/>
              <a:pathLst>
                <a:path extrusionOk="0" h="230" w="226">
                  <a:moveTo>
                    <a:pt x="226" y="16"/>
                  </a:moveTo>
                  <a:cubicBezTo>
                    <a:pt x="218" y="44"/>
                    <a:pt x="209" y="72"/>
                    <a:pt x="200" y="100"/>
                  </a:cubicBezTo>
                  <a:cubicBezTo>
                    <a:pt x="191" y="128"/>
                    <a:pt x="182" y="155"/>
                    <a:pt x="172" y="183"/>
                  </a:cubicBezTo>
                  <a:cubicBezTo>
                    <a:pt x="168" y="194"/>
                    <a:pt x="168" y="194"/>
                    <a:pt x="168" y="194"/>
                  </a:cubicBezTo>
                  <a:cubicBezTo>
                    <a:pt x="166" y="199"/>
                    <a:pt x="166" y="199"/>
                    <a:pt x="166" y="199"/>
                  </a:cubicBezTo>
                  <a:cubicBezTo>
                    <a:pt x="166" y="200"/>
                    <a:pt x="166" y="200"/>
                    <a:pt x="166" y="200"/>
                  </a:cubicBezTo>
                  <a:cubicBezTo>
                    <a:pt x="165" y="203"/>
                    <a:pt x="165" y="203"/>
                    <a:pt x="165" y="203"/>
                  </a:cubicBezTo>
                  <a:cubicBezTo>
                    <a:pt x="164" y="204"/>
                    <a:pt x="163" y="206"/>
                    <a:pt x="162" y="208"/>
                  </a:cubicBezTo>
                  <a:cubicBezTo>
                    <a:pt x="159" y="214"/>
                    <a:pt x="153" y="221"/>
                    <a:pt x="145" y="225"/>
                  </a:cubicBezTo>
                  <a:cubicBezTo>
                    <a:pt x="138" y="229"/>
                    <a:pt x="131" y="230"/>
                    <a:pt x="124" y="230"/>
                  </a:cubicBezTo>
                  <a:cubicBezTo>
                    <a:pt x="112" y="230"/>
                    <a:pt x="103" y="227"/>
                    <a:pt x="95" y="224"/>
                  </a:cubicBezTo>
                  <a:cubicBezTo>
                    <a:pt x="86" y="221"/>
                    <a:pt x="79" y="217"/>
                    <a:pt x="72" y="213"/>
                  </a:cubicBezTo>
                  <a:cubicBezTo>
                    <a:pt x="44" y="197"/>
                    <a:pt x="22" y="177"/>
                    <a:pt x="0" y="155"/>
                  </a:cubicBezTo>
                  <a:cubicBezTo>
                    <a:pt x="18" y="135"/>
                    <a:pt x="18" y="135"/>
                    <a:pt x="18" y="135"/>
                  </a:cubicBezTo>
                  <a:cubicBezTo>
                    <a:pt x="24" y="139"/>
                    <a:pt x="30" y="143"/>
                    <a:pt x="36" y="146"/>
                  </a:cubicBezTo>
                  <a:cubicBezTo>
                    <a:pt x="42" y="150"/>
                    <a:pt x="48" y="154"/>
                    <a:pt x="54" y="157"/>
                  </a:cubicBezTo>
                  <a:cubicBezTo>
                    <a:pt x="66" y="164"/>
                    <a:pt x="79" y="171"/>
                    <a:pt x="91" y="176"/>
                  </a:cubicBezTo>
                  <a:cubicBezTo>
                    <a:pt x="97" y="179"/>
                    <a:pt x="103" y="181"/>
                    <a:pt x="109" y="182"/>
                  </a:cubicBezTo>
                  <a:cubicBezTo>
                    <a:pt x="114" y="184"/>
                    <a:pt x="120" y="184"/>
                    <a:pt x="122" y="184"/>
                  </a:cubicBezTo>
                  <a:cubicBezTo>
                    <a:pt x="123" y="184"/>
                    <a:pt x="123" y="183"/>
                    <a:pt x="122" y="184"/>
                  </a:cubicBezTo>
                  <a:cubicBezTo>
                    <a:pt x="121" y="184"/>
                    <a:pt x="120" y="185"/>
                    <a:pt x="120" y="185"/>
                  </a:cubicBezTo>
                  <a:cubicBezTo>
                    <a:pt x="120" y="185"/>
                    <a:pt x="120" y="185"/>
                    <a:pt x="120" y="185"/>
                  </a:cubicBezTo>
                  <a:cubicBezTo>
                    <a:pt x="120" y="184"/>
                    <a:pt x="120" y="184"/>
                    <a:pt x="120" y="184"/>
                  </a:cubicBezTo>
                  <a:cubicBezTo>
                    <a:pt x="120" y="183"/>
                    <a:pt x="120" y="183"/>
                    <a:pt x="120" y="183"/>
                  </a:cubicBezTo>
                  <a:cubicBezTo>
                    <a:pt x="122" y="178"/>
                    <a:pt x="122" y="178"/>
                    <a:pt x="122" y="178"/>
                  </a:cubicBezTo>
                  <a:cubicBezTo>
                    <a:pt x="125" y="168"/>
                    <a:pt x="125" y="168"/>
                    <a:pt x="125" y="168"/>
                  </a:cubicBezTo>
                  <a:cubicBezTo>
                    <a:pt x="149" y="84"/>
                    <a:pt x="149" y="84"/>
                    <a:pt x="149" y="84"/>
                  </a:cubicBezTo>
                  <a:cubicBezTo>
                    <a:pt x="157" y="56"/>
                    <a:pt x="166" y="28"/>
                    <a:pt x="175" y="0"/>
                  </a:cubicBezTo>
                  <a:cubicBezTo>
                    <a:pt x="226" y="16"/>
                    <a:pt x="226" y="16"/>
                    <a:pt x="226" y="16"/>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6" name="Google Shape;656;p31"/>
            <p:cNvSpPr/>
            <p:nvPr/>
          </p:nvSpPr>
          <p:spPr>
            <a:xfrm>
              <a:off x="8950325" y="4130676"/>
              <a:ext cx="311150" cy="261938"/>
            </a:xfrm>
            <a:custGeom>
              <a:rect b="b" l="l" r="r" t="t"/>
              <a:pathLst>
                <a:path extrusionOk="0" h="54" w="64">
                  <a:moveTo>
                    <a:pt x="46" y="17"/>
                  </a:moveTo>
                  <a:cubicBezTo>
                    <a:pt x="0" y="0"/>
                    <a:pt x="0" y="0"/>
                    <a:pt x="0" y="0"/>
                  </a:cubicBezTo>
                  <a:cubicBezTo>
                    <a:pt x="19" y="49"/>
                    <a:pt x="19" y="49"/>
                    <a:pt x="19" y="49"/>
                  </a:cubicBezTo>
                  <a:cubicBezTo>
                    <a:pt x="19" y="49"/>
                    <a:pt x="51" y="54"/>
                    <a:pt x="64" y="37"/>
                  </a:cubicBezTo>
                  <a:cubicBezTo>
                    <a:pt x="54" y="23"/>
                    <a:pt x="54" y="23"/>
                    <a:pt x="54" y="23"/>
                  </a:cubicBezTo>
                  <a:cubicBezTo>
                    <a:pt x="52" y="20"/>
                    <a:pt x="49" y="18"/>
                    <a:pt x="46" y="17"/>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7" name="Google Shape;657;p31"/>
            <p:cNvSpPr/>
            <p:nvPr/>
          </p:nvSpPr>
          <p:spPr>
            <a:xfrm>
              <a:off x="8751888" y="4130676"/>
              <a:ext cx="292100" cy="266700"/>
            </a:xfrm>
            <a:custGeom>
              <a:rect b="b" l="l" r="r" t="t"/>
              <a:pathLst>
                <a:path extrusionOk="0" h="168" w="184">
                  <a:moveTo>
                    <a:pt x="0" y="43"/>
                  </a:moveTo>
                  <a:lnTo>
                    <a:pt x="55" y="168"/>
                  </a:lnTo>
                  <a:lnTo>
                    <a:pt x="184" y="150"/>
                  </a:lnTo>
                  <a:lnTo>
                    <a:pt x="125" y="0"/>
                  </a:lnTo>
                  <a:lnTo>
                    <a:pt x="0" y="43"/>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8" name="Google Shape;658;p31"/>
            <p:cNvSpPr/>
            <p:nvPr/>
          </p:nvSpPr>
          <p:spPr>
            <a:xfrm>
              <a:off x="9855200" y="3246438"/>
              <a:ext cx="558800" cy="685800"/>
            </a:xfrm>
            <a:custGeom>
              <a:rect b="b" l="l" r="r" t="t"/>
              <a:pathLst>
                <a:path extrusionOk="0" h="141" w="115">
                  <a:moveTo>
                    <a:pt x="36" y="8"/>
                  </a:moveTo>
                  <a:cubicBezTo>
                    <a:pt x="15" y="14"/>
                    <a:pt x="0" y="101"/>
                    <a:pt x="0" y="101"/>
                  </a:cubicBezTo>
                  <a:cubicBezTo>
                    <a:pt x="59" y="141"/>
                    <a:pt x="59" y="141"/>
                    <a:pt x="59" y="141"/>
                  </a:cubicBezTo>
                  <a:cubicBezTo>
                    <a:pt x="59" y="141"/>
                    <a:pt x="115" y="53"/>
                    <a:pt x="99" y="29"/>
                  </a:cubicBezTo>
                  <a:cubicBezTo>
                    <a:pt x="82" y="5"/>
                    <a:pt x="67" y="0"/>
                    <a:pt x="36"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59" name="Google Shape;659;p31"/>
            <p:cNvSpPr/>
            <p:nvPr/>
          </p:nvSpPr>
          <p:spPr>
            <a:xfrm>
              <a:off x="9855200" y="3270251"/>
              <a:ext cx="257175" cy="544513"/>
            </a:xfrm>
            <a:custGeom>
              <a:rect b="b" l="l" r="r" t="t"/>
              <a:pathLst>
                <a:path extrusionOk="0" h="112" w="53">
                  <a:moveTo>
                    <a:pt x="36" y="3"/>
                  </a:moveTo>
                  <a:cubicBezTo>
                    <a:pt x="15" y="9"/>
                    <a:pt x="0" y="96"/>
                    <a:pt x="0" y="96"/>
                  </a:cubicBezTo>
                  <a:cubicBezTo>
                    <a:pt x="23" y="112"/>
                    <a:pt x="23" y="112"/>
                    <a:pt x="23" y="112"/>
                  </a:cubicBezTo>
                  <a:cubicBezTo>
                    <a:pt x="24" y="97"/>
                    <a:pt x="27" y="70"/>
                    <a:pt x="30" y="51"/>
                  </a:cubicBezTo>
                  <a:cubicBezTo>
                    <a:pt x="30" y="49"/>
                    <a:pt x="30" y="47"/>
                    <a:pt x="30" y="45"/>
                  </a:cubicBezTo>
                  <a:cubicBezTo>
                    <a:pt x="30" y="5"/>
                    <a:pt x="36" y="3"/>
                    <a:pt x="36" y="3"/>
                  </a:cubicBezTo>
                  <a:moveTo>
                    <a:pt x="53" y="0"/>
                  </a:moveTo>
                  <a:cubicBezTo>
                    <a:pt x="48" y="1"/>
                    <a:pt x="42" y="2"/>
                    <a:pt x="36" y="3"/>
                  </a:cubicBezTo>
                  <a:cubicBezTo>
                    <a:pt x="36" y="3"/>
                    <a:pt x="43" y="2"/>
                    <a:pt x="53"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0" name="Google Shape;660;p31"/>
            <p:cNvSpPr/>
            <p:nvPr/>
          </p:nvSpPr>
          <p:spPr>
            <a:xfrm>
              <a:off x="9966325" y="3814763"/>
              <a:ext cx="53975" cy="33338"/>
            </a:xfrm>
            <a:custGeom>
              <a:rect b="b" l="l" r="r" t="t"/>
              <a:pathLst>
                <a:path extrusionOk="0" h="7" w="11">
                  <a:moveTo>
                    <a:pt x="0" y="0"/>
                  </a:moveTo>
                  <a:cubicBezTo>
                    <a:pt x="0" y="0"/>
                    <a:pt x="0" y="0"/>
                    <a:pt x="0" y="0"/>
                  </a:cubicBezTo>
                  <a:cubicBezTo>
                    <a:pt x="11" y="7"/>
                    <a:pt x="11" y="7"/>
                    <a:pt x="11" y="7"/>
                  </a:cubicBezTo>
                  <a:cubicBezTo>
                    <a:pt x="11" y="7"/>
                    <a:pt x="11" y="7"/>
                    <a:pt x="11" y="7"/>
                  </a:cubicBezTo>
                  <a:cubicBezTo>
                    <a:pt x="0" y="0"/>
                    <a:pt x="0" y="0"/>
                    <a:pt x="0" y="0"/>
                  </a:cubicBezTo>
                </a:path>
              </a:pathLst>
            </a:custGeom>
            <a:solidFill>
              <a:srgbClr val="92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1" name="Google Shape;661;p31"/>
            <p:cNvSpPr/>
            <p:nvPr/>
          </p:nvSpPr>
          <p:spPr>
            <a:xfrm>
              <a:off x="9966325" y="3517901"/>
              <a:ext cx="53975" cy="330200"/>
            </a:xfrm>
            <a:custGeom>
              <a:rect b="b" l="l" r="r" t="t"/>
              <a:pathLst>
                <a:path extrusionOk="0" h="68" w="11">
                  <a:moveTo>
                    <a:pt x="7" y="0"/>
                  </a:moveTo>
                  <a:cubicBezTo>
                    <a:pt x="4" y="19"/>
                    <a:pt x="1" y="46"/>
                    <a:pt x="0" y="61"/>
                  </a:cubicBezTo>
                  <a:cubicBezTo>
                    <a:pt x="11" y="68"/>
                    <a:pt x="11" y="68"/>
                    <a:pt x="11" y="68"/>
                  </a:cubicBezTo>
                  <a:cubicBezTo>
                    <a:pt x="9" y="39"/>
                    <a:pt x="7" y="16"/>
                    <a:pt x="7"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2" name="Google Shape;662;p31"/>
            <p:cNvSpPr/>
            <p:nvPr/>
          </p:nvSpPr>
          <p:spPr>
            <a:xfrm>
              <a:off x="9913938" y="3206751"/>
              <a:ext cx="1438275" cy="1589088"/>
            </a:xfrm>
            <a:custGeom>
              <a:rect b="b" l="l" r="r" t="t"/>
              <a:pathLst>
                <a:path extrusionOk="0" h="327" w="296">
                  <a:moveTo>
                    <a:pt x="24" y="16"/>
                  </a:moveTo>
                  <a:cubicBezTo>
                    <a:pt x="24" y="16"/>
                    <a:pt x="0" y="25"/>
                    <a:pt x="49" y="327"/>
                  </a:cubicBezTo>
                  <a:cubicBezTo>
                    <a:pt x="132" y="327"/>
                    <a:pt x="218" y="327"/>
                    <a:pt x="258" y="327"/>
                  </a:cubicBezTo>
                  <a:cubicBezTo>
                    <a:pt x="255" y="242"/>
                    <a:pt x="255" y="190"/>
                    <a:pt x="296" y="15"/>
                  </a:cubicBezTo>
                  <a:cubicBezTo>
                    <a:pt x="296" y="15"/>
                    <a:pt x="252" y="5"/>
                    <a:pt x="207" y="3"/>
                  </a:cubicBezTo>
                  <a:cubicBezTo>
                    <a:pt x="171" y="1"/>
                    <a:pt x="142" y="0"/>
                    <a:pt x="111" y="3"/>
                  </a:cubicBezTo>
                  <a:cubicBezTo>
                    <a:pt x="71" y="7"/>
                    <a:pt x="24" y="16"/>
                    <a:pt x="24" y="16"/>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3" name="Google Shape;663;p31"/>
            <p:cNvSpPr/>
            <p:nvPr/>
          </p:nvSpPr>
          <p:spPr>
            <a:xfrm>
              <a:off x="10001250" y="3222626"/>
              <a:ext cx="1327150" cy="1511300"/>
            </a:xfrm>
            <a:custGeom>
              <a:rect b="b" l="l" r="r" t="t"/>
              <a:pathLst>
                <a:path extrusionOk="0" h="311" w="273">
                  <a:moveTo>
                    <a:pt x="189" y="0"/>
                  </a:moveTo>
                  <a:cubicBezTo>
                    <a:pt x="189" y="0"/>
                    <a:pt x="169" y="46"/>
                    <a:pt x="116" y="46"/>
                  </a:cubicBezTo>
                  <a:cubicBezTo>
                    <a:pt x="62" y="46"/>
                    <a:pt x="93" y="0"/>
                    <a:pt x="93" y="0"/>
                  </a:cubicBezTo>
                  <a:cubicBezTo>
                    <a:pt x="53" y="4"/>
                    <a:pt x="6" y="13"/>
                    <a:pt x="6" y="13"/>
                  </a:cubicBezTo>
                  <a:cubicBezTo>
                    <a:pt x="6" y="13"/>
                    <a:pt x="0" y="15"/>
                    <a:pt x="0" y="55"/>
                  </a:cubicBezTo>
                  <a:cubicBezTo>
                    <a:pt x="0" y="94"/>
                    <a:pt x="6" y="168"/>
                    <a:pt x="29" y="311"/>
                  </a:cubicBezTo>
                  <a:cubicBezTo>
                    <a:pt x="240" y="311"/>
                    <a:pt x="240" y="311"/>
                    <a:pt x="240" y="311"/>
                  </a:cubicBezTo>
                  <a:cubicBezTo>
                    <a:pt x="239" y="296"/>
                    <a:pt x="239" y="283"/>
                    <a:pt x="239" y="269"/>
                  </a:cubicBezTo>
                  <a:cubicBezTo>
                    <a:pt x="239" y="246"/>
                    <a:pt x="240" y="222"/>
                    <a:pt x="243" y="195"/>
                  </a:cubicBezTo>
                  <a:cubicBezTo>
                    <a:pt x="239" y="177"/>
                    <a:pt x="231" y="135"/>
                    <a:pt x="228" y="110"/>
                  </a:cubicBezTo>
                  <a:cubicBezTo>
                    <a:pt x="224" y="96"/>
                    <a:pt x="220" y="82"/>
                    <a:pt x="220" y="71"/>
                  </a:cubicBezTo>
                  <a:cubicBezTo>
                    <a:pt x="220" y="67"/>
                    <a:pt x="220" y="64"/>
                    <a:pt x="221" y="61"/>
                  </a:cubicBezTo>
                  <a:cubicBezTo>
                    <a:pt x="230" y="36"/>
                    <a:pt x="249" y="11"/>
                    <a:pt x="270" y="11"/>
                  </a:cubicBezTo>
                  <a:cubicBezTo>
                    <a:pt x="271" y="11"/>
                    <a:pt x="272" y="11"/>
                    <a:pt x="273" y="11"/>
                  </a:cubicBezTo>
                  <a:cubicBezTo>
                    <a:pt x="260" y="8"/>
                    <a:pt x="225" y="2"/>
                    <a:pt x="189" y="0"/>
                  </a:cubicBezTo>
                  <a:cubicBezTo>
                    <a:pt x="189" y="0"/>
                    <a:pt x="189" y="0"/>
                    <a:pt x="189"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4" name="Google Shape;664;p31"/>
            <p:cNvSpPr/>
            <p:nvPr/>
          </p:nvSpPr>
          <p:spPr>
            <a:xfrm>
              <a:off x="11182350" y="3984626"/>
              <a:ext cx="23812" cy="185738"/>
            </a:xfrm>
            <a:custGeom>
              <a:rect b="b" l="l" r="r" t="t"/>
              <a:pathLst>
                <a:path extrusionOk="0" h="38" w="5">
                  <a:moveTo>
                    <a:pt x="5" y="0"/>
                  </a:moveTo>
                  <a:cubicBezTo>
                    <a:pt x="3" y="13"/>
                    <a:pt x="1" y="26"/>
                    <a:pt x="0" y="38"/>
                  </a:cubicBezTo>
                  <a:cubicBezTo>
                    <a:pt x="0" y="38"/>
                    <a:pt x="0" y="38"/>
                    <a:pt x="0" y="38"/>
                  </a:cubicBezTo>
                  <a:cubicBezTo>
                    <a:pt x="1" y="26"/>
                    <a:pt x="3" y="13"/>
                    <a:pt x="5" y="0"/>
                  </a:cubicBezTo>
                  <a:cubicBezTo>
                    <a:pt x="5" y="0"/>
                    <a:pt x="5" y="0"/>
                    <a:pt x="5"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5" name="Google Shape;665;p31"/>
            <p:cNvSpPr/>
            <p:nvPr/>
          </p:nvSpPr>
          <p:spPr>
            <a:xfrm>
              <a:off x="11109325" y="3756026"/>
              <a:ext cx="96837" cy="414338"/>
            </a:xfrm>
            <a:custGeom>
              <a:rect b="b" l="l" r="r" t="t"/>
              <a:pathLst>
                <a:path extrusionOk="0" h="85" w="20">
                  <a:moveTo>
                    <a:pt x="0" y="0"/>
                  </a:moveTo>
                  <a:cubicBezTo>
                    <a:pt x="3" y="25"/>
                    <a:pt x="11" y="67"/>
                    <a:pt x="15" y="85"/>
                  </a:cubicBezTo>
                  <a:cubicBezTo>
                    <a:pt x="16" y="73"/>
                    <a:pt x="18" y="60"/>
                    <a:pt x="20" y="47"/>
                  </a:cubicBezTo>
                  <a:cubicBezTo>
                    <a:pt x="17" y="40"/>
                    <a:pt x="7" y="21"/>
                    <a:pt x="0"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6" name="Google Shape;666;p31"/>
            <p:cNvSpPr/>
            <p:nvPr/>
          </p:nvSpPr>
          <p:spPr>
            <a:xfrm>
              <a:off x="10302875" y="2701926"/>
              <a:ext cx="617537" cy="742950"/>
            </a:xfrm>
            <a:custGeom>
              <a:rect b="b" l="l" r="r" t="t"/>
              <a:pathLst>
                <a:path extrusionOk="0" h="153" w="127">
                  <a:moveTo>
                    <a:pt x="117" y="0"/>
                  </a:moveTo>
                  <a:cubicBezTo>
                    <a:pt x="111" y="30"/>
                    <a:pt x="105" y="87"/>
                    <a:pt x="127" y="107"/>
                  </a:cubicBezTo>
                  <a:cubicBezTo>
                    <a:pt x="127" y="107"/>
                    <a:pt x="107" y="153"/>
                    <a:pt x="54" y="153"/>
                  </a:cubicBezTo>
                  <a:cubicBezTo>
                    <a:pt x="0" y="153"/>
                    <a:pt x="31" y="107"/>
                    <a:pt x="31" y="107"/>
                  </a:cubicBezTo>
                  <a:cubicBezTo>
                    <a:pt x="66" y="99"/>
                    <a:pt x="65" y="74"/>
                    <a:pt x="59" y="50"/>
                  </a:cubicBezTo>
                  <a:cubicBezTo>
                    <a:pt x="117" y="0"/>
                    <a:pt x="117" y="0"/>
                    <a:pt x="117"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7" name="Google Shape;667;p31"/>
            <p:cNvSpPr/>
            <p:nvPr/>
          </p:nvSpPr>
          <p:spPr>
            <a:xfrm>
              <a:off x="10321925" y="3149601"/>
              <a:ext cx="660400" cy="339725"/>
            </a:xfrm>
            <a:custGeom>
              <a:rect b="b" l="l" r="r" t="t"/>
              <a:pathLst>
                <a:path extrusionOk="0" h="70" w="136">
                  <a:moveTo>
                    <a:pt x="116" y="4"/>
                  </a:moveTo>
                  <a:cubicBezTo>
                    <a:pt x="111" y="14"/>
                    <a:pt x="95" y="37"/>
                    <a:pt x="49" y="45"/>
                  </a:cubicBezTo>
                  <a:cubicBezTo>
                    <a:pt x="48" y="46"/>
                    <a:pt x="47" y="45"/>
                    <a:pt x="46" y="45"/>
                  </a:cubicBezTo>
                  <a:cubicBezTo>
                    <a:pt x="37" y="39"/>
                    <a:pt x="32" y="26"/>
                    <a:pt x="35" y="12"/>
                  </a:cubicBezTo>
                  <a:cubicBezTo>
                    <a:pt x="37" y="8"/>
                    <a:pt x="33" y="4"/>
                    <a:pt x="29" y="6"/>
                  </a:cubicBezTo>
                  <a:cubicBezTo>
                    <a:pt x="24" y="8"/>
                    <a:pt x="21" y="10"/>
                    <a:pt x="19" y="11"/>
                  </a:cubicBezTo>
                  <a:cubicBezTo>
                    <a:pt x="18" y="12"/>
                    <a:pt x="18" y="12"/>
                    <a:pt x="17" y="13"/>
                  </a:cubicBezTo>
                  <a:cubicBezTo>
                    <a:pt x="14" y="19"/>
                    <a:pt x="0" y="50"/>
                    <a:pt x="41" y="69"/>
                  </a:cubicBezTo>
                  <a:cubicBezTo>
                    <a:pt x="42" y="69"/>
                    <a:pt x="42" y="69"/>
                    <a:pt x="43" y="69"/>
                  </a:cubicBezTo>
                  <a:cubicBezTo>
                    <a:pt x="67" y="70"/>
                    <a:pt x="109" y="65"/>
                    <a:pt x="136" y="17"/>
                  </a:cubicBezTo>
                  <a:cubicBezTo>
                    <a:pt x="136" y="15"/>
                    <a:pt x="136" y="13"/>
                    <a:pt x="135" y="11"/>
                  </a:cubicBezTo>
                  <a:cubicBezTo>
                    <a:pt x="132" y="8"/>
                    <a:pt x="127" y="4"/>
                    <a:pt x="123" y="2"/>
                  </a:cubicBezTo>
                  <a:cubicBezTo>
                    <a:pt x="120" y="0"/>
                    <a:pt x="117" y="1"/>
                    <a:pt x="116" y="4"/>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8" name="Google Shape;668;p31"/>
            <p:cNvSpPr/>
            <p:nvPr/>
          </p:nvSpPr>
          <p:spPr>
            <a:xfrm>
              <a:off x="10656888" y="3698876"/>
              <a:ext cx="306387" cy="82550"/>
            </a:xfrm>
            <a:custGeom>
              <a:rect b="b" l="l" r="r" t="t"/>
              <a:pathLst>
                <a:path extrusionOk="0" h="17" w="63">
                  <a:moveTo>
                    <a:pt x="58" y="16"/>
                  </a:moveTo>
                  <a:cubicBezTo>
                    <a:pt x="4" y="15"/>
                    <a:pt x="4" y="15"/>
                    <a:pt x="4" y="15"/>
                  </a:cubicBezTo>
                  <a:cubicBezTo>
                    <a:pt x="2" y="15"/>
                    <a:pt x="0" y="13"/>
                    <a:pt x="0" y="10"/>
                  </a:cubicBezTo>
                  <a:cubicBezTo>
                    <a:pt x="0" y="4"/>
                    <a:pt x="0" y="4"/>
                    <a:pt x="0" y="4"/>
                  </a:cubicBezTo>
                  <a:cubicBezTo>
                    <a:pt x="1" y="1"/>
                    <a:pt x="3" y="0"/>
                    <a:pt x="5" y="0"/>
                  </a:cubicBezTo>
                  <a:cubicBezTo>
                    <a:pt x="59" y="1"/>
                    <a:pt x="59" y="1"/>
                    <a:pt x="59" y="1"/>
                  </a:cubicBezTo>
                  <a:cubicBezTo>
                    <a:pt x="62" y="1"/>
                    <a:pt x="63" y="3"/>
                    <a:pt x="63" y="6"/>
                  </a:cubicBezTo>
                  <a:cubicBezTo>
                    <a:pt x="63" y="12"/>
                    <a:pt x="63" y="12"/>
                    <a:pt x="63" y="12"/>
                  </a:cubicBezTo>
                  <a:cubicBezTo>
                    <a:pt x="62" y="15"/>
                    <a:pt x="60" y="17"/>
                    <a:pt x="58" y="16"/>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69" name="Google Shape;669;p31"/>
            <p:cNvSpPr/>
            <p:nvPr/>
          </p:nvSpPr>
          <p:spPr>
            <a:xfrm>
              <a:off x="10604500" y="3017838"/>
              <a:ext cx="0" cy="9525"/>
            </a:xfrm>
            <a:custGeom>
              <a:rect b="b" l="l" r="r" t="t"/>
              <a:pathLst>
                <a:path extrusionOk="0" h="2" w="120000">
                  <a:moveTo>
                    <a:pt x="0" y="0"/>
                  </a:moveTo>
                  <a:cubicBezTo>
                    <a:pt x="0" y="1"/>
                    <a:pt x="0" y="1"/>
                    <a:pt x="0" y="2"/>
                  </a:cubicBezTo>
                  <a:cubicBezTo>
                    <a:pt x="0" y="2"/>
                    <a:pt x="0" y="2"/>
                    <a:pt x="0" y="2"/>
                  </a:cubicBezTo>
                  <a:cubicBezTo>
                    <a:pt x="0" y="1"/>
                    <a:pt x="0" y="1"/>
                    <a:pt x="0" y="0"/>
                  </a:cubicBezTo>
                </a:path>
              </a:pathLst>
            </a:custGeom>
            <a:solidFill>
              <a:srgbClr val="1E28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0" name="Google Shape;670;p31"/>
            <p:cNvSpPr/>
            <p:nvPr/>
          </p:nvSpPr>
          <p:spPr>
            <a:xfrm>
              <a:off x="10588625" y="2949576"/>
              <a:ext cx="141287" cy="77788"/>
            </a:xfrm>
            <a:custGeom>
              <a:rect b="b" l="l" r="r" t="t"/>
              <a:pathLst>
                <a:path extrusionOk="0" h="16" w="29">
                  <a:moveTo>
                    <a:pt x="29" y="0"/>
                  </a:moveTo>
                  <a:cubicBezTo>
                    <a:pt x="23" y="1"/>
                    <a:pt x="17" y="2"/>
                    <a:pt x="12" y="2"/>
                  </a:cubicBezTo>
                  <a:cubicBezTo>
                    <a:pt x="8" y="2"/>
                    <a:pt x="4" y="1"/>
                    <a:pt x="0" y="1"/>
                  </a:cubicBezTo>
                  <a:cubicBezTo>
                    <a:pt x="1" y="5"/>
                    <a:pt x="2" y="10"/>
                    <a:pt x="3" y="14"/>
                  </a:cubicBezTo>
                  <a:cubicBezTo>
                    <a:pt x="3" y="15"/>
                    <a:pt x="3" y="15"/>
                    <a:pt x="3" y="16"/>
                  </a:cubicBezTo>
                  <a:cubicBezTo>
                    <a:pt x="11" y="14"/>
                    <a:pt x="22" y="8"/>
                    <a:pt x="29" y="0"/>
                  </a:cubicBezTo>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1" name="Google Shape;671;p31"/>
            <p:cNvSpPr/>
            <p:nvPr/>
          </p:nvSpPr>
          <p:spPr>
            <a:xfrm>
              <a:off x="10312400" y="1958976"/>
              <a:ext cx="801687" cy="1087438"/>
            </a:xfrm>
            <a:custGeom>
              <a:rect b="b" l="l" r="r" t="t"/>
              <a:pathLst>
                <a:path extrusionOk="0" h="224" w="165">
                  <a:moveTo>
                    <a:pt x="155" y="95"/>
                  </a:moveTo>
                  <a:cubicBezTo>
                    <a:pt x="146" y="145"/>
                    <a:pt x="143" y="167"/>
                    <a:pt x="114" y="190"/>
                  </a:cubicBezTo>
                  <a:cubicBezTo>
                    <a:pt x="70" y="224"/>
                    <a:pt x="11" y="201"/>
                    <a:pt x="5" y="149"/>
                  </a:cubicBezTo>
                  <a:cubicBezTo>
                    <a:pt x="0" y="102"/>
                    <a:pt x="17" y="27"/>
                    <a:pt x="69" y="14"/>
                  </a:cubicBezTo>
                  <a:cubicBezTo>
                    <a:pt x="120" y="0"/>
                    <a:pt x="165" y="45"/>
                    <a:pt x="155" y="95"/>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2" name="Google Shape;672;p31"/>
            <p:cNvSpPr/>
            <p:nvPr/>
          </p:nvSpPr>
          <p:spPr>
            <a:xfrm>
              <a:off x="10890250" y="1982788"/>
              <a:ext cx="393700" cy="612775"/>
            </a:xfrm>
            <a:custGeom>
              <a:rect b="b" l="l" r="r" t="t"/>
              <a:pathLst>
                <a:path extrusionOk="0" h="126" w="81">
                  <a:moveTo>
                    <a:pt x="8" y="53"/>
                  </a:moveTo>
                  <a:cubicBezTo>
                    <a:pt x="2" y="84"/>
                    <a:pt x="0" y="126"/>
                    <a:pt x="29" y="126"/>
                  </a:cubicBezTo>
                  <a:cubicBezTo>
                    <a:pt x="58" y="126"/>
                    <a:pt x="81" y="77"/>
                    <a:pt x="56" y="39"/>
                  </a:cubicBezTo>
                  <a:cubicBezTo>
                    <a:pt x="31" y="0"/>
                    <a:pt x="12" y="34"/>
                    <a:pt x="8" y="5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3" name="Google Shape;673;p31"/>
            <p:cNvSpPr/>
            <p:nvPr/>
          </p:nvSpPr>
          <p:spPr>
            <a:xfrm>
              <a:off x="10293350" y="1763713"/>
              <a:ext cx="879475" cy="660400"/>
            </a:xfrm>
            <a:custGeom>
              <a:rect b="b" l="l" r="r" t="t"/>
              <a:pathLst>
                <a:path extrusionOk="0" h="136" w="181">
                  <a:moveTo>
                    <a:pt x="181" y="102"/>
                  </a:moveTo>
                  <a:cubicBezTo>
                    <a:pt x="181" y="136"/>
                    <a:pt x="138" y="119"/>
                    <a:pt x="119" y="104"/>
                  </a:cubicBezTo>
                  <a:cubicBezTo>
                    <a:pt x="99" y="89"/>
                    <a:pt x="98" y="91"/>
                    <a:pt x="63" y="91"/>
                  </a:cubicBezTo>
                  <a:cubicBezTo>
                    <a:pt x="28" y="91"/>
                    <a:pt x="21" y="89"/>
                    <a:pt x="10" y="72"/>
                  </a:cubicBezTo>
                  <a:cubicBezTo>
                    <a:pt x="0" y="55"/>
                    <a:pt x="1" y="44"/>
                    <a:pt x="24" y="47"/>
                  </a:cubicBezTo>
                  <a:cubicBezTo>
                    <a:pt x="48" y="51"/>
                    <a:pt x="28" y="27"/>
                    <a:pt x="46" y="13"/>
                  </a:cubicBezTo>
                  <a:cubicBezTo>
                    <a:pt x="63" y="0"/>
                    <a:pt x="84" y="4"/>
                    <a:pt x="108" y="34"/>
                  </a:cubicBezTo>
                  <a:cubicBezTo>
                    <a:pt x="132" y="64"/>
                    <a:pt x="181" y="42"/>
                    <a:pt x="181" y="10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4" name="Google Shape;674;p31"/>
            <p:cNvSpPr/>
            <p:nvPr/>
          </p:nvSpPr>
          <p:spPr>
            <a:xfrm>
              <a:off x="10423525" y="2439988"/>
              <a:ext cx="87312" cy="146050"/>
            </a:xfrm>
            <a:custGeom>
              <a:rect b="b" l="l" r="r" t="t"/>
              <a:pathLst>
                <a:path extrusionOk="0" h="30" w="18">
                  <a:moveTo>
                    <a:pt x="18" y="0"/>
                  </a:moveTo>
                  <a:cubicBezTo>
                    <a:pt x="18" y="0"/>
                    <a:pt x="8" y="17"/>
                    <a:pt x="0" y="25"/>
                  </a:cubicBezTo>
                  <a:cubicBezTo>
                    <a:pt x="4" y="30"/>
                    <a:pt x="14" y="29"/>
                    <a:pt x="14" y="29"/>
                  </a:cubicBezTo>
                  <a:lnTo>
                    <a:pt x="18"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5" name="Google Shape;675;p31"/>
            <p:cNvSpPr/>
            <p:nvPr/>
          </p:nvSpPr>
          <p:spPr>
            <a:xfrm>
              <a:off x="10550525" y="2643188"/>
              <a:ext cx="125412" cy="53975"/>
            </a:xfrm>
            <a:custGeom>
              <a:rect b="b" l="l" r="r" t="t"/>
              <a:pathLst>
                <a:path extrusionOk="0" h="11" w="26">
                  <a:moveTo>
                    <a:pt x="1" y="9"/>
                  </a:moveTo>
                  <a:cubicBezTo>
                    <a:pt x="1" y="9"/>
                    <a:pt x="1" y="9"/>
                    <a:pt x="1" y="9"/>
                  </a:cubicBezTo>
                  <a:cubicBezTo>
                    <a:pt x="15" y="11"/>
                    <a:pt x="26" y="2"/>
                    <a:pt x="26" y="1"/>
                  </a:cubicBezTo>
                  <a:cubicBezTo>
                    <a:pt x="26" y="0"/>
                    <a:pt x="26" y="0"/>
                    <a:pt x="26" y="0"/>
                  </a:cubicBezTo>
                  <a:cubicBezTo>
                    <a:pt x="25" y="0"/>
                    <a:pt x="25" y="0"/>
                    <a:pt x="25" y="0"/>
                  </a:cubicBezTo>
                  <a:cubicBezTo>
                    <a:pt x="25" y="0"/>
                    <a:pt x="14" y="9"/>
                    <a:pt x="1" y="7"/>
                  </a:cubicBezTo>
                  <a:cubicBezTo>
                    <a:pt x="1" y="7"/>
                    <a:pt x="0" y="8"/>
                    <a:pt x="0" y="8"/>
                  </a:cubicBezTo>
                  <a:lnTo>
                    <a:pt x="1" y="9"/>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6" name="Google Shape;676;p31"/>
            <p:cNvSpPr/>
            <p:nvPr/>
          </p:nvSpPr>
          <p:spPr>
            <a:xfrm>
              <a:off x="10687050" y="2279651"/>
              <a:ext cx="101600" cy="68263"/>
            </a:xfrm>
            <a:custGeom>
              <a:rect b="b" l="l" r="r" t="t"/>
              <a:pathLst>
                <a:path extrusionOk="0" h="14" w="21">
                  <a:moveTo>
                    <a:pt x="18" y="13"/>
                  </a:moveTo>
                  <a:cubicBezTo>
                    <a:pt x="19" y="14"/>
                    <a:pt x="19" y="14"/>
                    <a:pt x="20" y="13"/>
                  </a:cubicBezTo>
                  <a:cubicBezTo>
                    <a:pt x="20" y="13"/>
                    <a:pt x="21" y="12"/>
                    <a:pt x="20" y="11"/>
                  </a:cubicBezTo>
                  <a:cubicBezTo>
                    <a:pt x="13" y="0"/>
                    <a:pt x="2" y="0"/>
                    <a:pt x="2" y="0"/>
                  </a:cubicBezTo>
                  <a:cubicBezTo>
                    <a:pt x="1" y="0"/>
                    <a:pt x="0" y="0"/>
                    <a:pt x="0" y="1"/>
                  </a:cubicBezTo>
                  <a:cubicBezTo>
                    <a:pt x="0" y="2"/>
                    <a:pt x="1" y="3"/>
                    <a:pt x="2" y="3"/>
                  </a:cubicBezTo>
                  <a:cubicBezTo>
                    <a:pt x="2" y="3"/>
                    <a:pt x="12" y="3"/>
                    <a:pt x="18"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7" name="Google Shape;677;p31"/>
            <p:cNvSpPr/>
            <p:nvPr/>
          </p:nvSpPr>
          <p:spPr>
            <a:xfrm>
              <a:off x="10614025" y="2400301"/>
              <a:ext cx="52387" cy="77788"/>
            </a:xfrm>
            <a:custGeom>
              <a:rect b="b" l="l" r="r" t="t"/>
              <a:pathLst>
                <a:path extrusionOk="0" h="16" w="11">
                  <a:moveTo>
                    <a:pt x="10" y="9"/>
                  </a:moveTo>
                  <a:cubicBezTo>
                    <a:pt x="10" y="13"/>
                    <a:pt x="7" y="16"/>
                    <a:pt x="4" y="16"/>
                  </a:cubicBezTo>
                  <a:cubicBezTo>
                    <a:pt x="2" y="15"/>
                    <a:pt x="0" y="11"/>
                    <a:pt x="1" y="7"/>
                  </a:cubicBezTo>
                  <a:cubicBezTo>
                    <a:pt x="1" y="3"/>
                    <a:pt x="4" y="0"/>
                    <a:pt x="7" y="1"/>
                  </a:cubicBezTo>
                  <a:cubicBezTo>
                    <a:pt x="9" y="1"/>
                    <a:pt x="11" y="5"/>
                    <a:pt x="10"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8" name="Google Shape;678;p31"/>
            <p:cNvSpPr/>
            <p:nvPr/>
          </p:nvSpPr>
          <p:spPr>
            <a:xfrm>
              <a:off x="10385425" y="2362201"/>
              <a:ext cx="52387" cy="77788"/>
            </a:xfrm>
            <a:custGeom>
              <a:rect b="b" l="l" r="r" t="t"/>
              <a:pathLst>
                <a:path extrusionOk="0" h="16" w="11">
                  <a:moveTo>
                    <a:pt x="11" y="9"/>
                  </a:moveTo>
                  <a:cubicBezTo>
                    <a:pt x="10" y="13"/>
                    <a:pt x="7" y="16"/>
                    <a:pt x="5" y="16"/>
                  </a:cubicBezTo>
                  <a:cubicBezTo>
                    <a:pt x="2" y="15"/>
                    <a:pt x="0" y="11"/>
                    <a:pt x="1" y="7"/>
                  </a:cubicBezTo>
                  <a:cubicBezTo>
                    <a:pt x="2" y="3"/>
                    <a:pt x="4" y="0"/>
                    <a:pt x="7" y="1"/>
                  </a:cubicBezTo>
                  <a:cubicBezTo>
                    <a:pt x="10" y="1"/>
                    <a:pt x="11" y="5"/>
                    <a:pt x="11"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79" name="Google Shape;679;p31"/>
            <p:cNvSpPr/>
            <p:nvPr/>
          </p:nvSpPr>
          <p:spPr>
            <a:xfrm>
              <a:off x="10380663" y="2347913"/>
              <a:ext cx="42862" cy="38100"/>
            </a:xfrm>
            <a:custGeom>
              <a:rect b="b" l="l" r="r" t="t"/>
              <a:pathLst>
                <a:path extrusionOk="0" h="8" w="9">
                  <a:moveTo>
                    <a:pt x="9" y="4"/>
                  </a:moveTo>
                  <a:cubicBezTo>
                    <a:pt x="0" y="0"/>
                    <a:pt x="0" y="0"/>
                    <a:pt x="0" y="0"/>
                  </a:cubicBezTo>
                  <a:cubicBezTo>
                    <a:pt x="0" y="0"/>
                    <a:pt x="4" y="8"/>
                    <a:pt x="9" y="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0" name="Google Shape;680;p31"/>
            <p:cNvSpPr/>
            <p:nvPr/>
          </p:nvSpPr>
          <p:spPr>
            <a:xfrm>
              <a:off x="10604500" y="2381251"/>
              <a:ext cx="47625" cy="42863"/>
            </a:xfrm>
            <a:custGeom>
              <a:rect b="b" l="l" r="r" t="t"/>
              <a:pathLst>
                <a:path extrusionOk="0" h="9" w="10">
                  <a:moveTo>
                    <a:pt x="10" y="5"/>
                  </a:moveTo>
                  <a:cubicBezTo>
                    <a:pt x="0" y="0"/>
                    <a:pt x="0" y="0"/>
                    <a:pt x="0" y="0"/>
                  </a:cubicBezTo>
                  <a:cubicBezTo>
                    <a:pt x="0" y="0"/>
                    <a:pt x="4" y="9"/>
                    <a:pt x="10"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1" name="Google Shape;681;p31"/>
            <p:cNvSpPr/>
            <p:nvPr/>
          </p:nvSpPr>
          <p:spPr>
            <a:xfrm>
              <a:off x="10355263" y="2216151"/>
              <a:ext cx="112712" cy="53975"/>
            </a:xfrm>
            <a:custGeom>
              <a:rect b="b" l="l" r="r" t="t"/>
              <a:pathLst>
                <a:path extrusionOk="0" h="11" w="23">
                  <a:moveTo>
                    <a:pt x="1" y="11"/>
                  </a:moveTo>
                  <a:cubicBezTo>
                    <a:pt x="1" y="11"/>
                    <a:pt x="2" y="11"/>
                    <a:pt x="2" y="11"/>
                  </a:cubicBezTo>
                  <a:cubicBezTo>
                    <a:pt x="11" y="4"/>
                    <a:pt x="20" y="7"/>
                    <a:pt x="21" y="7"/>
                  </a:cubicBezTo>
                  <a:cubicBezTo>
                    <a:pt x="21" y="7"/>
                    <a:pt x="22" y="7"/>
                    <a:pt x="23" y="6"/>
                  </a:cubicBezTo>
                  <a:cubicBezTo>
                    <a:pt x="23" y="5"/>
                    <a:pt x="22" y="4"/>
                    <a:pt x="22" y="4"/>
                  </a:cubicBezTo>
                  <a:cubicBezTo>
                    <a:pt x="21" y="4"/>
                    <a:pt x="11" y="0"/>
                    <a:pt x="1" y="8"/>
                  </a:cubicBezTo>
                  <a:cubicBezTo>
                    <a:pt x="0" y="9"/>
                    <a:pt x="0" y="10"/>
                    <a:pt x="0" y="11"/>
                  </a:cubicBezTo>
                  <a:lnTo>
                    <a:pt x="1"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2" name="Google Shape;682;p31"/>
            <p:cNvSpPr/>
            <p:nvPr/>
          </p:nvSpPr>
          <p:spPr>
            <a:xfrm>
              <a:off x="10107613" y="4795838"/>
              <a:ext cx="1176337" cy="249238"/>
            </a:xfrm>
            <a:custGeom>
              <a:rect b="b" l="l" r="r" t="t"/>
              <a:pathLst>
                <a:path extrusionOk="0" h="51" w="242">
                  <a:moveTo>
                    <a:pt x="1" y="51"/>
                  </a:moveTo>
                  <a:cubicBezTo>
                    <a:pt x="1" y="51"/>
                    <a:pt x="0" y="23"/>
                    <a:pt x="9" y="0"/>
                  </a:cubicBezTo>
                  <a:cubicBezTo>
                    <a:pt x="27" y="0"/>
                    <a:pt x="218" y="0"/>
                    <a:pt x="218" y="0"/>
                  </a:cubicBezTo>
                  <a:cubicBezTo>
                    <a:pt x="218" y="0"/>
                    <a:pt x="237" y="31"/>
                    <a:pt x="242" y="51"/>
                  </a:cubicBezTo>
                  <a:cubicBezTo>
                    <a:pt x="219" y="51"/>
                    <a:pt x="1" y="51"/>
                    <a:pt x="1" y="5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3" name="Google Shape;683;p31"/>
            <p:cNvSpPr/>
            <p:nvPr/>
          </p:nvSpPr>
          <p:spPr>
            <a:xfrm>
              <a:off x="10117138" y="4733926"/>
              <a:ext cx="1079500" cy="111125"/>
            </a:xfrm>
            <a:custGeom>
              <a:rect b="b" l="l" r="r" t="t"/>
              <a:pathLst>
                <a:path extrusionOk="0" h="23" w="222">
                  <a:moveTo>
                    <a:pt x="220" y="1"/>
                  </a:moveTo>
                  <a:cubicBezTo>
                    <a:pt x="221" y="20"/>
                    <a:pt x="221" y="20"/>
                    <a:pt x="221" y="20"/>
                  </a:cubicBezTo>
                  <a:cubicBezTo>
                    <a:pt x="222" y="21"/>
                    <a:pt x="220" y="23"/>
                    <a:pt x="218" y="23"/>
                  </a:cubicBezTo>
                  <a:cubicBezTo>
                    <a:pt x="6" y="23"/>
                    <a:pt x="6" y="23"/>
                    <a:pt x="6" y="23"/>
                  </a:cubicBezTo>
                  <a:cubicBezTo>
                    <a:pt x="4" y="23"/>
                    <a:pt x="2" y="22"/>
                    <a:pt x="2" y="21"/>
                  </a:cubicBezTo>
                  <a:cubicBezTo>
                    <a:pt x="0" y="2"/>
                    <a:pt x="0" y="2"/>
                    <a:pt x="0" y="2"/>
                  </a:cubicBezTo>
                  <a:cubicBezTo>
                    <a:pt x="0" y="1"/>
                    <a:pt x="2" y="0"/>
                    <a:pt x="4" y="0"/>
                  </a:cubicBezTo>
                  <a:cubicBezTo>
                    <a:pt x="216" y="0"/>
                    <a:pt x="216" y="0"/>
                    <a:pt x="216" y="0"/>
                  </a:cubicBezTo>
                  <a:cubicBezTo>
                    <a:pt x="218" y="0"/>
                    <a:pt x="219" y="0"/>
                    <a:pt x="220" y="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4" name="Google Shape;684;p31"/>
            <p:cNvSpPr/>
            <p:nvPr/>
          </p:nvSpPr>
          <p:spPr>
            <a:xfrm>
              <a:off x="10117138" y="4733926"/>
              <a:ext cx="1074737" cy="111125"/>
            </a:xfrm>
            <a:custGeom>
              <a:rect b="b" l="l" r="r" t="t"/>
              <a:pathLst>
                <a:path extrusionOk="0" h="23" w="221">
                  <a:moveTo>
                    <a:pt x="216" y="0"/>
                  </a:moveTo>
                  <a:cubicBezTo>
                    <a:pt x="216" y="0"/>
                    <a:pt x="216" y="0"/>
                    <a:pt x="216" y="0"/>
                  </a:cubicBezTo>
                  <a:cubicBezTo>
                    <a:pt x="5" y="0"/>
                    <a:pt x="5" y="0"/>
                    <a:pt x="5" y="0"/>
                  </a:cubicBezTo>
                  <a:cubicBezTo>
                    <a:pt x="4" y="0"/>
                    <a:pt x="4" y="0"/>
                    <a:pt x="4" y="0"/>
                  </a:cubicBezTo>
                  <a:cubicBezTo>
                    <a:pt x="2" y="0"/>
                    <a:pt x="0" y="1"/>
                    <a:pt x="0" y="2"/>
                  </a:cubicBezTo>
                  <a:cubicBezTo>
                    <a:pt x="0" y="2"/>
                    <a:pt x="0" y="2"/>
                    <a:pt x="0" y="2"/>
                  </a:cubicBezTo>
                  <a:cubicBezTo>
                    <a:pt x="2" y="21"/>
                    <a:pt x="2" y="21"/>
                    <a:pt x="2" y="21"/>
                  </a:cubicBezTo>
                  <a:cubicBezTo>
                    <a:pt x="2" y="22"/>
                    <a:pt x="4" y="23"/>
                    <a:pt x="6" y="23"/>
                  </a:cubicBezTo>
                  <a:cubicBezTo>
                    <a:pt x="218" y="23"/>
                    <a:pt x="218" y="23"/>
                    <a:pt x="218" y="23"/>
                  </a:cubicBezTo>
                  <a:cubicBezTo>
                    <a:pt x="220" y="23"/>
                    <a:pt x="221" y="22"/>
                    <a:pt x="221" y="21"/>
                  </a:cubicBezTo>
                  <a:cubicBezTo>
                    <a:pt x="221" y="20"/>
                    <a:pt x="221" y="20"/>
                    <a:pt x="221" y="20"/>
                  </a:cubicBezTo>
                  <a:cubicBezTo>
                    <a:pt x="220" y="1"/>
                    <a:pt x="220" y="1"/>
                    <a:pt x="220" y="1"/>
                  </a:cubicBezTo>
                  <a:cubicBezTo>
                    <a:pt x="219" y="0"/>
                    <a:pt x="218" y="0"/>
                    <a:pt x="216" y="0"/>
                  </a:cubicBezTo>
                </a:path>
              </a:pathLst>
            </a:custGeom>
            <a:solidFill>
              <a:srgbClr val="78A1F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5" name="Google Shape;685;p31"/>
            <p:cNvSpPr/>
            <p:nvPr/>
          </p:nvSpPr>
          <p:spPr>
            <a:xfrm>
              <a:off x="11022013" y="4724401"/>
              <a:ext cx="63500" cy="130175"/>
            </a:xfrm>
            <a:custGeom>
              <a:rect b="b" l="l" r="r" t="t"/>
              <a:pathLst>
                <a:path extrusionOk="0" h="27" w="13">
                  <a:moveTo>
                    <a:pt x="5" y="27"/>
                  </a:moveTo>
                  <a:cubicBezTo>
                    <a:pt x="11" y="27"/>
                    <a:pt x="11" y="27"/>
                    <a:pt x="11" y="27"/>
                  </a:cubicBezTo>
                  <a:cubicBezTo>
                    <a:pt x="12" y="27"/>
                    <a:pt x="13" y="26"/>
                    <a:pt x="13"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6" name="Google Shape;686;p31"/>
            <p:cNvSpPr/>
            <p:nvPr/>
          </p:nvSpPr>
          <p:spPr>
            <a:xfrm>
              <a:off x="10199688" y="4724401"/>
              <a:ext cx="63500" cy="130175"/>
            </a:xfrm>
            <a:custGeom>
              <a:rect b="b" l="l" r="r" t="t"/>
              <a:pathLst>
                <a:path extrusionOk="0" h="27" w="13">
                  <a:moveTo>
                    <a:pt x="5" y="27"/>
                  </a:moveTo>
                  <a:cubicBezTo>
                    <a:pt x="11" y="27"/>
                    <a:pt x="11" y="27"/>
                    <a:pt x="11" y="27"/>
                  </a:cubicBezTo>
                  <a:cubicBezTo>
                    <a:pt x="12" y="27"/>
                    <a:pt x="13" y="26"/>
                    <a:pt x="12"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7" name="Google Shape;687;p31"/>
            <p:cNvSpPr/>
            <p:nvPr/>
          </p:nvSpPr>
          <p:spPr>
            <a:xfrm>
              <a:off x="10614025" y="4724401"/>
              <a:ext cx="57150" cy="130175"/>
            </a:xfrm>
            <a:custGeom>
              <a:rect b="b" l="l" r="r" t="t"/>
              <a:pathLst>
                <a:path extrusionOk="0" h="27" w="12">
                  <a:moveTo>
                    <a:pt x="4" y="27"/>
                  </a:moveTo>
                  <a:cubicBezTo>
                    <a:pt x="10" y="27"/>
                    <a:pt x="10" y="27"/>
                    <a:pt x="10" y="27"/>
                  </a:cubicBezTo>
                  <a:cubicBezTo>
                    <a:pt x="11" y="27"/>
                    <a:pt x="12" y="26"/>
                    <a:pt x="12" y="26"/>
                  </a:cubicBezTo>
                  <a:cubicBezTo>
                    <a:pt x="9" y="1"/>
                    <a:pt x="9" y="1"/>
                    <a:pt x="9" y="1"/>
                  </a:cubicBezTo>
                  <a:cubicBezTo>
                    <a:pt x="9" y="1"/>
                    <a:pt x="8" y="0"/>
                    <a:pt x="7" y="0"/>
                  </a:cubicBezTo>
                  <a:cubicBezTo>
                    <a:pt x="2" y="0"/>
                    <a:pt x="2" y="0"/>
                    <a:pt x="2" y="0"/>
                  </a:cubicBezTo>
                  <a:cubicBezTo>
                    <a:pt x="0" y="0"/>
                    <a:pt x="0" y="1"/>
                    <a:pt x="0" y="1"/>
                  </a:cubicBezTo>
                  <a:cubicBezTo>
                    <a:pt x="2" y="26"/>
                    <a:pt x="2" y="26"/>
                    <a:pt x="2" y="26"/>
                  </a:cubicBezTo>
                  <a:cubicBezTo>
                    <a:pt x="2" y="26"/>
                    <a:pt x="3" y="27"/>
                    <a:pt x="4"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8" name="Google Shape;688;p31"/>
            <p:cNvSpPr/>
            <p:nvPr/>
          </p:nvSpPr>
          <p:spPr>
            <a:xfrm>
              <a:off x="11187113" y="3567113"/>
              <a:ext cx="831850" cy="1001713"/>
            </a:xfrm>
            <a:custGeom>
              <a:rect b="b" l="l" r="r" t="t"/>
              <a:pathLst>
                <a:path extrusionOk="0" h="206" w="171">
                  <a:moveTo>
                    <a:pt x="51" y="0"/>
                  </a:moveTo>
                  <a:cubicBezTo>
                    <a:pt x="61" y="30"/>
                    <a:pt x="69" y="60"/>
                    <a:pt x="78" y="90"/>
                  </a:cubicBezTo>
                  <a:cubicBezTo>
                    <a:pt x="91" y="135"/>
                    <a:pt x="91" y="135"/>
                    <a:pt x="91" y="135"/>
                  </a:cubicBezTo>
                  <a:cubicBezTo>
                    <a:pt x="97" y="157"/>
                    <a:pt x="97" y="157"/>
                    <a:pt x="97" y="157"/>
                  </a:cubicBezTo>
                  <a:cubicBezTo>
                    <a:pt x="99" y="163"/>
                    <a:pt x="99" y="163"/>
                    <a:pt x="99" y="163"/>
                  </a:cubicBezTo>
                  <a:cubicBezTo>
                    <a:pt x="99" y="166"/>
                    <a:pt x="99" y="166"/>
                    <a:pt x="99" y="166"/>
                  </a:cubicBezTo>
                  <a:cubicBezTo>
                    <a:pt x="100" y="166"/>
                    <a:pt x="100" y="166"/>
                    <a:pt x="100" y="166"/>
                  </a:cubicBezTo>
                  <a:cubicBezTo>
                    <a:pt x="100" y="166"/>
                    <a:pt x="100" y="166"/>
                    <a:pt x="100" y="166"/>
                  </a:cubicBezTo>
                  <a:cubicBezTo>
                    <a:pt x="100" y="167"/>
                    <a:pt x="100" y="167"/>
                    <a:pt x="100" y="167"/>
                  </a:cubicBezTo>
                  <a:cubicBezTo>
                    <a:pt x="99" y="166"/>
                    <a:pt x="99" y="166"/>
                    <a:pt x="99" y="166"/>
                  </a:cubicBezTo>
                  <a:cubicBezTo>
                    <a:pt x="99" y="165"/>
                    <a:pt x="98" y="164"/>
                    <a:pt x="95" y="162"/>
                  </a:cubicBezTo>
                  <a:cubicBezTo>
                    <a:pt x="93" y="160"/>
                    <a:pt x="89" y="158"/>
                    <a:pt x="85" y="158"/>
                  </a:cubicBezTo>
                  <a:cubicBezTo>
                    <a:pt x="81" y="158"/>
                    <a:pt x="78" y="159"/>
                    <a:pt x="76" y="160"/>
                  </a:cubicBezTo>
                  <a:cubicBezTo>
                    <a:pt x="73" y="161"/>
                    <a:pt x="74" y="162"/>
                    <a:pt x="74" y="161"/>
                  </a:cubicBezTo>
                  <a:cubicBezTo>
                    <a:pt x="74" y="161"/>
                    <a:pt x="75" y="160"/>
                    <a:pt x="76" y="159"/>
                  </a:cubicBezTo>
                  <a:cubicBezTo>
                    <a:pt x="77" y="157"/>
                    <a:pt x="79" y="155"/>
                    <a:pt x="81" y="152"/>
                  </a:cubicBezTo>
                  <a:cubicBezTo>
                    <a:pt x="84" y="146"/>
                    <a:pt x="88" y="140"/>
                    <a:pt x="91" y="133"/>
                  </a:cubicBezTo>
                  <a:cubicBezTo>
                    <a:pt x="98" y="120"/>
                    <a:pt x="104" y="106"/>
                    <a:pt x="110" y="92"/>
                  </a:cubicBezTo>
                  <a:cubicBezTo>
                    <a:pt x="116" y="77"/>
                    <a:pt x="122" y="63"/>
                    <a:pt x="128" y="49"/>
                  </a:cubicBezTo>
                  <a:cubicBezTo>
                    <a:pt x="134" y="34"/>
                    <a:pt x="140" y="20"/>
                    <a:pt x="146" y="5"/>
                  </a:cubicBezTo>
                  <a:cubicBezTo>
                    <a:pt x="171" y="13"/>
                    <a:pt x="171" y="13"/>
                    <a:pt x="171" y="13"/>
                  </a:cubicBezTo>
                  <a:cubicBezTo>
                    <a:pt x="165" y="44"/>
                    <a:pt x="157" y="75"/>
                    <a:pt x="148" y="105"/>
                  </a:cubicBezTo>
                  <a:cubicBezTo>
                    <a:pt x="143" y="121"/>
                    <a:pt x="138" y="136"/>
                    <a:pt x="132" y="151"/>
                  </a:cubicBezTo>
                  <a:cubicBezTo>
                    <a:pt x="128" y="159"/>
                    <a:pt x="125" y="167"/>
                    <a:pt x="121" y="174"/>
                  </a:cubicBezTo>
                  <a:cubicBezTo>
                    <a:pt x="119" y="178"/>
                    <a:pt x="117" y="183"/>
                    <a:pt x="114" y="187"/>
                  </a:cubicBezTo>
                  <a:cubicBezTo>
                    <a:pt x="112" y="189"/>
                    <a:pt x="110" y="192"/>
                    <a:pt x="108" y="194"/>
                  </a:cubicBezTo>
                  <a:cubicBezTo>
                    <a:pt x="106" y="197"/>
                    <a:pt x="103" y="200"/>
                    <a:pt x="96" y="203"/>
                  </a:cubicBezTo>
                  <a:cubicBezTo>
                    <a:pt x="93" y="204"/>
                    <a:pt x="88" y="206"/>
                    <a:pt x="82" y="206"/>
                  </a:cubicBezTo>
                  <a:cubicBezTo>
                    <a:pt x="76" y="206"/>
                    <a:pt x="70" y="203"/>
                    <a:pt x="66" y="200"/>
                  </a:cubicBezTo>
                  <a:cubicBezTo>
                    <a:pt x="62" y="197"/>
                    <a:pt x="60" y="194"/>
                    <a:pt x="59" y="192"/>
                  </a:cubicBezTo>
                  <a:cubicBezTo>
                    <a:pt x="57" y="189"/>
                    <a:pt x="56" y="188"/>
                    <a:pt x="55" y="186"/>
                  </a:cubicBezTo>
                  <a:cubicBezTo>
                    <a:pt x="55" y="185"/>
                    <a:pt x="54" y="184"/>
                    <a:pt x="54" y="183"/>
                  </a:cubicBezTo>
                  <a:cubicBezTo>
                    <a:pt x="53" y="181"/>
                    <a:pt x="53" y="181"/>
                    <a:pt x="53" y="181"/>
                  </a:cubicBezTo>
                  <a:cubicBezTo>
                    <a:pt x="52" y="178"/>
                    <a:pt x="52" y="178"/>
                    <a:pt x="52" y="178"/>
                  </a:cubicBezTo>
                  <a:cubicBezTo>
                    <a:pt x="50" y="173"/>
                    <a:pt x="50" y="173"/>
                    <a:pt x="50" y="173"/>
                  </a:cubicBezTo>
                  <a:cubicBezTo>
                    <a:pt x="48" y="165"/>
                    <a:pt x="45" y="158"/>
                    <a:pt x="42" y="150"/>
                  </a:cubicBezTo>
                  <a:cubicBezTo>
                    <a:pt x="37" y="135"/>
                    <a:pt x="32" y="120"/>
                    <a:pt x="27" y="105"/>
                  </a:cubicBezTo>
                  <a:cubicBezTo>
                    <a:pt x="17" y="75"/>
                    <a:pt x="8" y="45"/>
                    <a:pt x="0" y="15"/>
                  </a:cubicBezTo>
                  <a:cubicBezTo>
                    <a:pt x="51" y="0"/>
                    <a:pt x="51" y="0"/>
                    <a:pt x="51" y="0"/>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89" name="Google Shape;689;p31"/>
            <p:cNvSpPr/>
            <p:nvPr/>
          </p:nvSpPr>
          <p:spPr>
            <a:xfrm>
              <a:off x="11036300" y="3241676"/>
              <a:ext cx="573087" cy="752475"/>
            </a:xfrm>
            <a:custGeom>
              <a:rect b="b" l="l" r="r" t="t"/>
              <a:pathLst>
                <a:path extrusionOk="0" h="155" w="118">
                  <a:moveTo>
                    <a:pt x="65" y="8"/>
                  </a:moveTo>
                  <a:cubicBezTo>
                    <a:pt x="86" y="14"/>
                    <a:pt x="118" y="96"/>
                    <a:pt x="118" y="96"/>
                  </a:cubicBezTo>
                  <a:cubicBezTo>
                    <a:pt x="36" y="155"/>
                    <a:pt x="36" y="155"/>
                    <a:pt x="36" y="155"/>
                  </a:cubicBezTo>
                  <a:cubicBezTo>
                    <a:pt x="36" y="155"/>
                    <a:pt x="0" y="84"/>
                    <a:pt x="8" y="57"/>
                  </a:cubicBezTo>
                  <a:cubicBezTo>
                    <a:pt x="18" y="29"/>
                    <a:pt x="41" y="0"/>
                    <a:pt x="65"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90" name="Google Shape;690;p31"/>
            <p:cNvSpPr/>
            <p:nvPr/>
          </p:nvSpPr>
          <p:spPr>
            <a:xfrm>
              <a:off x="11069638" y="3275013"/>
              <a:ext cx="539750" cy="719138"/>
            </a:xfrm>
            <a:custGeom>
              <a:rect b="b" l="l" r="r" t="t"/>
              <a:pathLst>
                <a:path extrusionOk="0" h="148" w="111">
                  <a:moveTo>
                    <a:pt x="50" y="0"/>
                  </a:moveTo>
                  <a:cubicBezTo>
                    <a:pt x="29" y="0"/>
                    <a:pt x="10" y="25"/>
                    <a:pt x="1" y="50"/>
                  </a:cubicBezTo>
                  <a:cubicBezTo>
                    <a:pt x="0" y="53"/>
                    <a:pt x="0" y="56"/>
                    <a:pt x="0" y="60"/>
                  </a:cubicBezTo>
                  <a:cubicBezTo>
                    <a:pt x="0" y="92"/>
                    <a:pt x="29" y="148"/>
                    <a:pt x="29" y="148"/>
                  </a:cubicBezTo>
                  <a:cubicBezTo>
                    <a:pt x="111" y="89"/>
                    <a:pt x="111" y="89"/>
                    <a:pt x="111" y="89"/>
                  </a:cubicBezTo>
                  <a:cubicBezTo>
                    <a:pt x="111" y="89"/>
                    <a:pt x="110" y="87"/>
                    <a:pt x="108" y="84"/>
                  </a:cubicBezTo>
                  <a:cubicBezTo>
                    <a:pt x="104" y="73"/>
                    <a:pt x="93" y="46"/>
                    <a:pt x="80" y="26"/>
                  </a:cubicBezTo>
                  <a:cubicBezTo>
                    <a:pt x="73" y="13"/>
                    <a:pt x="64" y="3"/>
                    <a:pt x="58" y="1"/>
                  </a:cubicBezTo>
                  <a:cubicBezTo>
                    <a:pt x="55" y="0"/>
                    <a:pt x="52" y="0"/>
                    <a:pt x="50"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91" name="Google Shape;691;p31"/>
            <p:cNvSpPr/>
            <p:nvPr/>
          </p:nvSpPr>
          <p:spPr>
            <a:xfrm>
              <a:off x="11847513" y="3406776"/>
              <a:ext cx="228600" cy="330200"/>
            </a:xfrm>
            <a:custGeom>
              <a:rect b="b" l="l" r="r" t="t"/>
              <a:pathLst>
                <a:path extrusionOk="0" h="68" w="47">
                  <a:moveTo>
                    <a:pt x="11" y="49"/>
                  </a:moveTo>
                  <a:cubicBezTo>
                    <a:pt x="0" y="0"/>
                    <a:pt x="0" y="0"/>
                    <a:pt x="0" y="0"/>
                  </a:cubicBezTo>
                  <a:cubicBezTo>
                    <a:pt x="46" y="24"/>
                    <a:pt x="46" y="24"/>
                    <a:pt x="46" y="24"/>
                  </a:cubicBezTo>
                  <a:cubicBezTo>
                    <a:pt x="46" y="24"/>
                    <a:pt x="47" y="58"/>
                    <a:pt x="28" y="68"/>
                  </a:cubicBezTo>
                  <a:lnTo>
                    <a:pt x="11" y="49"/>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92" name="Google Shape;692;p31"/>
            <p:cNvSpPr/>
            <p:nvPr/>
          </p:nvSpPr>
          <p:spPr>
            <a:xfrm>
              <a:off x="11847513" y="3216276"/>
              <a:ext cx="238125" cy="306388"/>
            </a:xfrm>
            <a:custGeom>
              <a:rect b="b" l="l" r="r" t="t"/>
              <a:pathLst>
                <a:path extrusionOk="0" h="193" w="150">
                  <a:moveTo>
                    <a:pt x="59" y="0"/>
                  </a:moveTo>
                  <a:lnTo>
                    <a:pt x="150" y="65"/>
                  </a:lnTo>
                  <a:lnTo>
                    <a:pt x="141" y="193"/>
                  </a:lnTo>
                  <a:lnTo>
                    <a:pt x="0" y="120"/>
                  </a:lnTo>
                  <a:lnTo>
                    <a:pt x="59"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693" name="Google Shape;693;p31"/>
            <p:cNvSpPr/>
            <p:nvPr/>
          </p:nvSpPr>
          <p:spPr>
            <a:xfrm>
              <a:off x="7599363" y="2011363"/>
              <a:ext cx="2105025" cy="1423988"/>
            </a:xfrm>
            <a:custGeom>
              <a:rect b="b" l="l" r="r" t="t"/>
              <a:pathLst>
                <a:path extrusionOk="0" h="293" w="433">
                  <a:moveTo>
                    <a:pt x="62" y="0"/>
                  </a:moveTo>
                  <a:cubicBezTo>
                    <a:pt x="386" y="0"/>
                    <a:pt x="386" y="0"/>
                    <a:pt x="386" y="0"/>
                  </a:cubicBezTo>
                  <a:cubicBezTo>
                    <a:pt x="412" y="0"/>
                    <a:pt x="433" y="22"/>
                    <a:pt x="431" y="48"/>
                  </a:cubicBezTo>
                  <a:cubicBezTo>
                    <a:pt x="422" y="195"/>
                    <a:pt x="422" y="195"/>
                    <a:pt x="422" y="195"/>
                  </a:cubicBezTo>
                  <a:cubicBezTo>
                    <a:pt x="420" y="221"/>
                    <a:pt x="398" y="243"/>
                    <a:pt x="371" y="243"/>
                  </a:cubicBezTo>
                  <a:cubicBezTo>
                    <a:pt x="334" y="243"/>
                    <a:pt x="334" y="243"/>
                    <a:pt x="334" y="243"/>
                  </a:cubicBezTo>
                  <a:cubicBezTo>
                    <a:pt x="349" y="293"/>
                    <a:pt x="349" y="293"/>
                    <a:pt x="349" y="293"/>
                  </a:cubicBezTo>
                  <a:cubicBezTo>
                    <a:pt x="276" y="243"/>
                    <a:pt x="276" y="243"/>
                    <a:pt x="276" y="243"/>
                  </a:cubicBezTo>
                  <a:cubicBezTo>
                    <a:pt x="47" y="243"/>
                    <a:pt x="47" y="243"/>
                    <a:pt x="47" y="243"/>
                  </a:cubicBezTo>
                  <a:cubicBezTo>
                    <a:pt x="21" y="243"/>
                    <a:pt x="0" y="221"/>
                    <a:pt x="2" y="195"/>
                  </a:cubicBezTo>
                  <a:cubicBezTo>
                    <a:pt x="11" y="48"/>
                    <a:pt x="11" y="48"/>
                    <a:pt x="11" y="48"/>
                  </a:cubicBezTo>
                  <a:cubicBezTo>
                    <a:pt x="13" y="22"/>
                    <a:pt x="36" y="0"/>
                    <a:pt x="62" y="0"/>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694" name="Google Shape;694;p31"/>
          <p:cNvSpPr/>
          <p:nvPr/>
        </p:nvSpPr>
        <p:spPr>
          <a:xfrm>
            <a:off x="1016210" y="2298701"/>
            <a:ext cx="6300577" cy="3708400"/>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s-CL" sz="2400" u="none" cap="none" strike="noStrike">
                <a:solidFill>
                  <a:schemeClr val="accent1"/>
                </a:solidFill>
                <a:latin typeface="Poppins"/>
                <a:ea typeface="Poppins"/>
                <a:cs typeface="Poppins"/>
                <a:sym typeface="Poppins"/>
              </a:rPr>
              <a:t>¿Qué es una lista?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CL" sz="2400" u="none" cap="none" strike="noStrike">
                <a:solidFill>
                  <a:schemeClr val="dk1"/>
                </a:solidFill>
                <a:latin typeface="Poppins"/>
                <a:ea typeface="Poppins"/>
                <a:cs typeface="Poppins"/>
                <a:sym typeface="Poppins"/>
              </a:rPr>
              <a:t>Un arreglo de tipo </a:t>
            </a:r>
            <a:r>
              <a:rPr b="1" i="0" lang="es-CL" sz="2400" u="none" cap="none" strike="noStrike">
                <a:solidFill>
                  <a:schemeClr val="dk1"/>
                </a:solidFill>
                <a:latin typeface="Poppins"/>
                <a:ea typeface="Poppins"/>
                <a:cs typeface="Poppins"/>
                <a:sym typeface="Poppins"/>
              </a:rPr>
              <a:t>unidimensional</a:t>
            </a:r>
            <a:r>
              <a:rPr b="0" i="0" lang="es-CL" sz="2400" u="none" cap="none" strike="noStrike">
                <a:solidFill>
                  <a:schemeClr val="dk1"/>
                </a:solidFill>
                <a:latin typeface="Poppins"/>
                <a:ea typeface="Poppins"/>
                <a:cs typeface="Poppins"/>
                <a:sym typeface="Poppins"/>
              </a:rPr>
              <a:t> que nos permite almacenar datos de manera estructurada.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1" i="0" lang="es-CL" sz="2400" u="none" cap="none" strike="noStrike">
                <a:solidFill>
                  <a:schemeClr val="accent1"/>
                </a:solidFill>
                <a:latin typeface="Poppins"/>
                <a:ea typeface="Poppins"/>
                <a:cs typeface="Poppins"/>
                <a:sym typeface="Poppins"/>
              </a:rPr>
              <a:t>Para el ejemplo anterior ¿Por qué era necesario usar una lista?</a:t>
            </a:r>
            <a:endParaRPr b="0" i="0" sz="1400" u="none" cap="none" strike="noStrike">
              <a:solidFill>
                <a:srgbClr val="000000"/>
              </a:solidFill>
              <a:latin typeface="Arial"/>
              <a:ea typeface="Arial"/>
              <a:cs typeface="Arial"/>
              <a:sym typeface="Arial"/>
            </a:endParaRPr>
          </a:p>
        </p:txBody>
      </p:sp>
      <p:sp>
        <p:nvSpPr>
          <p:cNvPr id="695" name="Google Shape;695;p31"/>
          <p:cNvSpPr txBox="1"/>
          <p:nvPr/>
        </p:nvSpPr>
        <p:spPr>
          <a:xfrm>
            <a:off x="8265748" y="2091839"/>
            <a:ext cx="1000897"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800"/>
              <a:buFont typeface="Arial"/>
              <a:buNone/>
            </a:pPr>
            <a:r>
              <a:rPr b="1" i="1" lang="es-CL" sz="8800" u="none" cap="none" strike="noStrike">
                <a:solidFill>
                  <a:schemeClr val="lt1"/>
                </a:solidFill>
                <a:latin typeface="Poppins"/>
                <a:ea typeface="Poppins"/>
                <a:cs typeface="Poppins"/>
                <a:sym typeface="Poppins"/>
              </a:rPr>
              <a:t>?</a:t>
            </a:r>
            <a:endParaRPr b="1" i="1" sz="8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4"/>
                                        </p:tgtEl>
                                        <p:attrNameLst>
                                          <p:attrName>style.visibility</p:attrName>
                                        </p:attrNameLst>
                                      </p:cBhvr>
                                      <p:to>
                                        <p:strVal val="visible"/>
                                      </p:to>
                                    </p:set>
                                    <p:anim calcmode="lin" valueType="num">
                                      <p:cBhvr additive="base">
                                        <p:cTn dur="500"/>
                                        <p:tgtEl>
                                          <p:spTgt spid="6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94">
                                            <p:txEl>
                                              <p:pRg end="0" st="0"/>
                                            </p:txEl>
                                          </p:spTgt>
                                        </p:tgtEl>
                                        <p:attrNameLst>
                                          <p:attrName>style.visibility</p:attrName>
                                        </p:attrNameLst>
                                      </p:cBhvr>
                                      <p:to>
                                        <p:strVal val="visible"/>
                                      </p:to>
                                    </p:set>
                                    <p:anim calcmode="lin" valueType="num">
                                      <p:cBhvr additive="base">
                                        <p:cTn dur="500"/>
                                        <p:tgtEl>
                                          <p:spTgt spid="694">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94">
                                            <p:txEl>
                                              <p:pRg end="1" st="1"/>
                                            </p:txEl>
                                          </p:spTgt>
                                        </p:tgtEl>
                                        <p:attrNameLst>
                                          <p:attrName>style.visibility</p:attrName>
                                        </p:attrNameLst>
                                      </p:cBhvr>
                                      <p:to>
                                        <p:strVal val="visible"/>
                                      </p:to>
                                    </p:set>
                                    <p:anim calcmode="lin" valueType="num">
                                      <p:cBhvr additive="base">
                                        <p:cTn dur="500"/>
                                        <p:tgtEl>
                                          <p:spTgt spid="694">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94">
                                            <p:txEl>
                                              <p:pRg end="2" st="2"/>
                                            </p:txEl>
                                          </p:spTgt>
                                        </p:tgtEl>
                                        <p:attrNameLst>
                                          <p:attrName>style.visibility</p:attrName>
                                        </p:attrNameLst>
                                      </p:cBhvr>
                                      <p:to>
                                        <p:strVal val="visible"/>
                                      </p:to>
                                    </p:set>
                                    <p:anim calcmode="lin" valueType="num">
                                      <p:cBhvr additive="base">
                                        <p:cTn dur="500"/>
                                        <p:tgtEl>
                                          <p:spTgt spid="69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3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Trabajo autónomo mínimo</a:t>
            </a:r>
            <a:endParaRPr/>
          </a:p>
        </p:txBody>
      </p:sp>
      <p:sp>
        <p:nvSpPr>
          <p:cNvPr id="701" name="Google Shape;701;p32"/>
          <p:cNvSpPr txBox="1"/>
          <p:nvPr/>
        </p:nvSpPr>
        <p:spPr>
          <a:xfrm>
            <a:off x="1112989" y="615954"/>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sp>
        <p:nvSpPr>
          <p:cNvPr id="702" name="Google Shape;702;p32"/>
          <p:cNvSpPr/>
          <p:nvPr/>
        </p:nvSpPr>
        <p:spPr>
          <a:xfrm>
            <a:off x="1104899" y="1702676"/>
            <a:ext cx="9982202" cy="1903649"/>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CL" sz="2400" u="none" cap="none" strike="noStrike">
                <a:solidFill>
                  <a:schemeClr val="dk1"/>
                </a:solidFill>
                <a:latin typeface="Poppins"/>
                <a:ea typeface="Poppins"/>
                <a:cs typeface="Poppins"/>
                <a:sym typeface="Poppins"/>
              </a:rPr>
              <a:t>Revisar capítulo 9 (sección 1) libro guía.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CL" sz="2400" u="none" cap="none" strike="noStrike">
                <a:solidFill>
                  <a:schemeClr val="dk1"/>
                </a:solidFill>
                <a:latin typeface="Poppins"/>
                <a:ea typeface="Poppins"/>
                <a:cs typeface="Poppins"/>
                <a:sym typeface="Poppins"/>
              </a:rPr>
              <a:t>Resolver problemas del archivo ‘Clase 08 – Ejercicios.pptx’</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CL" sz="2400" u="none" cap="none" strike="noStrike">
                <a:solidFill>
                  <a:schemeClr val="dk1"/>
                </a:solidFill>
                <a:latin typeface="Poppins"/>
                <a:ea typeface="Poppins"/>
                <a:cs typeface="Poppins"/>
                <a:sym typeface="Poppins"/>
              </a:rPr>
              <a:t>Resolver ejercicios 1, 2, 3.</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33"/>
          <p:cNvSpPr txBox="1"/>
          <p:nvPr/>
        </p:nvSpPr>
        <p:spPr>
          <a:xfrm>
            <a:off x="1112990" y="1581818"/>
            <a:ext cx="5779424" cy="769441"/>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oppins"/>
                <a:ea typeface="Poppins"/>
                <a:cs typeface="Poppins"/>
                <a:sym typeface="Poppins"/>
              </a:rPr>
              <a:t>¡A practicar!</a:t>
            </a:r>
            <a:endParaRPr b="0" i="0" sz="1400" u="none" cap="none" strike="noStrike">
              <a:solidFill>
                <a:srgbClr val="000000"/>
              </a:solidFill>
              <a:latin typeface="Arial"/>
              <a:ea typeface="Arial"/>
              <a:cs typeface="Arial"/>
              <a:sym typeface="Arial"/>
            </a:endParaRPr>
          </a:p>
        </p:txBody>
      </p:sp>
      <p:sp>
        <p:nvSpPr>
          <p:cNvPr id="708" name="Google Shape;708;p33"/>
          <p:cNvSpPr txBox="1"/>
          <p:nvPr/>
        </p:nvSpPr>
        <p:spPr>
          <a:xfrm>
            <a:off x="1112989" y="1211208"/>
            <a:ext cx="1475725"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08: Arreglos</a:t>
            </a:r>
            <a:endParaRPr b="0" i="0" sz="1400" u="none" cap="none" strike="noStrike">
              <a:solidFill>
                <a:srgbClr val="000000"/>
              </a:solidFill>
              <a:latin typeface="Arial"/>
              <a:ea typeface="Arial"/>
              <a:cs typeface="Arial"/>
              <a:sym typeface="Arial"/>
            </a:endParaRPr>
          </a:p>
        </p:txBody>
      </p:sp>
      <p:grpSp>
        <p:nvGrpSpPr>
          <p:cNvPr id="709" name="Google Shape;709;p33"/>
          <p:cNvGrpSpPr/>
          <p:nvPr/>
        </p:nvGrpSpPr>
        <p:grpSpPr>
          <a:xfrm>
            <a:off x="7507288" y="1763713"/>
            <a:ext cx="6037262" cy="5462588"/>
            <a:chOff x="7507288" y="1763713"/>
            <a:chExt cx="6037262" cy="5462588"/>
          </a:xfrm>
        </p:grpSpPr>
        <p:sp>
          <p:nvSpPr>
            <p:cNvPr id="710" name="Google Shape;710;p33"/>
            <p:cNvSpPr/>
            <p:nvPr/>
          </p:nvSpPr>
          <p:spPr>
            <a:xfrm>
              <a:off x="7507288" y="5321301"/>
              <a:ext cx="4684712" cy="6858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11" name="Google Shape;711;p33"/>
            <p:cNvSpPr/>
            <p:nvPr/>
          </p:nvSpPr>
          <p:spPr>
            <a:xfrm>
              <a:off x="7507288" y="5321301"/>
              <a:ext cx="6037262"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12" name="Google Shape;712;p33"/>
            <p:cNvSpPr/>
            <p:nvPr/>
          </p:nvSpPr>
          <p:spPr>
            <a:xfrm>
              <a:off x="12250738" y="5321301"/>
              <a:ext cx="1293812" cy="685800"/>
            </a:xfrm>
            <a:custGeom>
              <a:rect b="b" l="l" r="r" t="t"/>
              <a:pathLst>
                <a:path extrusionOk="0" h="432" w="815">
                  <a:moveTo>
                    <a:pt x="815" y="0"/>
                  </a:moveTo>
                  <a:lnTo>
                    <a:pt x="0" y="0"/>
                  </a:lnTo>
                  <a:lnTo>
                    <a:pt x="0" y="432"/>
                  </a:lnTo>
                  <a:lnTo>
                    <a:pt x="395" y="432"/>
                  </a:lnTo>
                  <a:lnTo>
                    <a:pt x="815" y="432"/>
                  </a:lnTo>
                  <a:lnTo>
                    <a:pt x="81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13" name="Google Shape;713;p33"/>
            <p:cNvSpPr/>
            <p:nvPr/>
          </p:nvSpPr>
          <p:spPr>
            <a:xfrm>
              <a:off x="7507288" y="6007101"/>
              <a:ext cx="666750"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14" name="Google Shape;714;p33"/>
            <p:cNvSpPr/>
            <p:nvPr/>
          </p:nvSpPr>
          <p:spPr>
            <a:xfrm>
              <a:off x="7507288"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15" name="Google Shape;715;p33"/>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16" name="Google Shape;716;p33"/>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17" name="Google Shape;717;p33"/>
            <p:cNvSpPr/>
            <p:nvPr/>
          </p:nvSpPr>
          <p:spPr>
            <a:xfrm>
              <a:off x="12877800"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18" name="Google Shape;718;p33"/>
            <p:cNvSpPr/>
            <p:nvPr/>
          </p:nvSpPr>
          <p:spPr>
            <a:xfrm>
              <a:off x="12877800" y="6007101"/>
              <a:ext cx="666750" cy="1219200"/>
            </a:xfrm>
            <a:custGeom>
              <a:rect b="b" l="l" r="r" t="t"/>
              <a:pathLst>
                <a:path extrusionOk="0" h="768" w="420">
                  <a:moveTo>
                    <a:pt x="0" y="0"/>
                  </a:moveTo>
                  <a:lnTo>
                    <a:pt x="0" y="0"/>
                  </a:lnTo>
                  <a:lnTo>
                    <a:pt x="0" y="768"/>
                  </a:lnTo>
                  <a:lnTo>
                    <a:pt x="420"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19" name="Google Shape;719;p33"/>
            <p:cNvSpPr/>
            <p:nvPr/>
          </p:nvSpPr>
          <p:spPr>
            <a:xfrm>
              <a:off x="11585575"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0" name="Google Shape;720;p33"/>
            <p:cNvSpPr/>
            <p:nvPr/>
          </p:nvSpPr>
          <p:spPr>
            <a:xfrm>
              <a:off x="11585575"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1" name="Google Shape;721;p33"/>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2" name="Google Shape;722;p33"/>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3" name="Google Shape;723;p33"/>
            <p:cNvSpPr/>
            <p:nvPr/>
          </p:nvSpPr>
          <p:spPr>
            <a:xfrm>
              <a:off x="8801100"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4" name="Google Shape;724;p33"/>
            <p:cNvSpPr/>
            <p:nvPr/>
          </p:nvSpPr>
          <p:spPr>
            <a:xfrm>
              <a:off x="8801100"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5" name="Google Shape;725;p33"/>
            <p:cNvSpPr/>
            <p:nvPr/>
          </p:nvSpPr>
          <p:spPr>
            <a:xfrm>
              <a:off x="8801100" y="6007101"/>
              <a:ext cx="665162" cy="1219200"/>
            </a:xfrm>
            <a:custGeom>
              <a:rect b="b" l="l" r="r" t="t"/>
              <a:pathLst>
                <a:path extrusionOk="0" h="768" w="419">
                  <a:moveTo>
                    <a:pt x="0" y="0"/>
                  </a:moveTo>
                  <a:lnTo>
                    <a:pt x="0" y="0"/>
                  </a:lnTo>
                  <a:lnTo>
                    <a:pt x="0" y="768"/>
                  </a:lnTo>
                  <a:lnTo>
                    <a:pt x="419"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6" name="Google Shape;726;p33"/>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7" name="Google Shape;727;p33"/>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8" name="Google Shape;728;p33"/>
            <p:cNvSpPr/>
            <p:nvPr/>
          </p:nvSpPr>
          <p:spPr>
            <a:xfrm>
              <a:off x="8936038" y="2600326"/>
              <a:ext cx="4025900" cy="2589213"/>
            </a:xfrm>
            <a:custGeom>
              <a:rect b="b" l="l" r="r" t="t"/>
              <a:pathLst>
                <a:path extrusionOk="0" h="533" w="828">
                  <a:moveTo>
                    <a:pt x="777" y="533"/>
                  </a:moveTo>
                  <a:cubicBezTo>
                    <a:pt x="17" y="533"/>
                    <a:pt x="17" y="533"/>
                    <a:pt x="17" y="533"/>
                  </a:cubicBezTo>
                  <a:cubicBezTo>
                    <a:pt x="7" y="533"/>
                    <a:pt x="0" y="524"/>
                    <a:pt x="0" y="514"/>
                  </a:cubicBezTo>
                  <a:cubicBezTo>
                    <a:pt x="31" y="18"/>
                    <a:pt x="31" y="18"/>
                    <a:pt x="31" y="18"/>
                  </a:cubicBezTo>
                  <a:cubicBezTo>
                    <a:pt x="32" y="8"/>
                    <a:pt x="41" y="0"/>
                    <a:pt x="51" y="0"/>
                  </a:cubicBezTo>
                  <a:cubicBezTo>
                    <a:pt x="811" y="0"/>
                    <a:pt x="811" y="0"/>
                    <a:pt x="811" y="0"/>
                  </a:cubicBezTo>
                  <a:cubicBezTo>
                    <a:pt x="821" y="0"/>
                    <a:pt x="828" y="8"/>
                    <a:pt x="828" y="18"/>
                  </a:cubicBezTo>
                  <a:cubicBezTo>
                    <a:pt x="796" y="514"/>
                    <a:pt x="796" y="514"/>
                    <a:pt x="796"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29" name="Google Shape;729;p33"/>
            <p:cNvSpPr/>
            <p:nvPr/>
          </p:nvSpPr>
          <p:spPr>
            <a:xfrm>
              <a:off x="9018588" y="2600326"/>
              <a:ext cx="3943350" cy="2589213"/>
            </a:xfrm>
            <a:custGeom>
              <a:rect b="b" l="l" r="r" t="t"/>
              <a:pathLst>
                <a:path extrusionOk="0" h="533" w="811">
                  <a:moveTo>
                    <a:pt x="794" y="0"/>
                  </a:moveTo>
                  <a:cubicBezTo>
                    <a:pt x="788" y="0"/>
                    <a:pt x="788" y="0"/>
                    <a:pt x="788" y="0"/>
                  </a:cubicBezTo>
                  <a:cubicBezTo>
                    <a:pt x="798" y="0"/>
                    <a:pt x="806" y="8"/>
                    <a:pt x="805" y="18"/>
                  </a:cubicBezTo>
                  <a:cubicBezTo>
                    <a:pt x="774" y="514"/>
                    <a:pt x="774" y="514"/>
                    <a:pt x="774" y="514"/>
                  </a:cubicBezTo>
                  <a:cubicBezTo>
                    <a:pt x="773" y="524"/>
                    <a:pt x="764" y="533"/>
                    <a:pt x="754" y="533"/>
                  </a:cubicBezTo>
                  <a:cubicBezTo>
                    <a:pt x="0" y="533"/>
                    <a:pt x="0" y="533"/>
                    <a:pt x="0" y="533"/>
                  </a:cubicBezTo>
                  <a:cubicBezTo>
                    <a:pt x="0" y="533"/>
                    <a:pt x="0" y="533"/>
                    <a:pt x="0" y="533"/>
                  </a:cubicBezTo>
                  <a:cubicBezTo>
                    <a:pt x="760" y="533"/>
                    <a:pt x="760" y="533"/>
                    <a:pt x="760" y="533"/>
                  </a:cubicBezTo>
                  <a:cubicBezTo>
                    <a:pt x="770" y="533"/>
                    <a:pt x="779" y="524"/>
                    <a:pt x="779" y="514"/>
                  </a:cubicBezTo>
                  <a:cubicBezTo>
                    <a:pt x="811" y="18"/>
                    <a:pt x="811" y="18"/>
                    <a:pt x="811" y="18"/>
                  </a:cubicBezTo>
                  <a:cubicBezTo>
                    <a:pt x="811" y="18"/>
                    <a:pt x="811" y="17"/>
                    <a:pt x="811" y="17"/>
                  </a:cubicBezTo>
                  <a:cubicBezTo>
                    <a:pt x="811" y="7"/>
                    <a:pt x="803" y="0"/>
                    <a:pt x="794"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0" name="Google Shape;730;p33"/>
            <p:cNvSpPr/>
            <p:nvPr/>
          </p:nvSpPr>
          <p:spPr>
            <a:xfrm>
              <a:off x="8907463" y="2600326"/>
              <a:ext cx="4029075" cy="2589213"/>
            </a:xfrm>
            <a:custGeom>
              <a:rect b="b" l="l" r="r" t="t"/>
              <a:pathLst>
                <a:path extrusionOk="0" h="533" w="829">
                  <a:moveTo>
                    <a:pt x="777" y="533"/>
                  </a:moveTo>
                  <a:cubicBezTo>
                    <a:pt x="18" y="533"/>
                    <a:pt x="18" y="533"/>
                    <a:pt x="18" y="533"/>
                  </a:cubicBezTo>
                  <a:cubicBezTo>
                    <a:pt x="8" y="533"/>
                    <a:pt x="0" y="524"/>
                    <a:pt x="1" y="514"/>
                  </a:cubicBezTo>
                  <a:cubicBezTo>
                    <a:pt x="32" y="18"/>
                    <a:pt x="32" y="18"/>
                    <a:pt x="32" y="18"/>
                  </a:cubicBezTo>
                  <a:cubicBezTo>
                    <a:pt x="32" y="8"/>
                    <a:pt x="41" y="0"/>
                    <a:pt x="51" y="0"/>
                  </a:cubicBezTo>
                  <a:cubicBezTo>
                    <a:pt x="811" y="0"/>
                    <a:pt x="811" y="0"/>
                    <a:pt x="811" y="0"/>
                  </a:cubicBezTo>
                  <a:cubicBezTo>
                    <a:pt x="821" y="0"/>
                    <a:pt x="829" y="8"/>
                    <a:pt x="828" y="18"/>
                  </a:cubicBezTo>
                  <a:cubicBezTo>
                    <a:pt x="797" y="514"/>
                    <a:pt x="797" y="514"/>
                    <a:pt x="797"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1" name="Google Shape;731;p33"/>
            <p:cNvSpPr/>
            <p:nvPr/>
          </p:nvSpPr>
          <p:spPr>
            <a:xfrm>
              <a:off x="8183563" y="5219701"/>
              <a:ext cx="4602162" cy="101600"/>
            </a:xfrm>
            <a:custGeom>
              <a:rect b="b" l="l" r="r" t="t"/>
              <a:pathLst>
                <a:path extrusionOk="0" h="21" w="947">
                  <a:moveTo>
                    <a:pt x="925" y="0"/>
                  </a:moveTo>
                  <a:cubicBezTo>
                    <a:pt x="22" y="0"/>
                    <a:pt x="22" y="0"/>
                    <a:pt x="22" y="0"/>
                  </a:cubicBezTo>
                  <a:cubicBezTo>
                    <a:pt x="13" y="0"/>
                    <a:pt x="5" y="5"/>
                    <a:pt x="2" y="12"/>
                  </a:cubicBezTo>
                  <a:cubicBezTo>
                    <a:pt x="0" y="16"/>
                    <a:pt x="3" y="21"/>
                    <a:pt x="8" y="21"/>
                  </a:cubicBezTo>
                  <a:cubicBezTo>
                    <a:pt x="939" y="21"/>
                    <a:pt x="939" y="21"/>
                    <a:pt x="939" y="21"/>
                  </a:cubicBezTo>
                  <a:cubicBezTo>
                    <a:pt x="944" y="21"/>
                    <a:pt x="947" y="16"/>
                    <a:pt x="945" y="12"/>
                  </a:cubicBezTo>
                  <a:cubicBezTo>
                    <a:pt x="942" y="5"/>
                    <a:pt x="934" y="0"/>
                    <a:pt x="925" y="0"/>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2" name="Google Shape;732;p33"/>
            <p:cNvSpPr/>
            <p:nvPr/>
          </p:nvSpPr>
          <p:spPr>
            <a:xfrm>
              <a:off x="11950700" y="5219701"/>
              <a:ext cx="830262" cy="101600"/>
            </a:xfrm>
            <a:custGeom>
              <a:rect b="b" l="l" r="r" t="t"/>
              <a:pathLst>
                <a:path extrusionOk="0" h="21" w="171">
                  <a:moveTo>
                    <a:pt x="150" y="0"/>
                  </a:moveTo>
                  <a:cubicBezTo>
                    <a:pt x="22" y="0"/>
                    <a:pt x="22" y="0"/>
                    <a:pt x="22" y="0"/>
                  </a:cubicBezTo>
                  <a:cubicBezTo>
                    <a:pt x="13" y="0"/>
                    <a:pt x="5" y="5"/>
                    <a:pt x="2" y="12"/>
                  </a:cubicBezTo>
                  <a:cubicBezTo>
                    <a:pt x="0" y="16"/>
                    <a:pt x="3" y="21"/>
                    <a:pt x="8" y="21"/>
                  </a:cubicBezTo>
                  <a:cubicBezTo>
                    <a:pt x="164" y="21"/>
                    <a:pt x="164" y="21"/>
                    <a:pt x="164" y="21"/>
                  </a:cubicBezTo>
                  <a:cubicBezTo>
                    <a:pt x="168" y="21"/>
                    <a:pt x="171" y="18"/>
                    <a:pt x="171" y="15"/>
                  </a:cubicBezTo>
                  <a:cubicBezTo>
                    <a:pt x="171" y="14"/>
                    <a:pt x="171" y="13"/>
                    <a:pt x="170" y="12"/>
                  </a:cubicBezTo>
                  <a:cubicBezTo>
                    <a:pt x="167" y="5"/>
                    <a:pt x="159" y="0"/>
                    <a:pt x="150"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3" name="Google Shape;733;p33"/>
            <p:cNvSpPr/>
            <p:nvPr/>
          </p:nvSpPr>
          <p:spPr>
            <a:xfrm>
              <a:off x="12115800" y="5267326"/>
              <a:ext cx="188912" cy="30163"/>
            </a:xfrm>
            <a:custGeom>
              <a:rect b="b" l="l" r="r" t="t"/>
              <a:pathLst>
                <a:path extrusionOk="0" h="6" w="39">
                  <a:moveTo>
                    <a:pt x="37" y="6"/>
                  </a:moveTo>
                  <a:cubicBezTo>
                    <a:pt x="3" y="6"/>
                    <a:pt x="3" y="6"/>
                    <a:pt x="3" y="6"/>
                  </a:cubicBezTo>
                  <a:cubicBezTo>
                    <a:pt x="2" y="6"/>
                    <a:pt x="0" y="4"/>
                    <a:pt x="0" y="3"/>
                  </a:cubicBezTo>
                  <a:cubicBezTo>
                    <a:pt x="0" y="1"/>
                    <a:pt x="2" y="0"/>
                    <a:pt x="3" y="0"/>
                  </a:cubicBezTo>
                  <a:cubicBezTo>
                    <a:pt x="37" y="0"/>
                    <a:pt x="37" y="0"/>
                    <a:pt x="37" y="0"/>
                  </a:cubicBezTo>
                  <a:cubicBezTo>
                    <a:pt x="38" y="0"/>
                    <a:pt x="39" y="1"/>
                    <a:pt x="39" y="3"/>
                  </a:cubicBezTo>
                  <a:cubicBezTo>
                    <a:pt x="39" y="4"/>
                    <a:pt x="38" y="6"/>
                    <a:pt x="37"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4" name="Google Shape;734;p33"/>
            <p:cNvSpPr/>
            <p:nvPr/>
          </p:nvSpPr>
          <p:spPr>
            <a:xfrm>
              <a:off x="10044113" y="5267326"/>
              <a:ext cx="190500" cy="30163"/>
            </a:xfrm>
            <a:custGeom>
              <a:rect b="b" l="l" r="r" t="t"/>
              <a:pathLst>
                <a:path extrusionOk="0" h="6" w="39">
                  <a:moveTo>
                    <a:pt x="36" y="0"/>
                  </a:moveTo>
                  <a:cubicBezTo>
                    <a:pt x="3" y="0"/>
                    <a:pt x="3" y="0"/>
                    <a:pt x="3" y="0"/>
                  </a:cubicBezTo>
                  <a:cubicBezTo>
                    <a:pt x="1" y="0"/>
                    <a:pt x="0" y="1"/>
                    <a:pt x="0" y="3"/>
                  </a:cubicBezTo>
                  <a:cubicBezTo>
                    <a:pt x="0" y="4"/>
                    <a:pt x="1" y="6"/>
                    <a:pt x="3" y="6"/>
                  </a:cubicBezTo>
                  <a:cubicBezTo>
                    <a:pt x="36" y="6"/>
                    <a:pt x="36" y="6"/>
                    <a:pt x="36" y="6"/>
                  </a:cubicBezTo>
                  <a:cubicBezTo>
                    <a:pt x="37" y="6"/>
                    <a:pt x="39" y="4"/>
                    <a:pt x="39" y="3"/>
                  </a:cubicBezTo>
                  <a:cubicBezTo>
                    <a:pt x="39" y="1"/>
                    <a:pt x="37" y="0"/>
                    <a:pt x="36" y="0"/>
                  </a:cubicBezTo>
                </a:path>
              </a:pathLst>
            </a:custGeom>
            <a:solidFill>
              <a:srgbClr val="BEC2C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5" name="Google Shape;735;p33"/>
            <p:cNvSpPr/>
            <p:nvPr/>
          </p:nvSpPr>
          <p:spPr>
            <a:xfrm>
              <a:off x="12344400" y="5267326"/>
              <a:ext cx="125412" cy="30163"/>
            </a:xfrm>
            <a:custGeom>
              <a:rect b="b" l="l" r="r" t="t"/>
              <a:pathLst>
                <a:path extrusionOk="0" h="6" w="26">
                  <a:moveTo>
                    <a:pt x="24" y="6"/>
                  </a:moveTo>
                  <a:cubicBezTo>
                    <a:pt x="2" y="6"/>
                    <a:pt x="2" y="6"/>
                    <a:pt x="2" y="6"/>
                  </a:cubicBezTo>
                  <a:cubicBezTo>
                    <a:pt x="1" y="6"/>
                    <a:pt x="0" y="5"/>
                    <a:pt x="0" y="3"/>
                  </a:cubicBezTo>
                  <a:cubicBezTo>
                    <a:pt x="0" y="2"/>
                    <a:pt x="0" y="2"/>
                    <a:pt x="0" y="2"/>
                  </a:cubicBezTo>
                  <a:cubicBezTo>
                    <a:pt x="0" y="1"/>
                    <a:pt x="1" y="0"/>
                    <a:pt x="2" y="0"/>
                  </a:cubicBezTo>
                  <a:cubicBezTo>
                    <a:pt x="24" y="0"/>
                    <a:pt x="24" y="0"/>
                    <a:pt x="24" y="0"/>
                  </a:cubicBezTo>
                  <a:cubicBezTo>
                    <a:pt x="25" y="0"/>
                    <a:pt x="26" y="1"/>
                    <a:pt x="26" y="2"/>
                  </a:cubicBezTo>
                  <a:cubicBezTo>
                    <a:pt x="26" y="3"/>
                    <a:pt x="26" y="3"/>
                    <a:pt x="26" y="3"/>
                  </a:cubicBezTo>
                  <a:cubicBezTo>
                    <a:pt x="26" y="5"/>
                    <a:pt x="25" y="6"/>
                    <a:pt x="24"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6" name="Google Shape;736;p33"/>
            <p:cNvSpPr/>
            <p:nvPr/>
          </p:nvSpPr>
          <p:spPr>
            <a:xfrm>
              <a:off x="8990013" y="2740026"/>
              <a:ext cx="3859212" cy="2305050"/>
            </a:xfrm>
            <a:custGeom>
              <a:rect b="b" l="l" r="r" t="t"/>
              <a:pathLst>
                <a:path extrusionOk="0" h="474" w="794">
                  <a:moveTo>
                    <a:pt x="1" y="467"/>
                  </a:moveTo>
                  <a:cubicBezTo>
                    <a:pt x="30" y="7"/>
                    <a:pt x="30" y="7"/>
                    <a:pt x="30" y="7"/>
                  </a:cubicBezTo>
                  <a:cubicBezTo>
                    <a:pt x="30" y="3"/>
                    <a:pt x="33" y="0"/>
                    <a:pt x="37" y="0"/>
                  </a:cubicBezTo>
                  <a:cubicBezTo>
                    <a:pt x="787" y="0"/>
                    <a:pt x="787" y="0"/>
                    <a:pt x="787" y="0"/>
                  </a:cubicBezTo>
                  <a:cubicBezTo>
                    <a:pt x="791" y="0"/>
                    <a:pt x="794" y="3"/>
                    <a:pt x="794" y="7"/>
                  </a:cubicBezTo>
                  <a:cubicBezTo>
                    <a:pt x="765" y="467"/>
                    <a:pt x="765" y="467"/>
                    <a:pt x="765" y="467"/>
                  </a:cubicBezTo>
                  <a:cubicBezTo>
                    <a:pt x="765" y="471"/>
                    <a:pt x="761" y="474"/>
                    <a:pt x="757" y="474"/>
                  </a:cubicBezTo>
                  <a:cubicBezTo>
                    <a:pt x="7" y="474"/>
                    <a:pt x="7" y="474"/>
                    <a:pt x="7" y="474"/>
                  </a:cubicBezTo>
                  <a:cubicBezTo>
                    <a:pt x="3" y="474"/>
                    <a:pt x="0" y="471"/>
                    <a:pt x="1" y="467"/>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7" name="Google Shape;737;p33"/>
            <p:cNvSpPr/>
            <p:nvPr/>
          </p:nvSpPr>
          <p:spPr>
            <a:xfrm>
              <a:off x="8921750" y="2673351"/>
              <a:ext cx="2143125" cy="2303463"/>
            </a:xfrm>
            <a:custGeom>
              <a:rect b="b" l="l" r="r" t="t"/>
              <a:pathLst>
                <a:path extrusionOk="0" h="474" w="441">
                  <a:moveTo>
                    <a:pt x="441" y="0"/>
                  </a:moveTo>
                  <a:cubicBezTo>
                    <a:pt x="191" y="474"/>
                    <a:pt x="191" y="474"/>
                    <a:pt x="191" y="474"/>
                  </a:cubicBezTo>
                  <a:cubicBezTo>
                    <a:pt x="7" y="474"/>
                    <a:pt x="7" y="474"/>
                    <a:pt x="7" y="474"/>
                  </a:cubicBezTo>
                  <a:cubicBezTo>
                    <a:pt x="3" y="474"/>
                    <a:pt x="0" y="471"/>
                    <a:pt x="0" y="467"/>
                  </a:cubicBezTo>
                  <a:cubicBezTo>
                    <a:pt x="30" y="7"/>
                    <a:pt x="30" y="7"/>
                    <a:pt x="30" y="7"/>
                  </a:cubicBezTo>
                  <a:cubicBezTo>
                    <a:pt x="30" y="3"/>
                    <a:pt x="33" y="0"/>
                    <a:pt x="37" y="0"/>
                  </a:cubicBezTo>
                  <a:cubicBezTo>
                    <a:pt x="441" y="0"/>
                    <a:pt x="441" y="0"/>
                    <a:pt x="441" y="0"/>
                  </a:cubicBezTo>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8" name="Google Shape;738;p33"/>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39" name="Google Shape;739;p33"/>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0" name="Google Shape;740;p33"/>
            <p:cNvSpPr/>
            <p:nvPr/>
          </p:nvSpPr>
          <p:spPr>
            <a:xfrm>
              <a:off x="11220450" y="2673351"/>
              <a:ext cx="1560512" cy="2303463"/>
            </a:xfrm>
            <a:custGeom>
              <a:rect b="b" l="l" r="r" t="t"/>
              <a:pathLst>
                <a:path extrusionOk="0" h="474" w="321">
                  <a:moveTo>
                    <a:pt x="321" y="7"/>
                  </a:moveTo>
                  <a:cubicBezTo>
                    <a:pt x="292" y="467"/>
                    <a:pt x="292" y="467"/>
                    <a:pt x="292" y="467"/>
                  </a:cubicBezTo>
                  <a:cubicBezTo>
                    <a:pt x="291" y="471"/>
                    <a:pt x="288" y="474"/>
                    <a:pt x="284" y="474"/>
                  </a:cubicBezTo>
                  <a:cubicBezTo>
                    <a:pt x="0" y="474"/>
                    <a:pt x="0" y="474"/>
                    <a:pt x="0" y="474"/>
                  </a:cubicBezTo>
                  <a:cubicBezTo>
                    <a:pt x="250" y="0"/>
                    <a:pt x="250" y="0"/>
                    <a:pt x="250" y="0"/>
                  </a:cubicBezTo>
                  <a:cubicBezTo>
                    <a:pt x="314" y="0"/>
                    <a:pt x="314" y="0"/>
                    <a:pt x="314" y="0"/>
                  </a:cubicBezTo>
                  <a:cubicBezTo>
                    <a:pt x="318" y="0"/>
                    <a:pt x="321" y="3"/>
                    <a:pt x="321" y="7"/>
                  </a:cubicBez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1" name="Google Shape;741;p33"/>
            <p:cNvSpPr/>
            <p:nvPr/>
          </p:nvSpPr>
          <p:spPr>
            <a:xfrm>
              <a:off x="9499600" y="1890713"/>
              <a:ext cx="2109787" cy="1885950"/>
            </a:xfrm>
            <a:custGeom>
              <a:rect b="b" l="l" r="r" t="t"/>
              <a:pathLst>
                <a:path extrusionOk="0" h="388" w="434">
                  <a:moveTo>
                    <a:pt x="190" y="51"/>
                  </a:moveTo>
                  <a:cubicBezTo>
                    <a:pt x="168" y="76"/>
                    <a:pt x="155" y="152"/>
                    <a:pt x="171" y="190"/>
                  </a:cubicBezTo>
                  <a:cubicBezTo>
                    <a:pt x="188" y="228"/>
                    <a:pt x="0" y="266"/>
                    <a:pt x="155" y="327"/>
                  </a:cubicBezTo>
                  <a:cubicBezTo>
                    <a:pt x="310" y="388"/>
                    <a:pt x="434" y="317"/>
                    <a:pt x="389" y="254"/>
                  </a:cubicBezTo>
                  <a:cubicBezTo>
                    <a:pt x="344" y="190"/>
                    <a:pt x="394" y="84"/>
                    <a:pt x="342" y="58"/>
                  </a:cubicBezTo>
                  <a:cubicBezTo>
                    <a:pt x="295" y="33"/>
                    <a:pt x="233" y="0"/>
                    <a:pt x="190" y="51"/>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2" name="Google Shape;742;p33"/>
            <p:cNvSpPr/>
            <p:nvPr/>
          </p:nvSpPr>
          <p:spPr>
            <a:xfrm>
              <a:off x="9096375" y="3562351"/>
              <a:ext cx="1098550" cy="1117600"/>
            </a:xfrm>
            <a:custGeom>
              <a:rect b="b" l="l" r="r" t="t"/>
              <a:pathLst>
                <a:path extrusionOk="0" h="230" w="226">
                  <a:moveTo>
                    <a:pt x="226" y="16"/>
                  </a:moveTo>
                  <a:cubicBezTo>
                    <a:pt x="218" y="44"/>
                    <a:pt x="209" y="72"/>
                    <a:pt x="200" y="100"/>
                  </a:cubicBezTo>
                  <a:cubicBezTo>
                    <a:pt x="191" y="128"/>
                    <a:pt x="182" y="155"/>
                    <a:pt x="172" y="183"/>
                  </a:cubicBezTo>
                  <a:cubicBezTo>
                    <a:pt x="168" y="194"/>
                    <a:pt x="168" y="194"/>
                    <a:pt x="168" y="194"/>
                  </a:cubicBezTo>
                  <a:cubicBezTo>
                    <a:pt x="166" y="199"/>
                    <a:pt x="166" y="199"/>
                    <a:pt x="166" y="199"/>
                  </a:cubicBezTo>
                  <a:cubicBezTo>
                    <a:pt x="166" y="200"/>
                    <a:pt x="166" y="200"/>
                    <a:pt x="166" y="200"/>
                  </a:cubicBezTo>
                  <a:cubicBezTo>
                    <a:pt x="165" y="203"/>
                    <a:pt x="165" y="203"/>
                    <a:pt x="165" y="203"/>
                  </a:cubicBezTo>
                  <a:cubicBezTo>
                    <a:pt x="164" y="204"/>
                    <a:pt x="163" y="206"/>
                    <a:pt x="162" y="208"/>
                  </a:cubicBezTo>
                  <a:cubicBezTo>
                    <a:pt x="159" y="214"/>
                    <a:pt x="153" y="221"/>
                    <a:pt x="145" y="225"/>
                  </a:cubicBezTo>
                  <a:cubicBezTo>
                    <a:pt x="138" y="229"/>
                    <a:pt x="131" y="230"/>
                    <a:pt x="124" y="230"/>
                  </a:cubicBezTo>
                  <a:cubicBezTo>
                    <a:pt x="112" y="230"/>
                    <a:pt x="103" y="227"/>
                    <a:pt x="95" y="224"/>
                  </a:cubicBezTo>
                  <a:cubicBezTo>
                    <a:pt x="86" y="221"/>
                    <a:pt x="79" y="217"/>
                    <a:pt x="72" y="213"/>
                  </a:cubicBezTo>
                  <a:cubicBezTo>
                    <a:pt x="44" y="197"/>
                    <a:pt x="22" y="177"/>
                    <a:pt x="0" y="155"/>
                  </a:cubicBezTo>
                  <a:cubicBezTo>
                    <a:pt x="18" y="135"/>
                    <a:pt x="18" y="135"/>
                    <a:pt x="18" y="135"/>
                  </a:cubicBezTo>
                  <a:cubicBezTo>
                    <a:pt x="24" y="139"/>
                    <a:pt x="30" y="143"/>
                    <a:pt x="36" y="146"/>
                  </a:cubicBezTo>
                  <a:cubicBezTo>
                    <a:pt x="42" y="150"/>
                    <a:pt x="48" y="154"/>
                    <a:pt x="54" y="157"/>
                  </a:cubicBezTo>
                  <a:cubicBezTo>
                    <a:pt x="66" y="164"/>
                    <a:pt x="79" y="171"/>
                    <a:pt x="91" y="176"/>
                  </a:cubicBezTo>
                  <a:cubicBezTo>
                    <a:pt x="97" y="179"/>
                    <a:pt x="103" y="181"/>
                    <a:pt x="109" y="182"/>
                  </a:cubicBezTo>
                  <a:cubicBezTo>
                    <a:pt x="114" y="184"/>
                    <a:pt x="120" y="184"/>
                    <a:pt x="122" y="184"/>
                  </a:cubicBezTo>
                  <a:cubicBezTo>
                    <a:pt x="123" y="184"/>
                    <a:pt x="123" y="183"/>
                    <a:pt x="122" y="184"/>
                  </a:cubicBezTo>
                  <a:cubicBezTo>
                    <a:pt x="121" y="184"/>
                    <a:pt x="120" y="185"/>
                    <a:pt x="120" y="185"/>
                  </a:cubicBezTo>
                  <a:cubicBezTo>
                    <a:pt x="120" y="185"/>
                    <a:pt x="120" y="185"/>
                    <a:pt x="120" y="185"/>
                  </a:cubicBezTo>
                  <a:cubicBezTo>
                    <a:pt x="120" y="184"/>
                    <a:pt x="120" y="184"/>
                    <a:pt x="120" y="184"/>
                  </a:cubicBezTo>
                  <a:cubicBezTo>
                    <a:pt x="120" y="183"/>
                    <a:pt x="120" y="183"/>
                    <a:pt x="120" y="183"/>
                  </a:cubicBezTo>
                  <a:cubicBezTo>
                    <a:pt x="122" y="178"/>
                    <a:pt x="122" y="178"/>
                    <a:pt x="122" y="178"/>
                  </a:cubicBezTo>
                  <a:cubicBezTo>
                    <a:pt x="125" y="168"/>
                    <a:pt x="125" y="168"/>
                    <a:pt x="125" y="168"/>
                  </a:cubicBezTo>
                  <a:cubicBezTo>
                    <a:pt x="149" y="84"/>
                    <a:pt x="149" y="84"/>
                    <a:pt x="149" y="84"/>
                  </a:cubicBezTo>
                  <a:cubicBezTo>
                    <a:pt x="157" y="56"/>
                    <a:pt x="166" y="28"/>
                    <a:pt x="175" y="0"/>
                  </a:cubicBezTo>
                  <a:cubicBezTo>
                    <a:pt x="226" y="16"/>
                    <a:pt x="226" y="16"/>
                    <a:pt x="226" y="16"/>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3" name="Google Shape;743;p33"/>
            <p:cNvSpPr/>
            <p:nvPr/>
          </p:nvSpPr>
          <p:spPr>
            <a:xfrm>
              <a:off x="8950325" y="4130676"/>
              <a:ext cx="311150" cy="261938"/>
            </a:xfrm>
            <a:custGeom>
              <a:rect b="b" l="l" r="r" t="t"/>
              <a:pathLst>
                <a:path extrusionOk="0" h="54" w="64">
                  <a:moveTo>
                    <a:pt x="46" y="17"/>
                  </a:moveTo>
                  <a:cubicBezTo>
                    <a:pt x="0" y="0"/>
                    <a:pt x="0" y="0"/>
                    <a:pt x="0" y="0"/>
                  </a:cubicBezTo>
                  <a:cubicBezTo>
                    <a:pt x="19" y="49"/>
                    <a:pt x="19" y="49"/>
                    <a:pt x="19" y="49"/>
                  </a:cubicBezTo>
                  <a:cubicBezTo>
                    <a:pt x="19" y="49"/>
                    <a:pt x="51" y="54"/>
                    <a:pt x="64" y="37"/>
                  </a:cubicBezTo>
                  <a:cubicBezTo>
                    <a:pt x="54" y="23"/>
                    <a:pt x="54" y="23"/>
                    <a:pt x="54" y="23"/>
                  </a:cubicBezTo>
                  <a:cubicBezTo>
                    <a:pt x="52" y="20"/>
                    <a:pt x="49" y="18"/>
                    <a:pt x="46" y="17"/>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4" name="Google Shape;744;p33"/>
            <p:cNvSpPr/>
            <p:nvPr/>
          </p:nvSpPr>
          <p:spPr>
            <a:xfrm>
              <a:off x="8751888" y="4130676"/>
              <a:ext cx="292100" cy="266700"/>
            </a:xfrm>
            <a:custGeom>
              <a:rect b="b" l="l" r="r" t="t"/>
              <a:pathLst>
                <a:path extrusionOk="0" h="168" w="184">
                  <a:moveTo>
                    <a:pt x="0" y="43"/>
                  </a:moveTo>
                  <a:lnTo>
                    <a:pt x="55" y="168"/>
                  </a:lnTo>
                  <a:lnTo>
                    <a:pt x="184" y="150"/>
                  </a:lnTo>
                  <a:lnTo>
                    <a:pt x="125" y="0"/>
                  </a:lnTo>
                  <a:lnTo>
                    <a:pt x="0" y="43"/>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5" name="Google Shape;745;p33"/>
            <p:cNvSpPr/>
            <p:nvPr/>
          </p:nvSpPr>
          <p:spPr>
            <a:xfrm>
              <a:off x="9855200" y="3246438"/>
              <a:ext cx="558800" cy="685800"/>
            </a:xfrm>
            <a:custGeom>
              <a:rect b="b" l="l" r="r" t="t"/>
              <a:pathLst>
                <a:path extrusionOk="0" h="141" w="115">
                  <a:moveTo>
                    <a:pt x="36" y="8"/>
                  </a:moveTo>
                  <a:cubicBezTo>
                    <a:pt x="15" y="14"/>
                    <a:pt x="0" y="101"/>
                    <a:pt x="0" y="101"/>
                  </a:cubicBezTo>
                  <a:cubicBezTo>
                    <a:pt x="59" y="141"/>
                    <a:pt x="59" y="141"/>
                    <a:pt x="59" y="141"/>
                  </a:cubicBezTo>
                  <a:cubicBezTo>
                    <a:pt x="59" y="141"/>
                    <a:pt x="115" y="53"/>
                    <a:pt x="99" y="29"/>
                  </a:cubicBezTo>
                  <a:cubicBezTo>
                    <a:pt x="82" y="5"/>
                    <a:pt x="67" y="0"/>
                    <a:pt x="36"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6" name="Google Shape;746;p33"/>
            <p:cNvSpPr/>
            <p:nvPr/>
          </p:nvSpPr>
          <p:spPr>
            <a:xfrm>
              <a:off x="9855200" y="3270251"/>
              <a:ext cx="257175" cy="544513"/>
            </a:xfrm>
            <a:custGeom>
              <a:rect b="b" l="l" r="r" t="t"/>
              <a:pathLst>
                <a:path extrusionOk="0" h="112" w="53">
                  <a:moveTo>
                    <a:pt x="36" y="3"/>
                  </a:moveTo>
                  <a:cubicBezTo>
                    <a:pt x="15" y="9"/>
                    <a:pt x="0" y="96"/>
                    <a:pt x="0" y="96"/>
                  </a:cubicBezTo>
                  <a:cubicBezTo>
                    <a:pt x="23" y="112"/>
                    <a:pt x="23" y="112"/>
                    <a:pt x="23" y="112"/>
                  </a:cubicBezTo>
                  <a:cubicBezTo>
                    <a:pt x="24" y="97"/>
                    <a:pt x="27" y="70"/>
                    <a:pt x="30" y="51"/>
                  </a:cubicBezTo>
                  <a:cubicBezTo>
                    <a:pt x="30" y="49"/>
                    <a:pt x="30" y="47"/>
                    <a:pt x="30" y="45"/>
                  </a:cubicBezTo>
                  <a:cubicBezTo>
                    <a:pt x="30" y="5"/>
                    <a:pt x="36" y="3"/>
                    <a:pt x="36" y="3"/>
                  </a:cubicBezTo>
                  <a:moveTo>
                    <a:pt x="53" y="0"/>
                  </a:moveTo>
                  <a:cubicBezTo>
                    <a:pt x="48" y="1"/>
                    <a:pt x="42" y="2"/>
                    <a:pt x="36" y="3"/>
                  </a:cubicBezTo>
                  <a:cubicBezTo>
                    <a:pt x="36" y="3"/>
                    <a:pt x="43" y="2"/>
                    <a:pt x="53"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7" name="Google Shape;747;p33"/>
            <p:cNvSpPr/>
            <p:nvPr/>
          </p:nvSpPr>
          <p:spPr>
            <a:xfrm>
              <a:off x="9966325" y="3814763"/>
              <a:ext cx="53975" cy="33338"/>
            </a:xfrm>
            <a:custGeom>
              <a:rect b="b" l="l" r="r" t="t"/>
              <a:pathLst>
                <a:path extrusionOk="0" h="7" w="11">
                  <a:moveTo>
                    <a:pt x="0" y="0"/>
                  </a:moveTo>
                  <a:cubicBezTo>
                    <a:pt x="0" y="0"/>
                    <a:pt x="0" y="0"/>
                    <a:pt x="0" y="0"/>
                  </a:cubicBezTo>
                  <a:cubicBezTo>
                    <a:pt x="11" y="7"/>
                    <a:pt x="11" y="7"/>
                    <a:pt x="11" y="7"/>
                  </a:cubicBezTo>
                  <a:cubicBezTo>
                    <a:pt x="11" y="7"/>
                    <a:pt x="11" y="7"/>
                    <a:pt x="11" y="7"/>
                  </a:cubicBezTo>
                  <a:cubicBezTo>
                    <a:pt x="0" y="0"/>
                    <a:pt x="0" y="0"/>
                    <a:pt x="0" y="0"/>
                  </a:cubicBezTo>
                </a:path>
              </a:pathLst>
            </a:custGeom>
            <a:solidFill>
              <a:srgbClr val="92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8" name="Google Shape;748;p33"/>
            <p:cNvSpPr/>
            <p:nvPr/>
          </p:nvSpPr>
          <p:spPr>
            <a:xfrm>
              <a:off x="9966325" y="3517901"/>
              <a:ext cx="53975" cy="330200"/>
            </a:xfrm>
            <a:custGeom>
              <a:rect b="b" l="l" r="r" t="t"/>
              <a:pathLst>
                <a:path extrusionOk="0" h="68" w="11">
                  <a:moveTo>
                    <a:pt x="7" y="0"/>
                  </a:moveTo>
                  <a:cubicBezTo>
                    <a:pt x="4" y="19"/>
                    <a:pt x="1" y="46"/>
                    <a:pt x="0" y="61"/>
                  </a:cubicBezTo>
                  <a:cubicBezTo>
                    <a:pt x="11" y="68"/>
                    <a:pt x="11" y="68"/>
                    <a:pt x="11" y="68"/>
                  </a:cubicBezTo>
                  <a:cubicBezTo>
                    <a:pt x="9" y="39"/>
                    <a:pt x="7" y="16"/>
                    <a:pt x="7"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9" name="Google Shape;749;p33"/>
            <p:cNvSpPr/>
            <p:nvPr/>
          </p:nvSpPr>
          <p:spPr>
            <a:xfrm>
              <a:off x="9913938" y="3206751"/>
              <a:ext cx="1438275" cy="1589088"/>
            </a:xfrm>
            <a:custGeom>
              <a:rect b="b" l="l" r="r" t="t"/>
              <a:pathLst>
                <a:path extrusionOk="0" h="327" w="296">
                  <a:moveTo>
                    <a:pt x="24" y="16"/>
                  </a:moveTo>
                  <a:cubicBezTo>
                    <a:pt x="24" y="16"/>
                    <a:pt x="0" y="25"/>
                    <a:pt x="49" y="327"/>
                  </a:cubicBezTo>
                  <a:cubicBezTo>
                    <a:pt x="132" y="327"/>
                    <a:pt x="218" y="327"/>
                    <a:pt x="258" y="327"/>
                  </a:cubicBezTo>
                  <a:cubicBezTo>
                    <a:pt x="255" y="242"/>
                    <a:pt x="255" y="190"/>
                    <a:pt x="296" y="15"/>
                  </a:cubicBezTo>
                  <a:cubicBezTo>
                    <a:pt x="296" y="15"/>
                    <a:pt x="252" y="5"/>
                    <a:pt x="207" y="3"/>
                  </a:cubicBezTo>
                  <a:cubicBezTo>
                    <a:pt x="171" y="1"/>
                    <a:pt x="142" y="0"/>
                    <a:pt x="111" y="3"/>
                  </a:cubicBezTo>
                  <a:cubicBezTo>
                    <a:pt x="71" y="7"/>
                    <a:pt x="24" y="16"/>
                    <a:pt x="24" y="16"/>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0" name="Google Shape;750;p33"/>
            <p:cNvSpPr/>
            <p:nvPr/>
          </p:nvSpPr>
          <p:spPr>
            <a:xfrm>
              <a:off x="10001250" y="3222626"/>
              <a:ext cx="1327150" cy="1511300"/>
            </a:xfrm>
            <a:custGeom>
              <a:rect b="b" l="l" r="r" t="t"/>
              <a:pathLst>
                <a:path extrusionOk="0" h="311" w="273">
                  <a:moveTo>
                    <a:pt x="189" y="0"/>
                  </a:moveTo>
                  <a:cubicBezTo>
                    <a:pt x="189" y="0"/>
                    <a:pt x="169" y="46"/>
                    <a:pt x="116" y="46"/>
                  </a:cubicBezTo>
                  <a:cubicBezTo>
                    <a:pt x="62" y="46"/>
                    <a:pt x="93" y="0"/>
                    <a:pt x="93" y="0"/>
                  </a:cubicBezTo>
                  <a:cubicBezTo>
                    <a:pt x="53" y="4"/>
                    <a:pt x="6" y="13"/>
                    <a:pt x="6" y="13"/>
                  </a:cubicBezTo>
                  <a:cubicBezTo>
                    <a:pt x="6" y="13"/>
                    <a:pt x="0" y="15"/>
                    <a:pt x="0" y="55"/>
                  </a:cubicBezTo>
                  <a:cubicBezTo>
                    <a:pt x="0" y="94"/>
                    <a:pt x="6" y="168"/>
                    <a:pt x="29" y="311"/>
                  </a:cubicBezTo>
                  <a:cubicBezTo>
                    <a:pt x="240" y="311"/>
                    <a:pt x="240" y="311"/>
                    <a:pt x="240" y="311"/>
                  </a:cubicBezTo>
                  <a:cubicBezTo>
                    <a:pt x="239" y="296"/>
                    <a:pt x="239" y="283"/>
                    <a:pt x="239" y="269"/>
                  </a:cubicBezTo>
                  <a:cubicBezTo>
                    <a:pt x="239" y="246"/>
                    <a:pt x="240" y="222"/>
                    <a:pt x="243" y="195"/>
                  </a:cubicBezTo>
                  <a:cubicBezTo>
                    <a:pt x="239" y="177"/>
                    <a:pt x="231" y="135"/>
                    <a:pt x="228" y="110"/>
                  </a:cubicBezTo>
                  <a:cubicBezTo>
                    <a:pt x="224" y="96"/>
                    <a:pt x="220" y="82"/>
                    <a:pt x="220" y="71"/>
                  </a:cubicBezTo>
                  <a:cubicBezTo>
                    <a:pt x="220" y="67"/>
                    <a:pt x="220" y="64"/>
                    <a:pt x="221" y="61"/>
                  </a:cubicBezTo>
                  <a:cubicBezTo>
                    <a:pt x="230" y="36"/>
                    <a:pt x="249" y="11"/>
                    <a:pt x="270" y="11"/>
                  </a:cubicBezTo>
                  <a:cubicBezTo>
                    <a:pt x="271" y="11"/>
                    <a:pt x="272" y="11"/>
                    <a:pt x="273" y="11"/>
                  </a:cubicBezTo>
                  <a:cubicBezTo>
                    <a:pt x="260" y="8"/>
                    <a:pt x="225" y="2"/>
                    <a:pt x="189" y="0"/>
                  </a:cubicBezTo>
                  <a:cubicBezTo>
                    <a:pt x="189" y="0"/>
                    <a:pt x="189" y="0"/>
                    <a:pt x="189"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1" name="Google Shape;751;p33"/>
            <p:cNvSpPr/>
            <p:nvPr/>
          </p:nvSpPr>
          <p:spPr>
            <a:xfrm>
              <a:off x="11182350" y="3984626"/>
              <a:ext cx="23812" cy="185738"/>
            </a:xfrm>
            <a:custGeom>
              <a:rect b="b" l="l" r="r" t="t"/>
              <a:pathLst>
                <a:path extrusionOk="0" h="38" w="5">
                  <a:moveTo>
                    <a:pt x="5" y="0"/>
                  </a:moveTo>
                  <a:cubicBezTo>
                    <a:pt x="3" y="13"/>
                    <a:pt x="1" y="26"/>
                    <a:pt x="0" y="38"/>
                  </a:cubicBezTo>
                  <a:cubicBezTo>
                    <a:pt x="0" y="38"/>
                    <a:pt x="0" y="38"/>
                    <a:pt x="0" y="38"/>
                  </a:cubicBezTo>
                  <a:cubicBezTo>
                    <a:pt x="1" y="26"/>
                    <a:pt x="3" y="13"/>
                    <a:pt x="5" y="0"/>
                  </a:cubicBezTo>
                  <a:cubicBezTo>
                    <a:pt x="5" y="0"/>
                    <a:pt x="5" y="0"/>
                    <a:pt x="5"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2" name="Google Shape;752;p33"/>
            <p:cNvSpPr/>
            <p:nvPr/>
          </p:nvSpPr>
          <p:spPr>
            <a:xfrm>
              <a:off x="11109325" y="3756026"/>
              <a:ext cx="96837" cy="414338"/>
            </a:xfrm>
            <a:custGeom>
              <a:rect b="b" l="l" r="r" t="t"/>
              <a:pathLst>
                <a:path extrusionOk="0" h="85" w="20">
                  <a:moveTo>
                    <a:pt x="0" y="0"/>
                  </a:moveTo>
                  <a:cubicBezTo>
                    <a:pt x="3" y="25"/>
                    <a:pt x="11" y="67"/>
                    <a:pt x="15" y="85"/>
                  </a:cubicBezTo>
                  <a:cubicBezTo>
                    <a:pt x="16" y="73"/>
                    <a:pt x="18" y="60"/>
                    <a:pt x="20" y="47"/>
                  </a:cubicBezTo>
                  <a:cubicBezTo>
                    <a:pt x="17" y="40"/>
                    <a:pt x="7" y="21"/>
                    <a:pt x="0"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3" name="Google Shape;753;p33"/>
            <p:cNvSpPr/>
            <p:nvPr/>
          </p:nvSpPr>
          <p:spPr>
            <a:xfrm>
              <a:off x="10302875" y="2701926"/>
              <a:ext cx="617537" cy="742950"/>
            </a:xfrm>
            <a:custGeom>
              <a:rect b="b" l="l" r="r" t="t"/>
              <a:pathLst>
                <a:path extrusionOk="0" h="153" w="127">
                  <a:moveTo>
                    <a:pt x="117" y="0"/>
                  </a:moveTo>
                  <a:cubicBezTo>
                    <a:pt x="111" y="30"/>
                    <a:pt x="105" y="87"/>
                    <a:pt x="127" y="107"/>
                  </a:cubicBezTo>
                  <a:cubicBezTo>
                    <a:pt x="127" y="107"/>
                    <a:pt x="107" y="153"/>
                    <a:pt x="54" y="153"/>
                  </a:cubicBezTo>
                  <a:cubicBezTo>
                    <a:pt x="0" y="153"/>
                    <a:pt x="31" y="107"/>
                    <a:pt x="31" y="107"/>
                  </a:cubicBezTo>
                  <a:cubicBezTo>
                    <a:pt x="66" y="99"/>
                    <a:pt x="65" y="74"/>
                    <a:pt x="59" y="50"/>
                  </a:cubicBezTo>
                  <a:cubicBezTo>
                    <a:pt x="117" y="0"/>
                    <a:pt x="117" y="0"/>
                    <a:pt x="117"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4" name="Google Shape;754;p33"/>
            <p:cNvSpPr/>
            <p:nvPr/>
          </p:nvSpPr>
          <p:spPr>
            <a:xfrm>
              <a:off x="10321925" y="3149601"/>
              <a:ext cx="660400" cy="339725"/>
            </a:xfrm>
            <a:custGeom>
              <a:rect b="b" l="l" r="r" t="t"/>
              <a:pathLst>
                <a:path extrusionOk="0" h="70" w="136">
                  <a:moveTo>
                    <a:pt x="116" y="4"/>
                  </a:moveTo>
                  <a:cubicBezTo>
                    <a:pt x="111" y="14"/>
                    <a:pt x="95" y="37"/>
                    <a:pt x="49" y="45"/>
                  </a:cubicBezTo>
                  <a:cubicBezTo>
                    <a:pt x="48" y="46"/>
                    <a:pt x="47" y="45"/>
                    <a:pt x="46" y="45"/>
                  </a:cubicBezTo>
                  <a:cubicBezTo>
                    <a:pt x="37" y="39"/>
                    <a:pt x="32" y="26"/>
                    <a:pt x="35" y="12"/>
                  </a:cubicBezTo>
                  <a:cubicBezTo>
                    <a:pt x="37" y="8"/>
                    <a:pt x="33" y="4"/>
                    <a:pt x="29" y="6"/>
                  </a:cubicBezTo>
                  <a:cubicBezTo>
                    <a:pt x="24" y="8"/>
                    <a:pt x="21" y="10"/>
                    <a:pt x="19" y="11"/>
                  </a:cubicBezTo>
                  <a:cubicBezTo>
                    <a:pt x="18" y="12"/>
                    <a:pt x="18" y="12"/>
                    <a:pt x="17" y="13"/>
                  </a:cubicBezTo>
                  <a:cubicBezTo>
                    <a:pt x="14" y="19"/>
                    <a:pt x="0" y="50"/>
                    <a:pt x="41" y="69"/>
                  </a:cubicBezTo>
                  <a:cubicBezTo>
                    <a:pt x="42" y="69"/>
                    <a:pt x="42" y="69"/>
                    <a:pt x="43" y="69"/>
                  </a:cubicBezTo>
                  <a:cubicBezTo>
                    <a:pt x="67" y="70"/>
                    <a:pt x="109" y="65"/>
                    <a:pt x="136" y="17"/>
                  </a:cubicBezTo>
                  <a:cubicBezTo>
                    <a:pt x="136" y="15"/>
                    <a:pt x="136" y="13"/>
                    <a:pt x="135" y="11"/>
                  </a:cubicBezTo>
                  <a:cubicBezTo>
                    <a:pt x="132" y="8"/>
                    <a:pt x="127" y="4"/>
                    <a:pt x="123" y="2"/>
                  </a:cubicBezTo>
                  <a:cubicBezTo>
                    <a:pt x="120" y="0"/>
                    <a:pt x="117" y="1"/>
                    <a:pt x="116" y="4"/>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5" name="Google Shape;755;p33"/>
            <p:cNvSpPr/>
            <p:nvPr/>
          </p:nvSpPr>
          <p:spPr>
            <a:xfrm>
              <a:off x="10656888" y="3698876"/>
              <a:ext cx="306387" cy="82550"/>
            </a:xfrm>
            <a:custGeom>
              <a:rect b="b" l="l" r="r" t="t"/>
              <a:pathLst>
                <a:path extrusionOk="0" h="17" w="63">
                  <a:moveTo>
                    <a:pt x="58" y="16"/>
                  </a:moveTo>
                  <a:cubicBezTo>
                    <a:pt x="4" y="15"/>
                    <a:pt x="4" y="15"/>
                    <a:pt x="4" y="15"/>
                  </a:cubicBezTo>
                  <a:cubicBezTo>
                    <a:pt x="2" y="15"/>
                    <a:pt x="0" y="13"/>
                    <a:pt x="0" y="10"/>
                  </a:cubicBezTo>
                  <a:cubicBezTo>
                    <a:pt x="0" y="4"/>
                    <a:pt x="0" y="4"/>
                    <a:pt x="0" y="4"/>
                  </a:cubicBezTo>
                  <a:cubicBezTo>
                    <a:pt x="1" y="1"/>
                    <a:pt x="3" y="0"/>
                    <a:pt x="5" y="0"/>
                  </a:cubicBezTo>
                  <a:cubicBezTo>
                    <a:pt x="59" y="1"/>
                    <a:pt x="59" y="1"/>
                    <a:pt x="59" y="1"/>
                  </a:cubicBezTo>
                  <a:cubicBezTo>
                    <a:pt x="62" y="1"/>
                    <a:pt x="63" y="3"/>
                    <a:pt x="63" y="6"/>
                  </a:cubicBezTo>
                  <a:cubicBezTo>
                    <a:pt x="63" y="12"/>
                    <a:pt x="63" y="12"/>
                    <a:pt x="63" y="12"/>
                  </a:cubicBezTo>
                  <a:cubicBezTo>
                    <a:pt x="62" y="15"/>
                    <a:pt x="60" y="17"/>
                    <a:pt x="58" y="16"/>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6" name="Google Shape;756;p33"/>
            <p:cNvSpPr/>
            <p:nvPr/>
          </p:nvSpPr>
          <p:spPr>
            <a:xfrm>
              <a:off x="10604500" y="3017838"/>
              <a:ext cx="0" cy="9525"/>
            </a:xfrm>
            <a:custGeom>
              <a:rect b="b" l="l" r="r" t="t"/>
              <a:pathLst>
                <a:path extrusionOk="0" h="2" w="120000">
                  <a:moveTo>
                    <a:pt x="0" y="0"/>
                  </a:moveTo>
                  <a:cubicBezTo>
                    <a:pt x="0" y="1"/>
                    <a:pt x="0" y="1"/>
                    <a:pt x="0" y="2"/>
                  </a:cubicBezTo>
                  <a:cubicBezTo>
                    <a:pt x="0" y="2"/>
                    <a:pt x="0" y="2"/>
                    <a:pt x="0" y="2"/>
                  </a:cubicBezTo>
                  <a:cubicBezTo>
                    <a:pt x="0" y="1"/>
                    <a:pt x="0" y="1"/>
                    <a:pt x="0" y="0"/>
                  </a:cubicBezTo>
                </a:path>
              </a:pathLst>
            </a:custGeom>
            <a:solidFill>
              <a:srgbClr val="1E28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7" name="Google Shape;757;p33"/>
            <p:cNvSpPr/>
            <p:nvPr/>
          </p:nvSpPr>
          <p:spPr>
            <a:xfrm>
              <a:off x="10588625" y="2949576"/>
              <a:ext cx="141287" cy="77788"/>
            </a:xfrm>
            <a:custGeom>
              <a:rect b="b" l="l" r="r" t="t"/>
              <a:pathLst>
                <a:path extrusionOk="0" h="16" w="29">
                  <a:moveTo>
                    <a:pt x="29" y="0"/>
                  </a:moveTo>
                  <a:cubicBezTo>
                    <a:pt x="23" y="1"/>
                    <a:pt x="17" y="2"/>
                    <a:pt x="12" y="2"/>
                  </a:cubicBezTo>
                  <a:cubicBezTo>
                    <a:pt x="8" y="2"/>
                    <a:pt x="4" y="1"/>
                    <a:pt x="0" y="1"/>
                  </a:cubicBezTo>
                  <a:cubicBezTo>
                    <a:pt x="1" y="5"/>
                    <a:pt x="2" y="10"/>
                    <a:pt x="3" y="14"/>
                  </a:cubicBezTo>
                  <a:cubicBezTo>
                    <a:pt x="3" y="15"/>
                    <a:pt x="3" y="15"/>
                    <a:pt x="3" y="16"/>
                  </a:cubicBezTo>
                  <a:cubicBezTo>
                    <a:pt x="11" y="14"/>
                    <a:pt x="22" y="8"/>
                    <a:pt x="29" y="0"/>
                  </a:cubicBezTo>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8" name="Google Shape;758;p33"/>
            <p:cNvSpPr/>
            <p:nvPr/>
          </p:nvSpPr>
          <p:spPr>
            <a:xfrm>
              <a:off x="10312400" y="1958976"/>
              <a:ext cx="801687" cy="1087438"/>
            </a:xfrm>
            <a:custGeom>
              <a:rect b="b" l="l" r="r" t="t"/>
              <a:pathLst>
                <a:path extrusionOk="0" h="224" w="165">
                  <a:moveTo>
                    <a:pt x="155" y="95"/>
                  </a:moveTo>
                  <a:cubicBezTo>
                    <a:pt x="146" y="145"/>
                    <a:pt x="143" y="167"/>
                    <a:pt x="114" y="190"/>
                  </a:cubicBezTo>
                  <a:cubicBezTo>
                    <a:pt x="70" y="224"/>
                    <a:pt x="11" y="201"/>
                    <a:pt x="5" y="149"/>
                  </a:cubicBezTo>
                  <a:cubicBezTo>
                    <a:pt x="0" y="102"/>
                    <a:pt x="17" y="27"/>
                    <a:pt x="69" y="14"/>
                  </a:cubicBezTo>
                  <a:cubicBezTo>
                    <a:pt x="120" y="0"/>
                    <a:pt x="165" y="45"/>
                    <a:pt x="155" y="95"/>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59" name="Google Shape;759;p33"/>
            <p:cNvSpPr/>
            <p:nvPr/>
          </p:nvSpPr>
          <p:spPr>
            <a:xfrm>
              <a:off x="10890250" y="1982788"/>
              <a:ext cx="393700" cy="612775"/>
            </a:xfrm>
            <a:custGeom>
              <a:rect b="b" l="l" r="r" t="t"/>
              <a:pathLst>
                <a:path extrusionOk="0" h="126" w="81">
                  <a:moveTo>
                    <a:pt x="8" y="53"/>
                  </a:moveTo>
                  <a:cubicBezTo>
                    <a:pt x="2" y="84"/>
                    <a:pt x="0" y="126"/>
                    <a:pt x="29" y="126"/>
                  </a:cubicBezTo>
                  <a:cubicBezTo>
                    <a:pt x="58" y="126"/>
                    <a:pt x="81" y="77"/>
                    <a:pt x="56" y="39"/>
                  </a:cubicBezTo>
                  <a:cubicBezTo>
                    <a:pt x="31" y="0"/>
                    <a:pt x="12" y="34"/>
                    <a:pt x="8" y="5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0" name="Google Shape;760;p33"/>
            <p:cNvSpPr/>
            <p:nvPr/>
          </p:nvSpPr>
          <p:spPr>
            <a:xfrm>
              <a:off x="10293350" y="1763713"/>
              <a:ext cx="879475" cy="660400"/>
            </a:xfrm>
            <a:custGeom>
              <a:rect b="b" l="l" r="r" t="t"/>
              <a:pathLst>
                <a:path extrusionOk="0" h="136" w="181">
                  <a:moveTo>
                    <a:pt x="181" y="102"/>
                  </a:moveTo>
                  <a:cubicBezTo>
                    <a:pt x="181" y="136"/>
                    <a:pt x="138" y="119"/>
                    <a:pt x="119" y="104"/>
                  </a:cubicBezTo>
                  <a:cubicBezTo>
                    <a:pt x="99" y="89"/>
                    <a:pt x="98" y="91"/>
                    <a:pt x="63" y="91"/>
                  </a:cubicBezTo>
                  <a:cubicBezTo>
                    <a:pt x="28" y="91"/>
                    <a:pt x="21" y="89"/>
                    <a:pt x="10" y="72"/>
                  </a:cubicBezTo>
                  <a:cubicBezTo>
                    <a:pt x="0" y="55"/>
                    <a:pt x="1" y="44"/>
                    <a:pt x="24" y="47"/>
                  </a:cubicBezTo>
                  <a:cubicBezTo>
                    <a:pt x="48" y="51"/>
                    <a:pt x="28" y="27"/>
                    <a:pt x="46" y="13"/>
                  </a:cubicBezTo>
                  <a:cubicBezTo>
                    <a:pt x="63" y="0"/>
                    <a:pt x="84" y="4"/>
                    <a:pt x="108" y="34"/>
                  </a:cubicBezTo>
                  <a:cubicBezTo>
                    <a:pt x="132" y="64"/>
                    <a:pt x="181" y="42"/>
                    <a:pt x="181" y="10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1" name="Google Shape;761;p33"/>
            <p:cNvSpPr/>
            <p:nvPr/>
          </p:nvSpPr>
          <p:spPr>
            <a:xfrm>
              <a:off x="10423525" y="2439988"/>
              <a:ext cx="87312" cy="146050"/>
            </a:xfrm>
            <a:custGeom>
              <a:rect b="b" l="l" r="r" t="t"/>
              <a:pathLst>
                <a:path extrusionOk="0" h="30" w="18">
                  <a:moveTo>
                    <a:pt x="18" y="0"/>
                  </a:moveTo>
                  <a:cubicBezTo>
                    <a:pt x="18" y="0"/>
                    <a:pt x="8" y="17"/>
                    <a:pt x="0" y="25"/>
                  </a:cubicBezTo>
                  <a:cubicBezTo>
                    <a:pt x="4" y="30"/>
                    <a:pt x="14" y="29"/>
                    <a:pt x="14" y="29"/>
                  </a:cubicBezTo>
                  <a:lnTo>
                    <a:pt x="18"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2" name="Google Shape;762;p33"/>
            <p:cNvSpPr/>
            <p:nvPr/>
          </p:nvSpPr>
          <p:spPr>
            <a:xfrm>
              <a:off x="10550525" y="2643188"/>
              <a:ext cx="125412" cy="53975"/>
            </a:xfrm>
            <a:custGeom>
              <a:rect b="b" l="l" r="r" t="t"/>
              <a:pathLst>
                <a:path extrusionOk="0" h="11" w="26">
                  <a:moveTo>
                    <a:pt x="1" y="9"/>
                  </a:moveTo>
                  <a:cubicBezTo>
                    <a:pt x="1" y="9"/>
                    <a:pt x="1" y="9"/>
                    <a:pt x="1" y="9"/>
                  </a:cubicBezTo>
                  <a:cubicBezTo>
                    <a:pt x="15" y="11"/>
                    <a:pt x="26" y="2"/>
                    <a:pt x="26" y="1"/>
                  </a:cubicBezTo>
                  <a:cubicBezTo>
                    <a:pt x="26" y="0"/>
                    <a:pt x="26" y="0"/>
                    <a:pt x="26" y="0"/>
                  </a:cubicBezTo>
                  <a:cubicBezTo>
                    <a:pt x="25" y="0"/>
                    <a:pt x="25" y="0"/>
                    <a:pt x="25" y="0"/>
                  </a:cubicBezTo>
                  <a:cubicBezTo>
                    <a:pt x="25" y="0"/>
                    <a:pt x="14" y="9"/>
                    <a:pt x="1" y="7"/>
                  </a:cubicBezTo>
                  <a:cubicBezTo>
                    <a:pt x="1" y="7"/>
                    <a:pt x="0" y="8"/>
                    <a:pt x="0" y="8"/>
                  </a:cubicBezTo>
                  <a:lnTo>
                    <a:pt x="1" y="9"/>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3" name="Google Shape;763;p33"/>
            <p:cNvSpPr/>
            <p:nvPr/>
          </p:nvSpPr>
          <p:spPr>
            <a:xfrm>
              <a:off x="10687050" y="2279651"/>
              <a:ext cx="101600" cy="68263"/>
            </a:xfrm>
            <a:custGeom>
              <a:rect b="b" l="l" r="r" t="t"/>
              <a:pathLst>
                <a:path extrusionOk="0" h="14" w="21">
                  <a:moveTo>
                    <a:pt x="18" y="13"/>
                  </a:moveTo>
                  <a:cubicBezTo>
                    <a:pt x="19" y="14"/>
                    <a:pt x="19" y="14"/>
                    <a:pt x="20" y="13"/>
                  </a:cubicBezTo>
                  <a:cubicBezTo>
                    <a:pt x="20" y="13"/>
                    <a:pt x="21" y="12"/>
                    <a:pt x="20" y="11"/>
                  </a:cubicBezTo>
                  <a:cubicBezTo>
                    <a:pt x="13" y="0"/>
                    <a:pt x="2" y="0"/>
                    <a:pt x="2" y="0"/>
                  </a:cubicBezTo>
                  <a:cubicBezTo>
                    <a:pt x="1" y="0"/>
                    <a:pt x="0" y="0"/>
                    <a:pt x="0" y="1"/>
                  </a:cubicBezTo>
                  <a:cubicBezTo>
                    <a:pt x="0" y="2"/>
                    <a:pt x="1" y="3"/>
                    <a:pt x="2" y="3"/>
                  </a:cubicBezTo>
                  <a:cubicBezTo>
                    <a:pt x="2" y="3"/>
                    <a:pt x="12" y="3"/>
                    <a:pt x="18"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4" name="Google Shape;764;p33"/>
            <p:cNvSpPr/>
            <p:nvPr/>
          </p:nvSpPr>
          <p:spPr>
            <a:xfrm>
              <a:off x="10614025" y="2400301"/>
              <a:ext cx="52387" cy="77788"/>
            </a:xfrm>
            <a:custGeom>
              <a:rect b="b" l="l" r="r" t="t"/>
              <a:pathLst>
                <a:path extrusionOk="0" h="16" w="11">
                  <a:moveTo>
                    <a:pt x="10" y="9"/>
                  </a:moveTo>
                  <a:cubicBezTo>
                    <a:pt x="10" y="13"/>
                    <a:pt x="7" y="16"/>
                    <a:pt x="4" y="16"/>
                  </a:cubicBezTo>
                  <a:cubicBezTo>
                    <a:pt x="2" y="15"/>
                    <a:pt x="0" y="11"/>
                    <a:pt x="1" y="7"/>
                  </a:cubicBezTo>
                  <a:cubicBezTo>
                    <a:pt x="1" y="3"/>
                    <a:pt x="4" y="0"/>
                    <a:pt x="7" y="1"/>
                  </a:cubicBezTo>
                  <a:cubicBezTo>
                    <a:pt x="9" y="1"/>
                    <a:pt x="11" y="5"/>
                    <a:pt x="10"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5" name="Google Shape;765;p33"/>
            <p:cNvSpPr/>
            <p:nvPr/>
          </p:nvSpPr>
          <p:spPr>
            <a:xfrm>
              <a:off x="10385425" y="2362201"/>
              <a:ext cx="52387" cy="77788"/>
            </a:xfrm>
            <a:custGeom>
              <a:rect b="b" l="l" r="r" t="t"/>
              <a:pathLst>
                <a:path extrusionOk="0" h="16" w="11">
                  <a:moveTo>
                    <a:pt x="11" y="9"/>
                  </a:moveTo>
                  <a:cubicBezTo>
                    <a:pt x="10" y="13"/>
                    <a:pt x="7" y="16"/>
                    <a:pt x="5" y="16"/>
                  </a:cubicBezTo>
                  <a:cubicBezTo>
                    <a:pt x="2" y="15"/>
                    <a:pt x="0" y="11"/>
                    <a:pt x="1" y="7"/>
                  </a:cubicBezTo>
                  <a:cubicBezTo>
                    <a:pt x="2" y="3"/>
                    <a:pt x="4" y="0"/>
                    <a:pt x="7" y="1"/>
                  </a:cubicBezTo>
                  <a:cubicBezTo>
                    <a:pt x="10" y="1"/>
                    <a:pt x="11" y="5"/>
                    <a:pt x="11"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6" name="Google Shape;766;p33"/>
            <p:cNvSpPr/>
            <p:nvPr/>
          </p:nvSpPr>
          <p:spPr>
            <a:xfrm>
              <a:off x="10380663" y="2347913"/>
              <a:ext cx="42862" cy="38100"/>
            </a:xfrm>
            <a:custGeom>
              <a:rect b="b" l="l" r="r" t="t"/>
              <a:pathLst>
                <a:path extrusionOk="0" h="8" w="9">
                  <a:moveTo>
                    <a:pt x="9" y="4"/>
                  </a:moveTo>
                  <a:cubicBezTo>
                    <a:pt x="0" y="0"/>
                    <a:pt x="0" y="0"/>
                    <a:pt x="0" y="0"/>
                  </a:cubicBezTo>
                  <a:cubicBezTo>
                    <a:pt x="0" y="0"/>
                    <a:pt x="4" y="8"/>
                    <a:pt x="9" y="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7" name="Google Shape;767;p33"/>
            <p:cNvSpPr/>
            <p:nvPr/>
          </p:nvSpPr>
          <p:spPr>
            <a:xfrm>
              <a:off x="10604500" y="2381251"/>
              <a:ext cx="47625" cy="42863"/>
            </a:xfrm>
            <a:custGeom>
              <a:rect b="b" l="l" r="r" t="t"/>
              <a:pathLst>
                <a:path extrusionOk="0" h="9" w="10">
                  <a:moveTo>
                    <a:pt x="10" y="5"/>
                  </a:moveTo>
                  <a:cubicBezTo>
                    <a:pt x="0" y="0"/>
                    <a:pt x="0" y="0"/>
                    <a:pt x="0" y="0"/>
                  </a:cubicBezTo>
                  <a:cubicBezTo>
                    <a:pt x="0" y="0"/>
                    <a:pt x="4" y="9"/>
                    <a:pt x="10"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8" name="Google Shape;768;p33"/>
            <p:cNvSpPr/>
            <p:nvPr/>
          </p:nvSpPr>
          <p:spPr>
            <a:xfrm>
              <a:off x="10355263" y="2216151"/>
              <a:ext cx="112712" cy="53975"/>
            </a:xfrm>
            <a:custGeom>
              <a:rect b="b" l="l" r="r" t="t"/>
              <a:pathLst>
                <a:path extrusionOk="0" h="11" w="23">
                  <a:moveTo>
                    <a:pt x="1" y="11"/>
                  </a:moveTo>
                  <a:cubicBezTo>
                    <a:pt x="1" y="11"/>
                    <a:pt x="2" y="11"/>
                    <a:pt x="2" y="11"/>
                  </a:cubicBezTo>
                  <a:cubicBezTo>
                    <a:pt x="11" y="4"/>
                    <a:pt x="20" y="7"/>
                    <a:pt x="21" y="7"/>
                  </a:cubicBezTo>
                  <a:cubicBezTo>
                    <a:pt x="21" y="7"/>
                    <a:pt x="22" y="7"/>
                    <a:pt x="23" y="6"/>
                  </a:cubicBezTo>
                  <a:cubicBezTo>
                    <a:pt x="23" y="5"/>
                    <a:pt x="22" y="4"/>
                    <a:pt x="22" y="4"/>
                  </a:cubicBezTo>
                  <a:cubicBezTo>
                    <a:pt x="21" y="4"/>
                    <a:pt x="11" y="0"/>
                    <a:pt x="1" y="8"/>
                  </a:cubicBezTo>
                  <a:cubicBezTo>
                    <a:pt x="0" y="9"/>
                    <a:pt x="0" y="10"/>
                    <a:pt x="0" y="11"/>
                  </a:cubicBezTo>
                  <a:lnTo>
                    <a:pt x="1"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69" name="Google Shape;769;p33"/>
            <p:cNvSpPr/>
            <p:nvPr/>
          </p:nvSpPr>
          <p:spPr>
            <a:xfrm>
              <a:off x="10107613" y="4795838"/>
              <a:ext cx="1176337" cy="249238"/>
            </a:xfrm>
            <a:custGeom>
              <a:rect b="b" l="l" r="r" t="t"/>
              <a:pathLst>
                <a:path extrusionOk="0" h="51" w="242">
                  <a:moveTo>
                    <a:pt x="1" y="51"/>
                  </a:moveTo>
                  <a:cubicBezTo>
                    <a:pt x="1" y="51"/>
                    <a:pt x="0" y="23"/>
                    <a:pt x="9" y="0"/>
                  </a:cubicBezTo>
                  <a:cubicBezTo>
                    <a:pt x="27" y="0"/>
                    <a:pt x="218" y="0"/>
                    <a:pt x="218" y="0"/>
                  </a:cubicBezTo>
                  <a:cubicBezTo>
                    <a:pt x="218" y="0"/>
                    <a:pt x="237" y="31"/>
                    <a:pt x="242" y="51"/>
                  </a:cubicBezTo>
                  <a:cubicBezTo>
                    <a:pt x="219" y="51"/>
                    <a:pt x="1" y="51"/>
                    <a:pt x="1" y="5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0" name="Google Shape;770;p33"/>
            <p:cNvSpPr/>
            <p:nvPr/>
          </p:nvSpPr>
          <p:spPr>
            <a:xfrm>
              <a:off x="10117138" y="4733926"/>
              <a:ext cx="1079500" cy="111125"/>
            </a:xfrm>
            <a:custGeom>
              <a:rect b="b" l="l" r="r" t="t"/>
              <a:pathLst>
                <a:path extrusionOk="0" h="23" w="222">
                  <a:moveTo>
                    <a:pt x="220" y="1"/>
                  </a:moveTo>
                  <a:cubicBezTo>
                    <a:pt x="221" y="20"/>
                    <a:pt x="221" y="20"/>
                    <a:pt x="221" y="20"/>
                  </a:cubicBezTo>
                  <a:cubicBezTo>
                    <a:pt x="222" y="21"/>
                    <a:pt x="220" y="23"/>
                    <a:pt x="218" y="23"/>
                  </a:cubicBezTo>
                  <a:cubicBezTo>
                    <a:pt x="6" y="23"/>
                    <a:pt x="6" y="23"/>
                    <a:pt x="6" y="23"/>
                  </a:cubicBezTo>
                  <a:cubicBezTo>
                    <a:pt x="4" y="23"/>
                    <a:pt x="2" y="22"/>
                    <a:pt x="2" y="21"/>
                  </a:cubicBezTo>
                  <a:cubicBezTo>
                    <a:pt x="0" y="2"/>
                    <a:pt x="0" y="2"/>
                    <a:pt x="0" y="2"/>
                  </a:cubicBezTo>
                  <a:cubicBezTo>
                    <a:pt x="0" y="1"/>
                    <a:pt x="2" y="0"/>
                    <a:pt x="4" y="0"/>
                  </a:cubicBezTo>
                  <a:cubicBezTo>
                    <a:pt x="216" y="0"/>
                    <a:pt x="216" y="0"/>
                    <a:pt x="216" y="0"/>
                  </a:cubicBezTo>
                  <a:cubicBezTo>
                    <a:pt x="218" y="0"/>
                    <a:pt x="219" y="0"/>
                    <a:pt x="220" y="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1" name="Google Shape;771;p33"/>
            <p:cNvSpPr/>
            <p:nvPr/>
          </p:nvSpPr>
          <p:spPr>
            <a:xfrm>
              <a:off x="10117138" y="4733926"/>
              <a:ext cx="1074737" cy="111125"/>
            </a:xfrm>
            <a:custGeom>
              <a:rect b="b" l="l" r="r" t="t"/>
              <a:pathLst>
                <a:path extrusionOk="0" h="23" w="221">
                  <a:moveTo>
                    <a:pt x="216" y="0"/>
                  </a:moveTo>
                  <a:cubicBezTo>
                    <a:pt x="216" y="0"/>
                    <a:pt x="216" y="0"/>
                    <a:pt x="216" y="0"/>
                  </a:cubicBezTo>
                  <a:cubicBezTo>
                    <a:pt x="5" y="0"/>
                    <a:pt x="5" y="0"/>
                    <a:pt x="5" y="0"/>
                  </a:cubicBezTo>
                  <a:cubicBezTo>
                    <a:pt x="4" y="0"/>
                    <a:pt x="4" y="0"/>
                    <a:pt x="4" y="0"/>
                  </a:cubicBezTo>
                  <a:cubicBezTo>
                    <a:pt x="2" y="0"/>
                    <a:pt x="0" y="1"/>
                    <a:pt x="0" y="2"/>
                  </a:cubicBezTo>
                  <a:cubicBezTo>
                    <a:pt x="0" y="2"/>
                    <a:pt x="0" y="2"/>
                    <a:pt x="0" y="2"/>
                  </a:cubicBezTo>
                  <a:cubicBezTo>
                    <a:pt x="2" y="21"/>
                    <a:pt x="2" y="21"/>
                    <a:pt x="2" y="21"/>
                  </a:cubicBezTo>
                  <a:cubicBezTo>
                    <a:pt x="2" y="22"/>
                    <a:pt x="4" y="23"/>
                    <a:pt x="6" y="23"/>
                  </a:cubicBezTo>
                  <a:cubicBezTo>
                    <a:pt x="218" y="23"/>
                    <a:pt x="218" y="23"/>
                    <a:pt x="218" y="23"/>
                  </a:cubicBezTo>
                  <a:cubicBezTo>
                    <a:pt x="220" y="23"/>
                    <a:pt x="221" y="22"/>
                    <a:pt x="221" y="21"/>
                  </a:cubicBezTo>
                  <a:cubicBezTo>
                    <a:pt x="221" y="20"/>
                    <a:pt x="221" y="20"/>
                    <a:pt x="221" y="20"/>
                  </a:cubicBezTo>
                  <a:cubicBezTo>
                    <a:pt x="220" y="1"/>
                    <a:pt x="220" y="1"/>
                    <a:pt x="220" y="1"/>
                  </a:cubicBezTo>
                  <a:cubicBezTo>
                    <a:pt x="219" y="0"/>
                    <a:pt x="218" y="0"/>
                    <a:pt x="216" y="0"/>
                  </a:cubicBezTo>
                </a:path>
              </a:pathLst>
            </a:custGeom>
            <a:solidFill>
              <a:srgbClr val="78A1F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2" name="Google Shape;772;p33"/>
            <p:cNvSpPr/>
            <p:nvPr/>
          </p:nvSpPr>
          <p:spPr>
            <a:xfrm>
              <a:off x="11022013" y="4724401"/>
              <a:ext cx="63500" cy="130175"/>
            </a:xfrm>
            <a:custGeom>
              <a:rect b="b" l="l" r="r" t="t"/>
              <a:pathLst>
                <a:path extrusionOk="0" h="27" w="13">
                  <a:moveTo>
                    <a:pt x="5" y="27"/>
                  </a:moveTo>
                  <a:cubicBezTo>
                    <a:pt x="11" y="27"/>
                    <a:pt x="11" y="27"/>
                    <a:pt x="11" y="27"/>
                  </a:cubicBezTo>
                  <a:cubicBezTo>
                    <a:pt x="12" y="27"/>
                    <a:pt x="13" y="26"/>
                    <a:pt x="13"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3" name="Google Shape;773;p33"/>
            <p:cNvSpPr/>
            <p:nvPr/>
          </p:nvSpPr>
          <p:spPr>
            <a:xfrm>
              <a:off x="10199688" y="4724401"/>
              <a:ext cx="63500" cy="130175"/>
            </a:xfrm>
            <a:custGeom>
              <a:rect b="b" l="l" r="r" t="t"/>
              <a:pathLst>
                <a:path extrusionOk="0" h="27" w="13">
                  <a:moveTo>
                    <a:pt x="5" y="27"/>
                  </a:moveTo>
                  <a:cubicBezTo>
                    <a:pt x="11" y="27"/>
                    <a:pt x="11" y="27"/>
                    <a:pt x="11" y="27"/>
                  </a:cubicBezTo>
                  <a:cubicBezTo>
                    <a:pt x="12" y="27"/>
                    <a:pt x="13" y="26"/>
                    <a:pt x="12"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4" name="Google Shape;774;p33"/>
            <p:cNvSpPr/>
            <p:nvPr/>
          </p:nvSpPr>
          <p:spPr>
            <a:xfrm>
              <a:off x="10614025" y="4724401"/>
              <a:ext cx="57150" cy="130175"/>
            </a:xfrm>
            <a:custGeom>
              <a:rect b="b" l="l" r="r" t="t"/>
              <a:pathLst>
                <a:path extrusionOk="0" h="27" w="12">
                  <a:moveTo>
                    <a:pt x="4" y="27"/>
                  </a:moveTo>
                  <a:cubicBezTo>
                    <a:pt x="10" y="27"/>
                    <a:pt x="10" y="27"/>
                    <a:pt x="10" y="27"/>
                  </a:cubicBezTo>
                  <a:cubicBezTo>
                    <a:pt x="11" y="27"/>
                    <a:pt x="12" y="26"/>
                    <a:pt x="12" y="26"/>
                  </a:cubicBezTo>
                  <a:cubicBezTo>
                    <a:pt x="9" y="1"/>
                    <a:pt x="9" y="1"/>
                    <a:pt x="9" y="1"/>
                  </a:cubicBezTo>
                  <a:cubicBezTo>
                    <a:pt x="9" y="1"/>
                    <a:pt x="8" y="0"/>
                    <a:pt x="7" y="0"/>
                  </a:cubicBezTo>
                  <a:cubicBezTo>
                    <a:pt x="2" y="0"/>
                    <a:pt x="2" y="0"/>
                    <a:pt x="2" y="0"/>
                  </a:cubicBezTo>
                  <a:cubicBezTo>
                    <a:pt x="0" y="0"/>
                    <a:pt x="0" y="1"/>
                    <a:pt x="0" y="1"/>
                  </a:cubicBezTo>
                  <a:cubicBezTo>
                    <a:pt x="2" y="26"/>
                    <a:pt x="2" y="26"/>
                    <a:pt x="2" y="26"/>
                  </a:cubicBezTo>
                  <a:cubicBezTo>
                    <a:pt x="2" y="26"/>
                    <a:pt x="3" y="27"/>
                    <a:pt x="4"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5" name="Google Shape;775;p33"/>
            <p:cNvSpPr/>
            <p:nvPr/>
          </p:nvSpPr>
          <p:spPr>
            <a:xfrm>
              <a:off x="11187113" y="3567113"/>
              <a:ext cx="831850" cy="1001713"/>
            </a:xfrm>
            <a:custGeom>
              <a:rect b="b" l="l" r="r" t="t"/>
              <a:pathLst>
                <a:path extrusionOk="0" h="206" w="171">
                  <a:moveTo>
                    <a:pt x="51" y="0"/>
                  </a:moveTo>
                  <a:cubicBezTo>
                    <a:pt x="61" y="30"/>
                    <a:pt x="69" y="60"/>
                    <a:pt x="78" y="90"/>
                  </a:cubicBezTo>
                  <a:cubicBezTo>
                    <a:pt x="91" y="135"/>
                    <a:pt x="91" y="135"/>
                    <a:pt x="91" y="135"/>
                  </a:cubicBezTo>
                  <a:cubicBezTo>
                    <a:pt x="97" y="157"/>
                    <a:pt x="97" y="157"/>
                    <a:pt x="97" y="157"/>
                  </a:cubicBezTo>
                  <a:cubicBezTo>
                    <a:pt x="99" y="163"/>
                    <a:pt x="99" y="163"/>
                    <a:pt x="99" y="163"/>
                  </a:cubicBezTo>
                  <a:cubicBezTo>
                    <a:pt x="99" y="166"/>
                    <a:pt x="99" y="166"/>
                    <a:pt x="99" y="166"/>
                  </a:cubicBezTo>
                  <a:cubicBezTo>
                    <a:pt x="100" y="166"/>
                    <a:pt x="100" y="166"/>
                    <a:pt x="100" y="166"/>
                  </a:cubicBezTo>
                  <a:cubicBezTo>
                    <a:pt x="100" y="166"/>
                    <a:pt x="100" y="166"/>
                    <a:pt x="100" y="166"/>
                  </a:cubicBezTo>
                  <a:cubicBezTo>
                    <a:pt x="100" y="167"/>
                    <a:pt x="100" y="167"/>
                    <a:pt x="100" y="167"/>
                  </a:cubicBezTo>
                  <a:cubicBezTo>
                    <a:pt x="99" y="166"/>
                    <a:pt x="99" y="166"/>
                    <a:pt x="99" y="166"/>
                  </a:cubicBezTo>
                  <a:cubicBezTo>
                    <a:pt x="99" y="165"/>
                    <a:pt x="98" y="164"/>
                    <a:pt x="95" y="162"/>
                  </a:cubicBezTo>
                  <a:cubicBezTo>
                    <a:pt x="93" y="160"/>
                    <a:pt x="89" y="158"/>
                    <a:pt x="85" y="158"/>
                  </a:cubicBezTo>
                  <a:cubicBezTo>
                    <a:pt x="81" y="158"/>
                    <a:pt x="78" y="159"/>
                    <a:pt x="76" y="160"/>
                  </a:cubicBezTo>
                  <a:cubicBezTo>
                    <a:pt x="73" y="161"/>
                    <a:pt x="74" y="162"/>
                    <a:pt x="74" y="161"/>
                  </a:cubicBezTo>
                  <a:cubicBezTo>
                    <a:pt x="74" y="161"/>
                    <a:pt x="75" y="160"/>
                    <a:pt x="76" y="159"/>
                  </a:cubicBezTo>
                  <a:cubicBezTo>
                    <a:pt x="77" y="157"/>
                    <a:pt x="79" y="155"/>
                    <a:pt x="81" y="152"/>
                  </a:cubicBezTo>
                  <a:cubicBezTo>
                    <a:pt x="84" y="146"/>
                    <a:pt x="88" y="140"/>
                    <a:pt x="91" y="133"/>
                  </a:cubicBezTo>
                  <a:cubicBezTo>
                    <a:pt x="98" y="120"/>
                    <a:pt x="104" y="106"/>
                    <a:pt x="110" y="92"/>
                  </a:cubicBezTo>
                  <a:cubicBezTo>
                    <a:pt x="116" y="77"/>
                    <a:pt x="122" y="63"/>
                    <a:pt x="128" y="49"/>
                  </a:cubicBezTo>
                  <a:cubicBezTo>
                    <a:pt x="134" y="34"/>
                    <a:pt x="140" y="20"/>
                    <a:pt x="146" y="5"/>
                  </a:cubicBezTo>
                  <a:cubicBezTo>
                    <a:pt x="171" y="13"/>
                    <a:pt x="171" y="13"/>
                    <a:pt x="171" y="13"/>
                  </a:cubicBezTo>
                  <a:cubicBezTo>
                    <a:pt x="165" y="44"/>
                    <a:pt x="157" y="75"/>
                    <a:pt x="148" y="105"/>
                  </a:cubicBezTo>
                  <a:cubicBezTo>
                    <a:pt x="143" y="121"/>
                    <a:pt x="138" y="136"/>
                    <a:pt x="132" y="151"/>
                  </a:cubicBezTo>
                  <a:cubicBezTo>
                    <a:pt x="128" y="159"/>
                    <a:pt x="125" y="167"/>
                    <a:pt x="121" y="174"/>
                  </a:cubicBezTo>
                  <a:cubicBezTo>
                    <a:pt x="119" y="178"/>
                    <a:pt x="117" y="183"/>
                    <a:pt x="114" y="187"/>
                  </a:cubicBezTo>
                  <a:cubicBezTo>
                    <a:pt x="112" y="189"/>
                    <a:pt x="110" y="192"/>
                    <a:pt x="108" y="194"/>
                  </a:cubicBezTo>
                  <a:cubicBezTo>
                    <a:pt x="106" y="197"/>
                    <a:pt x="103" y="200"/>
                    <a:pt x="96" y="203"/>
                  </a:cubicBezTo>
                  <a:cubicBezTo>
                    <a:pt x="93" y="204"/>
                    <a:pt x="88" y="206"/>
                    <a:pt x="82" y="206"/>
                  </a:cubicBezTo>
                  <a:cubicBezTo>
                    <a:pt x="76" y="206"/>
                    <a:pt x="70" y="203"/>
                    <a:pt x="66" y="200"/>
                  </a:cubicBezTo>
                  <a:cubicBezTo>
                    <a:pt x="62" y="197"/>
                    <a:pt x="60" y="194"/>
                    <a:pt x="59" y="192"/>
                  </a:cubicBezTo>
                  <a:cubicBezTo>
                    <a:pt x="57" y="189"/>
                    <a:pt x="56" y="188"/>
                    <a:pt x="55" y="186"/>
                  </a:cubicBezTo>
                  <a:cubicBezTo>
                    <a:pt x="55" y="185"/>
                    <a:pt x="54" y="184"/>
                    <a:pt x="54" y="183"/>
                  </a:cubicBezTo>
                  <a:cubicBezTo>
                    <a:pt x="53" y="181"/>
                    <a:pt x="53" y="181"/>
                    <a:pt x="53" y="181"/>
                  </a:cubicBezTo>
                  <a:cubicBezTo>
                    <a:pt x="52" y="178"/>
                    <a:pt x="52" y="178"/>
                    <a:pt x="52" y="178"/>
                  </a:cubicBezTo>
                  <a:cubicBezTo>
                    <a:pt x="50" y="173"/>
                    <a:pt x="50" y="173"/>
                    <a:pt x="50" y="173"/>
                  </a:cubicBezTo>
                  <a:cubicBezTo>
                    <a:pt x="48" y="165"/>
                    <a:pt x="45" y="158"/>
                    <a:pt x="42" y="150"/>
                  </a:cubicBezTo>
                  <a:cubicBezTo>
                    <a:pt x="37" y="135"/>
                    <a:pt x="32" y="120"/>
                    <a:pt x="27" y="105"/>
                  </a:cubicBezTo>
                  <a:cubicBezTo>
                    <a:pt x="17" y="75"/>
                    <a:pt x="8" y="45"/>
                    <a:pt x="0" y="15"/>
                  </a:cubicBezTo>
                  <a:cubicBezTo>
                    <a:pt x="51" y="0"/>
                    <a:pt x="51" y="0"/>
                    <a:pt x="51" y="0"/>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6" name="Google Shape;776;p33"/>
            <p:cNvSpPr/>
            <p:nvPr/>
          </p:nvSpPr>
          <p:spPr>
            <a:xfrm>
              <a:off x="11036300" y="3241676"/>
              <a:ext cx="573087" cy="752475"/>
            </a:xfrm>
            <a:custGeom>
              <a:rect b="b" l="l" r="r" t="t"/>
              <a:pathLst>
                <a:path extrusionOk="0" h="155" w="118">
                  <a:moveTo>
                    <a:pt x="65" y="8"/>
                  </a:moveTo>
                  <a:cubicBezTo>
                    <a:pt x="86" y="14"/>
                    <a:pt x="118" y="96"/>
                    <a:pt x="118" y="96"/>
                  </a:cubicBezTo>
                  <a:cubicBezTo>
                    <a:pt x="36" y="155"/>
                    <a:pt x="36" y="155"/>
                    <a:pt x="36" y="155"/>
                  </a:cubicBezTo>
                  <a:cubicBezTo>
                    <a:pt x="36" y="155"/>
                    <a:pt x="0" y="84"/>
                    <a:pt x="8" y="57"/>
                  </a:cubicBezTo>
                  <a:cubicBezTo>
                    <a:pt x="18" y="29"/>
                    <a:pt x="41" y="0"/>
                    <a:pt x="65"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7" name="Google Shape;777;p33"/>
            <p:cNvSpPr/>
            <p:nvPr/>
          </p:nvSpPr>
          <p:spPr>
            <a:xfrm>
              <a:off x="11069638" y="3275013"/>
              <a:ext cx="539750" cy="719138"/>
            </a:xfrm>
            <a:custGeom>
              <a:rect b="b" l="l" r="r" t="t"/>
              <a:pathLst>
                <a:path extrusionOk="0" h="148" w="111">
                  <a:moveTo>
                    <a:pt x="50" y="0"/>
                  </a:moveTo>
                  <a:cubicBezTo>
                    <a:pt x="29" y="0"/>
                    <a:pt x="10" y="25"/>
                    <a:pt x="1" y="50"/>
                  </a:cubicBezTo>
                  <a:cubicBezTo>
                    <a:pt x="0" y="53"/>
                    <a:pt x="0" y="56"/>
                    <a:pt x="0" y="60"/>
                  </a:cubicBezTo>
                  <a:cubicBezTo>
                    <a:pt x="0" y="92"/>
                    <a:pt x="29" y="148"/>
                    <a:pt x="29" y="148"/>
                  </a:cubicBezTo>
                  <a:cubicBezTo>
                    <a:pt x="111" y="89"/>
                    <a:pt x="111" y="89"/>
                    <a:pt x="111" y="89"/>
                  </a:cubicBezTo>
                  <a:cubicBezTo>
                    <a:pt x="111" y="89"/>
                    <a:pt x="110" y="87"/>
                    <a:pt x="108" y="84"/>
                  </a:cubicBezTo>
                  <a:cubicBezTo>
                    <a:pt x="104" y="73"/>
                    <a:pt x="93" y="46"/>
                    <a:pt x="80" y="26"/>
                  </a:cubicBezTo>
                  <a:cubicBezTo>
                    <a:pt x="73" y="13"/>
                    <a:pt x="64" y="3"/>
                    <a:pt x="58" y="1"/>
                  </a:cubicBezTo>
                  <a:cubicBezTo>
                    <a:pt x="55" y="0"/>
                    <a:pt x="52" y="0"/>
                    <a:pt x="50"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8" name="Google Shape;778;p33"/>
            <p:cNvSpPr/>
            <p:nvPr/>
          </p:nvSpPr>
          <p:spPr>
            <a:xfrm>
              <a:off x="11847513" y="3406776"/>
              <a:ext cx="228600" cy="330200"/>
            </a:xfrm>
            <a:custGeom>
              <a:rect b="b" l="l" r="r" t="t"/>
              <a:pathLst>
                <a:path extrusionOk="0" h="68" w="47">
                  <a:moveTo>
                    <a:pt x="11" y="49"/>
                  </a:moveTo>
                  <a:cubicBezTo>
                    <a:pt x="0" y="0"/>
                    <a:pt x="0" y="0"/>
                    <a:pt x="0" y="0"/>
                  </a:cubicBezTo>
                  <a:cubicBezTo>
                    <a:pt x="46" y="24"/>
                    <a:pt x="46" y="24"/>
                    <a:pt x="46" y="24"/>
                  </a:cubicBezTo>
                  <a:cubicBezTo>
                    <a:pt x="46" y="24"/>
                    <a:pt x="47" y="58"/>
                    <a:pt x="28" y="68"/>
                  </a:cubicBezTo>
                  <a:lnTo>
                    <a:pt x="11" y="49"/>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79" name="Google Shape;779;p33"/>
            <p:cNvSpPr/>
            <p:nvPr/>
          </p:nvSpPr>
          <p:spPr>
            <a:xfrm>
              <a:off x="11847513" y="3216276"/>
              <a:ext cx="238125" cy="306388"/>
            </a:xfrm>
            <a:custGeom>
              <a:rect b="b" l="l" r="r" t="t"/>
              <a:pathLst>
                <a:path extrusionOk="0" h="193" w="150">
                  <a:moveTo>
                    <a:pt x="59" y="0"/>
                  </a:moveTo>
                  <a:lnTo>
                    <a:pt x="150" y="65"/>
                  </a:lnTo>
                  <a:lnTo>
                    <a:pt x="141" y="193"/>
                  </a:lnTo>
                  <a:lnTo>
                    <a:pt x="0" y="120"/>
                  </a:lnTo>
                  <a:lnTo>
                    <a:pt x="59"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0" name="Google Shape;780;p33"/>
            <p:cNvSpPr/>
            <p:nvPr/>
          </p:nvSpPr>
          <p:spPr>
            <a:xfrm>
              <a:off x="7599363" y="2011363"/>
              <a:ext cx="2105025" cy="1423988"/>
            </a:xfrm>
            <a:custGeom>
              <a:rect b="b" l="l" r="r" t="t"/>
              <a:pathLst>
                <a:path extrusionOk="0" h="293" w="433">
                  <a:moveTo>
                    <a:pt x="62" y="0"/>
                  </a:moveTo>
                  <a:cubicBezTo>
                    <a:pt x="386" y="0"/>
                    <a:pt x="386" y="0"/>
                    <a:pt x="386" y="0"/>
                  </a:cubicBezTo>
                  <a:cubicBezTo>
                    <a:pt x="412" y="0"/>
                    <a:pt x="433" y="22"/>
                    <a:pt x="431" y="48"/>
                  </a:cubicBezTo>
                  <a:cubicBezTo>
                    <a:pt x="422" y="195"/>
                    <a:pt x="422" y="195"/>
                    <a:pt x="422" y="195"/>
                  </a:cubicBezTo>
                  <a:cubicBezTo>
                    <a:pt x="420" y="221"/>
                    <a:pt x="398" y="243"/>
                    <a:pt x="371" y="243"/>
                  </a:cubicBezTo>
                  <a:cubicBezTo>
                    <a:pt x="334" y="243"/>
                    <a:pt x="334" y="243"/>
                    <a:pt x="334" y="243"/>
                  </a:cubicBezTo>
                  <a:cubicBezTo>
                    <a:pt x="349" y="293"/>
                    <a:pt x="349" y="293"/>
                    <a:pt x="349" y="293"/>
                  </a:cubicBezTo>
                  <a:cubicBezTo>
                    <a:pt x="276" y="243"/>
                    <a:pt x="276" y="243"/>
                    <a:pt x="276" y="243"/>
                  </a:cubicBezTo>
                  <a:cubicBezTo>
                    <a:pt x="47" y="243"/>
                    <a:pt x="47" y="243"/>
                    <a:pt x="47" y="243"/>
                  </a:cubicBezTo>
                  <a:cubicBezTo>
                    <a:pt x="21" y="243"/>
                    <a:pt x="0" y="221"/>
                    <a:pt x="2" y="195"/>
                  </a:cubicBezTo>
                  <a:cubicBezTo>
                    <a:pt x="11" y="48"/>
                    <a:pt x="11" y="48"/>
                    <a:pt x="11" y="48"/>
                  </a:cubicBezTo>
                  <a:cubicBezTo>
                    <a:pt x="13" y="22"/>
                    <a:pt x="36" y="0"/>
                    <a:pt x="62" y="0"/>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1" name="Google Shape;781;p33"/>
            <p:cNvSpPr/>
            <p:nvPr/>
          </p:nvSpPr>
          <p:spPr>
            <a:xfrm>
              <a:off x="7959725" y="2298701"/>
              <a:ext cx="1419225" cy="87313"/>
            </a:xfrm>
            <a:custGeom>
              <a:rect b="b" l="l" r="r" t="t"/>
              <a:pathLst>
                <a:path extrusionOk="0" h="18" w="292">
                  <a:moveTo>
                    <a:pt x="282" y="18"/>
                  </a:moveTo>
                  <a:cubicBezTo>
                    <a:pt x="8" y="18"/>
                    <a:pt x="8" y="18"/>
                    <a:pt x="8" y="18"/>
                  </a:cubicBezTo>
                  <a:cubicBezTo>
                    <a:pt x="3" y="18"/>
                    <a:pt x="0" y="14"/>
                    <a:pt x="0" y="9"/>
                  </a:cubicBezTo>
                  <a:cubicBezTo>
                    <a:pt x="0" y="4"/>
                    <a:pt x="4" y="0"/>
                    <a:pt x="9" y="0"/>
                  </a:cubicBezTo>
                  <a:cubicBezTo>
                    <a:pt x="283" y="0"/>
                    <a:pt x="283" y="0"/>
                    <a:pt x="283" y="0"/>
                  </a:cubicBezTo>
                  <a:cubicBezTo>
                    <a:pt x="288" y="0"/>
                    <a:pt x="292" y="4"/>
                    <a:pt x="292" y="9"/>
                  </a:cubicBezTo>
                  <a:cubicBezTo>
                    <a:pt x="292" y="14"/>
                    <a:pt x="287" y="18"/>
                    <a:pt x="282"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2" name="Google Shape;782;p33"/>
            <p:cNvSpPr/>
            <p:nvPr/>
          </p:nvSpPr>
          <p:spPr>
            <a:xfrm>
              <a:off x="7940675" y="2560638"/>
              <a:ext cx="650875" cy="87313"/>
            </a:xfrm>
            <a:custGeom>
              <a:rect b="b" l="l" r="r" t="t"/>
              <a:pathLst>
                <a:path extrusionOk="0" h="18" w="134">
                  <a:moveTo>
                    <a:pt x="124" y="18"/>
                  </a:moveTo>
                  <a:cubicBezTo>
                    <a:pt x="9" y="18"/>
                    <a:pt x="9" y="18"/>
                    <a:pt x="9" y="18"/>
                  </a:cubicBezTo>
                  <a:cubicBezTo>
                    <a:pt x="4" y="18"/>
                    <a:pt x="0" y="14"/>
                    <a:pt x="1" y="9"/>
                  </a:cubicBezTo>
                  <a:cubicBezTo>
                    <a:pt x="1" y="4"/>
                    <a:pt x="5" y="0"/>
                    <a:pt x="10" y="0"/>
                  </a:cubicBezTo>
                  <a:cubicBezTo>
                    <a:pt x="125" y="0"/>
                    <a:pt x="125" y="0"/>
                    <a:pt x="125" y="0"/>
                  </a:cubicBezTo>
                  <a:cubicBezTo>
                    <a:pt x="130" y="0"/>
                    <a:pt x="134" y="4"/>
                    <a:pt x="134" y="9"/>
                  </a:cubicBezTo>
                  <a:cubicBezTo>
                    <a:pt x="133" y="14"/>
                    <a:pt x="129" y="18"/>
                    <a:pt x="124"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3" name="Google Shape;783;p33"/>
            <p:cNvSpPr/>
            <p:nvPr/>
          </p:nvSpPr>
          <p:spPr>
            <a:xfrm>
              <a:off x="7924800" y="2817813"/>
              <a:ext cx="1143000" cy="88900"/>
            </a:xfrm>
            <a:custGeom>
              <a:rect b="b" l="l" r="r" t="t"/>
              <a:pathLst>
                <a:path extrusionOk="0" h="18" w="235">
                  <a:moveTo>
                    <a:pt x="226" y="18"/>
                  </a:moveTo>
                  <a:cubicBezTo>
                    <a:pt x="9" y="18"/>
                    <a:pt x="9" y="18"/>
                    <a:pt x="9" y="18"/>
                  </a:cubicBezTo>
                  <a:cubicBezTo>
                    <a:pt x="4" y="18"/>
                    <a:pt x="0" y="14"/>
                    <a:pt x="0" y="9"/>
                  </a:cubicBezTo>
                  <a:cubicBezTo>
                    <a:pt x="1" y="4"/>
                    <a:pt x="5" y="0"/>
                    <a:pt x="10" y="0"/>
                  </a:cubicBezTo>
                  <a:cubicBezTo>
                    <a:pt x="227" y="0"/>
                    <a:pt x="227" y="0"/>
                    <a:pt x="227" y="0"/>
                  </a:cubicBezTo>
                  <a:cubicBezTo>
                    <a:pt x="232" y="0"/>
                    <a:pt x="235" y="4"/>
                    <a:pt x="235" y="9"/>
                  </a:cubicBezTo>
                  <a:cubicBezTo>
                    <a:pt x="235" y="14"/>
                    <a:pt x="231" y="18"/>
                    <a:pt x="226"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84" name="Google Shape;784;p33"/>
            <p:cNvSpPr/>
            <p:nvPr/>
          </p:nvSpPr>
          <p:spPr>
            <a:xfrm>
              <a:off x="8688388" y="2560638"/>
              <a:ext cx="311150" cy="87313"/>
            </a:xfrm>
            <a:custGeom>
              <a:rect b="b" l="l" r="r" t="t"/>
              <a:pathLst>
                <a:path extrusionOk="0" h="18" w="64">
                  <a:moveTo>
                    <a:pt x="54" y="18"/>
                  </a:moveTo>
                  <a:cubicBezTo>
                    <a:pt x="9" y="18"/>
                    <a:pt x="9" y="18"/>
                    <a:pt x="9" y="18"/>
                  </a:cubicBezTo>
                  <a:cubicBezTo>
                    <a:pt x="4" y="18"/>
                    <a:pt x="0" y="14"/>
                    <a:pt x="1" y="9"/>
                  </a:cubicBezTo>
                  <a:cubicBezTo>
                    <a:pt x="1" y="4"/>
                    <a:pt x="5" y="0"/>
                    <a:pt x="10" y="0"/>
                  </a:cubicBezTo>
                  <a:cubicBezTo>
                    <a:pt x="56" y="0"/>
                    <a:pt x="56" y="0"/>
                    <a:pt x="56" y="0"/>
                  </a:cubicBezTo>
                  <a:cubicBezTo>
                    <a:pt x="61" y="0"/>
                    <a:pt x="64" y="4"/>
                    <a:pt x="64" y="9"/>
                  </a:cubicBezTo>
                  <a:cubicBezTo>
                    <a:pt x="64" y="14"/>
                    <a:pt x="59" y="18"/>
                    <a:pt x="54"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Tree>
  </p:cSld>
  <p:clrMapOvr>
    <a:masterClrMapping/>
  </p:clrMapOvr>
  <mc:AlternateContent>
    <mc:Choice Requires="p14">
      <p:transition>
        <p14:reveal dir="l"/>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STARTUP">
      <a:dk1>
        <a:srgbClr val="000000"/>
      </a:dk1>
      <a:lt1>
        <a:srgbClr val="FFFFFF"/>
      </a:lt1>
      <a:dk2>
        <a:srgbClr val="2C2C2C"/>
      </a:dk2>
      <a:lt2>
        <a:srgbClr val="E7E7E9"/>
      </a:lt2>
      <a:accent1>
        <a:srgbClr val="005FF9"/>
      </a:accent1>
      <a:accent2>
        <a:srgbClr val="FC2C38"/>
      </a:accent2>
      <a:accent3>
        <a:srgbClr val="FF9E00"/>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2020-12-19T16:12:24Z</dcterms:created>
  <dc:creator>Munkhuu</dc:creator>
</cp:coreProperties>
</file>