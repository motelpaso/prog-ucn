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Georgia" panose="02040502050405020303" pitchFamily="18" charset="0"/>
      <p:regular r:id="rId8"/>
      <p:bold r:id="rId9"/>
      <p:italic r:id="rId10"/>
      <p:boldItalic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9TnuLhGrxVHRt5rtb+0a9K+9O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CBF457-FBE5-4D4E-9812-553CE0CA2536}">
  <a:tblStyle styleId="{24CBF457-FBE5-4D4E-9812-553CE0CA2536}" styleName="Table_0">
    <a:wholeTbl>
      <a:tcTxStyle b="off" i="off">
        <a:font>
          <a:latin typeface="Poppins"/>
          <a:ea typeface="Poppins"/>
          <a:cs typeface="Poppi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9FE"/>
          </a:solidFill>
        </a:fill>
      </a:tcStyle>
    </a:wholeTbl>
    <a:band1H>
      <a:tcTxStyle b="off" i="off"/>
      <a:tcStyle>
        <a:tcBdr/>
        <a:fill>
          <a:solidFill>
            <a:srgbClr val="CAD1F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F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Poppins"/>
          <a:ea typeface="Poppins"/>
          <a:cs typeface="Poppi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Poppins"/>
          <a:ea typeface="Poppins"/>
          <a:cs typeface="Poppi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Poppins"/>
          <a:ea typeface="Poppins"/>
          <a:cs typeface="Poppi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2" y="3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>
            <a:spLocks noGrp="1"/>
          </p:cNvSpPr>
          <p:nvPr>
            <p:ph type="pic" idx="2"/>
          </p:nvPr>
        </p:nvSpPr>
        <p:spPr>
          <a:xfrm>
            <a:off x="6719886" y="0"/>
            <a:ext cx="3828041" cy="6858000"/>
          </a:xfrm>
          <a:prstGeom prst="roundRect">
            <a:avLst>
              <a:gd name="adj" fmla="val 86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6" name="Google Shape;16;p8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Custom Layout">
  <p:cSld name="21_Custom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>
            <a:spLocks noGrp="1"/>
          </p:cNvSpPr>
          <p:nvPr>
            <p:ph type="pic" idx="2"/>
          </p:nvPr>
        </p:nvSpPr>
        <p:spPr>
          <a:xfrm>
            <a:off x="11049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5" name="Google Shape;25;p12"/>
          <p:cNvSpPr>
            <a:spLocks noGrp="1"/>
          </p:cNvSpPr>
          <p:nvPr>
            <p:ph type="pic" idx="3"/>
          </p:nvPr>
        </p:nvSpPr>
        <p:spPr>
          <a:xfrm>
            <a:off x="42386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12"/>
          <p:cNvSpPr>
            <a:spLocks noGrp="1"/>
          </p:cNvSpPr>
          <p:nvPr>
            <p:ph type="pic" idx="4"/>
          </p:nvPr>
        </p:nvSpPr>
        <p:spPr>
          <a:xfrm>
            <a:off x="737235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12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>
            <a:spLocks noGrp="1"/>
          </p:cNvSpPr>
          <p:nvPr>
            <p:ph type="pic" idx="2"/>
          </p:nvPr>
        </p:nvSpPr>
        <p:spPr>
          <a:xfrm>
            <a:off x="212407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0" name="Google Shape;30;p13"/>
          <p:cNvSpPr>
            <a:spLocks noGrp="1"/>
          </p:cNvSpPr>
          <p:nvPr>
            <p:ph type="pic" idx="3"/>
          </p:nvPr>
        </p:nvSpPr>
        <p:spPr>
          <a:xfrm>
            <a:off x="52578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1" name="Google Shape;31;p13"/>
          <p:cNvSpPr>
            <a:spLocks noGrp="1"/>
          </p:cNvSpPr>
          <p:nvPr>
            <p:ph type="pic" idx="4"/>
          </p:nvPr>
        </p:nvSpPr>
        <p:spPr>
          <a:xfrm>
            <a:off x="83915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2" name="Google Shape;32;p13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>
            <a:spLocks noGrp="1"/>
          </p:cNvSpPr>
          <p:nvPr>
            <p:ph type="pic" idx="2"/>
          </p:nvPr>
        </p:nvSpPr>
        <p:spPr>
          <a:xfrm>
            <a:off x="1514475" y="1733809"/>
            <a:ext cx="9172575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019"/>
              </a:srgbClr>
            </a:outerShdw>
          </a:effectLst>
        </p:spPr>
      </p:sp>
      <p:sp>
        <p:nvSpPr>
          <p:cNvPr id="35" name="Google Shape;35;p14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>
            <a:spLocks noGrp="1"/>
          </p:cNvSpPr>
          <p:nvPr>
            <p:ph type="pic" idx="2"/>
          </p:nvPr>
        </p:nvSpPr>
        <p:spPr>
          <a:xfrm>
            <a:off x="2130295" y="2789853"/>
            <a:ext cx="1928521" cy="2567862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019"/>
              </a:srgbClr>
            </a:outerShdw>
          </a:effectLst>
        </p:spPr>
      </p:sp>
      <p:sp>
        <p:nvSpPr>
          <p:cNvPr id="38" name="Google Shape;38;p15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15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>
            <a:spLocks noGrp="1"/>
          </p:cNvSpPr>
          <p:nvPr>
            <p:ph type="pic" idx="2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019"/>
              </a:srgbClr>
            </a:outerShdw>
          </a:effectLst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>
            <a:spLocks noGrp="1"/>
          </p:cNvSpPr>
          <p:nvPr>
            <p:ph type="pic" idx="2"/>
          </p:nvPr>
        </p:nvSpPr>
        <p:spPr>
          <a:xfrm>
            <a:off x="110490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6" name="Google Shape;46;p17"/>
          <p:cNvSpPr>
            <a:spLocks noGrp="1"/>
          </p:cNvSpPr>
          <p:nvPr>
            <p:ph type="pic" idx="3"/>
          </p:nvPr>
        </p:nvSpPr>
        <p:spPr>
          <a:xfrm>
            <a:off x="317087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7" name="Google Shape;47;p17"/>
          <p:cNvSpPr>
            <a:spLocks noGrp="1"/>
          </p:cNvSpPr>
          <p:nvPr>
            <p:ph type="pic" idx="4"/>
          </p:nvPr>
        </p:nvSpPr>
        <p:spPr>
          <a:xfrm>
            <a:off x="523685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8" name="Google Shape;48;p17"/>
          <p:cNvSpPr>
            <a:spLocks noGrp="1"/>
          </p:cNvSpPr>
          <p:nvPr>
            <p:ph type="pic" idx="5"/>
          </p:nvPr>
        </p:nvSpPr>
        <p:spPr>
          <a:xfrm>
            <a:off x="730282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9" name="Google Shape;49;p17"/>
          <p:cNvSpPr>
            <a:spLocks noGrp="1"/>
          </p:cNvSpPr>
          <p:nvPr>
            <p:ph type="pic" idx="6"/>
          </p:nvPr>
        </p:nvSpPr>
        <p:spPr>
          <a:xfrm>
            <a:off x="9362601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>
            <a:spLocks noGrp="1"/>
          </p:cNvSpPr>
          <p:nvPr>
            <p:ph type="pic" idx="2"/>
          </p:nvPr>
        </p:nvSpPr>
        <p:spPr>
          <a:xfrm>
            <a:off x="17673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4" name="Google Shape;54;p18"/>
          <p:cNvSpPr>
            <a:spLocks noGrp="1"/>
          </p:cNvSpPr>
          <p:nvPr>
            <p:ph type="pic" idx="3"/>
          </p:nvPr>
        </p:nvSpPr>
        <p:spPr>
          <a:xfrm>
            <a:off x="40216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5" name="Google Shape;55;p18"/>
          <p:cNvSpPr>
            <a:spLocks noGrp="1"/>
          </p:cNvSpPr>
          <p:nvPr>
            <p:ph type="pic" idx="4"/>
          </p:nvPr>
        </p:nvSpPr>
        <p:spPr>
          <a:xfrm>
            <a:off x="62758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18"/>
          <p:cNvSpPr>
            <a:spLocks noGrp="1"/>
          </p:cNvSpPr>
          <p:nvPr>
            <p:ph type="pic" idx="5"/>
          </p:nvPr>
        </p:nvSpPr>
        <p:spPr>
          <a:xfrm>
            <a:off x="85301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7" name="Google Shape;57;p18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>
            <a:spLocks noGrp="1"/>
          </p:cNvSpPr>
          <p:nvPr>
            <p:ph type="pic" idx="2"/>
          </p:nvPr>
        </p:nvSpPr>
        <p:spPr>
          <a:xfrm>
            <a:off x="7410450" y="1362075"/>
            <a:ext cx="3019425" cy="413385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0" name="Google Shape;60;p19"/>
          <p:cNvSpPr>
            <a:spLocks noGrp="1"/>
          </p:cNvSpPr>
          <p:nvPr>
            <p:ph type="pic" idx="3"/>
          </p:nvPr>
        </p:nvSpPr>
        <p:spPr>
          <a:xfrm>
            <a:off x="5943600" y="1957388"/>
            <a:ext cx="1785938" cy="3833812"/>
          </a:xfrm>
          <a:prstGeom prst="roundRect">
            <a:avLst>
              <a:gd name="adj" fmla="val 8747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>
            <a:spLocks noGrp="1"/>
          </p:cNvSpPr>
          <p:nvPr>
            <p:ph type="pic" idx="2"/>
          </p:nvPr>
        </p:nvSpPr>
        <p:spPr>
          <a:xfrm>
            <a:off x="1104900" y="1016342"/>
            <a:ext cx="10063843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>
            <a:spLocks noGrp="1"/>
          </p:cNvSpPr>
          <p:nvPr>
            <p:ph type="pic" idx="2"/>
          </p:nvPr>
        </p:nvSpPr>
        <p:spPr>
          <a:xfrm>
            <a:off x="6886575" y="0"/>
            <a:ext cx="5885996" cy="6858000"/>
          </a:xfrm>
          <a:prstGeom prst="roundRect">
            <a:avLst>
              <a:gd name="adj" fmla="val 194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t" rotWithShape="0">
              <a:srgbClr val="000000">
                <a:alpha val="29019"/>
              </a:srgbClr>
            </a:outerShdw>
          </a:effectLst>
        </p:spPr>
      </p:sp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70" name="Google Shape;70;p23"/>
          <p:cNvSpPr>
            <a:spLocks noGrp="1"/>
          </p:cNvSpPr>
          <p:nvPr>
            <p:ph type="pic" idx="3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23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24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24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24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24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8" name="Google Shape;78;p24"/>
          <p:cNvSpPr>
            <a:spLocks noGrp="1"/>
          </p:cNvSpPr>
          <p:nvPr>
            <p:ph type="pic" idx="6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9" name="Google Shape;79;p24"/>
          <p:cNvSpPr>
            <a:spLocks noGrp="1"/>
          </p:cNvSpPr>
          <p:nvPr>
            <p:ph type="pic" idx="7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0" name="Google Shape;80;p24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1" name="Google Shape;81;p2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>
            <a:spLocks noGrp="1"/>
          </p:cNvSpPr>
          <p:nvPr>
            <p:ph type="pic" idx="9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25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25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25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25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9" name="Google Shape;89;p25"/>
          <p:cNvSpPr>
            <a:spLocks noGrp="1"/>
          </p:cNvSpPr>
          <p:nvPr>
            <p:ph type="pic" idx="6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0" name="Google Shape;90;p25"/>
          <p:cNvSpPr>
            <a:spLocks noGrp="1"/>
          </p:cNvSpPr>
          <p:nvPr>
            <p:ph type="pic" idx="7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1" name="Google Shape;91;p25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>
            <a:spLocks noGrp="1"/>
          </p:cNvSpPr>
          <p:nvPr>
            <p:ph type="pic" idx="2"/>
          </p:nvPr>
        </p:nvSpPr>
        <p:spPr>
          <a:xfrm>
            <a:off x="11049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26"/>
          <p:cNvSpPr>
            <a:spLocks noGrp="1"/>
          </p:cNvSpPr>
          <p:nvPr>
            <p:ph type="pic" idx="3"/>
          </p:nvPr>
        </p:nvSpPr>
        <p:spPr>
          <a:xfrm>
            <a:off x="11049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26"/>
          <p:cNvSpPr>
            <a:spLocks noGrp="1"/>
          </p:cNvSpPr>
          <p:nvPr>
            <p:ph type="pic" idx="4"/>
          </p:nvPr>
        </p:nvSpPr>
        <p:spPr>
          <a:xfrm>
            <a:off x="309562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26"/>
          <p:cNvSpPr>
            <a:spLocks noGrp="1"/>
          </p:cNvSpPr>
          <p:nvPr>
            <p:ph type="pic" idx="5"/>
          </p:nvPr>
        </p:nvSpPr>
        <p:spPr>
          <a:xfrm>
            <a:off x="309562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6"/>
          </p:nvPr>
        </p:nvSpPr>
        <p:spPr>
          <a:xfrm>
            <a:off x="508635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26"/>
          <p:cNvSpPr>
            <a:spLocks noGrp="1"/>
          </p:cNvSpPr>
          <p:nvPr>
            <p:ph type="pic" idx="7"/>
          </p:nvPr>
        </p:nvSpPr>
        <p:spPr>
          <a:xfrm>
            <a:off x="508635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1" name="Google Shape;101;p26"/>
          <p:cNvSpPr>
            <a:spLocks noGrp="1"/>
          </p:cNvSpPr>
          <p:nvPr>
            <p:ph type="pic" idx="8"/>
          </p:nvPr>
        </p:nvSpPr>
        <p:spPr>
          <a:xfrm>
            <a:off x="707707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2" name="Google Shape;102;p26"/>
          <p:cNvSpPr>
            <a:spLocks noGrp="1"/>
          </p:cNvSpPr>
          <p:nvPr>
            <p:ph type="pic" idx="9"/>
          </p:nvPr>
        </p:nvSpPr>
        <p:spPr>
          <a:xfrm>
            <a:off x="707707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3" name="Google Shape;103;p26"/>
          <p:cNvSpPr>
            <a:spLocks noGrp="1"/>
          </p:cNvSpPr>
          <p:nvPr>
            <p:ph type="pic" idx="13"/>
          </p:nvPr>
        </p:nvSpPr>
        <p:spPr>
          <a:xfrm>
            <a:off x="90678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26"/>
          <p:cNvSpPr>
            <a:spLocks noGrp="1"/>
          </p:cNvSpPr>
          <p:nvPr>
            <p:ph type="pic" idx="14"/>
          </p:nvPr>
        </p:nvSpPr>
        <p:spPr>
          <a:xfrm>
            <a:off x="90678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>
            <a:spLocks noGrp="1"/>
          </p:cNvSpPr>
          <p:nvPr>
            <p:ph type="pic" idx="2"/>
          </p:nvPr>
        </p:nvSpPr>
        <p:spPr>
          <a:xfrm>
            <a:off x="110490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27"/>
          <p:cNvSpPr>
            <a:spLocks noGrp="1"/>
          </p:cNvSpPr>
          <p:nvPr>
            <p:ph type="pic" idx="3"/>
          </p:nvPr>
        </p:nvSpPr>
        <p:spPr>
          <a:xfrm>
            <a:off x="110490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27"/>
          <p:cNvSpPr>
            <a:spLocks noGrp="1"/>
          </p:cNvSpPr>
          <p:nvPr>
            <p:ph type="pic" idx="4"/>
          </p:nvPr>
        </p:nvSpPr>
        <p:spPr>
          <a:xfrm>
            <a:off x="337185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0" name="Google Shape;110;p27"/>
          <p:cNvSpPr>
            <a:spLocks noGrp="1"/>
          </p:cNvSpPr>
          <p:nvPr>
            <p:ph type="pic" idx="5"/>
          </p:nvPr>
        </p:nvSpPr>
        <p:spPr>
          <a:xfrm>
            <a:off x="337185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1" name="Google Shape;111;p27"/>
          <p:cNvSpPr>
            <a:spLocks noGrp="1"/>
          </p:cNvSpPr>
          <p:nvPr>
            <p:ph type="pic" idx="6"/>
          </p:nvPr>
        </p:nvSpPr>
        <p:spPr>
          <a:xfrm>
            <a:off x="5638800" y="1787524"/>
            <a:ext cx="3124200" cy="4543426"/>
          </a:xfrm>
          <a:prstGeom prst="roundRect">
            <a:avLst>
              <a:gd name="adj" fmla="val 5463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27"/>
          <p:cNvSpPr>
            <a:spLocks noGrp="1"/>
          </p:cNvSpPr>
          <p:nvPr>
            <p:ph type="pic" idx="7"/>
          </p:nvPr>
        </p:nvSpPr>
        <p:spPr>
          <a:xfrm>
            <a:off x="9010651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27"/>
          <p:cNvSpPr>
            <a:spLocks noGrp="1"/>
          </p:cNvSpPr>
          <p:nvPr>
            <p:ph type="pic" idx="8"/>
          </p:nvPr>
        </p:nvSpPr>
        <p:spPr>
          <a:xfrm>
            <a:off x="9010651" y="4152898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>
            <a:spLocks noGrp="1"/>
          </p:cNvSpPr>
          <p:nvPr>
            <p:ph type="pic" idx="2"/>
          </p:nvPr>
        </p:nvSpPr>
        <p:spPr>
          <a:xfrm>
            <a:off x="7810498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6" name="Google Shape;116;p28"/>
          <p:cNvSpPr>
            <a:spLocks noGrp="1"/>
          </p:cNvSpPr>
          <p:nvPr>
            <p:ph type="pic" idx="3"/>
          </p:nvPr>
        </p:nvSpPr>
        <p:spPr>
          <a:xfrm>
            <a:off x="1943100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7" name="Google Shape;117;p28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>
            <a:spLocks noGrp="1"/>
          </p:cNvSpPr>
          <p:nvPr>
            <p:ph type="pic" idx="4"/>
          </p:nvPr>
        </p:nvSpPr>
        <p:spPr>
          <a:xfrm>
            <a:off x="4876798" y="2034118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019"/>
              </a:srgbClr>
            </a:outerShdw>
          </a:effectLst>
        </p:spPr>
      </p:sp>
      <p:sp>
        <p:nvSpPr>
          <p:cNvPr id="119" name="Google Shape;119;p28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8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Custom Layout">
  <p:cSld name="19_Custom Layou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>
            <a:spLocks noGrp="1"/>
          </p:cNvSpPr>
          <p:nvPr>
            <p:ph type="pic" idx="2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29"/>
          <p:cNvSpPr>
            <a:spLocks noGrp="1"/>
          </p:cNvSpPr>
          <p:nvPr>
            <p:ph type="pic" idx="3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5" name="Google Shape;125;p29"/>
          <p:cNvSpPr>
            <a:spLocks noGrp="1"/>
          </p:cNvSpPr>
          <p:nvPr>
            <p:ph type="pic" idx="4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6" name="Google Shape;126;p29"/>
          <p:cNvSpPr>
            <a:spLocks noGrp="1"/>
          </p:cNvSpPr>
          <p:nvPr>
            <p:ph type="pic" idx="5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7" name="Google Shape;127;p29"/>
          <p:cNvSpPr>
            <a:spLocks noGrp="1"/>
          </p:cNvSpPr>
          <p:nvPr>
            <p:ph type="pic" idx="6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8" name="Google Shape;128;p29"/>
          <p:cNvSpPr>
            <a:spLocks noGrp="1"/>
          </p:cNvSpPr>
          <p:nvPr>
            <p:ph type="pic" idx="7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>
            <a:spLocks noGrp="1"/>
          </p:cNvSpPr>
          <p:nvPr>
            <p:ph type="pic" idx="2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6" name="Google Shape;136;p1"/>
            <p:cNvSpPr/>
            <p:nvPr/>
          </p:nvSpPr>
          <p:spPr>
            <a:xfrm>
              <a:off x="5618163" y="3698876"/>
              <a:ext cx="4832350" cy="115888"/>
            </a:xfrm>
            <a:custGeom>
              <a:avLst/>
              <a:gdLst/>
              <a:ahLst/>
              <a:cxnLst/>
              <a:rect l="l" t="t" r="r" b="b"/>
              <a:pathLst>
                <a:path w="1136" h="27" extrusionOk="0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9229725" y="3698876"/>
              <a:ext cx="1220788" cy="115888"/>
            </a:xfrm>
            <a:custGeom>
              <a:avLst/>
              <a:gdLst/>
              <a:ahLst/>
              <a:cxnLst/>
              <a:rect l="l" t="t" r="r" b="b"/>
              <a:pathLst>
                <a:path w="287" h="27" extrusionOk="0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573838" y="4660901"/>
              <a:ext cx="136525" cy="1658938"/>
            </a:xfrm>
            <a:custGeom>
              <a:avLst/>
              <a:gdLst/>
              <a:ahLst/>
              <a:cxnLst/>
              <a:rect l="l" t="t" r="r" b="b"/>
              <a:pathLst>
                <a:path w="86" h="1045" extrusionOk="0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310563" y="3209926"/>
              <a:ext cx="349250" cy="488950"/>
            </a:xfrm>
            <a:custGeom>
              <a:avLst/>
              <a:gdLst/>
              <a:ahLst/>
              <a:cxnLst/>
              <a:rect l="l" t="t" r="r" b="b"/>
              <a:pathLst>
                <a:path w="220" h="308" extrusionOk="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7842250" y="2779713"/>
              <a:ext cx="1263650" cy="822325"/>
            </a:xfrm>
            <a:custGeom>
              <a:avLst/>
              <a:gdLst/>
              <a:ahLst/>
              <a:cxnLst/>
              <a:rect l="l" t="t" r="r" b="b"/>
              <a:pathLst>
                <a:path w="297" h="193" extrusionOk="0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7862888" y="2814638"/>
              <a:ext cx="1192213" cy="752475"/>
            </a:xfrm>
            <a:custGeom>
              <a:avLst/>
              <a:gdLst/>
              <a:ahLst/>
              <a:cxnLst/>
              <a:rect l="l" t="t" r="r" b="b"/>
              <a:pathLst>
                <a:path w="280" h="177" extrusionOk="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8366125" y="2779713"/>
              <a:ext cx="279400" cy="242888"/>
            </a:xfrm>
            <a:custGeom>
              <a:avLst/>
              <a:gdLst/>
              <a:ahLst/>
              <a:cxnLst/>
              <a:rect l="l" t="t" r="r" b="b"/>
              <a:pathLst>
                <a:path w="176" h="153" extrusionOk="0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677025" y="2168526"/>
              <a:ext cx="33338" cy="46038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92900" y="2214563"/>
              <a:ext cx="55563" cy="111125"/>
            </a:xfrm>
            <a:custGeom>
              <a:avLst/>
              <a:gdLst/>
              <a:ahLst/>
              <a:cxnLst/>
              <a:rect l="l" t="t" r="r" b="b"/>
              <a:pathLst>
                <a:path w="13" h="26" extrusionOk="0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26225" y="2087563"/>
              <a:ext cx="63500" cy="53975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281738" y="2397126"/>
              <a:ext cx="357188" cy="447675"/>
            </a:xfrm>
            <a:custGeom>
              <a:avLst/>
              <a:gdLst/>
              <a:ahLst/>
              <a:cxnLst/>
              <a:rect l="l" t="t" r="r" b="b"/>
              <a:pathLst>
                <a:path w="84" h="105" extrusionOk="0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175375" y="2619376"/>
              <a:ext cx="531813" cy="160338"/>
            </a:xfrm>
            <a:custGeom>
              <a:avLst/>
              <a:gdLst/>
              <a:ahLst/>
              <a:cxnLst/>
              <a:rect l="l" t="t" r="r" b="b"/>
              <a:pathLst>
                <a:path w="125" h="38" extrusionOk="0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949950" y="2860676"/>
              <a:ext cx="611188" cy="876300"/>
            </a:xfrm>
            <a:custGeom>
              <a:avLst/>
              <a:gdLst/>
              <a:ahLst/>
              <a:cxnLst/>
              <a:rect l="l" t="t" r="r" b="b"/>
              <a:pathLst>
                <a:path w="144" h="206" extrusionOk="0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922963" y="2686051"/>
              <a:ext cx="460375" cy="574675"/>
            </a:xfrm>
            <a:custGeom>
              <a:avLst/>
              <a:gdLst/>
              <a:ahLst/>
              <a:cxnLst/>
              <a:rect l="l" t="t" r="r" b="b"/>
              <a:pathLst>
                <a:path w="108" h="135" extrusionOk="0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477000" y="3559176"/>
              <a:ext cx="280988" cy="203200"/>
            </a:xfrm>
            <a:custGeom>
              <a:avLst/>
              <a:gdLst/>
              <a:ahLst/>
              <a:cxnLst/>
              <a:rect l="l" t="t" r="r" b="b"/>
              <a:pathLst>
                <a:path w="66" h="48" extrusionOk="0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216650" y="1933576"/>
              <a:ext cx="511175" cy="714375"/>
            </a:xfrm>
            <a:custGeom>
              <a:avLst/>
              <a:gdLst/>
              <a:ahLst/>
              <a:cxnLst/>
              <a:rect l="l" t="t" r="r" b="b"/>
              <a:pathLst>
                <a:path w="120" h="168" extrusionOk="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046788" y="1806576"/>
              <a:ext cx="638175" cy="696913"/>
            </a:xfrm>
            <a:custGeom>
              <a:avLst/>
              <a:gdLst/>
              <a:ahLst/>
              <a:cxnLst/>
              <a:rect l="l" t="t" r="r" b="b"/>
              <a:pathLst>
                <a:path w="150" h="164" extrusionOk="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459538" y="2206626"/>
              <a:ext cx="153988" cy="182563"/>
            </a:xfrm>
            <a:custGeom>
              <a:avLst/>
              <a:gdLst/>
              <a:ahLst/>
              <a:cxnLst/>
              <a:rect l="l" t="t" r="r" b="b"/>
              <a:pathLst>
                <a:path w="36" h="43" extrusionOk="0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075613" y="5975351"/>
              <a:ext cx="506413" cy="268288"/>
            </a:xfrm>
            <a:custGeom>
              <a:avLst/>
              <a:gdLst/>
              <a:ahLst/>
              <a:cxnLst/>
              <a:rect l="l" t="t" r="r" b="b"/>
              <a:pathLst>
                <a:path w="119" h="63" extrusionOk="0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6254750" y="4005263"/>
              <a:ext cx="1974850" cy="1854200"/>
            </a:xfrm>
            <a:custGeom>
              <a:avLst/>
              <a:gdLst/>
              <a:ahLst/>
              <a:cxnLst/>
              <a:rect l="l" t="t" r="r" b="b"/>
              <a:pathLst>
                <a:path w="464" h="436" extrusionOk="0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931150" y="5686426"/>
              <a:ext cx="341313" cy="228600"/>
            </a:xfrm>
            <a:custGeom>
              <a:avLst/>
              <a:gdLst/>
              <a:ahLst/>
              <a:cxnLst/>
              <a:rect l="l" t="t" r="r" b="b"/>
              <a:pathLst>
                <a:path w="215" h="144" extrusionOk="0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8275638" y="5965826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18" h="13" extrusionOk="0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8259763" y="5940426"/>
              <a:ext cx="46038" cy="80963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267575" y="6191251"/>
              <a:ext cx="485775" cy="196850"/>
            </a:xfrm>
            <a:custGeom>
              <a:avLst/>
              <a:gdLst/>
              <a:ahLst/>
              <a:cxnLst/>
              <a:rect l="l" t="t" r="r" b="b"/>
              <a:pathLst>
                <a:path w="114" h="46" extrusionOk="0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489825" y="6183313"/>
              <a:ext cx="84138" cy="47625"/>
            </a:xfrm>
            <a:custGeom>
              <a:avLst/>
              <a:gdLst/>
              <a:ahLst/>
              <a:cxnLst/>
              <a:rect l="l" t="t" r="r" b="b"/>
              <a:pathLst>
                <a:path w="20" h="11" extrusionOk="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485063" y="6149976"/>
              <a:ext cx="50800" cy="71438"/>
            </a:xfrm>
            <a:custGeom>
              <a:avLst/>
              <a:gdLst/>
              <a:ahLst/>
              <a:cxnLst/>
              <a:rect l="l" t="t" r="r" b="b"/>
              <a:pathLst>
                <a:path w="12" h="17" extrusionOk="0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5919788" y="3992563"/>
              <a:ext cx="1841500" cy="2003425"/>
            </a:xfrm>
            <a:custGeom>
              <a:avLst/>
              <a:gdLst/>
              <a:ahLst/>
              <a:cxnLst/>
              <a:rect l="l" t="t" r="r" b="b"/>
              <a:pathLst>
                <a:path w="433" h="471" extrusionOk="0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7246938" y="5856288"/>
              <a:ext cx="322263" cy="157163"/>
            </a:xfrm>
            <a:custGeom>
              <a:avLst/>
              <a:gdLst/>
              <a:ahLst/>
              <a:cxnLst/>
              <a:rect l="l" t="t" r="r" b="b"/>
              <a:pathLst>
                <a:path w="203" h="99" extrusionOk="0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6000750" y="2690813"/>
              <a:ext cx="904875" cy="1339850"/>
            </a:xfrm>
            <a:custGeom>
              <a:avLst/>
              <a:gdLst/>
              <a:ahLst/>
              <a:cxnLst/>
              <a:rect l="l" t="t" r="r" b="b"/>
              <a:pathLst>
                <a:path w="213" h="315" extrusionOk="0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13450" y="2698751"/>
              <a:ext cx="892175" cy="1331913"/>
            </a:xfrm>
            <a:custGeom>
              <a:avLst/>
              <a:gdLst/>
              <a:ahLst/>
              <a:cxnLst/>
              <a:rect l="l" t="t" r="r" b="b"/>
              <a:pathLst>
                <a:path w="210" h="313" extrusionOk="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629400" y="2878138"/>
              <a:ext cx="804863" cy="858838"/>
            </a:xfrm>
            <a:custGeom>
              <a:avLst/>
              <a:gdLst/>
              <a:ahLst/>
              <a:cxnLst/>
              <a:rect l="l" t="t" r="r" b="b"/>
              <a:pathLst>
                <a:path w="189" h="202" extrusionOk="0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497638" y="2665413"/>
              <a:ext cx="514350" cy="630238"/>
            </a:xfrm>
            <a:custGeom>
              <a:avLst/>
              <a:gdLst/>
              <a:ahLst/>
              <a:cxnLst/>
              <a:rect l="l" t="t" r="r" b="b"/>
              <a:pathLst>
                <a:path w="121" h="148" extrusionOk="0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7348538" y="3559176"/>
              <a:ext cx="280988" cy="207963"/>
            </a:xfrm>
            <a:custGeom>
              <a:avLst/>
              <a:gdLst/>
              <a:ahLst/>
              <a:cxnLst/>
              <a:rect l="l" t="t" r="r" b="b"/>
              <a:pathLst>
                <a:path w="66" h="49" extrusionOk="0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046788" y="4503738"/>
              <a:ext cx="1177925" cy="157163"/>
            </a:xfrm>
            <a:custGeom>
              <a:avLst/>
              <a:gdLst/>
              <a:ahLst/>
              <a:cxnLst/>
              <a:rect l="l" t="t" r="r" b="b"/>
              <a:pathLst>
                <a:path w="277" h="37" extrusionOk="0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7105650" y="4737101"/>
              <a:ext cx="119063" cy="1671638"/>
            </a:xfrm>
            <a:custGeom>
              <a:avLst/>
              <a:gdLst/>
              <a:ahLst/>
              <a:cxnLst/>
              <a:rect l="l" t="t" r="r" b="b"/>
              <a:pathLst>
                <a:path w="75" h="1053" extrusionOk="0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735763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527925" y="474663"/>
              <a:ext cx="3168650" cy="2051050"/>
            </a:xfrm>
            <a:custGeom>
              <a:avLst/>
              <a:gdLst/>
              <a:ahLst/>
              <a:cxnLst/>
              <a:rect l="l" t="t" r="r" b="b"/>
              <a:pathLst>
                <a:path w="745" h="482" extrusionOk="0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8701088" y="682626"/>
              <a:ext cx="1736725" cy="1149350"/>
            </a:xfrm>
            <a:custGeom>
              <a:avLst/>
              <a:gdLst/>
              <a:ahLst/>
              <a:cxnLst/>
              <a:rect l="l" t="t" r="r" b="b"/>
              <a:pathLst>
                <a:path w="408" h="270" extrusionOk="0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847013" y="1100138"/>
              <a:ext cx="1730375" cy="1147763"/>
            </a:xfrm>
            <a:custGeom>
              <a:avLst/>
              <a:gdLst/>
              <a:ahLst/>
              <a:cxnLst/>
              <a:rect l="l" t="t" r="r" b="b"/>
              <a:pathLst>
                <a:path w="407" h="270" extrusionOk="0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050213" y="2163763"/>
              <a:ext cx="561975" cy="84138"/>
            </a:xfrm>
            <a:custGeom>
              <a:avLst/>
              <a:gdLst/>
              <a:ahLst/>
              <a:cxnLst/>
              <a:rect l="l" t="t" r="r" b="b"/>
              <a:pathLst>
                <a:path w="132" h="20" extrusionOk="0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8680450" y="1100138"/>
              <a:ext cx="939800" cy="731838"/>
            </a:xfrm>
            <a:custGeom>
              <a:avLst/>
              <a:gdLst/>
              <a:ahLst/>
              <a:cxnLst/>
              <a:rect l="l" t="t" r="r" b="b"/>
              <a:pathLst>
                <a:path w="221" h="172" extrusionOk="0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821613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986713" y="573088"/>
              <a:ext cx="98425" cy="101600"/>
            </a:xfrm>
            <a:custGeom>
              <a:avLst/>
              <a:gdLst/>
              <a:ahLst/>
              <a:cxnLst/>
              <a:rect l="l" t="t" r="r" b="b"/>
              <a:pathLst>
                <a:path w="23" h="24" extrusionOk="0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56575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505700" y="449263"/>
              <a:ext cx="3144838" cy="2036763"/>
            </a:xfrm>
            <a:custGeom>
              <a:avLst/>
              <a:gdLst/>
              <a:ahLst/>
              <a:cxnLst/>
              <a:rect l="l" t="t" r="r" b="b"/>
              <a:pathLst>
                <a:path w="739" h="479" extrusionOk="0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148638" y="2503488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141" h="2" extrusionOk="0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199438" y="1317626"/>
              <a:ext cx="739775" cy="782638"/>
            </a:xfrm>
            <a:custGeom>
              <a:avLst/>
              <a:gdLst/>
              <a:ahLst/>
              <a:cxnLst/>
              <a:rect l="l" t="t" r="r" b="b"/>
              <a:pathLst>
                <a:path w="174" h="184" extrusionOk="0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131175" y="1465263"/>
              <a:ext cx="182563" cy="153988"/>
            </a:xfrm>
            <a:custGeom>
              <a:avLst/>
              <a:gdLst/>
              <a:ahLst/>
              <a:cxnLst/>
              <a:rect l="l" t="t" r="r" b="b"/>
              <a:pathLst>
                <a:path w="43" h="36" extrusionOk="0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097838" y="1419226"/>
              <a:ext cx="122238" cy="139700"/>
            </a:xfrm>
            <a:custGeom>
              <a:avLst/>
              <a:gdLst/>
              <a:ahLst/>
              <a:cxnLst/>
              <a:rect l="l" t="t" r="r" b="b"/>
              <a:pathLst>
                <a:path w="29" h="33" extrusionOk="0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632825" y="1317626"/>
              <a:ext cx="838200" cy="1147763"/>
            </a:xfrm>
            <a:custGeom>
              <a:avLst/>
              <a:gdLst/>
              <a:ahLst/>
              <a:cxnLst/>
              <a:rect l="l" t="t" r="r" b="b"/>
              <a:pathLst>
                <a:path w="197" h="270" extrusionOk="0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578850" y="1317626"/>
              <a:ext cx="914400" cy="1190625"/>
            </a:xfrm>
            <a:custGeom>
              <a:avLst/>
              <a:gdLst/>
              <a:ahLst/>
              <a:cxnLst/>
              <a:rect l="l" t="t" r="r" b="b"/>
              <a:pathLst>
                <a:path w="215" h="280" extrusionOk="0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23338" y="1993901"/>
              <a:ext cx="38100" cy="476250"/>
            </a:xfrm>
            <a:custGeom>
              <a:avLst/>
              <a:gdLst/>
              <a:ahLst/>
              <a:cxnLst/>
              <a:rect l="l" t="t" r="r" b="b"/>
              <a:pathLst>
                <a:path w="9" h="112" extrusionOk="0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399588" y="1831976"/>
              <a:ext cx="30163" cy="238125"/>
            </a:xfrm>
            <a:custGeom>
              <a:avLst/>
              <a:gdLst/>
              <a:ahLst/>
              <a:cxnLst/>
              <a:rect l="l" t="t" r="r" b="b"/>
              <a:pathLst>
                <a:path w="7" h="56" extrusionOk="0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429750" y="1512888"/>
              <a:ext cx="46038" cy="319088"/>
            </a:xfrm>
            <a:custGeom>
              <a:avLst/>
              <a:gdLst/>
              <a:ahLst/>
              <a:cxnLst/>
              <a:rect l="l" t="t" r="r" b="b"/>
              <a:pathLst>
                <a:path w="11" h="75" extrusionOk="0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9356725" y="1503363"/>
              <a:ext cx="119063" cy="566738"/>
            </a:xfrm>
            <a:custGeom>
              <a:avLst/>
              <a:gdLst/>
              <a:ahLst/>
              <a:cxnLst/>
              <a:rect l="l" t="t" r="r" b="b"/>
              <a:pathLst>
                <a:path w="28" h="133" extrusionOk="0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918575" y="989013"/>
              <a:ext cx="331788" cy="430213"/>
            </a:xfrm>
            <a:custGeom>
              <a:avLst/>
              <a:gdLst/>
              <a:ahLst/>
              <a:cxnLst/>
              <a:rect l="l" t="t" r="r" b="b"/>
              <a:pathLst>
                <a:path w="78" h="101" extrusionOk="0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58275" y="1384301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49" h="35" extrusionOk="0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83675" y="1300163"/>
              <a:ext cx="212725" cy="177800"/>
            </a:xfrm>
            <a:custGeom>
              <a:avLst/>
              <a:gdLst/>
              <a:ahLst/>
              <a:cxnLst/>
              <a:rect l="l" t="t" r="r" b="b"/>
              <a:pathLst>
                <a:path w="50" h="42" extrusionOk="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977313" y="1381126"/>
              <a:ext cx="80963" cy="33338"/>
            </a:xfrm>
            <a:custGeom>
              <a:avLst/>
              <a:gdLst/>
              <a:ahLst/>
              <a:cxnLst/>
              <a:rect l="l" t="t" r="r" b="b"/>
              <a:pathLst>
                <a:path w="51" h="21" extrusionOk="0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870950" y="1304926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40" h="36" extrusionOk="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037638" y="1100138"/>
              <a:ext cx="55563" cy="42863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9037638" y="1052513"/>
              <a:ext cx="114300" cy="136525"/>
            </a:xfrm>
            <a:custGeom>
              <a:avLst/>
              <a:gdLst/>
              <a:ahLst/>
              <a:cxnLst/>
              <a:rect l="l" t="t" r="r" b="b"/>
              <a:pathLst>
                <a:path w="27" h="32" extrusionOk="0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867775" y="611188"/>
              <a:ext cx="169863" cy="314325"/>
            </a:xfrm>
            <a:custGeom>
              <a:avLst/>
              <a:gdLst/>
              <a:ahLst/>
              <a:cxnLst/>
              <a:rect l="l" t="t" r="r" b="b"/>
              <a:pathLst>
                <a:path w="40" h="74" extrusionOk="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867775" y="593726"/>
              <a:ext cx="407988" cy="617538"/>
            </a:xfrm>
            <a:custGeom>
              <a:avLst/>
              <a:gdLst/>
              <a:ahLst/>
              <a:cxnLst/>
              <a:rect l="l" t="t" r="r" b="b"/>
              <a:pathLst>
                <a:path w="96" h="145" extrusionOk="0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118600" y="682626"/>
              <a:ext cx="369888" cy="361950"/>
            </a:xfrm>
            <a:custGeom>
              <a:avLst/>
              <a:gdLst/>
              <a:ahLst/>
              <a:cxnLst/>
              <a:rect l="l" t="t" r="r" b="b"/>
              <a:pathLst>
                <a:path w="87" h="85" extrusionOk="0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855075" y="538163"/>
              <a:ext cx="496888" cy="247650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9288463" y="588963"/>
              <a:ext cx="98425" cy="128588"/>
            </a:xfrm>
            <a:custGeom>
              <a:avLst/>
              <a:gdLst/>
              <a:ahLst/>
              <a:cxnLst/>
              <a:rect l="l" t="t" r="r" b="b"/>
              <a:pathLst>
                <a:path w="23" h="30" extrusionOk="0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194800" y="857251"/>
              <a:ext cx="119063" cy="144463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32875" y="844551"/>
              <a:ext cx="25400" cy="42863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8931275" y="869951"/>
              <a:ext cx="50800" cy="111125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007475" y="958851"/>
              <a:ext cx="80963" cy="42863"/>
            </a:xfrm>
            <a:custGeom>
              <a:avLst/>
              <a:gdLst/>
              <a:ahLst/>
              <a:cxnLst/>
              <a:rect l="l" t="t" r="r" b="b"/>
              <a:pathLst>
                <a:path w="19" h="10" extrusionOk="0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063038" y="785813"/>
              <a:ext cx="60325" cy="38100"/>
            </a:xfrm>
            <a:custGeom>
              <a:avLst/>
              <a:gdLst/>
              <a:ahLst/>
              <a:cxnLst/>
              <a:rect l="l" t="t" r="r" b="b"/>
              <a:pathLst>
                <a:path w="14" h="9" extrusionOk="0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8880475" y="781051"/>
              <a:ext cx="55563" cy="46038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9217025" y="1330326"/>
              <a:ext cx="479425" cy="1003300"/>
            </a:xfrm>
            <a:custGeom>
              <a:avLst/>
              <a:gdLst/>
              <a:ahLst/>
              <a:cxnLst/>
              <a:rect l="l" t="t" r="r" b="b"/>
              <a:pathLst>
                <a:path w="113" h="236" extrusionOk="0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9139238" y="2244726"/>
              <a:ext cx="217488" cy="96838"/>
            </a:xfrm>
            <a:custGeom>
              <a:avLst/>
              <a:gdLst/>
              <a:ahLst/>
              <a:cxnLst/>
              <a:rect l="l" t="t" r="r" b="b"/>
              <a:pathLst>
                <a:path w="51" h="23" extrusionOk="0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9110663" y="2295526"/>
              <a:ext cx="160338" cy="106363"/>
            </a:xfrm>
            <a:custGeom>
              <a:avLst/>
              <a:gdLst/>
              <a:ahLst/>
              <a:cxnLst/>
              <a:rect l="l" t="t" r="r" b="b"/>
              <a:pathLst>
                <a:path w="38" h="25" extrusionOk="0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9" name="Google Shape;269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ES" sz="6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11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1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272" name="Google Shape;272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name="adj" fmla="val 12488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dist="127000" dir="5400000" algn="ctr" rotWithShape="0">
                <a:srgbClr val="000000">
                  <a:alpha val="9019"/>
                </a:srgbClr>
              </a:outerShdw>
            </a:effectLst>
          </p:spPr>
          <p:txBody>
            <a:bodyPr spcFirstLastPara="1" wrap="square" lIns="216000" tIns="45700" rIns="91425" bIns="18000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3" name="Google Shape;273;p1"/>
            <p:cNvSpPr txBox="1"/>
            <p:nvPr/>
          </p:nvSpPr>
          <p:spPr>
            <a:xfrm>
              <a:off x="1361797" y="4221499"/>
              <a:ext cx="2738043" cy="1089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lang="es-ES" sz="5400" b="1" i="0" u="none" strike="noStrike" cap="non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Chat grupal</a:t>
            </a:r>
            <a:endParaRPr/>
          </a:p>
        </p:txBody>
      </p:sp>
      <p:sp>
        <p:nvSpPr>
          <p:cNvPr id="280" name="Google Shape;280;p2"/>
          <p:cNvSpPr txBox="1"/>
          <p:nvPr/>
        </p:nvSpPr>
        <p:spPr>
          <a:xfrm>
            <a:off x="1112989" y="615954"/>
            <a:ext cx="1506182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/>
          <p:nvPr/>
        </p:nvSpPr>
        <p:spPr>
          <a:xfrm>
            <a:off x="1112988" y="1600200"/>
            <a:ext cx="9852900" cy="3460500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grupo de amigos, después de años de amistad decide hacer un análisis de la participación de sus integrantes en el chat grupal de whatsapp.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ello, descargan los datos de las conversaciones y deciden hacer un análisis profundo. Sin embargo, uno de los integrantes pone en duda la legitimidad del análisis si lo realiza un miembro del grupo.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Así, le solicitan a usted, como persona imparcial fuera del grupo, hacer un análisis de las conversaciones. Considere el archivo chat.txt con las siguientes características: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2" name="Google Shape;282;p2"/>
          <p:cNvGraphicFramePr/>
          <p:nvPr/>
        </p:nvGraphicFramePr>
        <p:xfrm>
          <a:off x="1608667" y="3429000"/>
          <a:ext cx="8861450" cy="3039675"/>
        </p:xfrm>
        <a:graphic>
          <a:graphicData uri="http://schemas.openxmlformats.org/drawingml/2006/table">
            <a:tbl>
              <a:tblPr firstRow="1" firstCol="1" bandRow="1">
                <a:noFill/>
                <a:tableStyleId>{24CBF457-FBE5-4D4E-9812-553CE0CA2536}</a:tableStyleId>
              </a:tblPr>
              <a:tblGrid>
                <a:gridCol w="443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8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Ejemplo de Archivo chat.txt</a:t>
                      </a:r>
                      <a:endParaRPr sz="1200" u="none" strike="noStrike" cap="non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Descripción del archivo</a:t>
                      </a:r>
                      <a:endParaRPr sz="1200" u="none" strike="noStrike" cap="non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58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23/8/2019;8:20;Cote;👍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23/8/2019;20:12;Cote;:)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23/8/2019;20:13;Julio;&lt;Sticker&gt;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23/8/2019;23:12;Miguel;pregúntale a él po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24/8/2019;10:21;Miguel;a las 3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24/8/2019;11:12;Cote;&lt;Sticker&gt;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24/8/2019;20:17;Miguel;Sí, jjajaja dale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25/8/2019;15:12;Diego;😱😱😱😱😱😱😱😱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25/8/2019;19:12;Miguel;el jueves puede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25/8/2019;19:22;Cote;si…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25/8/2019;20:46;Miguel;&lt;GIF&gt;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26/8/2019;20:12;Julio;&lt;GIF&gt;</a:t>
                      </a:r>
                      <a:endParaRPr sz="1200" u="none" strike="noStrike" cap="non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u="none" strike="noStrike" cap="none"/>
                        <a:t>Fecha; Hora;Emisor;Mensaje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ES" sz="1600" u="none" strike="noStrike" cap="none"/>
                        <a:t> 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Fecha: Fecha de emisión del mensaje       con formato día/mes/año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Hora: Hora de emisión del mensaje con formato hora:minutos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Emisor: Emisor del mensaje. Texto.</a:t>
                      </a:r>
                      <a:endParaRPr sz="12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/>
                        <a:t>Mensaje: Texto del mensaje. Puede incluir emoticones o contenido multimedia.</a:t>
                      </a:r>
                      <a:endParaRPr sz="1200" u="none" strike="noStrike" cap="non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Preguntas</a:t>
            </a:r>
            <a:endParaRPr/>
          </a:p>
        </p:txBody>
      </p:sp>
      <p:sp>
        <p:nvSpPr>
          <p:cNvPr id="289" name="Google Shape;289;p3"/>
          <p:cNvSpPr txBox="1"/>
          <p:nvPr/>
        </p:nvSpPr>
        <p:spPr>
          <a:xfrm>
            <a:off x="1112989" y="615954"/>
            <a:ext cx="2093761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1104901" y="1600201"/>
            <a:ext cx="9925050" cy="4641845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¿Cuántos mensajes se han enviado?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¿Cuál es el porcentaje de mensajes multimedia enviados respecto el total de mensajes? Considere como mensaje multimedia todos aquellos que se encuentren en el siguiente listado: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lphaL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&lt;Sticker&gt;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lphaL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&lt;GIF&gt;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lphaL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&lt;Imagen&gt;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lphaL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&lt;Audio&gt;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lphaL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&lt;Video&gt;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Identifique la(s) persona(s) con la mayor cantidad de mensajes enviados y el mes más activo de cada una (mes en el que envió más mensajes).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Identifique el promedio mensual de mensajes y el(los) mes(es) de máxima 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AutoNum type="arabicPeriod"/>
            </a:pPr>
            <a:r>
              <a:rPr lang="es-E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Identifique las dos personas menos activas del grupo.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Consideraciones</a:t>
            </a:r>
            <a:endParaRPr/>
          </a:p>
        </p:txBody>
      </p:sp>
      <p:sp>
        <p:nvSpPr>
          <p:cNvPr id="297" name="Google Shape;297;p4"/>
          <p:cNvSpPr txBox="1"/>
          <p:nvPr/>
        </p:nvSpPr>
        <p:spPr>
          <a:xfrm>
            <a:off x="1112989" y="615954"/>
            <a:ext cx="2138211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1104899" y="1600201"/>
            <a:ext cx="10189633" cy="4564116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le recomienda crear una matriz de personas vs meses para un rápido desarrollo del ejercicio.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Los meses solo deben ser desplegados como números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cantidad de personas tendrá un máximo de 8.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persona menos activa hace referencia a la que tenga menor cantidad de mensajes totales.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Debido al uso de emoticones es necesario que al abrir el archivo además agregue </a:t>
            </a:r>
            <a:r>
              <a:rPr lang="es-ES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encoding=‘utf-8’ </a:t>
            </a: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la función open por lo que la misma quedará como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open(‘chat.txt’,’r’,encoding=’utf-8’)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Ejemplo de ejecución</a:t>
            </a:r>
            <a:endParaRPr/>
          </a:p>
        </p:txBody>
      </p:sp>
      <p:sp>
        <p:nvSpPr>
          <p:cNvPr id="305" name="Google Shape;305;p5"/>
          <p:cNvSpPr txBox="1"/>
          <p:nvPr/>
        </p:nvSpPr>
        <p:spPr>
          <a:xfrm>
            <a:off x="1112989" y="615954"/>
            <a:ext cx="1693711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11: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1104899" y="1600201"/>
            <a:ext cx="10189633" cy="4564116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1) La cantidad de mensajes enviados es de 420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2) El porcentaje de contenido multimedia es de 27.86%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3) La(s) persona(s) con más mensajes enviados, con 125.0 es/son: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- Miguel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Su mes con más mensajes fue 11 con 18.0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4) El promedio mensual de mensajes es 35.0 y el(los) mes(es) con más mensajes fue(ron):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- 11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5) Las dos personas que menos hablan son: Diego con 18.0 mensajes y Julio con 42.0 mensajes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Microsoft Office PowerPoint</Application>
  <PresentationFormat>Panorámica</PresentationFormat>
  <Paragraphs>62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Poppins</vt:lpstr>
      <vt:lpstr>Arial</vt:lpstr>
      <vt:lpstr>Georgia</vt:lpstr>
      <vt:lpstr>Calibri</vt:lpstr>
      <vt:lpstr>Office Theme</vt:lpstr>
      <vt:lpstr>Presentación de PowerPoint</vt:lpstr>
      <vt:lpstr>Chat grupal</vt:lpstr>
      <vt:lpstr>Preguntas</vt:lpstr>
      <vt:lpstr>Consideraciones</vt:lpstr>
      <vt:lpstr>Ejemplo de ejecución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Munkhuu</dc:creator>
  <cp:lastModifiedBy>Alejandro Paolini</cp:lastModifiedBy>
  <cp:revision>1</cp:revision>
  <dcterms:created xsi:type="dcterms:W3CDTF">2020-12-19T16:12:24Z</dcterms:created>
  <dcterms:modified xsi:type="dcterms:W3CDTF">2025-06-09T18:23:11Z</dcterms:modified>
</cp:coreProperties>
</file>