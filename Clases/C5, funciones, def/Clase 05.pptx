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embeddedFontLst>
    <p:embeddedFont>
      <p:font typeface="Poppi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jRQzm4l68oxo8KMyruE78JyPyc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Poppins-bold.fntdata"/><Relationship Id="rId14" Type="http://schemas.openxmlformats.org/officeDocument/2006/relationships/slide" Target="slides/slide10.xml"/><Relationship Id="rId36" Type="http://schemas.openxmlformats.org/officeDocument/2006/relationships/font" Target="fonts/Poppins-regular.fntdata"/><Relationship Id="rId17" Type="http://schemas.openxmlformats.org/officeDocument/2006/relationships/slide" Target="slides/slide13.xml"/><Relationship Id="rId39" Type="http://schemas.openxmlformats.org/officeDocument/2006/relationships/font" Target="fonts/Poppins-boldItalic.fntdata"/><Relationship Id="rId16" Type="http://schemas.openxmlformats.org/officeDocument/2006/relationships/slide" Target="slides/slide12.xml"/><Relationship Id="rId38" Type="http://schemas.openxmlformats.org/officeDocument/2006/relationships/font" Target="fonts/Poppi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1" name="Google Shape;44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6" name="Google Shape;52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7" name="Google Shape;55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2" name="Google Shape;57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 name="Shape 9"/>
        <p:cNvGrpSpPr/>
        <p:nvPr/>
      </p:nvGrpSpPr>
      <p:grpSpPr>
        <a:xfrm>
          <a:off x="0" y="0"/>
          <a:ext cx="0" cy="0"/>
          <a:chOff x="0" y="0"/>
          <a:chExt cx="0" cy="0"/>
        </a:xfrm>
      </p:grpSpPr>
    </p:spTree>
  </p:cSld>
  <p:clrMapOvr>
    <a:masterClrMapping/>
  </p:clrMapOvr>
  <mc:AlternateContent>
    <mc:Choice Requires="p14">
      <p:transition>
        <p14:reveal dir="l"/>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0" name="Shape 10"/>
        <p:cNvGrpSpPr/>
        <p:nvPr/>
      </p:nvGrpSpPr>
      <p:grpSpPr>
        <a:xfrm>
          <a:off x="0" y="0"/>
          <a:ext cx="0" cy="0"/>
          <a:chOff x="0" y="0"/>
          <a:chExt cx="0" cy="0"/>
        </a:xfrm>
      </p:grpSpPr>
      <p:sp>
        <p:nvSpPr>
          <p:cNvPr id="11" name="Google Shape;11;p34"/>
          <p:cNvSpPr/>
          <p:nvPr>
            <p:ph idx="2" type="pic"/>
          </p:nvPr>
        </p:nvSpPr>
        <p:spPr>
          <a:xfrm>
            <a:off x="6719886" y="0"/>
            <a:ext cx="3828041" cy="6858000"/>
          </a:xfrm>
          <a:prstGeom prst="roundRect">
            <a:avLst>
              <a:gd fmla="val 8622" name="adj"/>
            </a:avLst>
          </a:prstGeom>
          <a:solidFill>
            <a:srgbClr val="CADDFF"/>
          </a:solidFill>
          <a:ln>
            <a:noFill/>
          </a:ln>
        </p:spPr>
      </p:sp>
      <p:sp>
        <p:nvSpPr>
          <p:cNvPr id="12" name="Google Shape;12;p3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 name="Shape 13"/>
        <p:cNvGrpSpPr/>
        <p:nvPr/>
      </p:nvGrpSpPr>
      <p:grpSpPr>
        <a:xfrm>
          <a:off x="0" y="0"/>
          <a:ext cx="0" cy="0"/>
          <a:chOff x="0" y="0"/>
          <a:chExt cx="0" cy="0"/>
        </a:xfrm>
      </p:grpSpPr>
      <p:sp>
        <p:nvSpPr>
          <p:cNvPr id="14" name="Google Shape;14;p3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5" name="Shape 15"/>
        <p:cNvGrpSpPr/>
        <p:nvPr/>
      </p:nvGrpSpPr>
      <p:grpSpPr>
        <a:xfrm>
          <a:off x="0" y="0"/>
          <a:ext cx="0" cy="0"/>
          <a:chOff x="0" y="0"/>
          <a:chExt cx="0" cy="0"/>
        </a:xfrm>
      </p:grpSpPr>
      <p:sp>
        <p:nvSpPr>
          <p:cNvPr id="16" name="Google Shape;16;p3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17" name="Shape 17"/>
        <p:cNvGrpSpPr/>
        <p:nvPr/>
      </p:nvGrpSpPr>
      <p:grpSpPr>
        <a:xfrm>
          <a:off x="0" y="0"/>
          <a:ext cx="0" cy="0"/>
          <a:chOff x="0" y="0"/>
          <a:chExt cx="0" cy="0"/>
        </a:xfrm>
      </p:grpSpPr>
      <p:sp>
        <p:nvSpPr>
          <p:cNvPr id="18" name="Google Shape;18;p37"/>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9" name="Shape 19"/>
        <p:cNvGrpSpPr/>
        <p:nvPr/>
      </p:nvGrpSpPr>
      <p:grpSpPr>
        <a:xfrm>
          <a:off x="0" y="0"/>
          <a:ext cx="0" cy="0"/>
          <a:chOff x="0" y="0"/>
          <a:chExt cx="0" cy="0"/>
        </a:xfrm>
      </p:grpSpPr>
      <p:sp>
        <p:nvSpPr>
          <p:cNvPr id="20" name="Google Shape;20;p38"/>
          <p:cNvSpPr/>
          <p:nvPr>
            <p:ph idx="2" type="pic"/>
          </p:nvPr>
        </p:nvSpPr>
        <p:spPr>
          <a:xfrm>
            <a:off x="1104900" y="1390909"/>
            <a:ext cx="2691687" cy="2938495"/>
          </a:xfrm>
          <a:prstGeom prst="roundRect">
            <a:avLst>
              <a:gd fmla="val 6405" name="adj"/>
            </a:avLst>
          </a:prstGeom>
          <a:solidFill>
            <a:srgbClr val="CADDFF"/>
          </a:solidFill>
          <a:ln>
            <a:noFill/>
          </a:ln>
        </p:spPr>
      </p:sp>
      <p:sp>
        <p:nvSpPr>
          <p:cNvPr id="21" name="Google Shape;21;p38"/>
          <p:cNvSpPr/>
          <p:nvPr>
            <p:ph idx="3" type="pic"/>
          </p:nvPr>
        </p:nvSpPr>
        <p:spPr>
          <a:xfrm>
            <a:off x="4238625" y="1390909"/>
            <a:ext cx="2691687" cy="2938495"/>
          </a:xfrm>
          <a:prstGeom prst="roundRect">
            <a:avLst>
              <a:gd fmla="val 6405" name="adj"/>
            </a:avLst>
          </a:prstGeom>
          <a:solidFill>
            <a:srgbClr val="CADDFF"/>
          </a:solidFill>
          <a:ln>
            <a:noFill/>
          </a:ln>
        </p:spPr>
      </p:sp>
      <p:sp>
        <p:nvSpPr>
          <p:cNvPr id="22" name="Google Shape;22;p38"/>
          <p:cNvSpPr/>
          <p:nvPr>
            <p:ph idx="4" type="pic"/>
          </p:nvPr>
        </p:nvSpPr>
        <p:spPr>
          <a:xfrm>
            <a:off x="7372350" y="1390909"/>
            <a:ext cx="2691687" cy="2938495"/>
          </a:xfrm>
          <a:prstGeom prst="roundRect">
            <a:avLst>
              <a:gd fmla="val 6405" name="adj"/>
            </a:avLst>
          </a:prstGeom>
          <a:solidFill>
            <a:srgbClr val="CADDFF"/>
          </a:solidFill>
          <a:ln>
            <a:noFill/>
          </a:ln>
        </p:spPr>
      </p:sp>
      <p:sp>
        <p:nvSpPr>
          <p:cNvPr id="23" name="Google Shape;23;p38"/>
          <p:cNvSpPr/>
          <p:nvPr/>
        </p:nvSpPr>
        <p:spPr>
          <a:xfrm>
            <a:off x="10506075" y="1390909"/>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1000"/>
                                        <p:tgtEl>
                                          <p:spTgt spid="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1000"/>
                                        <p:tgtEl>
                                          <p:spTgt spid="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1000"/>
                                        <p:tgtEl>
                                          <p:spTgt spid="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5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1000"/>
                                        <p:tgtEl>
                                          <p:spTgt spid="2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4" name="Shape 24"/>
        <p:cNvGrpSpPr/>
        <p:nvPr/>
      </p:nvGrpSpPr>
      <p:grpSpPr>
        <a:xfrm>
          <a:off x="0" y="0"/>
          <a:ext cx="0" cy="0"/>
          <a:chOff x="0" y="0"/>
          <a:chExt cx="0" cy="0"/>
        </a:xfrm>
      </p:grpSpPr>
      <p:sp>
        <p:nvSpPr>
          <p:cNvPr id="25" name="Google Shape;25;p39"/>
          <p:cNvSpPr/>
          <p:nvPr>
            <p:ph idx="2" type="pic"/>
          </p:nvPr>
        </p:nvSpPr>
        <p:spPr>
          <a:xfrm>
            <a:off x="2124075" y="1390909"/>
            <a:ext cx="2691687" cy="2938495"/>
          </a:xfrm>
          <a:prstGeom prst="roundRect">
            <a:avLst>
              <a:gd fmla="val 6405" name="adj"/>
            </a:avLst>
          </a:prstGeom>
          <a:solidFill>
            <a:srgbClr val="CADDFF"/>
          </a:solidFill>
          <a:ln>
            <a:noFill/>
          </a:ln>
        </p:spPr>
      </p:sp>
      <p:sp>
        <p:nvSpPr>
          <p:cNvPr id="26" name="Google Shape;26;p39"/>
          <p:cNvSpPr/>
          <p:nvPr>
            <p:ph idx="3" type="pic"/>
          </p:nvPr>
        </p:nvSpPr>
        <p:spPr>
          <a:xfrm>
            <a:off x="5257800" y="1390909"/>
            <a:ext cx="2691687" cy="2938495"/>
          </a:xfrm>
          <a:prstGeom prst="roundRect">
            <a:avLst>
              <a:gd fmla="val 6405" name="adj"/>
            </a:avLst>
          </a:prstGeom>
          <a:solidFill>
            <a:srgbClr val="CADDFF"/>
          </a:solidFill>
          <a:ln>
            <a:noFill/>
          </a:ln>
        </p:spPr>
      </p:sp>
      <p:sp>
        <p:nvSpPr>
          <p:cNvPr id="27" name="Google Shape;27;p39"/>
          <p:cNvSpPr/>
          <p:nvPr>
            <p:ph idx="4" type="pic"/>
          </p:nvPr>
        </p:nvSpPr>
        <p:spPr>
          <a:xfrm>
            <a:off x="8391525" y="1390909"/>
            <a:ext cx="2691687" cy="2938495"/>
          </a:xfrm>
          <a:prstGeom prst="roundRect">
            <a:avLst>
              <a:gd fmla="val 6405" name="adj"/>
            </a:avLst>
          </a:prstGeom>
          <a:solidFill>
            <a:srgbClr val="CADDFF"/>
          </a:solidFill>
          <a:ln>
            <a:noFill/>
          </a:ln>
        </p:spPr>
      </p:sp>
      <p:sp>
        <p:nvSpPr>
          <p:cNvPr id="28" name="Google Shape;28;p39"/>
          <p:cNvSpPr/>
          <p:nvPr/>
        </p:nvSpPr>
        <p:spPr>
          <a:xfrm>
            <a:off x="-407826" y="1390908"/>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29" name="Shape 29"/>
        <p:cNvGrpSpPr/>
        <p:nvPr/>
      </p:nvGrpSpPr>
      <p:grpSpPr>
        <a:xfrm>
          <a:off x="0" y="0"/>
          <a:ext cx="0" cy="0"/>
          <a:chOff x="0" y="0"/>
          <a:chExt cx="0" cy="0"/>
        </a:xfrm>
      </p:grpSpPr>
      <p:sp>
        <p:nvSpPr>
          <p:cNvPr id="30" name="Google Shape;30;p40"/>
          <p:cNvSpPr/>
          <p:nvPr>
            <p:ph idx="2" type="pic"/>
          </p:nvPr>
        </p:nvSpPr>
        <p:spPr>
          <a:xfrm>
            <a:off x="1514475" y="1733809"/>
            <a:ext cx="9172575" cy="2933441"/>
          </a:xfrm>
          <a:prstGeom prst="roundRect">
            <a:avLst>
              <a:gd fmla="val 6405" name="adj"/>
            </a:avLst>
          </a:prstGeom>
          <a:solidFill>
            <a:srgbClr val="CADDFF"/>
          </a:solidFill>
          <a:ln>
            <a:noFill/>
          </a:ln>
          <a:effectLst>
            <a:outerShdw blurRad="381000" rotWithShape="0" algn="ctr" dir="5400000" dist="127000">
              <a:srgbClr val="000000">
                <a:alpha val="29019"/>
              </a:srgbClr>
            </a:outerShdw>
          </a:effectLst>
        </p:spPr>
      </p:sp>
      <p:sp>
        <p:nvSpPr>
          <p:cNvPr id="31" name="Google Shape;31;p40"/>
          <p:cNvSpPr/>
          <p:nvPr/>
        </p:nvSpPr>
        <p:spPr>
          <a:xfrm>
            <a:off x="4481511" y="-247650"/>
            <a:ext cx="3228975" cy="1152784"/>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
                                        </p:tgtEl>
                                        <p:attrNameLst>
                                          <p:attrName>style.visibility</p:attrName>
                                        </p:attrNameLst>
                                      </p:cBhvr>
                                      <p:to>
                                        <p:strVal val="visible"/>
                                      </p:to>
                                    </p:set>
                                    <p:animEffect filter="fade" transition="in">
                                      <p:cBhvr>
                                        <p:cTn dur="500"/>
                                        <p:tgtEl>
                                          <p:spTgt spid="30"/>
                                        </p:tgtEl>
                                      </p:cBhvr>
                                    </p:animEffect>
                                  </p:childTnLst>
                                </p:cTn>
                              </p:par>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500"/>
                                        <p:tgtEl>
                                          <p:spTgt spid="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2" name="Shape 32"/>
        <p:cNvGrpSpPr/>
        <p:nvPr/>
      </p:nvGrpSpPr>
      <p:grpSpPr>
        <a:xfrm>
          <a:off x="0" y="0"/>
          <a:ext cx="0" cy="0"/>
          <a:chOff x="0" y="0"/>
          <a:chExt cx="0" cy="0"/>
        </a:xfrm>
      </p:grpSpPr>
      <p:sp>
        <p:nvSpPr>
          <p:cNvPr id="33" name="Google Shape;33;p41"/>
          <p:cNvSpPr/>
          <p:nvPr>
            <p:ph idx="2" type="pic"/>
          </p:nvPr>
        </p:nvSpPr>
        <p:spPr>
          <a:xfrm>
            <a:off x="2130295" y="2789853"/>
            <a:ext cx="1928521" cy="2567862"/>
          </a:xfrm>
          <a:prstGeom prst="roundRect">
            <a:avLst>
              <a:gd fmla="val 6405" name="adj"/>
            </a:avLst>
          </a:prstGeom>
          <a:solidFill>
            <a:srgbClr val="CADDFF"/>
          </a:solidFill>
          <a:ln>
            <a:noFill/>
          </a:ln>
          <a:effectLst>
            <a:outerShdw blurRad="381000" rotWithShape="0" algn="ctr" dir="5400000" dist="127000">
              <a:srgbClr val="000000">
                <a:alpha val="29019"/>
              </a:srgbClr>
            </a:outerShdw>
          </a:effectLst>
        </p:spPr>
      </p:sp>
      <p:sp>
        <p:nvSpPr>
          <p:cNvPr id="34" name="Google Shape;34;p41"/>
          <p:cNvSpPr/>
          <p:nvPr/>
        </p:nvSpPr>
        <p:spPr>
          <a:xfrm>
            <a:off x="-547591"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5" name="Google Shape;35;p41"/>
          <p:cNvSpPr/>
          <p:nvPr/>
        </p:nvSpPr>
        <p:spPr>
          <a:xfrm>
            <a:off x="11663005"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6" name="Google Shape;36;p41"/>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750"/>
                                        <p:tgtEl>
                                          <p:spTgt spid="36"/>
                                        </p:tgtEl>
                                      </p:cBhvr>
                                    </p:animEffect>
                                  </p:childTnLst>
                                </p:cTn>
                              </p:par>
                              <p:par>
                                <p:cTn fill="hold" nodeType="withEffect" presetClass="entr" presetID="2" presetSubtype="8">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750"/>
                                        <p:tgtEl>
                                          <p:spTgt spid="3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40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750"/>
                                        <p:tgtEl>
                                          <p:spTgt spid="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40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750"/>
                                        <p:tgtEl>
                                          <p:spTgt spid="3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37" name="Shape 37"/>
        <p:cNvGrpSpPr/>
        <p:nvPr/>
      </p:nvGrpSpPr>
      <p:grpSpPr>
        <a:xfrm>
          <a:off x="0" y="0"/>
          <a:ext cx="0" cy="0"/>
          <a:chOff x="0" y="0"/>
          <a:chExt cx="0" cy="0"/>
        </a:xfrm>
      </p:grpSpPr>
      <p:sp>
        <p:nvSpPr>
          <p:cNvPr id="38" name="Google Shape;38;p42"/>
          <p:cNvSpPr/>
          <p:nvPr>
            <p:ph idx="2" type="pic"/>
          </p:nvPr>
        </p:nvSpPr>
        <p:spPr>
          <a:xfrm>
            <a:off x="0" y="0"/>
            <a:ext cx="10544175" cy="3924300"/>
          </a:xfrm>
          <a:prstGeom prst="rect">
            <a:avLst/>
          </a:prstGeom>
          <a:solidFill>
            <a:srgbClr val="CADDFF"/>
          </a:solidFill>
          <a:ln>
            <a:noFill/>
          </a:ln>
          <a:effectLst>
            <a:outerShdw blurRad="381000" rotWithShape="0" algn="ctr" dir="5400000" dist="127000">
              <a:srgbClr val="000000">
                <a:alpha val="29019"/>
              </a:srgbClr>
            </a:outerShdw>
          </a:effectLst>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1250"/>
                                        <p:tgtEl>
                                          <p:spTgt spid="3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39" name="Shape 39"/>
        <p:cNvGrpSpPr/>
        <p:nvPr/>
      </p:nvGrpSpPr>
      <p:grpSpPr>
        <a:xfrm>
          <a:off x="0" y="0"/>
          <a:ext cx="0" cy="0"/>
          <a:chOff x="0" y="0"/>
          <a:chExt cx="0" cy="0"/>
        </a:xfrm>
      </p:grpSpPr>
      <p:sp>
        <p:nvSpPr>
          <p:cNvPr id="40" name="Google Shape;40;p4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3"/>
          <p:cNvSpPr/>
          <p:nvPr>
            <p:ph idx="2" type="pic"/>
          </p:nvPr>
        </p:nvSpPr>
        <p:spPr>
          <a:xfrm>
            <a:off x="1104900" y="2676524"/>
            <a:ext cx="1904999" cy="2181226"/>
          </a:xfrm>
          <a:prstGeom prst="roundRect">
            <a:avLst>
              <a:gd fmla="val 6405" name="adj"/>
            </a:avLst>
          </a:prstGeom>
          <a:solidFill>
            <a:srgbClr val="CADDFF"/>
          </a:solidFill>
          <a:ln>
            <a:noFill/>
          </a:ln>
        </p:spPr>
      </p:sp>
      <p:sp>
        <p:nvSpPr>
          <p:cNvPr id="42" name="Google Shape;42;p43"/>
          <p:cNvSpPr/>
          <p:nvPr>
            <p:ph idx="3" type="pic"/>
          </p:nvPr>
        </p:nvSpPr>
        <p:spPr>
          <a:xfrm>
            <a:off x="3170875" y="2676524"/>
            <a:ext cx="1904999" cy="2181226"/>
          </a:xfrm>
          <a:prstGeom prst="roundRect">
            <a:avLst>
              <a:gd fmla="val 6405" name="adj"/>
            </a:avLst>
          </a:prstGeom>
          <a:solidFill>
            <a:srgbClr val="CADDFF"/>
          </a:solidFill>
          <a:ln>
            <a:noFill/>
          </a:ln>
        </p:spPr>
      </p:sp>
      <p:sp>
        <p:nvSpPr>
          <p:cNvPr id="43" name="Google Shape;43;p43"/>
          <p:cNvSpPr/>
          <p:nvPr>
            <p:ph idx="4" type="pic"/>
          </p:nvPr>
        </p:nvSpPr>
        <p:spPr>
          <a:xfrm>
            <a:off x="5236850" y="2676524"/>
            <a:ext cx="1904999" cy="2181226"/>
          </a:xfrm>
          <a:prstGeom prst="roundRect">
            <a:avLst>
              <a:gd fmla="val 6405" name="adj"/>
            </a:avLst>
          </a:prstGeom>
          <a:solidFill>
            <a:srgbClr val="CADDFF"/>
          </a:solidFill>
          <a:ln>
            <a:noFill/>
          </a:ln>
        </p:spPr>
      </p:sp>
      <p:sp>
        <p:nvSpPr>
          <p:cNvPr id="44" name="Google Shape;44;p43"/>
          <p:cNvSpPr/>
          <p:nvPr>
            <p:ph idx="5" type="pic"/>
          </p:nvPr>
        </p:nvSpPr>
        <p:spPr>
          <a:xfrm>
            <a:off x="7302825" y="2676524"/>
            <a:ext cx="1904999" cy="2181226"/>
          </a:xfrm>
          <a:prstGeom prst="roundRect">
            <a:avLst>
              <a:gd fmla="val 6405" name="adj"/>
            </a:avLst>
          </a:prstGeom>
          <a:solidFill>
            <a:srgbClr val="CADDFF"/>
          </a:solidFill>
          <a:ln>
            <a:noFill/>
          </a:ln>
        </p:spPr>
      </p:sp>
      <p:sp>
        <p:nvSpPr>
          <p:cNvPr id="45" name="Google Shape;45;p43"/>
          <p:cNvSpPr/>
          <p:nvPr>
            <p:ph idx="6" type="pic"/>
          </p:nvPr>
        </p:nvSpPr>
        <p:spPr>
          <a:xfrm>
            <a:off x="9362601" y="2676524"/>
            <a:ext cx="1904999" cy="2181226"/>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10" presetSubtype="0">
                                  <p:stCondLst>
                                    <p:cond delay="1250"/>
                                  </p:stCondLst>
                                  <p:childTnLst>
                                    <p:set>
                                      <p:cBhvr>
                                        <p:cTn dur="1" fill="hold">
                                          <p:stCondLst>
                                            <p:cond delay="0"/>
                                          </p:stCondLst>
                                        </p:cTn>
                                        <p:tgtEl>
                                          <p:spTgt spid="41"/>
                                        </p:tgtEl>
                                        <p:attrNameLst>
                                          <p:attrName>style.visibility</p:attrName>
                                        </p:attrNameLst>
                                      </p:cBhvr>
                                      <p:to>
                                        <p:strVal val="visible"/>
                                      </p:to>
                                    </p:set>
                                    <p:animEffect filter="fade" transition="in">
                                      <p:cBhvr>
                                        <p:cTn dur="500"/>
                                        <p:tgtEl>
                                          <p:spTgt spid="41"/>
                                        </p:tgtEl>
                                      </p:cBhvr>
                                    </p:animEffect>
                                  </p:childTnLst>
                                </p:cTn>
                              </p:par>
                            </p:childTnLst>
                          </p:cTn>
                        </p:par>
                        <p:par>
                          <p:cTn fill="hold">
                            <p:stCondLst>
                              <p:cond delay="750"/>
                            </p:stCondLst>
                            <p:childTnLst>
                              <p:par>
                                <p:cTn fill="hold" nodeType="afterEffect" presetClass="entr" presetID="10" presetSubtype="0">
                                  <p:stCondLst>
                                    <p:cond delay="150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childTnLst>
                          </p:cTn>
                        </p:par>
                        <p:par>
                          <p:cTn fill="hold">
                            <p:stCondLst>
                              <p:cond delay="1250"/>
                            </p:stCondLst>
                            <p:childTnLst>
                              <p:par>
                                <p:cTn fill="hold" nodeType="afterEffect" presetClass="entr" presetID="10" presetSubtype="0">
                                  <p:stCondLst>
                                    <p:cond delay="1750"/>
                                  </p:stCondLst>
                                  <p:childTnLst>
                                    <p:set>
                                      <p:cBhvr>
                                        <p:cTn dur="1" fill="hold">
                                          <p:stCondLst>
                                            <p:cond delay="0"/>
                                          </p:stCondLst>
                                        </p:cTn>
                                        <p:tgtEl>
                                          <p:spTgt spid="43"/>
                                        </p:tgtEl>
                                        <p:attrNameLst>
                                          <p:attrName>style.visibility</p:attrName>
                                        </p:attrNameLst>
                                      </p:cBhvr>
                                      <p:to>
                                        <p:strVal val="visible"/>
                                      </p:to>
                                    </p:set>
                                    <p:animEffect filter="fade" transition="in">
                                      <p:cBhvr>
                                        <p:cTn dur="500"/>
                                        <p:tgtEl>
                                          <p:spTgt spid="43"/>
                                        </p:tgtEl>
                                      </p:cBhvr>
                                    </p:animEffect>
                                  </p:childTnLst>
                                </p:cTn>
                              </p:par>
                            </p:childTnLst>
                          </p:cTn>
                        </p:par>
                        <p:par>
                          <p:cTn fill="hold">
                            <p:stCondLst>
                              <p:cond delay="1750"/>
                            </p:stCondLst>
                            <p:childTnLst>
                              <p:par>
                                <p:cTn fill="hold" nodeType="afterEffect" presetClass="entr" presetID="10" presetSubtype="0">
                                  <p:stCondLst>
                                    <p:cond delay="200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childTnLst>
                          </p:cTn>
                        </p:par>
                        <p:par>
                          <p:cTn fill="hold">
                            <p:stCondLst>
                              <p:cond delay="2250"/>
                            </p:stCondLst>
                            <p:childTnLst>
                              <p:par>
                                <p:cTn fill="hold" nodeType="afterEffect" presetClass="entr" presetID="10" presetSubtype="0">
                                  <p:stCondLst>
                                    <p:cond delay="225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46" name="Shape 46"/>
        <p:cNvGrpSpPr/>
        <p:nvPr/>
      </p:nvGrpSpPr>
      <p:grpSpPr>
        <a:xfrm>
          <a:off x="0" y="0"/>
          <a:ext cx="0" cy="0"/>
          <a:chOff x="0" y="0"/>
          <a:chExt cx="0" cy="0"/>
        </a:xfrm>
      </p:grpSpPr>
      <p:pic>
        <p:nvPicPr>
          <p:cNvPr id="47" name="Google Shape;47;p44"/>
          <p:cNvPicPr preferRelativeResize="0"/>
          <p:nvPr/>
        </p:nvPicPr>
        <p:blipFill rotWithShape="1">
          <a:blip r:embed="rId2">
            <a:alphaModFix/>
          </a:blip>
          <a:srcRect b="0" l="0" r="0" t="0"/>
          <a:stretch/>
        </p:blipFill>
        <p:spPr>
          <a:xfrm>
            <a:off x="0" y="2108058"/>
            <a:ext cx="12192000" cy="2172372"/>
          </a:xfrm>
          <a:prstGeom prst="rect">
            <a:avLst/>
          </a:prstGeom>
          <a:noFill/>
          <a:ln>
            <a:noFill/>
          </a:ln>
        </p:spPr>
      </p:pic>
      <p:sp>
        <p:nvSpPr>
          <p:cNvPr id="48" name="Google Shape;48;p44"/>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4"/>
          <p:cNvSpPr/>
          <p:nvPr>
            <p:ph idx="2" type="pic"/>
          </p:nvPr>
        </p:nvSpPr>
        <p:spPr>
          <a:xfrm>
            <a:off x="1767373" y="2349499"/>
            <a:ext cx="1904999" cy="2178051"/>
          </a:xfrm>
          <a:prstGeom prst="roundRect">
            <a:avLst>
              <a:gd fmla="val 6405" name="adj"/>
            </a:avLst>
          </a:prstGeom>
          <a:solidFill>
            <a:srgbClr val="CADDFF"/>
          </a:solidFill>
          <a:ln>
            <a:noFill/>
          </a:ln>
        </p:spPr>
      </p:sp>
      <p:sp>
        <p:nvSpPr>
          <p:cNvPr id="50" name="Google Shape;50;p44"/>
          <p:cNvSpPr/>
          <p:nvPr>
            <p:ph idx="3" type="pic"/>
          </p:nvPr>
        </p:nvSpPr>
        <p:spPr>
          <a:xfrm>
            <a:off x="4021623" y="2349499"/>
            <a:ext cx="1904999" cy="2178051"/>
          </a:xfrm>
          <a:prstGeom prst="roundRect">
            <a:avLst>
              <a:gd fmla="val 6405" name="adj"/>
            </a:avLst>
          </a:prstGeom>
          <a:solidFill>
            <a:srgbClr val="CADDFF"/>
          </a:solidFill>
          <a:ln>
            <a:noFill/>
          </a:ln>
        </p:spPr>
      </p:sp>
      <p:sp>
        <p:nvSpPr>
          <p:cNvPr id="51" name="Google Shape;51;p44"/>
          <p:cNvSpPr/>
          <p:nvPr>
            <p:ph idx="4" type="pic"/>
          </p:nvPr>
        </p:nvSpPr>
        <p:spPr>
          <a:xfrm>
            <a:off x="6275873" y="2349499"/>
            <a:ext cx="1904999" cy="2178051"/>
          </a:xfrm>
          <a:prstGeom prst="roundRect">
            <a:avLst>
              <a:gd fmla="val 6405" name="adj"/>
            </a:avLst>
          </a:prstGeom>
          <a:solidFill>
            <a:srgbClr val="CADDFF"/>
          </a:solidFill>
          <a:ln>
            <a:noFill/>
          </a:ln>
        </p:spPr>
      </p:sp>
      <p:sp>
        <p:nvSpPr>
          <p:cNvPr id="52" name="Google Shape;52;p44"/>
          <p:cNvSpPr/>
          <p:nvPr>
            <p:ph idx="5" type="pic"/>
          </p:nvPr>
        </p:nvSpPr>
        <p:spPr>
          <a:xfrm>
            <a:off x="8530123" y="2349499"/>
            <a:ext cx="1904999" cy="2178051"/>
          </a:xfrm>
          <a:prstGeom prst="roundRect">
            <a:avLst>
              <a:gd fmla="val 6405" name="adj"/>
            </a:avLst>
          </a:prstGeom>
          <a:solidFill>
            <a:srgbClr val="CADDFF"/>
          </a:solidFill>
          <a:ln>
            <a:noFill/>
          </a:ln>
        </p:spPr>
      </p:sp>
      <p:sp>
        <p:nvSpPr>
          <p:cNvPr id="53" name="Google Shape;53;p44"/>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childTnLst>
                          </p:cTn>
                        </p:par>
                        <p:par>
                          <p:cTn fill="hold">
                            <p:stCondLst>
                              <p:cond delay="1000"/>
                            </p:stCondLst>
                            <p:childTnLst>
                              <p:par>
                                <p:cTn fill="hold" nodeType="afterEffect" presetClass="entr" presetID="10" presetSubtype="0">
                                  <p:stCondLst>
                                    <p:cond delay="75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1000"/>
                                        <p:tgtEl>
                                          <p:spTgt spid="47"/>
                                        </p:tgtEl>
                                      </p:cBhvr>
                                    </p:animEffect>
                                  </p:childTnLst>
                                </p:cTn>
                              </p:par>
                              <p:par>
                                <p:cTn fill="hold" nodeType="withEffect" presetClass="entr" presetID="10" presetSubtype="0">
                                  <p:stCondLst>
                                    <p:cond delay="500"/>
                                  </p:stCondLst>
                                  <p:childTnLst>
                                    <p:set>
                                      <p:cBhvr>
                                        <p:cTn dur="1" fill="hold">
                                          <p:stCondLst>
                                            <p:cond delay="0"/>
                                          </p:stCondLst>
                                        </p:cTn>
                                        <p:tgtEl>
                                          <p:spTgt spid="48"/>
                                        </p:tgtEl>
                                        <p:attrNameLst>
                                          <p:attrName>style.visibility</p:attrName>
                                        </p:attrNameLst>
                                      </p:cBhvr>
                                      <p:to>
                                        <p:strVal val="visible"/>
                                      </p:to>
                                    </p:set>
                                    <p:animEffect filter="fade" transition="in">
                                      <p:cBhvr>
                                        <p:cTn dur="75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54" name="Shape 54"/>
        <p:cNvGrpSpPr/>
        <p:nvPr/>
      </p:nvGrpSpPr>
      <p:grpSpPr>
        <a:xfrm>
          <a:off x="0" y="0"/>
          <a:ext cx="0" cy="0"/>
          <a:chOff x="0" y="0"/>
          <a:chExt cx="0" cy="0"/>
        </a:xfrm>
      </p:grpSpPr>
      <p:sp>
        <p:nvSpPr>
          <p:cNvPr id="55" name="Google Shape;55;p45"/>
          <p:cNvSpPr/>
          <p:nvPr>
            <p:ph idx="2" type="pic"/>
          </p:nvPr>
        </p:nvSpPr>
        <p:spPr>
          <a:xfrm>
            <a:off x="7410450" y="1362075"/>
            <a:ext cx="3019425" cy="4133850"/>
          </a:xfrm>
          <a:prstGeom prst="round2DiagRect">
            <a:avLst>
              <a:gd fmla="val 16667" name="adj1"/>
              <a:gd fmla="val 0" name="adj2"/>
            </a:avLst>
          </a:prstGeom>
          <a:solidFill>
            <a:srgbClr val="CADDFF"/>
          </a:solidFill>
          <a:ln>
            <a:noFill/>
          </a:ln>
        </p:spPr>
      </p:sp>
      <p:sp>
        <p:nvSpPr>
          <p:cNvPr id="56" name="Google Shape;56;p45"/>
          <p:cNvSpPr/>
          <p:nvPr>
            <p:ph idx="3" type="pic"/>
          </p:nvPr>
        </p:nvSpPr>
        <p:spPr>
          <a:xfrm>
            <a:off x="5943600" y="1957388"/>
            <a:ext cx="1785938" cy="3833812"/>
          </a:xfrm>
          <a:prstGeom prst="roundRect">
            <a:avLst>
              <a:gd fmla="val 8747"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57" name="Shape 57"/>
        <p:cNvGrpSpPr/>
        <p:nvPr/>
      </p:nvGrpSpPr>
      <p:grpSpPr>
        <a:xfrm>
          <a:off x="0" y="0"/>
          <a:ext cx="0" cy="0"/>
          <a:chOff x="0" y="0"/>
          <a:chExt cx="0" cy="0"/>
        </a:xfrm>
      </p:grpSpPr>
      <p:sp>
        <p:nvSpPr>
          <p:cNvPr id="58" name="Google Shape;58;p46"/>
          <p:cNvSpPr/>
          <p:nvPr>
            <p:ph idx="2" type="pic"/>
          </p:nvPr>
        </p:nvSpPr>
        <p:spPr>
          <a:xfrm>
            <a:off x="1104900" y="1016342"/>
            <a:ext cx="10063843" cy="2933441"/>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59" name="Shape 59"/>
        <p:cNvGrpSpPr/>
        <p:nvPr/>
      </p:nvGrpSpPr>
      <p:grpSpPr>
        <a:xfrm>
          <a:off x="0" y="0"/>
          <a:ext cx="0" cy="0"/>
          <a:chOff x="0" y="0"/>
          <a:chExt cx="0" cy="0"/>
        </a:xfrm>
      </p:grpSpPr>
      <p:sp>
        <p:nvSpPr>
          <p:cNvPr id="60" name="Google Shape;60;p47"/>
          <p:cNvSpPr/>
          <p:nvPr>
            <p:ph idx="2" type="pic"/>
          </p:nvPr>
        </p:nvSpPr>
        <p:spPr>
          <a:xfrm>
            <a:off x="6886575" y="0"/>
            <a:ext cx="5885996" cy="6858000"/>
          </a:xfrm>
          <a:prstGeom prst="roundRect">
            <a:avLst>
              <a:gd fmla="val 194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61" name="Shape 61"/>
        <p:cNvGrpSpPr/>
        <p:nvPr/>
      </p:nvGrpSpPr>
      <p:grpSpPr>
        <a:xfrm>
          <a:off x="0" y="0"/>
          <a:ext cx="0" cy="0"/>
          <a:chOff x="0" y="0"/>
          <a:chExt cx="0" cy="0"/>
        </a:xfrm>
      </p:grpSpPr>
      <p:sp>
        <p:nvSpPr>
          <p:cNvPr id="62" name="Google Shape;62;p48"/>
          <p:cNvSpPr/>
          <p:nvPr>
            <p:ph idx="2" type="pic"/>
          </p:nvPr>
        </p:nvSpPr>
        <p:spPr>
          <a:xfrm>
            <a:off x="1" y="-200025"/>
            <a:ext cx="12192000" cy="2847975"/>
          </a:xfrm>
          <a:prstGeom prst="roundRect">
            <a:avLst>
              <a:gd fmla="val 5690" name="adj"/>
            </a:avLst>
          </a:prstGeom>
          <a:solidFill>
            <a:srgbClr val="CADDFF"/>
          </a:solidFill>
          <a:ln>
            <a:noFill/>
          </a:ln>
          <a:effectLst>
            <a:outerShdw blurRad="381000" rotWithShape="0" algn="t" dir="5400000" dist="127000">
              <a:srgbClr val="000000">
                <a:alpha val="29019"/>
              </a:srgbClr>
            </a:outerShdw>
          </a:effectLst>
        </p:spPr>
      </p:sp>
      <p:sp>
        <p:nvSpPr>
          <p:cNvPr id="63" name="Google Shape;63;p48"/>
          <p:cNvSpPr txBox="1"/>
          <p:nvPr>
            <p:ph type="title"/>
          </p:nvPr>
        </p:nvSpPr>
        <p:spPr>
          <a:xfrm>
            <a:off x="1119187" y="443105"/>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rgbClr val="FFFFFF"/>
              </a:buClr>
              <a:buSzPts val="3600"/>
              <a:buFont typeface="Poppins"/>
              <a:buNone/>
              <a:defRPr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par>
                                <p:cTn fill="hold" nodeType="withEffect" presetClass="entr" presetID="10" presetSubtype="0">
                                  <p:stCondLst>
                                    <p:cond delay="700"/>
                                  </p:stCondLst>
                                  <p:childTnLst>
                                    <p:set>
                                      <p:cBhvr>
                                        <p:cTn dur="1" fill="hold">
                                          <p:stCondLst>
                                            <p:cond delay="0"/>
                                          </p:stCondLst>
                                        </p:cTn>
                                        <p:tgtEl>
                                          <p:spTgt spid="63"/>
                                        </p:tgtEl>
                                        <p:attrNameLst>
                                          <p:attrName>style.visibility</p:attrName>
                                        </p:attrNameLst>
                                      </p:cBhvr>
                                      <p:to>
                                        <p:strVal val="visible"/>
                                      </p:to>
                                    </p:set>
                                    <p:animEffect filter="fade" transition="in">
                                      <p:cBhvr>
                                        <p:cTn dur="75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64" name="Shape 64"/>
        <p:cNvGrpSpPr/>
        <p:nvPr/>
      </p:nvGrpSpPr>
      <p:grpSpPr>
        <a:xfrm>
          <a:off x="0" y="0"/>
          <a:ext cx="0" cy="0"/>
          <a:chOff x="0" y="0"/>
          <a:chExt cx="0" cy="0"/>
        </a:xfrm>
      </p:grpSpPr>
      <p:sp>
        <p:nvSpPr>
          <p:cNvPr id="65" name="Google Shape;65;p49"/>
          <p:cNvSpPr/>
          <p:nvPr>
            <p:ph idx="2" type="pic"/>
          </p:nvPr>
        </p:nvSpPr>
        <p:spPr>
          <a:xfrm>
            <a:off x="1" y="-200025"/>
            <a:ext cx="12192000" cy="2847975"/>
          </a:xfrm>
          <a:prstGeom prst="roundRect">
            <a:avLst>
              <a:gd fmla="val 5690" name="adj"/>
            </a:avLst>
          </a:prstGeom>
          <a:solidFill>
            <a:srgbClr val="CADDFF"/>
          </a:solidFill>
          <a:ln>
            <a:noFill/>
          </a:ln>
        </p:spPr>
      </p:sp>
      <p:sp>
        <p:nvSpPr>
          <p:cNvPr id="66" name="Google Shape;66;p49"/>
          <p:cNvSpPr/>
          <p:nvPr>
            <p:ph idx="3" type="pic"/>
          </p:nvPr>
        </p:nvSpPr>
        <p:spPr>
          <a:xfrm>
            <a:off x="5421745" y="1673769"/>
            <a:ext cx="1348510" cy="1354638"/>
          </a:xfrm>
          <a:prstGeom prst="ellipse">
            <a:avLst/>
          </a:prstGeom>
          <a:solidFill>
            <a:srgbClr val="CADDFF"/>
          </a:solidFill>
          <a:ln>
            <a:noFill/>
          </a:ln>
        </p:spPr>
      </p:sp>
      <p:sp>
        <p:nvSpPr>
          <p:cNvPr id="67" name="Google Shape;67;p49"/>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500"/>
                                  </p:stCondLst>
                                  <p:childTnLst>
                                    <p:set>
                                      <p:cBhvr>
                                        <p:cTn dur="1" fill="hold">
                                          <p:stCondLst>
                                            <p:cond delay="0"/>
                                          </p:stCondLst>
                                        </p:cTn>
                                        <p:tgtEl>
                                          <p:spTgt spid="66"/>
                                        </p:tgtEl>
                                        <p:attrNameLst>
                                          <p:attrName>style.visibility</p:attrName>
                                        </p:attrNameLst>
                                      </p:cBhvr>
                                      <p:to>
                                        <p:strVal val="visible"/>
                                      </p:to>
                                    </p:set>
                                    <p:animEffect filter="fade" transition="in">
                                      <p:cBhvr>
                                        <p:cTn dur="750"/>
                                        <p:tgtEl>
                                          <p:spTgt spid="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68" name="Shape 68"/>
        <p:cNvGrpSpPr/>
        <p:nvPr/>
      </p:nvGrpSpPr>
      <p:grpSpPr>
        <a:xfrm>
          <a:off x="0" y="0"/>
          <a:ext cx="0" cy="0"/>
          <a:chOff x="0" y="0"/>
          <a:chExt cx="0" cy="0"/>
        </a:xfrm>
      </p:grpSpPr>
      <p:sp>
        <p:nvSpPr>
          <p:cNvPr id="69" name="Google Shape;69;p50"/>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0" name="Google Shape;70;p50"/>
          <p:cNvSpPr/>
          <p:nvPr>
            <p:ph idx="2" type="pic"/>
          </p:nvPr>
        </p:nvSpPr>
        <p:spPr>
          <a:xfrm>
            <a:off x="1860550" y="2101678"/>
            <a:ext cx="774700" cy="778220"/>
          </a:xfrm>
          <a:prstGeom prst="ellipse">
            <a:avLst/>
          </a:prstGeom>
          <a:solidFill>
            <a:srgbClr val="CADDFF"/>
          </a:solidFill>
          <a:ln>
            <a:noFill/>
          </a:ln>
        </p:spPr>
      </p:sp>
      <p:sp>
        <p:nvSpPr>
          <p:cNvPr id="71" name="Google Shape;71;p50"/>
          <p:cNvSpPr/>
          <p:nvPr>
            <p:ph idx="3" type="pic"/>
          </p:nvPr>
        </p:nvSpPr>
        <p:spPr>
          <a:xfrm>
            <a:off x="1860550" y="4544974"/>
            <a:ext cx="774700" cy="778220"/>
          </a:xfrm>
          <a:prstGeom prst="ellipse">
            <a:avLst/>
          </a:prstGeom>
          <a:solidFill>
            <a:srgbClr val="CADDFF"/>
          </a:solidFill>
          <a:ln>
            <a:noFill/>
          </a:ln>
        </p:spPr>
      </p:sp>
      <p:sp>
        <p:nvSpPr>
          <p:cNvPr id="72" name="Google Shape;72;p50"/>
          <p:cNvSpPr/>
          <p:nvPr>
            <p:ph idx="4" type="pic"/>
          </p:nvPr>
        </p:nvSpPr>
        <p:spPr>
          <a:xfrm>
            <a:off x="4441825" y="2101678"/>
            <a:ext cx="774700" cy="778220"/>
          </a:xfrm>
          <a:prstGeom prst="ellipse">
            <a:avLst/>
          </a:prstGeom>
          <a:solidFill>
            <a:srgbClr val="CADDFF"/>
          </a:solidFill>
          <a:ln>
            <a:noFill/>
          </a:ln>
        </p:spPr>
      </p:sp>
      <p:sp>
        <p:nvSpPr>
          <p:cNvPr id="73" name="Google Shape;73;p50"/>
          <p:cNvSpPr/>
          <p:nvPr>
            <p:ph idx="5" type="pic"/>
          </p:nvPr>
        </p:nvSpPr>
        <p:spPr>
          <a:xfrm>
            <a:off x="4441825" y="4544974"/>
            <a:ext cx="774700" cy="778220"/>
          </a:xfrm>
          <a:prstGeom prst="ellipse">
            <a:avLst/>
          </a:prstGeom>
          <a:solidFill>
            <a:srgbClr val="CADDFF"/>
          </a:solidFill>
          <a:ln>
            <a:noFill/>
          </a:ln>
        </p:spPr>
      </p:sp>
      <p:sp>
        <p:nvSpPr>
          <p:cNvPr id="74" name="Google Shape;74;p50"/>
          <p:cNvSpPr/>
          <p:nvPr>
            <p:ph idx="6" type="pic"/>
          </p:nvPr>
        </p:nvSpPr>
        <p:spPr>
          <a:xfrm>
            <a:off x="7013575" y="1928395"/>
            <a:ext cx="774700" cy="778220"/>
          </a:xfrm>
          <a:prstGeom prst="ellipse">
            <a:avLst/>
          </a:prstGeom>
          <a:solidFill>
            <a:srgbClr val="CADDFF"/>
          </a:solidFill>
          <a:ln>
            <a:noFill/>
          </a:ln>
        </p:spPr>
      </p:sp>
      <p:sp>
        <p:nvSpPr>
          <p:cNvPr id="75" name="Google Shape;75;p50"/>
          <p:cNvSpPr/>
          <p:nvPr>
            <p:ph idx="7" type="pic"/>
          </p:nvPr>
        </p:nvSpPr>
        <p:spPr>
          <a:xfrm>
            <a:off x="7013575" y="4544974"/>
            <a:ext cx="774700" cy="778220"/>
          </a:xfrm>
          <a:prstGeom prst="ellipse">
            <a:avLst/>
          </a:prstGeom>
          <a:solidFill>
            <a:srgbClr val="CADDFF"/>
          </a:solidFill>
          <a:ln>
            <a:noFill/>
          </a:ln>
        </p:spPr>
      </p:sp>
      <p:sp>
        <p:nvSpPr>
          <p:cNvPr id="76" name="Google Shape;76;p50"/>
          <p:cNvSpPr/>
          <p:nvPr>
            <p:ph idx="8" type="pic"/>
          </p:nvPr>
        </p:nvSpPr>
        <p:spPr>
          <a:xfrm>
            <a:off x="9556750" y="2101678"/>
            <a:ext cx="774700" cy="778220"/>
          </a:xfrm>
          <a:prstGeom prst="ellipse">
            <a:avLst/>
          </a:prstGeom>
          <a:solidFill>
            <a:srgbClr val="CADDFF"/>
          </a:solidFill>
          <a:ln>
            <a:noFill/>
          </a:ln>
        </p:spPr>
      </p:sp>
      <p:sp>
        <p:nvSpPr>
          <p:cNvPr id="77" name="Google Shape;77;p5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0"/>
          <p:cNvSpPr/>
          <p:nvPr>
            <p:ph idx="9" type="pic"/>
          </p:nvPr>
        </p:nvSpPr>
        <p:spPr>
          <a:xfrm>
            <a:off x="9556750" y="4544974"/>
            <a:ext cx="774700" cy="778220"/>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par>
                                <p:cTn fill="hold" nodeType="withEffect" presetClass="entr" presetID="10" presetSubtype="0">
                                  <p:stCondLst>
                                    <p:cond delay="125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70"/>
                                        </p:tgtEl>
                                        <p:attrNameLst>
                                          <p:attrName>style.visibility</p:attrName>
                                        </p:attrNameLst>
                                      </p:cBhvr>
                                      <p:to>
                                        <p:strVal val="visible"/>
                                      </p:to>
                                    </p:set>
                                    <p:animEffect filter="fade" transition="in">
                                      <p:cBhvr>
                                        <p:cTn dur="750"/>
                                        <p:tgtEl>
                                          <p:spTgt spid="70"/>
                                        </p:tgtEl>
                                      </p:cBhvr>
                                    </p:animEffect>
                                  </p:childTnLst>
                                </p:cTn>
                              </p:par>
                              <p:par>
                                <p:cTn fill="hold" nodeType="withEffect" presetClass="entr" presetID="10" presetSubtype="0">
                                  <p:stCondLst>
                                    <p:cond delay="1250"/>
                                  </p:stCondLst>
                                  <p:childTnLst>
                                    <p:set>
                                      <p:cBhvr>
                                        <p:cTn dur="1" fill="hold">
                                          <p:stCondLst>
                                            <p:cond delay="0"/>
                                          </p:stCondLst>
                                        </p:cTn>
                                        <p:tgtEl>
                                          <p:spTgt spid="72"/>
                                        </p:tgtEl>
                                        <p:attrNameLst>
                                          <p:attrName>style.visibility</p:attrName>
                                        </p:attrNameLst>
                                      </p:cBhvr>
                                      <p:to>
                                        <p:strVal val="visible"/>
                                      </p:to>
                                    </p:set>
                                    <p:animEffect filter="fade" transition="in">
                                      <p:cBhvr>
                                        <p:cTn dur="750"/>
                                        <p:tgtEl>
                                          <p:spTgt spid="72"/>
                                        </p:tgtEl>
                                      </p:cBhvr>
                                    </p:animEffect>
                                  </p:childTnLst>
                                </p:cTn>
                              </p:par>
                              <p:par>
                                <p:cTn fill="hold" nodeType="withEffect" presetClass="entr" presetID="10" presetSubtype="0">
                                  <p:stCondLst>
                                    <p:cond delay="1500"/>
                                  </p:stCondLst>
                                  <p:childTnLst>
                                    <p:set>
                                      <p:cBhvr>
                                        <p:cTn dur="1" fill="hold">
                                          <p:stCondLst>
                                            <p:cond delay="0"/>
                                          </p:stCondLst>
                                        </p:cTn>
                                        <p:tgtEl>
                                          <p:spTgt spid="76"/>
                                        </p:tgtEl>
                                        <p:attrNameLst>
                                          <p:attrName>style.visibility</p:attrName>
                                        </p:attrNameLst>
                                      </p:cBhvr>
                                      <p:to>
                                        <p:strVal val="visible"/>
                                      </p:to>
                                    </p:set>
                                    <p:animEffect filter="fade" transition="in">
                                      <p:cBhvr>
                                        <p:cTn dur="750"/>
                                        <p:tgtEl>
                                          <p:spTgt spid="76"/>
                                        </p:tgtEl>
                                      </p:cBhvr>
                                    </p:animEffect>
                                  </p:childTnLst>
                                </p:cTn>
                              </p:par>
                              <p:par>
                                <p:cTn fill="hold" nodeType="withEffect" presetClass="entr" presetID="10" presetSubtype="0">
                                  <p:stCondLst>
                                    <p:cond delay="1800"/>
                                  </p:stCondLst>
                                  <p:childTnLst>
                                    <p:set>
                                      <p:cBhvr>
                                        <p:cTn dur="1" fill="hold">
                                          <p:stCondLst>
                                            <p:cond delay="0"/>
                                          </p:stCondLst>
                                        </p:cTn>
                                        <p:tgtEl>
                                          <p:spTgt spid="71"/>
                                        </p:tgtEl>
                                        <p:attrNameLst>
                                          <p:attrName>style.visibility</p:attrName>
                                        </p:attrNameLst>
                                      </p:cBhvr>
                                      <p:to>
                                        <p:strVal val="visible"/>
                                      </p:to>
                                    </p:set>
                                    <p:animEffect filter="fade" transition="in">
                                      <p:cBhvr>
                                        <p:cTn dur="750"/>
                                        <p:tgtEl>
                                          <p:spTgt spid="71"/>
                                        </p:tgtEl>
                                      </p:cBhvr>
                                    </p:animEffect>
                                  </p:childTnLst>
                                </p:cTn>
                              </p:par>
                              <p:par>
                                <p:cTn fill="hold" nodeType="withEffect" presetClass="entr" presetID="10" presetSubtype="0">
                                  <p:stCondLst>
                                    <p:cond delay="2000"/>
                                  </p:stCondLst>
                                  <p:childTnLst>
                                    <p:set>
                                      <p:cBhvr>
                                        <p:cTn dur="1" fill="hold">
                                          <p:stCondLst>
                                            <p:cond delay="0"/>
                                          </p:stCondLst>
                                        </p:cTn>
                                        <p:tgtEl>
                                          <p:spTgt spid="73"/>
                                        </p:tgtEl>
                                        <p:attrNameLst>
                                          <p:attrName>style.visibility</p:attrName>
                                        </p:attrNameLst>
                                      </p:cBhvr>
                                      <p:to>
                                        <p:strVal val="visible"/>
                                      </p:to>
                                    </p:set>
                                    <p:animEffect filter="fade" transition="in">
                                      <p:cBhvr>
                                        <p:cTn dur="750"/>
                                        <p:tgtEl>
                                          <p:spTgt spid="73"/>
                                        </p:tgtEl>
                                      </p:cBhvr>
                                    </p:animEffect>
                                  </p:childTnLst>
                                </p:cTn>
                              </p:par>
                              <p:par>
                                <p:cTn fill="hold" nodeType="withEffect" presetClass="entr" presetID="10" presetSubtype="0">
                                  <p:stCondLst>
                                    <p:cond delay="2300"/>
                                  </p:stCondLst>
                                  <p:childTnLst>
                                    <p:set>
                                      <p:cBhvr>
                                        <p:cTn dur="1" fill="hold">
                                          <p:stCondLst>
                                            <p:cond delay="0"/>
                                          </p:stCondLst>
                                        </p:cTn>
                                        <p:tgtEl>
                                          <p:spTgt spid="75"/>
                                        </p:tgtEl>
                                        <p:attrNameLst>
                                          <p:attrName>style.visibility</p:attrName>
                                        </p:attrNameLst>
                                      </p:cBhvr>
                                      <p:to>
                                        <p:strVal val="visible"/>
                                      </p:to>
                                    </p:set>
                                    <p:animEffect filter="fade" transition="in">
                                      <p:cBhvr>
                                        <p:cTn dur="750"/>
                                        <p:tgtEl>
                                          <p:spTgt spid="75"/>
                                        </p:tgtEl>
                                      </p:cBhvr>
                                    </p:animEffect>
                                  </p:childTnLst>
                                </p:cTn>
                              </p:par>
                              <p:par>
                                <p:cTn fill="hold" nodeType="withEffect" presetClass="entr" presetID="10" presetSubtype="0">
                                  <p:stCondLst>
                                    <p:cond delay="2700"/>
                                  </p:stCondLst>
                                  <p:childTnLst>
                                    <p:set>
                                      <p:cBhvr>
                                        <p:cTn dur="1" fill="hold">
                                          <p:stCondLst>
                                            <p:cond delay="0"/>
                                          </p:stCondLst>
                                        </p:cTn>
                                        <p:tgtEl>
                                          <p:spTgt spid="78"/>
                                        </p:tgtEl>
                                        <p:attrNameLst>
                                          <p:attrName>style.visibility</p:attrName>
                                        </p:attrNameLst>
                                      </p:cBhvr>
                                      <p:to>
                                        <p:strVal val="visible"/>
                                      </p:to>
                                    </p:set>
                                    <p:animEffect filter="fade" transition="in">
                                      <p:cBhvr>
                                        <p:cTn dur="75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79" name="Shape 79"/>
        <p:cNvGrpSpPr/>
        <p:nvPr/>
      </p:nvGrpSpPr>
      <p:grpSpPr>
        <a:xfrm>
          <a:off x="0" y="0"/>
          <a:ext cx="0" cy="0"/>
          <a:chOff x="0" y="0"/>
          <a:chExt cx="0" cy="0"/>
        </a:xfrm>
      </p:grpSpPr>
      <p:sp>
        <p:nvSpPr>
          <p:cNvPr id="80" name="Google Shape;80;p51"/>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1" name="Google Shape;81;p51"/>
          <p:cNvSpPr/>
          <p:nvPr>
            <p:ph idx="2" type="pic"/>
          </p:nvPr>
        </p:nvSpPr>
        <p:spPr>
          <a:xfrm>
            <a:off x="1860550" y="2101678"/>
            <a:ext cx="774700" cy="778220"/>
          </a:xfrm>
          <a:prstGeom prst="ellipse">
            <a:avLst/>
          </a:prstGeom>
          <a:solidFill>
            <a:srgbClr val="CADDFF"/>
          </a:solidFill>
          <a:ln>
            <a:noFill/>
          </a:ln>
        </p:spPr>
      </p:sp>
      <p:sp>
        <p:nvSpPr>
          <p:cNvPr id="82" name="Google Shape;82;p51"/>
          <p:cNvSpPr/>
          <p:nvPr>
            <p:ph idx="3" type="pic"/>
          </p:nvPr>
        </p:nvSpPr>
        <p:spPr>
          <a:xfrm>
            <a:off x="1860550" y="4544974"/>
            <a:ext cx="774700" cy="778220"/>
          </a:xfrm>
          <a:prstGeom prst="ellipse">
            <a:avLst/>
          </a:prstGeom>
          <a:solidFill>
            <a:srgbClr val="CADDFF"/>
          </a:solidFill>
          <a:ln>
            <a:noFill/>
          </a:ln>
        </p:spPr>
      </p:sp>
      <p:sp>
        <p:nvSpPr>
          <p:cNvPr id="83" name="Google Shape;83;p51"/>
          <p:cNvSpPr/>
          <p:nvPr>
            <p:ph idx="4" type="pic"/>
          </p:nvPr>
        </p:nvSpPr>
        <p:spPr>
          <a:xfrm>
            <a:off x="4441825" y="2101678"/>
            <a:ext cx="774700" cy="778220"/>
          </a:xfrm>
          <a:prstGeom prst="ellipse">
            <a:avLst/>
          </a:prstGeom>
          <a:solidFill>
            <a:srgbClr val="CADDFF"/>
          </a:solidFill>
          <a:ln>
            <a:noFill/>
          </a:ln>
        </p:spPr>
      </p:sp>
      <p:sp>
        <p:nvSpPr>
          <p:cNvPr id="84" name="Google Shape;84;p51"/>
          <p:cNvSpPr/>
          <p:nvPr>
            <p:ph idx="5" type="pic"/>
          </p:nvPr>
        </p:nvSpPr>
        <p:spPr>
          <a:xfrm>
            <a:off x="4441825" y="4544974"/>
            <a:ext cx="774700" cy="778220"/>
          </a:xfrm>
          <a:prstGeom prst="ellipse">
            <a:avLst/>
          </a:prstGeom>
          <a:solidFill>
            <a:srgbClr val="CADDFF"/>
          </a:solidFill>
          <a:ln>
            <a:noFill/>
          </a:ln>
        </p:spPr>
      </p:sp>
      <p:sp>
        <p:nvSpPr>
          <p:cNvPr id="85" name="Google Shape;85;p51"/>
          <p:cNvSpPr/>
          <p:nvPr>
            <p:ph idx="6" type="pic"/>
          </p:nvPr>
        </p:nvSpPr>
        <p:spPr>
          <a:xfrm>
            <a:off x="7013575" y="2101678"/>
            <a:ext cx="774700" cy="778220"/>
          </a:xfrm>
          <a:prstGeom prst="ellipse">
            <a:avLst/>
          </a:prstGeom>
          <a:solidFill>
            <a:srgbClr val="CADDFF"/>
          </a:solidFill>
          <a:ln>
            <a:noFill/>
          </a:ln>
        </p:spPr>
      </p:sp>
      <p:sp>
        <p:nvSpPr>
          <p:cNvPr id="86" name="Google Shape;86;p51"/>
          <p:cNvSpPr/>
          <p:nvPr>
            <p:ph idx="7" type="pic"/>
          </p:nvPr>
        </p:nvSpPr>
        <p:spPr>
          <a:xfrm>
            <a:off x="6775450" y="4544974"/>
            <a:ext cx="774700" cy="778220"/>
          </a:xfrm>
          <a:prstGeom prst="ellipse">
            <a:avLst/>
          </a:prstGeom>
          <a:solidFill>
            <a:srgbClr val="CADDFF"/>
          </a:solidFill>
          <a:ln>
            <a:noFill/>
          </a:ln>
        </p:spPr>
      </p:sp>
      <p:sp>
        <p:nvSpPr>
          <p:cNvPr id="87" name="Google Shape;87;p51"/>
          <p:cNvSpPr/>
          <p:nvPr>
            <p:ph idx="8" type="pic"/>
          </p:nvPr>
        </p:nvSpPr>
        <p:spPr>
          <a:xfrm>
            <a:off x="9556750" y="2101678"/>
            <a:ext cx="774700" cy="778220"/>
          </a:xfrm>
          <a:prstGeom prst="ellipse">
            <a:avLst/>
          </a:prstGeom>
          <a:solidFill>
            <a:srgbClr val="CADDFF"/>
          </a:solidFill>
          <a:ln>
            <a:noFill/>
          </a:ln>
        </p:spPr>
      </p:sp>
      <p:sp>
        <p:nvSpPr>
          <p:cNvPr id="88" name="Google Shape;88;p5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1"/>
                                        </p:tgtEl>
                                        <p:attrNameLst>
                                          <p:attrName>style.visibility</p:attrName>
                                        </p:attrNameLst>
                                      </p:cBhvr>
                                      <p:to>
                                        <p:strVal val="visible"/>
                                      </p:to>
                                    </p:set>
                                    <p:animEffect filter="fade" transition="in">
                                      <p:cBhvr>
                                        <p:cTn dur="750"/>
                                        <p:tgtEl>
                                          <p:spTgt spid="81"/>
                                        </p:tgtEl>
                                      </p:cBhvr>
                                    </p:animEffect>
                                  </p:childTnLst>
                                </p:cTn>
                              </p:par>
                              <p:par>
                                <p:cTn fill="hold" nodeType="withEffect" presetClass="entr" presetID="10" presetSubtype="0">
                                  <p:stCondLst>
                                    <p:cond delay="1300"/>
                                  </p:stCondLst>
                                  <p:childTnLst>
                                    <p:set>
                                      <p:cBhvr>
                                        <p:cTn dur="1" fill="hold">
                                          <p:stCondLst>
                                            <p:cond delay="0"/>
                                          </p:stCondLst>
                                        </p:cTn>
                                        <p:tgtEl>
                                          <p:spTgt spid="83"/>
                                        </p:tgtEl>
                                        <p:attrNameLst>
                                          <p:attrName>style.visibility</p:attrName>
                                        </p:attrNameLst>
                                      </p:cBhvr>
                                      <p:to>
                                        <p:strVal val="visible"/>
                                      </p:to>
                                    </p:set>
                                    <p:animEffect filter="fade" transition="in">
                                      <p:cBhvr>
                                        <p:cTn dur="750"/>
                                        <p:tgtEl>
                                          <p:spTgt spid="83"/>
                                        </p:tgtEl>
                                      </p:cBhvr>
                                    </p:animEffect>
                                  </p:childTnLst>
                                </p:cTn>
                              </p:par>
                              <p:par>
                                <p:cTn fill="hold" nodeType="withEffect" presetClass="entr" presetID="10" presetSubtype="0">
                                  <p:stCondLst>
                                    <p:cond delay="1600"/>
                                  </p:stCondLst>
                                  <p:childTnLst>
                                    <p:set>
                                      <p:cBhvr>
                                        <p:cTn dur="1" fill="hold">
                                          <p:stCondLst>
                                            <p:cond delay="0"/>
                                          </p:stCondLst>
                                        </p:cTn>
                                        <p:tgtEl>
                                          <p:spTgt spid="85"/>
                                        </p:tgtEl>
                                        <p:attrNameLst>
                                          <p:attrName>style.visibility</p:attrName>
                                        </p:attrNameLst>
                                      </p:cBhvr>
                                      <p:to>
                                        <p:strVal val="visible"/>
                                      </p:to>
                                    </p:set>
                                    <p:animEffect filter="fade" transition="in">
                                      <p:cBhvr>
                                        <p:cTn dur="750"/>
                                        <p:tgtEl>
                                          <p:spTgt spid="85"/>
                                        </p:tgtEl>
                                      </p:cBhvr>
                                    </p:animEffect>
                                  </p:childTnLst>
                                </p:cTn>
                              </p:par>
                              <p:par>
                                <p:cTn fill="hold" nodeType="withEffect" presetClass="entr" presetID="10" presetSubtype="0">
                                  <p:stCondLst>
                                    <p:cond delay="1900"/>
                                  </p:stCondLst>
                                  <p:childTnLst>
                                    <p:set>
                                      <p:cBhvr>
                                        <p:cTn dur="1" fill="hold">
                                          <p:stCondLst>
                                            <p:cond delay="0"/>
                                          </p:stCondLst>
                                        </p:cTn>
                                        <p:tgtEl>
                                          <p:spTgt spid="87"/>
                                        </p:tgtEl>
                                        <p:attrNameLst>
                                          <p:attrName>style.visibility</p:attrName>
                                        </p:attrNameLst>
                                      </p:cBhvr>
                                      <p:to>
                                        <p:strVal val="visible"/>
                                      </p:to>
                                    </p:set>
                                    <p:animEffect filter="fade" transition="in">
                                      <p:cBhvr>
                                        <p:cTn dur="750"/>
                                        <p:tgtEl>
                                          <p:spTgt spid="87"/>
                                        </p:tgtEl>
                                      </p:cBhvr>
                                    </p:animEffect>
                                  </p:childTnLst>
                                </p:cTn>
                              </p:par>
                              <p:par>
                                <p:cTn fill="hold" nodeType="withEffect" presetClass="entr" presetID="10" presetSubtype="0">
                                  <p:stCondLst>
                                    <p:cond delay="2200"/>
                                  </p:stCondLst>
                                  <p:childTnLst>
                                    <p:set>
                                      <p:cBhvr>
                                        <p:cTn dur="1" fill="hold">
                                          <p:stCondLst>
                                            <p:cond delay="0"/>
                                          </p:stCondLst>
                                        </p:cTn>
                                        <p:tgtEl>
                                          <p:spTgt spid="82"/>
                                        </p:tgtEl>
                                        <p:attrNameLst>
                                          <p:attrName>style.visibility</p:attrName>
                                        </p:attrNameLst>
                                      </p:cBhvr>
                                      <p:to>
                                        <p:strVal val="visible"/>
                                      </p:to>
                                    </p:set>
                                    <p:animEffect filter="fade" transition="in">
                                      <p:cBhvr>
                                        <p:cTn dur="750"/>
                                        <p:tgtEl>
                                          <p:spTgt spid="82"/>
                                        </p:tgtEl>
                                      </p:cBhvr>
                                    </p:animEffect>
                                  </p:childTnLst>
                                </p:cTn>
                              </p:par>
                              <p:par>
                                <p:cTn fill="hold" nodeType="withEffect" presetClass="entr" presetID="10" presetSubtype="0">
                                  <p:stCondLst>
                                    <p:cond delay="2500"/>
                                  </p:stCondLst>
                                  <p:childTnLst>
                                    <p:set>
                                      <p:cBhvr>
                                        <p:cTn dur="1" fill="hold">
                                          <p:stCondLst>
                                            <p:cond delay="0"/>
                                          </p:stCondLst>
                                        </p:cTn>
                                        <p:tgtEl>
                                          <p:spTgt spid="84"/>
                                        </p:tgtEl>
                                        <p:attrNameLst>
                                          <p:attrName>style.visibility</p:attrName>
                                        </p:attrNameLst>
                                      </p:cBhvr>
                                      <p:to>
                                        <p:strVal val="visible"/>
                                      </p:to>
                                    </p:set>
                                    <p:animEffect filter="fade" transition="in">
                                      <p:cBhvr>
                                        <p:cTn dur="750"/>
                                        <p:tgtEl>
                                          <p:spTgt spid="84"/>
                                        </p:tgtEl>
                                      </p:cBhvr>
                                    </p:animEffect>
                                  </p:childTnLst>
                                </p:cTn>
                              </p:par>
                              <p:par>
                                <p:cTn fill="hold" nodeType="withEffect" presetClass="entr" presetID="10" presetSubtype="0">
                                  <p:stCondLst>
                                    <p:cond delay="2900"/>
                                  </p:stCondLst>
                                  <p:childTnLst>
                                    <p:set>
                                      <p:cBhvr>
                                        <p:cTn dur="1" fill="hold">
                                          <p:stCondLst>
                                            <p:cond delay="0"/>
                                          </p:stCondLst>
                                        </p:cTn>
                                        <p:tgtEl>
                                          <p:spTgt spid="86"/>
                                        </p:tgtEl>
                                        <p:attrNameLst>
                                          <p:attrName>style.visibility</p:attrName>
                                        </p:attrNameLst>
                                      </p:cBhvr>
                                      <p:to>
                                        <p:strVal val="visible"/>
                                      </p:to>
                                    </p:set>
                                    <p:animEffect filter="fade" transition="in">
                                      <p:cBhvr>
                                        <p:cTn dur="750"/>
                                        <p:tgtEl>
                                          <p:spTgt spid="86"/>
                                        </p:tgtEl>
                                      </p:cBhvr>
                                    </p:animEffect>
                                  </p:childTnLst>
                                </p:cTn>
                              </p:par>
                              <p:par>
                                <p:cTn fill="hold" nodeType="withEffect" presetClass="entr" presetID="10" presetSubtype="0">
                                  <p:stCondLst>
                                    <p:cond delay="50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89" name="Shape 89"/>
        <p:cNvGrpSpPr/>
        <p:nvPr/>
      </p:nvGrpSpPr>
      <p:grpSpPr>
        <a:xfrm>
          <a:off x="0" y="0"/>
          <a:ext cx="0" cy="0"/>
          <a:chOff x="0" y="0"/>
          <a:chExt cx="0" cy="0"/>
        </a:xfrm>
      </p:grpSpPr>
      <p:sp>
        <p:nvSpPr>
          <p:cNvPr id="90" name="Google Shape;90;p5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2"/>
          <p:cNvSpPr/>
          <p:nvPr>
            <p:ph idx="2" type="pic"/>
          </p:nvPr>
        </p:nvSpPr>
        <p:spPr>
          <a:xfrm>
            <a:off x="1104901" y="1787524"/>
            <a:ext cx="1752600" cy="2178051"/>
          </a:xfrm>
          <a:prstGeom prst="roundRect">
            <a:avLst>
              <a:gd fmla="val 9122" name="adj"/>
            </a:avLst>
          </a:prstGeom>
          <a:solidFill>
            <a:srgbClr val="CADDFF"/>
          </a:solidFill>
          <a:ln>
            <a:noFill/>
          </a:ln>
        </p:spPr>
      </p:sp>
      <p:sp>
        <p:nvSpPr>
          <p:cNvPr id="92" name="Google Shape;92;p52"/>
          <p:cNvSpPr/>
          <p:nvPr>
            <p:ph idx="3" type="pic"/>
          </p:nvPr>
        </p:nvSpPr>
        <p:spPr>
          <a:xfrm>
            <a:off x="1104901" y="4152899"/>
            <a:ext cx="1752600" cy="2178051"/>
          </a:xfrm>
          <a:prstGeom prst="roundRect">
            <a:avLst>
              <a:gd fmla="val 9122" name="adj"/>
            </a:avLst>
          </a:prstGeom>
          <a:solidFill>
            <a:srgbClr val="CADDFF"/>
          </a:solidFill>
          <a:ln>
            <a:noFill/>
          </a:ln>
        </p:spPr>
      </p:sp>
      <p:sp>
        <p:nvSpPr>
          <p:cNvPr id="93" name="Google Shape;93;p52"/>
          <p:cNvSpPr/>
          <p:nvPr>
            <p:ph idx="4" type="pic"/>
          </p:nvPr>
        </p:nvSpPr>
        <p:spPr>
          <a:xfrm>
            <a:off x="3095626" y="1787524"/>
            <a:ext cx="1752600" cy="2178051"/>
          </a:xfrm>
          <a:prstGeom prst="roundRect">
            <a:avLst>
              <a:gd fmla="val 9122" name="adj"/>
            </a:avLst>
          </a:prstGeom>
          <a:solidFill>
            <a:srgbClr val="CADDFF"/>
          </a:solidFill>
          <a:ln>
            <a:noFill/>
          </a:ln>
        </p:spPr>
      </p:sp>
      <p:sp>
        <p:nvSpPr>
          <p:cNvPr id="94" name="Google Shape;94;p52"/>
          <p:cNvSpPr/>
          <p:nvPr>
            <p:ph idx="5" type="pic"/>
          </p:nvPr>
        </p:nvSpPr>
        <p:spPr>
          <a:xfrm>
            <a:off x="3095626" y="4152899"/>
            <a:ext cx="1752600" cy="2178051"/>
          </a:xfrm>
          <a:prstGeom prst="roundRect">
            <a:avLst>
              <a:gd fmla="val 9122" name="adj"/>
            </a:avLst>
          </a:prstGeom>
          <a:solidFill>
            <a:srgbClr val="CADDFF"/>
          </a:solidFill>
          <a:ln>
            <a:noFill/>
          </a:ln>
        </p:spPr>
      </p:sp>
      <p:sp>
        <p:nvSpPr>
          <p:cNvPr id="95" name="Google Shape;95;p52"/>
          <p:cNvSpPr/>
          <p:nvPr>
            <p:ph idx="6" type="pic"/>
          </p:nvPr>
        </p:nvSpPr>
        <p:spPr>
          <a:xfrm>
            <a:off x="5086351" y="1787524"/>
            <a:ext cx="1752600" cy="2178051"/>
          </a:xfrm>
          <a:prstGeom prst="roundRect">
            <a:avLst>
              <a:gd fmla="val 9122" name="adj"/>
            </a:avLst>
          </a:prstGeom>
          <a:solidFill>
            <a:srgbClr val="CADDFF"/>
          </a:solidFill>
          <a:ln>
            <a:noFill/>
          </a:ln>
        </p:spPr>
      </p:sp>
      <p:sp>
        <p:nvSpPr>
          <p:cNvPr id="96" name="Google Shape;96;p52"/>
          <p:cNvSpPr/>
          <p:nvPr>
            <p:ph idx="7" type="pic"/>
          </p:nvPr>
        </p:nvSpPr>
        <p:spPr>
          <a:xfrm>
            <a:off x="5086351" y="4152899"/>
            <a:ext cx="1752600" cy="2178051"/>
          </a:xfrm>
          <a:prstGeom prst="roundRect">
            <a:avLst>
              <a:gd fmla="val 9122" name="adj"/>
            </a:avLst>
          </a:prstGeom>
          <a:solidFill>
            <a:srgbClr val="CADDFF"/>
          </a:solidFill>
          <a:ln>
            <a:noFill/>
          </a:ln>
        </p:spPr>
      </p:sp>
      <p:sp>
        <p:nvSpPr>
          <p:cNvPr id="97" name="Google Shape;97;p52"/>
          <p:cNvSpPr/>
          <p:nvPr>
            <p:ph idx="8" type="pic"/>
          </p:nvPr>
        </p:nvSpPr>
        <p:spPr>
          <a:xfrm>
            <a:off x="7077076" y="1787524"/>
            <a:ext cx="1752600" cy="2178051"/>
          </a:xfrm>
          <a:prstGeom prst="roundRect">
            <a:avLst>
              <a:gd fmla="val 9122" name="adj"/>
            </a:avLst>
          </a:prstGeom>
          <a:solidFill>
            <a:srgbClr val="CADDFF"/>
          </a:solidFill>
          <a:ln>
            <a:noFill/>
          </a:ln>
        </p:spPr>
      </p:sp>
      <p:sp>
        <p:nvSpPr>
          <p:cNvPr id="98" name="Google Shape;98;p52"/>
          <p:cNvSpPr/>
          <p:nvPr>
            <p:ph idx="9" type="pic"/>
          </p:nvPr>
        </p:nvSpPr>
        <p:spPr>
          <a:xfrm>
            <a:off x="7077076" y="4152899"/>
            <a:ext cx="1752600" cy="2178051"/>
          </a:xfrm>
          <a:prstGeom prst="roundRect">
            <a:avLst>
              <a:gd fmla="val 9122" name="adj"/>
            </a:avLst>
          </a:prstGeom>
          <a:solidFill>
            <a:srgbClr val="CADDFF"/>
          </a:solidFill>
          <a:ln>
            <a:noFill/>
          </a:ln>
        </p:spPr>
      </p:sp>
      <p:sp>
        <p:nvSpPr>
          <p:cNvPr id="99" name="Google Shape;99;p52"/>
          <p:cNvSpPr/>
          <p:nvPr>
            <p:ph idx="13" type="pic"/>
          </p:nvPr>
        </p:nvSpPr>
        <p:spPr>
          <a:xfrm>
            <a:off x="9067801" y="1787524"/>
            <a:ext cx="1752600" cy="2178051"/>
          </a:xfrm>
          <a:prstGeom prst="roundRect">
            <a:avLst>
              <a:gd fmla="val 9122" name="adj"/>
            </a:avLst>
          </a:prstGeom>
          <a:solidFill>
            <a:srgbClr val="CADDFF"/>
          </a:solidFill>
          <a:ln>
            <a:noFill/>
          </a:ln>
        </p:spPr>
      </p:sp>
      <p:sp>
        <p:nvSpPr>
          <p:cNvPr id="100" name="Google Shape;100;p52"/>
          <p:cNvSpPr/>
          <p:nvPr>
            <p:ph idx="14" type="pic"/>
          </p:nvPr>
        </p:nvSpPr>
        <p:spPr>
          <a:xfrm>
            <a:off x="9067801" y="4152899"/>
            <a:ext cx="1752600"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750"/>
                                        <p:tgtEl>
                                          <p:spTgt spid="91"/>
                                        </p:tgtEl>
                                      </p:cBhvr>
                                    </p:animEffect>
                                  </p:childTnLst>
                                </p:cTn>
                              </p:par>
                              <p:par>
                                <p:cTn fill="hold" nodeType="withEffect" presetClass="entr" presetID="10" presetSubtype="0">
                                  <p:stCondLst>
                                    <p:cond delay="250"/>
                                  </p:stCondLst>
                                  <p:childTnLst>
                                    <p:set>
                                      <p:cBhvr>
                                        <p:cTn dur="1" fill="hold">
                                          <p:stCondLst>
                                            <p:cond delay="0"/>
                                          </p:stCondLst>
                                        </p:cTn>
                                        <p:tgtEl>
                                          <p:spTgt spid="93"/>
                                        </p:tgtEl>
                                        <p:attrNameLst>
                                          <p:attrName>style.visibility</p:attrName>
                                        </p:attrNameLst>
                                      </p:cBhvr>
                                      <p:to>
                                        <p:strVal val="visible"/>
                                      </p:to>
                                    </p:set>
                                    <p:animEffect filter="fade" transition="in">
                                      <p:cBhvr>
                                        <p:cTn dur="750"/>
                                        <p:tgtEl>
                                          <p:spTgt spid="93"/>
                                        </p:tgtEl>
                                      </p:cBhvr>
                                    </p:animEffect>
                                  </p:childTnLst>
                                </p:cTn>
                              </p:par>
                              <p:par>
                                <p:cTn fill="hold" nodeType="withEffect" presetClass="entr" presetID="10" presetSubtype="0">
                                  <p:stCondLst>
                                    <p:cond delay="500"/>
                                  </p:stCondLst>
                                  <p:childTnLst>
                                    <p:set>
                                      <p:cBhvr>
                                        <p:cTn dur="1" fill="hold">
                                          <p:stCondLst>
                                            <p:cond delay="0"/>
                                          </p:stCondLst>
                                        </p:cTn>
                                        <p:tgtEl>
                                          <p:spTgt spid="95"/>
                                        </p:tgtEl>
                                        <p:attrNameLst>
                                          <p:attrName>style.visibility</p:attrName>
                                        </p:attrNameLst>
                                      </p:cBhvr>
                                      <p:to>
                                        <p:strVal val="visible"/>
                                      </p:to>
                                    </p:set>
                                    <p:animEffect filter="fade" transition="in">
                                      <p:cBhvr>
                                        <p:cTn dur="750"/>
                                        <p:tgtEl>
                                          <p:spTgt spid="95"/>
                                        </p:tgtEl>
                                      </p:cBhvr>
                                    </p:animEffect>
                                  </p:childTnLst>
                                </p:cTn>
                              </p:par>
                              <p:par>
                                <p:cTn fill="hold" nodeType="withEffect" presetClass="entr" presetID="10" presetSubtype="0">
                                  <p:stCondLst>
                                    <p:cond delay="750"/>
                                  </p:stCondLst>
                                  <p:childTnLst>
                                    <p:set>
                                      <p:cBhvr>
                                        <p:cTn dur="1" fill="hold">
                                          <p:stCondLst>
                                            <p:cond delay="0"/>
                                          </p:stCondLst>
                                        </p:cTn>
                                        <p:tgtEl>
                                          <p:spTgt spid="97"/>
                                        </p:tgtEl>
                                        <p:attrNameLst>
                                          <p:attrName>style.visibility</p:attrName>
                                        </p:attrNameLst>
                                      </p:cBhvr>
                                      <p:to>
                                        <p:strVal val="visible"/>
                                      </p:to>
                                    </p:set>
                                    <p:animEffect filter="fade" transition="in">
                                      <p:cBhvr>
                                        <p:cTn dur="750"/>
                                        <p:tgtEl>
                                          <p:spTgt spid="97"/>
                                        </p:tgtEl>
                                      </p:cBhvr>
                                    </p:animEffect>
                                  </p:childTnLst>
                                </p:cTn>
                              </p:par>
                              <p:par>
                                <p:cTn fill="hold" nodeType="withEffect" presetClass="entr" presetID="10" presetSubtype="0">
                                  <p:stCondLst>
                                    <p:cond delay="1000"/>
                                  </p:stCondLst>
                                  <p:childTnLst>
                                    <p:set>
                                      <p:cBhvr>
                                        <p:cTn dur="1" fill="hold">
                                          <p:stCondLst>
                                            <p:cond delay="0"/>
                                          </p:stCondLst>
                                        </p:cTn>
                                        <p:tgtEl>
                                          <p:spTgt spid="99"/>
                                        </p:tgtEl>
                                        <p:attrNameLst>
                                          <p:attrName>style.visibility</p:attrName>
                                        </p:attrNameLst>
                                      </p:cBhvr>
                                      <p:to>
                                        <p:strVal val="visible"/>
                                      </p:to>
                                    </p:set>
                                    <p:animEffect filter="fade" transition="in">
                                      <p:cBhvr>
                                        <p:cTn dur="750"/>
                                        <p:tgtEl>
                                          <p:spTgt spid="99"/>
                                        </p:tgtEl>
                                      </p:cBhvr>
                                    </p:animEffect>
                                  </p:childTnLst>
                                </p:cTn>
                              </p:par>
                              <p:par>
                                <p:cTn fill="hold" nodeType="withEffect" presetClass="entr" presetID="10" presetSubtype="0">
                                  <p:stCondLst>
                                    <p:cond delay="1250"/>
                                  </p:stCondLst>
                                  <p:childTnLst>
                                    <p:set>
                                      <p:cBhvr>
                                        <p:cTn dur="1" fill="hold">
                                          <p:stCondLst>
                                            <p:cond delay="0"/>
                                          </p:stCondLst>
                                        </p:cTn>
                                        <p:tgtEl>
                                          <p:spTgt spid="92"/>
                                        </p:tgtEl>
                                        <p:attrNameLst>
                                          <p:attrName>style.visibility</p:attrName>
                                        </p:attrNameLst>
                                      </p:cBhvr>
                                      <p:to>
                                        <p:strVal val="visible"/>
                                      </p:to>
                                    </p:set>
                                    <p:animEffect filter="fade" transition="in">
                                      <p:cBhvr>
                                        <p:cTn dur="750"/>
                                        <p:tgtEl>
                                          <p:spTgt spid="92"/>
                                        </p:tgtEl>
                                      </p:cBhvr>
                                    </p:animEffect>
                                  </p:childTnLst>
                                </p:cTn>
                              </p:par>
                              <p:par>
                                <p:cTn fill="hold" nodeType="withEffect" presetClass="entr" presetID="10" presetSubtype="0">
                                  <p:stCondLst>
                                    <p:cond delay="1500"/>
                                  </p:stCondLst>
                                  <p:childTnLst>
                                    <p:set>
                                      <p:cBhvr>
                                        <p:cTn dur="1" fill="hold">
                                          <p:stCondLst>
                                            <p:cond delay="0"/>
                                          </p:stCondLst>
                                        </p:cTn>
                                        <p:tgtEl>
                                          <p:spTgt spid="94"/>
                                        </p:tgtEl>
                                        <p:attrNameLst>
                                          <p:attrName>style.visibility</p:attrName>
                                        </p:attrNameLst>
                                      </p:cBhvr>
                                      <p:to>
                                        <p:strVal val="visible"/>
                                      </p:to>
                                    </p:set>
                                    <p:animEffect filter="fade" transition="in">
                                      <p:cBhvr>
                                        <p:cTn dur="750"/>
                                        <p:tgtEl>
                                          <p:spTgt spid="94"/>
                                        </p:tgtEl>
                                      </p:cBhvr>
                                    </p:animEffect>
                                  </p:childTnLst>
                                </p:cTn>
                              </p:par>
                              <p:par>
                                <p:cTn fill="hold" nodeType="withEffect" presetClass="entr" presetID="10" presetSubtype="0">
                                  <p:stCondLst>
                                    <p:cond delay="1750"/>
                                  </p:stCondLst>
                                  <p:childTnLst>
                                    <p:set>
                                      <p:cBhvr>
                                        <p:cTn dur="1" fill="hold">
                                          <p:stCondLst>
                                            <p:cond delay="0"/>
                                          </p:stCondLst>
                                        </p:cTn>
                                        <p:tgtEl>
                                          <p:spTgt spid="96"/>
                                        </p:tgtEl>
                                        <p:attrNameLst>
                                          <p:attrName>style.visibility</p:attrName>
                                        </p:attrNameLst>
                                      </p:cBhvr>
                                      <p:to>
                                        <p:strVal val="visible"/>
                                      </p:to>
                                    </p:set>
                                    <p:animEffect filter="fade" transition="in">
                                      <p:cBhvr>
                                        <p:cTn dur="750"/>
                                        <p:tgtEl>
                                          <p:spTgt spid="96"/>
                                        </p:tgtEl>
                                      </p:cBhvr>
                                    </p:animEffect>
                                  </p:childTnLst>
                                </p:cTn>
                              </p:par>
                              <p:par>
                                <p:cTn fill="hold" nodeType="withEffect" presetClass="entr" presetID="10" presetSubtype="0">
                                  <p:stCondLst>
                                    <p:cond delay="2000"/>
                                  </p:stCondLst>
                                  <p:childTnLst>
                                    <p:set>
                                      <p:cBhvr>
                                        <p:cTn dur="1" fill="hold">
                                          <p:stCondLst>
                                            <p:cond delay="0"/>
                                          </p:stCondLst>
                                        </p:cTn>
                                        <p:tgtEl>
                                          <p:spTgt spid="98"/>
                                        </p:tgtEl>
                                        <p:attrNameLst>
                                          <p:attrName>style.visibility</p:attrName>
                                        </p:attrNameLst>
                                      </p:cBhvr>
                                      <p:to>
                                        <p:strVal val="visible"/>
                                      </p:to>
                                    </p:set>
                                    <p:animEffect filter="fade" transition="in">
                                      <p:cBhvr>
                                        <p:cTn dur="750"/>
                                        <p:tgtEl>
                                          <p:spTgt spid="98"/>
                                        </p:tgtEl>
                                      </p:cBhvr>
                                    </p:animEffect>
                                  </p:childTnLst>
                                </p:cTn>
                              </p:par>
                              <p:par>
                                <p:cTn fill="hold" nodeType="withEffect" presetClass="entr" presetID="10" presetSubtype="0">
                                  <p:stCondLst>
                                    <p:cond delay="2250"/>
                                  </p:stCondLst>
                                  <p:childTnLst>
                                    <p:set>
                                      <p:cBhvr>
                                        <p:cTn dur="1" fill="hold">
                                          <p:stCondLst>
                                            <p:cond delay="0"/>
                                          </p:stCondLst>
                                        </p:cTn>
                                        <p:tgtEl>
                                          <p:spTgt spid="100"/>
                                        </p:tgtEl>
                                        <p:attrNameLst>
                                          <p:attrName>style.visibility</p:attrName>
                                        </p:attrNameLst>
                                      </p:cBhvr>
                                      <p:to>
                                        <p:strVal val="visible"/>
                                      </p:to>
                                    </p:set>
                                    <p:animEffect filter="fade" transition="in">
                                      <p:cBhvr>
                                        <p:cTn dur="75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01" name="Shape 101"/>
        <p:cNvGrpSpPr/>
        <p:nvPr/>
      </p:nvGrpSpPr>
      <p:grpSpPr>
        <a:xfrm>
          <a:off x="0" y="0"/>
          <a:ext cx="0" cy="0"/>
          <a:chOff x="0" y="0"/>
          <a:chExt cx="0" cy="0"/>
        </a:xfrm>
      </p:grpSpPr>
      <p:sp>
        <p:nvSpPr>
          <p:cNvPr id="102" name="Google Shape;102;p5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3"/>
          <p:cNvSpPr/>
          <p:nvPr>
            <p:ph idx="2" type="pic"/>
          </p:nvPr>
        </p:nvSpPr>
        <p:spPr>
          <a:xfrm>
            <a:off x="1104900" y="1787524"/>
            <a:ext cx="2019299" cy="2178051"/>
          </a:xfrm>
          <a:prstGeom prst="roundRect">
            <a:avLst>
              <a:gd fmla="val 9122" name="adj"/>
            </a:avLst>
          </a:prstGeom>
          <a:solidFill>
            <a:srgbClr val="CADDFF"/>
          </a:solidFill>
          <a:ln>
            <a:noFill/>
          </a:ln>
        </p:spPr>
      </p:sp>
      <p:sp>
        <p:nvSpPr>
          <p:cNvPr id="104" name="Google Shape;104;p53"/>
          <p:cNvSpPr/>
          <p:nvPr>
            <p:ph idx="3" type="pic"/>
          </p:nvPr>
        </p:nvSpPr>
        <p:spPr>
          <a:xfrm>
            <a:off x="1104900" y="4152899"/>
            <a:ext cx="2019299" cy="2178051"/>
          </a:xfrm>
          <a:prstGeom prst="roundRect">
            <a:avLst>
              <a:gd fmla="val 9122" name="adj"/>
            </a:avLst>
          </a:prstGeom>
          <a:solidFill>
            <a:srgbClr val="CADDFF"/>
          </a:solidFill>
          <a:ln>
            <a:noFill/>
          </a:ln>
        </p:spPr>
      </p:sp>
      <p:sp>
        <p:nvSpPr>
          <p:cNvPr id="105" name="Google Shape;105;p53"/>
          <p:cNvSpPr/>
          <p:nvPr>
            <p:ph idx="4" type="pic"/>
          </p:nvPr>
        </p:nvSpPr>
        <p:spPr>
          <a:xfrm>
            <a:off x="3371850" y="1787524"/>
            <a:ext cx="2019299" cy="2178051"/>
          </a:xfrm>
          <a:prstGeom prst="roundRect">
            <a:avLst>
              <a:gd fmla="val 9122" name="adj"/>
            </a:avLst>
          </a:prstGeom>
          <a:solidFill>
            <a:srgbClr val="CADDFF"/>
          </a:solidFill>
          <a:ln>
            <a:noFill/>
          </a:ln>
        </p:spPr>
      </p:sp>
      <p:sp>
        <p:nvSpPr>
          <p:cNvPr id="106" name="Google Shape;106;p53"/>
          <p:cNvSpPr/>
          <p:nvPr>
            <p:ph idx="5" type="pic"/>
          </p:nvPr>
        </p:nvSpPr>
        <p:spPr>
          <a:xfrm>
            <a:off x="3371850" y="4152899"/>
            <a:ext cx="2019299" cy="2178051"/>
          </a:xfrm>
          <a:prstGeom prst="roundRect">
            <a:avLst>
              <a:gd fmla="val 9122" name="adj"/>
            </a:avLst>
          </a:prstGeom>
          <a:solidFill>
            <a:srgbClr val="CADDFF"/>
          </a:solidFill>
          <a:ln>
            <a:noFill/>
          </a:ln>
        </p:spPr>
      </p:sp>
      <p:sp>
        <p:nvSpPr>
          <p:cNvPr id="107" name="Google Shape;107;p53"/>
          <p:cNvSpPr/>
          <p:nvPr>
            <p:ph idx="6" type="pic"/>
          </p:nvPr>
        </p:nvSpPr>
        <p:spPr>
          <a:xfrm>
            <a:off x="5638800" y="1787524"/>
            <a:ext cx="3124200" cy="4543426"/>
          </a:xfrm>
          <a:prstGeom prst="roundRect">
            <a:avLst>
              <a:gd fmla="val 5463" name="adj"/>
            </a:avLst>
          </a:prstGeom>
          <a:solidFill>
            <a:srgbClr val="CADDFF"/>
          </a:solidFill>
          <a:ln>
            <a:noFill/>
          </a:ln>
        </p:spPr>
      </p:sp>
      <p:sp>
        <p:nvSpPr>
          <p:cNvPr id="108" name="Google Shape;108;p53"/>
          <p:cNvSpPr/>
          <p:nvPr>
            <p:ph idx="7" type="pic"/>
          </p:nvPr>
        </p:nvSpPr>
        <p:spPr>
          <a:xfrm>
            <a:off x="9010651" y="1787524"/>
            <a:ext cx="2019299" cy="2178051"/>
          </a:xfrm>
          <a:prstGeom prst="roundRect">
            <a:avLst>
              <a:gd fmla="val 9122" name="adj"/>
            </a:avLst>
          </a:prstGeom>
          <a:solidFill>
            <a:srgbClr val="CADDFF"/>
          </a:solidFill>
          <a:ln>
            <a:noFill/>
          </a:ln>
        </p:spPr>
      </p:sp>
      <p:sp>
        <p:nvSpPr>
          <p:cNvPr id="109" name="Google Shape;109;p53"/>
          <p:cNvSpPr/>
          <p:nvPr>
            <p:ph idx="8" type="pic"/>
          </p:nvPr>
        </p:nvSpPr>
        <p:spPr>
          <a:xfrm>
            <a:off x="9010651" y="4152898"/>
            <a:ext cx="2019299"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750"/>
                                        <p:tgtEl>
                                          <p:spTgt spid="1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750"/>
                                        <p:tgtEl>
                                          <p:spTgt spid="1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750"/>
                                        <p:tgtEl>
                                          <p:spTgt spid="1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750"/>
                                        <p:tgtEl>
                                          <p:spTgt spid="1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5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75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750"/>
                                        <p:tgtEl>
                                          <p:spTgt spid="1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10" name="Shape 110"/>
        <p:cNvGrpSpPr/>
        <p:nvPr/>
      </p:nvGrpSpPr>
      <p:grpSpPr>
        <a:xfrm>
          <a:off x="0" y="0"/>
          <a:ext cx="0" cy="0"/>
          <a:chOff x="0" y="0"/>
          <a:chExt cx="0" cy="0"/>
        </a:xfrm>
      </p:grpSpPr>
      <p:sp>
        <p:nvSpPr>
          <p:cNvPr id="111" name="Google Shape;111;p54"/>
          <p:cNvSpPr/>
          <p:nvPr>
            <p:ph idx="2" type="pic"/>
          </p:nvPr>
        </p:nvSpPr>
        <p:spPr>
          <a:xfrm>
            <a:off x="7810498" y="2291293"/>
            <a:ext cx="2438402" cy="2465914"/>
          </a:xfrm>
          <a:prstGeom prst="roundRect">
            <a:avLst>
              <a:gd fmla="val 7968" name="adj"/>
            </a:avLst>
          </a:prstGeom>
          <a:solidFill>
            <a:srgbClr val="CADDFF"/>
          </a:solidFill>
          <a:ln>
            <a:noFill/>
          </a:ln>
        </p:spPr>
      </p:sp>
      <p:sp>
        <p:nvSpPr>
          <p:cNvPr id="112" name="Google Shape;112;p54"/>
          <p:cNvSpPr/>
          <p:nvPr>
            <p:ph idx="3" type="pic"/>
          </p:nvPr>
        </p:nvSpPr>
        <p:spPr>
          <a:xfrm>
            <a:off x="1943100" y="2291293"/>
            <a:ext cx="2438402" cy="2465914"/>
          </a:xfrm>
          <a:prstGeom prst="roundRect">
            <a:avLst>
              <a:gd fmla="val 7968" name="adj"/>
            </a:avLst>
          </a:prstGeom>
          <a:solidFill>
            <a:srgbClr val="CADDFF"/>
          </a:solidFill>
          <a:ln>
            <a:noFill/>
          </a:ln>
        </p:spPr>
      </p:sp>
      <p:sp>
        <p:nvSpPr>
          <p:cNvPr id="113" name="Google Shape;113;p54"/>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4"/>
          <p:cNvSpPr/>
          <p:nvPr>
            <p:ph idx="4" type="pic"/>
          </p:nvPr>
        </p:nvSpPr>
        <p:spPr>
          <a:xfrm>
            <a:off x="4876798" y="2034118"/>
            <a:ext cx="2438402" cy="2465914"/>
          </a:xfrm>
          <a:prstGeom prst="roundRect">
            <a:avLst>
              <a:gd fmla="val 7968" name="adj"/>
            </a:avLst>
          </a:prstGeom>
          <a:solidFill>
            <a:srgbClr val="CADDFF"/>
          </a:solidFill>
          <a:ln>
            <a:noFill/>
          </a:ln>
          <a:effectLst>
            <a:outerShdw blurRad="381000" rotWithShape="0" algn="ctr" dir="5400000" dist="127000">
              <a:srgbClr val="000000">
                <a:alpha val="29019"/>
              </a:srgbClr>
            </a:outerShdw>
          </a:effectLst>
        </p:spPr>
      </p:sp>
      <p:sp>
        <p:nvSpPr>
          <p:cNvPr id="115" name="Google Shape;115;p54"/>
          <p:cNvSpPr/>
          <p:nvPr/>
        </p:nvSpPr>
        <p:spPr>
          <a:xfrm>
            <a:off x="-547591"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6" name="Google Shape;116;p54"/>
          <p:cNvSpPr/>
          <p:nvPr/>
        </p:nvSpPr>
        <p:spPr>
          <a:xfrm>
            <a:off x="10811068"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17" name="Shape 117"/>
        <p:cNvGrpSpPr/>
        <p:nvPr/>
      </p:nvGrpSpPr>
      <p:grpSpPr>
        <a:xfrm>
          <a:off x="0" y="0"/>
          <a:ext cx="0" cy="0"/>
          <a:chOff x="0" y="0"/>
          <a:chExt cx="0" cy="0"/>
        </a:xfrm>
      </p:grpSpPr>
      <p:sp>
        <p:nvSpPr>
          <p:cNvPr id="118" name="Google Shape;118;p55"/>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55"/>
          <p:cNvSpPr/>
          <p:nvPr>
            <p:ph idx="2" type="pic"/>
          </p:nvPr>
        </p:nvSpPr>
        <p:spPr>
          <a:xfrm>
            <a:off x="2889160" y="3222611"/>
            <a:ext cx="310777" cy="312189"/>
          </a:xfrm>
          <a:prstGeom prst="ellipse">
            <a:avLst/>
          </a:prstGeom>
          <a:solidFill>
            <a:srgbClr val="CADDFF"/>
          </a:solidFill>
          <a:ln>
            <a:noFill/>
          </a:ln>
        </p:spPr>
      </p:sp>
      <p:sp>
        <p:nvSpPr>
          <p:cNvPr id="120" name="Google Shape;120;p55"/>
          <p:cNvSpPr/>
          <p:nvPr>
            <p:ph idx="3" type="pic"/>
          </p:nvPr>
        </p:nvSpPr>
        <p:spPr>
          <a:xfrm>
            <a:off x="8313412" y="3059889"/>
            <a:ext cx="310777" cy="312189"/>
          </a:xfrm>
          <a:prstGeom prst="ellipse">
            <a:avLst/>
          </a:prstGeom>
          <a:solidFill>
            <a:srgbClr val="CADDFF"/>
          </a:solidFill>
          <a:ln>
            <a:noFill/>
          </a:ln>
        </p:spPr>
      </p:sp>
      <p:sp>
        <p:nvSpPr>
          <p:cNvPr id="121" name="Google Shape;121;p55"/>
          <p:cNvSpPr/>
          <p:nvPr>
            <p:ph idx="4" type="pic"/>
          </p:nvPr>
        </p:nvSpPr>
        <p:spPr>
          <a:xfrm>
            <a:off x="6633174" y="2167735"/>
            <a:ext cx="676812" cy="679886"/>
          </a:xfrm>
          <a:prstGeom prst="ellipse">
            <a:avLst/>
          </a:prstGeom>
          <a:solidFill>
            <a:srgbClr val="CADDFF"/>
          </a:solidFill>
          <a:ln>
            <a:noFill/>
          </a:ln>
        </p:spPr>
      </p:sp>
      <p:sp>
        <p:nvSpPr>
          <p:cNvPr id="122" name="Google Shape;122;p55"/>
          <p:cNvSpPr/>
          <p:nvPr>
            <p:ph idx="5" type="pic"/>
          </p:nvPr>
        </p:nvSpPr>
        <p:spPr>
          <a:xfrm>
            <a:off x="9484342" y="4275365"/>
            <a:ext cx="676812" cy="679886"/>
          </a:xfrm>
          <a:prstGeom prst="ellipse">
            <a:avLst/>
          </a:prstGeom>
          <a:solidFill>
            <a:srgbClr val="CADDFF"/>
          </a:solidFill>
          <a:ln>
            <a:noFill/>
          </a:ln>
        </p:spPr>
      </p:sp>
      <p:sp>
        <p:nvSpPr>
          <p:cNvPr id="123" name="Google Shape;123;p55"/>
          <p:cNvSpPr/>
          <p:nvPr>
            <p:ph idx="6" type="pic"/>
          </p:nvPr>
        </p:nvSpPr>
        <p:spPr>
          <a:xfrm>
            <a:off x="5237804" y="2920768"/>
            <a:ext cx="676812" cy="679886"/>
          </a:xfrm>
          <a:prstGeom prst="ellipse">
            <a:avLst/>
          </a:prstGeom>
          <a:solidFill>
            <a:srgbClr val="CADDFF"/>
          </a:solidFill>
          <a:ln>
            <a:noFill/>
          </a:ln>
        </p:spPr>
      </p:sp>
      <p:sp>
        <p:nvSpPr>
          <p:cNvPr id="124" name="Google Shape;124;p55"/>
          <p:cNvSpPr/>
          <p:nvPr>
            <p:ph idx="7" type="pic"/>
          </p:nvPr>
        </p:nvSpPr>
        <p:spPr>
          <a:xfrm>
            <a:off x="6543231" y="3999763"/>
            <a:ext cx="310777" cy="312189"/>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3"/>
                                        </p:tgtEl>
                                        <p:attrNameLst>
                                          <p:attrName>style.visibility</p:attrName>
                                        </p:attrNameLst>
                                      </p:cBhvr>
                                      <p:to>
                                        <p:strVal val="visible"/>
                                      </p:to>
                                    </p:set>
                                    <p:animEffect filter="fade" transition="in">
                                      <p:cBhvr>
                                        <p:cTn dur="750"/>
                                        <p:tgtEl>
                                          <p:spTgt spid="123"/>
                                        </p:tgtEl>
                                      </p:cBhvr>
                                    </p:animEffect>
                                  </p:childTnLst>
                                </p:cTn>
                              </p:par>
                              <p:par>
                                <p:cTn fill="hold" nodeType="withEffect" presetClass="entr" presetID="10" presetSubtype="0">
                                  <p:stCondLst>
                                    <p:cond delay="1500"/>
                                  </p:stCondLst>
                                  <p:childTnLst>
                                    <p:set>
                                      <p:cBhvr>
                                        <p:cTn dur="1" fill="hold">
                                          <p:stCondLst>
                                            <p:cond delay="0"/>
                                          </p:stCondLst>
                                        </p:cTn>
                                        <p:tgtEl>
                                          <p:spTgt spid="121"/>
                                        </p:tgtEl>
                                        <p:attrNameLst>
                                          <p:attrName>style.visibility</p:attrName>
                                        </p:attrNameLst>
                                      </p:cBhvr>
                                      <p:to>
                                        <p:strVal val="visible"/>
                                      </p:to>
                                    </p:set>
                                    <p:animEffect filter="fade" transition="in">
                                      <p:cBhvr>
                                        <p:cTn dur="900"/>
                                        <p:tgtEl>
                                          <p:spTgt spid="121"/>
                                        </p:tgtEl>
                                      </p:cBhvr>
                                    </p:animEffect>
                                  </p:childTnLst>
                                </p:cTn>
                              </p:par>
                              <p:par>
                                <p:cTn fill="hold" nodeType="withEffect" presetClass="entr" presetID="10" presetSubtype="0">
                                  <p:stCondLst>
                                    <p:cond delay="1900"/>
                                  </p:stCondLst>
                                  <p:childTnLst>
                                    <p:set>
                                      <p:cBhvr>
                                        <p:cTn dur="1" fill="hold">
                                          <p:stCondLst>
                                            <p:cond delay="0"/>
                                          </p:stCondLst>
                                        </p:cTn>
                                        <p:tgtEl>
                                          <p:spTgt spid="122"/>
                                        </p:tgtEl>
                                        <p:attrNameLst>
                                          <p:attrName>style.visibility</p:attrName>
                                        </p:attrNameLst>
                                      </p:cBhvr>
                                      <p:to>
                                        <p:strVal val="visible"/>
                                      </p:to>
                                    </p:set>
                                    <p:animEffect filter="fade" transition="in">
                                      <p:cBhvr>
                                        <p:cTn dur="750"/>
                                        <p:tgtEl>
                                          <p:spTgt spid="122"/>
                                        </p:tgtEl>
                                      </p:cBhvr>
                                    </p:animEffect>
                                  </p:childTnLst>
                                </p:cTn>
                              </p:par>
                              <p:par>
                                <p:cTn fill="hold" nodeType="withEffect" presetClass="entr" presetID="23" presetSubtype="16">
                                  <p:stCondLst>
                                    <p:cond delay="60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750"/>
                                        <p:tgtEl>
                                          <p:spTgt spid="119"/>
                                        </p:tgtEl>
                                        <p:attrNameLst>
                                          <p:attrName>ppt_w</p:attrName>
                                        </p:attrNameLst>
                                      </p:cBhvr>
                                      <p:tavLst>
                                        <p:tav fmla="" tm="0">
                                          <p:val>
                                            <p:strVal val="0"/>
                                          </p:val>
                                        </p:tav>
                                        <p:tav fmla="" tm="100000">
                                          <p:val>
                                            <p:strVal val="#ppt_w"/>
                                          </p:val>
                                        </p:tav>
                                      </p:tavLst>
                                    </p:anim>
                                    <p:anim calcmode="lin" valueType="num">
                                      <p:cBhvr additive="base">
                                        <p:cTn dur="750"/>
                                        <p:tgtEl>
                                          <p:spTgt spid="1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750"/>
                                        <p:tgtEl>
                                          <p:spTgt spid="124"/>
                                        </p:tgtEl>
                                        <p:attrNameLst>
                                          <p:attrName>ppt_w</p:attrName>
                                        </p:attrNameLst>
                                      </p:cBhvr>
                                      <p:tavLst>
                                        <p:tav fmla="" tm="0">
                                          <p:val>
                                            <p:strVal val="0"/>
                                          </p:val>
                                        </p:tav>
                                        <p:tav fmla="" tm="100000">
                                          <p:val>
                                            <p:strVal val="#ppt_w"/>
                                          </p:val>
                                        </p:tav>
                                      </p:tavLst>
                                    </p:anim>
                                    <p:anim calcmode="lin" valueType="num">
                                      <p:cBhvr additive="base">
                                        <p:cTn dur="750"/>
                                        <p:tgtEl>
                                          <p:spTgt spid="12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750"/>
                                        <p:tgtEl>
                                          <p:spTgt spid="120"/>
                                        </p:tgtEl>
                                        <p:attrNameLst>
                                          <p:attrName>ppt_w</p:attrName>
                                        </p:attrNameLst>
                                      </p:cBhvr>
                                      <p:tavLst>
                                        <p:tav fmla="" tm="0">
                                          <p:val>
                                            <p:strVal val="0"/>
                                          </p:val>
                                        </p:tav>
                                        <p:tav fmla="" tm="100000">
                                          <p:val>
                                            <p:strVal val="#ppt_w"/>
                                          </p:val>
                                        </p:tav>
                                      </p:tavLst>
                                    </p:anim>
                                    <p:anim calcmode="lin" valueType="num">
                                      <p:cBhvr additive="base">
                                        <p:cTn dur="750"/>
                                        <p:tgtEl>
                                          <p:spTgt spid="1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5" name="Shape 125"/>
        <p:cNvGrpSpPr/>
        <p:nvPr/>
      </p:nvGrpSpPr>
      <p:grpSpPr>
        <a:xfrm>
          <a:off x="0" y="0"/>
          <a:ext cx="0" cy="0"/>
          <a:chOff x="0" y="0"/>
          <a:chExt cx="0" cy="0"/>
        </a:xfrm>
      </p:grpSpPr>
      <p:sp>
        <p:nvSpPr>
          <p:cNvPr id="126" name="Google Shape;126;p56"/>
          <p:cNvSpPr/>
          <p:nvPr>
            <p:ph idx="2" type="pic"/>
          </p:nvPr>
        </p:nvSpPr>
        <p:spPr>
          <a:xfrm>
            <a:off x="5876925" y="1466849"/>
            <a:ext cx="6315075" cy="5391151"/>
          </a:xfrm>
          <a:prstGeom prst="rect">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1104900" y="365125"/>
            <a:ext cx="1022985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1"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2"/>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8" name="Google Shape;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mc:AlternateContent>
    <mc:Choice Requires="p14">
      <p:transition>
        <p14:reveal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grpSp>
        <p:nvGrpSpPr>
          <p:cNvPr id="131" name="Google Shape;131;p1"/>
          <p:cNvGrpSpPr/>
          <p:nvPr/>
        </p:nvGrpSpPr>
        <p:grpSpPr>
          <a:xfrm>
            <a:off x="5957405" y="620387"/>
            <a:ext cx="5603412" cy="6419046"/>
            <a:chOff x="5494338" y="449263"/>
            <a:chExt cx="5202237" cy="5959476"/>
          </a:xfrm>
        </p:grpSpPr>
        <p:sp>
          <p:nvSpPr>
            <p:cNvPr id="132" name="Google Shape;132;p1"/>
            <p:cNvSpPr/>
            <p:nvPr/>
          </p:nvSpPr>
          <p:spPr>
            <a:xfrm>
              <a:off x="5618163" y="3698876"/>
              <a:ext cx="4832350" cy="115888"/>
            </a:xfrm>
            <a:custGeom>
              <a:rect b="b" l="l" r="r" t="t"/>
              <a:pathLst>
                <a:path extrusionOk="0" h="27" w="1136">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 name="Google Shape;133;p1"/>
            <p:cNvSpPr/>
            <p:nvPr/>
          </p:nvSpPr>
          <p:spPr>
            <a:xfrm>
              <a:off x="9229725" y="3698876"/>
              <a:ext cx="1220788" cy="115888"/>
            </a:xfrm>
            <a:custGeom>
              <a:rect b="b" l="l" r="r" t="t"/>
              <a:pathLst>
                <a:path extrusionOk="0" h="27" w="28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 name="Google Shape;134;p1"/>
            <p:cNvSpPr/>
            <p:nvPr/>
          </p:nvSpPr>
          <p:spPr>
            <a:xfrm>
              <a:off x="6642100" y="3954463"/>
              <a:ext cx="3629025" cy="395288"/>
            </a:xfrm>
            <a:prstGeom prst="rect">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 name="Google Shape;135;p1"/>
            <p:cNvSpPr/>
            <p:nvPr/>
          </p:nvSpPr>
          <p:spPr>
            <a:xfrm>
              <a:off x="6642100" y="3954463"/>
              <a:ext cx="3629025" cy="395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6" name="Google Shape;136;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 name="Google Shape;137;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 name="Google Shape;138;p1"/>
            <p:cNvSpPr/>
            <p:nvPr/>
          </p:nvSpPr>
          <p:spPr>
            <a:xfrm>
              <a:off x="10172700" y="3814763"/>
              <a:ext cx="153988" cy="2505075"/>
            </a:xfrm>
            <a:custGeom>
              <a:rect b="b" l="l" r="r" t="t"/>
              <a:pathLst>
                <a:path extrusionOk="0" h="1578" w="97">
                  <a:moveTo>
                    <a:pt x="94" y="0"/>
                  </a:moveTo>
                  <a:lnTo>
                    <a:pt x="0" y="0"/>
                  </a:lnTo>
                  <a:lnTo>
                    <a:pt x="30" y="1578"/>
                  </a:lnTo>
                  <a:lnTo>
                    <a:pt x="97" y="1578"/>
                  </a:lnTo>
                  <a:lnTo>
                    <a:pt x="94" y="0"/>
                  </a:lnTo>
                  <a:close/>
                </a:path>
              </a:pathLst>
            </a:custGeom>
            <a:solidFill>
              <a:srgbClr val="3C47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 name="Google Shape;139;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 name="Google Shape;140;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 name="Google Shape;141;p1"/>
            <p:cNvSpPr/>
            <p:nvPr/>
          </p:nvSpPr>
          <p:spPr>
            <a:xfrm>
              <a:off x="9110663" y="3814763"/>
              <a:ext cx="395288" cy="2505075"/>
            </a:xfrm>
            <a:custGeom>
              <a:rect b="b" l="l" r="r" t="t"/>
              <a:pathLst>
                <a:path extrusionOk="0" h="1578" w="249">
                  <a:moveTo>
                    <a:pt x="249" y="0"/>
                  </a:moveTo>
                  <a:lnTo>
                    <a:pt x="155" y="0"/>
                  </a:lnTo>
                  <a:lnTo>
                    <a:pt x="0" y="1578"/>
                  </a:lnTo>
                  <a:lnTo>
                    <a:pt x="69" y="1578"/>
                  </a:lnTo>
                  <a:lnTo>
                    <a:pt x="24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 name="Google Shape;142;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3" name="Google Shape;143;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4" name="Google Shape;144;p1"/>
            <p:cNvSpPr/>
            <p:nvPr/>
          </p:nvSpPr>
          <p:spPr>
            <a:xfrm>
              <a:off x="6573838" y="4660901"/>
              <a:ext cx="136525" cy="1658938"/>
            </a:xfrm>
            <a:custGeom>
              <a:rect b="b" l="l" r="r" t="t"/>
              <a:pathLst>
                <a:path extrusionOk="0" h="1045" w="86">
                  <a:moveTo>
                    <a:pt x="86" y="0"/>
                  </a:moveTo>
                  <a:lnTo>
                    <a:pt x="0" y="0"/>
                  </a:lnTo>
                  <a:lnTo>
                    <a:pt x="19" y="1045"/>
                  </a:lnTo>
                  <a:lnTo>
                    <a:pt x="70" y="1045"/>
                  </a:lnTo>
                  <a:lnTo>
                    <a:pt x="86" y="536"/>
                  </a:lnTo>
                  <a:lnTo>
                    <a:pt x="86"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5" name="Google Shape;145;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6" name="Google Shape;146;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7" name="Google Shape;147;p1"/>
            <p:cNvSpPr/>
            <p:nvPr/>
          </p:nvSpPr>
          <p:spPr>
            <a:xfrm>
              <a:off x="5494338" y="3814763"/>
              <a:ext cx="400050" cy="2505075"/>
            </a:xfrm>
            <a:custGeom>
              <a:rect b="b" l="l" r="r" t="t"/>
              <a:pathLst>
                <a:path extrusionOk="0" h="1578" w="252">
                  <a:moveTo>
                    <a:pt x="252" y="0"/>
                  </a:moveTo>
                  <a:lnTo>
                    <a:pt x="155" y="0"/>
                  </a:lnTo>
                  <a:lnTo>
                    <a:pt x="0" y="1578"/>
                  </a:lnTo>
                  <a:lnTo>
                    <a:pt x="69" y="1578"/>
                  </a:lnTo>
                  <a:lnTo>
                    <a:pt x="25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8" name="Google Shape;148;p1"/>
            <p:cNvSpPr/>
            <p:nvPr/>
          </p:nvSpPr>
          <p:spPr>
            <a:xfrm>
              <a:off x="8310563" y="3209926"/>
              <a:ext cx="349250" cy="488950"/>
            </a:xfrm>
            <a:custGeom>
              <a:rect b="b" l="l" r="r" t="t"/>
              <a:pathLst>
                <a:path extrusionOk="0" h="308" w="220">
                  <a:moveTo>
                    <a:pt x="220" y="308"/>
                  </a:moveTo>
                  <a:lnTo>
                    <a:pt x="64" y="308"/>
                  </a:lnTo>
                  <a:lnTo>
                    <a:pt x="0" y="0"/>
                  </a:lnTo>
                  <a:lnTo>
                    <a:pt x="158" y="0"/>
                  </a:lnTo>
                  <a:lnTo>
                    <a:pt x="220" y="30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9" name="Google Shape;149;p1"/>
            <p:cNvSpPr/>
            <p:nvPr/>
          </p:nvSpPr>
          <p:spPr>
            <a:xfrm>
              <a:off x="7842250" y="2779713"/>
              <a:ext cx="1263650" cy="822325"/>
            </a:xfrm>
            <a:custGeom>
              <a:rect b="b" l="l" r="r" t="t"/>
              <a:pathLst>
                <a:path extrusionOk="0" h="193" w="297">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0" name="Google Shape;150;p1"/>
            <p:cNvSpPr/>
            <p:nvPr/>
          </p:nvSpPr>
          <p:spPr>
            <a:xfrm>
              <a:off x="7862888" y="2814638"/>
              <a:ext cx="1192213" cy="752475"/>
            </a:xfrm>
            <a:custGeom>
              <a:rect b="b" l="l" r="r" t="t"/>
              <a:pathLst>
                <a:path extrusionOk="0" h="177" w="280">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1" name="Google Shape;151;p1"/>
            <p:cNvSpPr/>
            <p:nvPr/>
          </p:nvSpPr>
          <p:spPr>
            <a:xfrm>
              <a:off x="8366125" y="2779713"/>
              <a:ext cx="279400" cy="242888"/>
            </a:xfrm>
            <a:custGeom>
              <a:rect b="b" l="l" r="r" t="t"/>
              <a:pathLst>
                <a:path extrusionOk="0" h="153" w="176">
                  <a:moveTo>
                    <a:pt x="0" y="0"/>
                  </a:moveTo>
                  <a:lnTo>
                    <a:pt x="45" y="153"/>
                  </a:lnTo>
                  <a:lnTo>
                    <a:pt x="17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2" name="Google Shape;152;p1"/>
            <p:cNvSpPr/>
            <p:nvPr/>
          </p:nvSpPr>
          <p:spPr>
            <a:xfrm>
              <a:off x="6677025" y="2168526"/>
              <a:ext cx="33338" cy="46038"/>
            </a:xfrm>
            <a:custGeom>
              <a:rect b="b" l="l" r="r" t="t"/>
              <a:pathLst>
                <a:path extrusionOk="0" h="11" w="8">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 name="Google Shape;153;p1"/>
            <p:cNvSpPr/>
            <p:nvPr/>
          </p:nvSpPr>
          <p:spPr>
            <a:xfrm>
              <a:off x="6692900" y="2214563"/>
              <a:ext cx="55563" cy="111125"/>
            </a:xfrm>
            <a:custGeom>
              <a:rect b="b" l="l" r="r" t="t"/>
              <a:pathLst>
                <a:path extrusionOk="0" h="26" w="13">
                  <a:moveTo>
                    <a:pt x="0" y="0"/>
                  </a:moveTo>
                  <a:cubicBezTo>
                    <a:pt x="0" y="0"/>
                    <a:pt x="6" y="15"/>
                    <a:pt x="13" y="22"/>
                  </a:cubicBezTo>
                  <a:cubicBezTo>
                    <a:pt x="9" y="26"/>
                    <a:pt x="1" y="24"/>
                    <a:pt x="1" y="24"/>
                  </a:cubicBezTo>
                  <a:lnTo>
                    <a:pt x="0"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 name="Google Shape;154;p1"/>
            <p:cNvSpPr/>
            <p:nvPr/>
          </p:nvSpPr>
          <p:spPr>
            <a:xfrm>
              <a:off x="6626225" y="2087563"/>
              <a:ext cx="63500" cy="53975"/>
            </a:xfrm>
            <a:custGeom>
              <a:rect b="b" l="l" r="r" t="t"/>
              <a:pathLst>
                <a:path extrusionOk="0" h="13" w="15">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 name="Google Shape;155;p1"/>
            <p:cNvSpPr/>
            <p:nvPr/>
          </p:nvSpPr>
          <p:spPr>
            <a:xfrm>
              <a:off x="6281738" y="2397126"/>
              <a:ext cx="357188" cy="447675"/>
            </a:xfrm>
            <a:custGeom>
              <a:rect b="b" l="l" r="r" t="t"/>
              <a:pathLst>
                <a:path extrusionOk="0" h="105" w="84">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 name="Google Shape;156;p1"/>
            <p:cNvSpPr/>
            <p:nvPr/>
          </p:nvSpPr>
          <p:spPr>
            <a:xfrm>
              <a:off x="6175375" y="2619376"/>
              <a:ext cx="531813" cy="160338"/>
            </a:xfrm>
            <a:custGeom>
              <a:rect b="b" l="l" r="r" t="t"/>
              <a:pathLst>
                <a:path extrusionOk="0" h="38" w="125">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 name="Google Shape;157;p1"/>
            <p:cNvSpPr/>
            <p:nvPr/>
          </p:nvSpPr>
          <p:spPr>
            <a:xfrm>
              <a:off x="5949950" y="2860676"/>
              <a:ext cx="611188" cy="876300"/>
            </a:xfrm>
            <a:custGeom>
              <a:rect b="b" l="l" r="r" t="t"/>
              <a:pathLst>
                <a:path extrusionOk="0" h="206" w="144">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 name="Google Shape;158;p1"/>
            <p:cNvSpPr/>
            <p:nvPr/>
          </p:nvSpPr>
          <p:spPr>
            <a:xfrm>
              <a:off x="5922963" y="2686051"/>
              <a:ext cx="460375" cy="574675"/>
            </a:xfrm>
            <a:custGeom>
              <a:rect b="b" l="l" r="r" t="t"/>
              <a:pathLst>
                <a:path extrusionOk="0" h="135" w="108">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 name="Google Shape;159;p1"/>
            <p:cNvSpPr/>
            <p:nvPr/>
          </p:nvSpPr>
          <p:spPr>
            <a:xfrm>
              <a:off x="6477000" y="3559176"/>
              <a:ext cx="280988" cy="203200"/>
            </a:xfrm>
            <a:custGeom>
              <a:rect b="b" l="l" r="r" t="t"/>
              <a:pathLst>
                <a:path extrusionOk="0" h="48" w="66">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 name="Google Shape;160;p1"/>
            <p:cNvSpPr/>
            <p:nvPr/>
          </p:nvSpPr>
          <p:spPr>
            <a:xfrm>
              <a:off x="6216650" y="1933576"/>
              <a:ext cx="511175" cy="714375"/>
            </a:xfrm>
            <a:custGeom>
              <a:rect b="b" l="l" r="r" t="t"/>
              <a:pathLst>
                <a:path extrusionOk="0" h="168" w="120">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1" name="Google Shape;161;p1"/>
            <p:cNvSpPr/>
            <p:nvPr/>
          </p:nvSpPr>
          <p:spPr>
            <a:xfrm>
              <a:off x="6046788" y="1806576"/>
              <a:ext cx="638175" cy="696913"/>
            </a:xfrm>
            <a:custGeom>
              <a:rect b="b" l="l" r="r" t="t"/>
              <a:pathLst>
                <a:path extrusionOk="0" h="164" w="150">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2" name="Google Shape;162;p1"/>
            <p:cNvSpPr/>
            <p:nvPr/>
          </p:nvSpPr>
          <p:spPr>
            <a:xfrm>
              <a:off x="6459538" y="2206626"/>
              <a:ext cx="153988" cy="182563"/>
            </a:xfrm>
            <a:custGeom>
              <a:rect b="b" l="l" r="r" t="t"/>
              <a:pathLst>
                <a:path extrusionOk="0" h="43" w="36">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3" name="Google Shape;163;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4" name="Google Shape;164;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5" name="Google Shape;165;p1"/>
            <p:cNvSpPr/>
            <p:nvPr/>
          </p:nvSpPr>
          <p:spPr>
            <a:xfrm>
              <a:off x="8191500" y="5792788"/>
              <a:ext cx="28575" cy="88900"/>
            </a:xfrm>
            <a:custGeom>
              <a:rect b="b" l="l" r="r" t="t"/>
              <a:pathLst>
                <a:path extrusionOk="0" h="56" w="18">
                  <a:moveTo>
                    <a:pt x="0" y="0"/>
                  </a:moveTo>
                  <a:lnTo>
                    <a:pt x="0" y="0"/>
                  </a:lnTo>
                  <a:lnTo>
                    <a:pt x="18" y="56"/>
                  </a:lnTo>
                  <a:lnTo>
                    <a:pt x="18" y="5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6" name="Google Shape;166;p1"/>
            <p:cNvSpPr/>
            <p:nvPr/>
          </p:nvSpPr>
          <p:spPr>
            <a:xfrm>
              <a:off x="8191500" y="5792788"/>
              <a:ext cx="28575" cy="88900"/>
            </a:xfrm>
            <a:custGeom>
              <a:rect b="b" l="l" r="r" t="t"/>
              <a:pathLst>
                <a:path extrusionOk="0" h="56" w="18">
                  <a:moveTo>
                    <a:pt x="0" y="0"/>
                  </a:moveTo>
                  <a:lnTo>
                    <a:pt x="0" y="0"/>
                  </a:lnTo>
                  <a:lnTo>
                    <a:pt x="18" y="56"/>
                  </a:lnTo>
                  <a:lnTo>
                    <a:pt x="18"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7" name="Google Shape;167;p1"/>
            <p:cNvSpPr/>
            <p:nvPr/>
          </p:nvSpPr>
          <p:spPr>
            <a:xfrm>
              <a:off x="8042275" y="5792788"/>
              <a:ext cx="177800" cy="147638"/>
            </a:xfrm>
            <a:custGeom>
              <a:rect b="b" l="l" r="r" t="t"/>
              <a:pathLst>
                <a:path extrusionOk="0" h="93" w="112">
                  <a:moveTo>
                    <a:pt x="94" y="0"/>
                  </a:moveTo>
                  <a:lnTo>
                    <a:pt x="0" y="34"/>
                  </a:lnTo>
                  <a:lnTo>
                    <a:pt x="16" y="93"/>
                  </a:lnTo>
                  <a:lnTo>
                    <a:pt x="112" y="56"/>
                  </a:lnTo>
                  <a:lnTo>
                    <a:pt x="94"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8" name="Google Shape;168;p1"/>
            <p:cNvSpPr/>
            <p:nvPr/>
          </p:nvSpPr>
          <p:spPr>
            <a:xfrm>
              <a:off x="8042275" y="5792788"/>
              <a:ext cx="177800" cy="147638"/>
            </a:xfrm>
            <a:custGeom>
              <a:rect b="b" l="l" r="r" t="t"/>
              <a:pathLst>
                <a:path extrusionOk="0" h="93" w="112">
                  <a:moveTo>
                    <a:pt x="94" y="0"/>
                  </a:moveTo>
                  <a:lnTo>
                    <a:pt x="0" y="34"/>
                  </a:lnTo>
                  <a:lnTo>
                    <a:pt x="16" y="93"/>
                  </a:lnTo>
                  <a:lnTo>
                    <a:pt x="112" y="56"/>
                  </a:lnTo>
                  <a:lnTo>
                    <a:pt x="9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9" name="Google Shape;169;p1"/>
            <p:cNvSpPr/>
            <p:nvPr/>
          </p:nvSpPr>
          <p:spPr>
            <a:xfrm>
              <a:off x="8075613" y="5975351"/>
              <a:ext cx="506413" cy="268288"/>
            </a:xfrm>
            <a:custGeom>
              <a:rect b="b" l="l" r="r" t="t"/>
              <a:pathLst>
                <a:path extrusionOk="0" h="63" w="119">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0" name="Google Shape;170;p1"/>
            <p:cNvSpPr/>
            <p:nvPr/>
          </p:nvSpPr>
          <p:spPr>
            <a:xfrm>
              <a:off x="6254750" y="4005263"/>
              <a:ext cx="1974850" cy="1854200"/>
            </a:xfrm>
            <a:custGeom>
              <a:rect b="b" l="l" r="r" t="t"/>
              <a:pathLst>
                <a:path extrusionOk="0" h="436" w="464">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
            <p:cNvSpPr/>
            <p:nvPr/>
          </p:nvSpPr>
          <p:spPr>
            <a:xfrm>
              <a:off x="7931150" y="5686426"/>
              <a:ext cx="341313" cy="228600"/>
            </a:xfrm>
            <a:custGeom>
              <a:rect b="b" l="l" r="r" t="t"/>
              <a:pathLst>
                <a:path extrusionOk="0" h="144" w="215">
                  <a:moveTo>
                    <a:pt x="32" y="144"/>
                  </a:moveTo>
                  <a:lnTo>
                    <a:pt x="215" y="83"/>
                  </a:lnTo>
                  <a:lnTo>
                    <a:pt x="207" y="0"/>
                  </a:lnTo>
                  <a:lnTo>
                    <a:pt x="0" y="64"/>
                  </a:lnTo>
                  <a:lnTo>
                    <a:pt x="32" y="144"/>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2" name="Google Shape;172;p1"/>
            <p:cNvSpPr/>
            <p:nvPr/>
          </p:nvSpPr>
          <p:spPr>
            <a:xfrm>
              <a:off x="8275638" y="5965826"/>
              <a:ext cx="77788" cy="55563"/>
            </a:xfrm>
            <a:custGeom>
              <a:rect b="b" l="l" r="r" t="t"/>
              <a:pathLst>
                <a:path extrusionOk="0" h="13" w="18">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3" name="Google Shape;173;p1"/>
            <p:cNvSpPr/>
            <p:nvPr/>
          </p:nvSpPr>
          <p:spPr>
            <a:xfrm>
              <a:off x="8259763" y="5940426"/>
              <a:ext cx="46038" cy="80963"/>
            </a:xfrm>
            <a:custGeom>
              <a:rect b="b" l="l" r="r" t="t"/>
              <a:pathLst>
                <a:path extrusionOk="0" h="19" w="11">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4" name="Google Shape;174;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5" name="Google Shape;175;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6" name="Google Shape;176;p1"/>
            <p:cNvSpPr/>
            <p:nvPr/>
          </p:nvSpPr>
          <p:spPr>
            <a:xfrm>
              <a:off x="7267575" y="6191251"/>
              <a:ext cx="485775" cy="196850"/>
            </a:xfrm>
            <a:custGeom>
              <a:rect b="b" l="l" r="r" t="t"/>
              <a:pathLst>
                <a:path extrusionOk="0" h="46" w="114">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7" name="Google Shape;177;p1"/>
            <p:cNvSpPr/>
            <p:nvPr/>
          </p:nvSpPr>
          <p:spPr>
            <a:xfrm>
              <a:off x="7489825" y="6183313"/>
              <a:ext cx="84138" cy="47625"/>
            </a:xfrm>
            <a:custGeom>
              <a:rect b="b" l="l" r="r" t="t"/>
              <a:pathLst>
                <a:path extrusionOk="0" h="11" w="20">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8" name="Google Shape;178;p1"/>
            <p:cNvSpPr/>
            <p:nvPr/>
          </p:nvSpPr>
          <p:spPr>
            <a:xfrm>
              <a:off x="7485063" y="6149976"/>
              <a:ext cx="50800" cy="71438"/>
            </a:xfrm>
            <a:custGeom>
              <a:rect b="b" l="l" r="r" t="t"/>
              <a:pathLst>
                <a:path extrusionOk="0" h="17" w="12">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9" name="Google Shape;179;p1"/>
            <p:cNvSpPr/>
            <p:nvPr/>
          </p:nvSpPr>
          <p:spPr>
            <a:xfrm>
              <a:off x="7323138" y="5995988"/>
              <a:ext cx="4763" cy="68263"/>
            </a:xfrm>
            <a:custGeom>
              <a:rect b="b" l="l" r="r" t="t"/>
              <a:pathLst>
                <a:path extrusionOk="0" h="43" w="3">
                  <a:moveTo>
                    <a:pt x="3" y="0"/>
                  </a:moveTo>
                  <a:lnTo>
                    <a:pt x="3" y="0"/>
                  </a:lnTo>
                  <a:lnTo>
                    <a:pt x="0" y="43"/>
                  </a:lnTo>
                  <a:lnTo>
                    <a:pt x="0" y="43"/>
                  </a:lnTo>
                  <a:lnTo>
                    <a:pt x="3"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0" name="Google Shape;180;p1"/>
            <p:cNvSpPr/>
            <p:nvPr/>
          </p:nvSpPr>
          <p:spPr>
            <a:xfrm>
              <a:off x="7323138" y="5995988"/>
              <a:ext cx="4763" cy="68263"/>
            </a:xfrm>
            <a:custGeom>
              <a:rect b="b" l="l" r="r" t="t"/>
              <a:pathLst>
                <a:path extrusionOk="0" h="43" w="3">
                  <a:moveTo>
                    <a:pt x="3" y="0"/>
                  </a:moveTo>
                  <a:lnTo>
                    <a:pt x="3" y="0"/>
                  </a:lnTo>
                  <a:lnTo>
                    <a:pt x="0" y="43"/>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1" name="Google Shape;181;p1"/>
            <p:cNvSpPr/>
            <p:nvPr/>
          </p:nvSpPr>
          <p:spPr>
            <a:xfrm>
              <a:off x="7323138" y="5992813"/>
              <a:ext cx="166688" cy="71438"/>
            </a:xfrm>
            <a:custGeom>
              <a:rect b="b" l="l" r="r" t="t"/>
              <a:pathLst>
                <a:path extrusionOk="0" h="45" w="105">
                  <a:moveTo>
                    <a:pt x="105" y="0"/>
                  </a:moveTo>
                  <a:lnTo>
                    <a:pt x="3" y="2"/>
                  </a:lnTo>
                  <a:lnTo>
                    <a:pt x="0" y="45"/>
                  </a:lnTo>
                  <a:lnTo>
                    <a:pt x="102" y="45"/>
                  </a:lnTo>
                  <a:lnTo>
                    <a:pt x="105"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2" name="Google Shape;182;p1"/>
            <p:cNvSpPr/>
            <p:nvPr/>
          </p:nvSpPr>
          <p:spPr>
            <a:xfrm>
              <a:off x="7323138" y="5992813"/>
              <a:ext cx="166688" cy="71438"/>
            </a:xfrm>
            <a:custGeom>
              <a:rect b="b" l="l" r="r" t="t"/>
              <a:pathLst>
                <a:path extrusionOk="0" h="45" w="105">
                  <a:moveTo>
                    <a:pt x="105" y="0"/>
                  </a:moveTo>
                  <a:lnTo>
                    <a:pt x="3" y="2"/>
                  </a:lnTo>
                  <a:lnTo>
                    <a:pt x="0" y="45"/>
                  </a:lnTo>
                  <a:lnTo>
                    <a:pt x="102" y="45"/>
                  </a:lnTo>
                  <a:lnTo>
                    <a:pt x="10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3" name="Google Shape;183;p1"/>
            <p:cNvSpPr/>
            <p:nvPr/>
          </p:nvSpPr>
          <p:spPr>
            <a:xfrm>
              <a:off x="5919788" y="3992563"/>
              <a:ext cx="1841500" cy="2003425"/>
            </a:xfrm>
            <a:custGeom>
              <a:rect b="b" l="l" r="r" t="t"/>
              <a:pathLst>
                <a:path extrusionOk="0" h="471" w="433">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4" name="Google Shape;184;p1"/>
            <p:cNvSpPr/>
            <p:nvPr/>
          </p:nvSpPr>
          <p:spPr>
            <a:xfrm>
              <a:off x="7246938" y="5856288"/>
              <a:ext cx="322263" cy="157163"/>
            </a:xfrm>
            <a:custGeom>
              <a:rect b="b" l="l" r="r" t="t"/>
              <a:pathLst>
                <a:path extrusionOk="0" h="99" w="203">
                  <a:moveTo>
                    <a:pt x="11" y="99"/>
                  </a:moveTo>
                  <a:lnTo>
                    <a:pt x="195" y="96"/>
                  </a:lnTo>
                  <a:lnTo>
                    <a:pt x="203" y="0"/>
                  </a:lnTo>
                  <a:lnTo>
                    <a:pt x="0" y="8"/>
                  </a:lnTo>
                  <a:lnTo>
                    <a:pt x="11" y="99"/>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5" name="Google Shape;185;p1"/>
            <p:cNvSpPr/>
            <p:nvPr/>
          </p:nvSpPr>
          <p:spPr>
            <a:xfrm>
              <a:off x="6000750" y="2690813"/>
              <a:ext cx="904875" cy="1339850"/>
            </a:xfrm>
            <a:custGeom>
              <a:rect b="b" l="l" r="r" t="t"/>
              <a:pathLst>
                <a:path extrusionOk="0" h="315" w="213">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6" name="Google Shape;186;p1"/>
            <p:cNvSpPr/>
            <p:nvPr/>
          </p:nvSpPr>
          <p:spPr>
            <a:xfrm>
              <a:off x="6013450" y="2698751"/>
              <a:ext cx="892175" cy="1331913"/>
            </a:xfrm>
            <a:custGeom>
              <a:rect b="b" l="l" r="r" t="t"/>
              <a:pathLst>
                <a:path extrusionOk="0" h="313" w="210">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7" name="Google Shape;187;p1"/>
            <p:cNvSpPr/>
            <p:nvPr/>
          </p:nvSpPr>
          <p:spPr>
            <a:xfrm>
              <a:off x="6629400" y="2878138"/>
              <a:ext cx="804863" cy="858838"/>
            </a:xfrm>
            <a:custGeom>
              <a:rect b="b" l="l" r="r" t="t"/>
              <a:pathLst>
                <a:path extrusionOk="0" h="202" w="189">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8" name="Google Shape;188;p1"/>
            <p:cNvSpPr/>
            <p:nvPr/>
          </p:nvSpPr>
          <p:spPr>
            <a:xfrm>
              <a:off x="6497638" y="2665413"/>
              <a:ext cx="514350" cy="630238"/>
            </a:xfrm>
            <a:custGeom>
              <a:rect b="b" l="l" r="r" t="t"/>
              <a:pathLst>
                <a:path extrusionOk="0" h="148" w="121">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9" name="Google Shape;189;p1"/>
            <p:cNvSpPr/>
            <p:nvPr/>
          </p:nvSpPr>
          <p:spPr>
            <a:xfrm>
              <a:off x="7348538" y="3559176"/>
              <a:ext cx="280988" cy="207963"/>
            </a:xfrm>
            <a:custGeom>
              <a:rect b="b" l="l" r="r" t="t"/>
              <a:pathLst>
                <a:path extrusionOk="0" h="49" w="66">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0" name="Google Shape;190;p1"/>
            <p:cNvSpPr/>
            <p:nvPr/>
          </p:nvSpPr>
          <p:spPr>
            <a:xfrm>
              <a:off x="6046788" y="4503738"/>
              <a:ext cx="1177925" cy="157163"/>
            </a:xfrm>
            <a:custGeom>
              <a:rect b="b" l="l" r="r" t="t"/>
              <a:pathLst>
                <a:path extrusionOk="0" h="37" w="27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1" name="Google Shape;191;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2" name="Google Shape;192;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3" name="Google Shape;193;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4" name="Google Shape;194;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5" name="Google Shape;195;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6" name="Google Shape;196;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7" name="Google Shape;197;p1"/>
            <p:cNvSpPr/>
            <p:nvPr/>
          </p:nvSpPr>
          <p:spPr>
            <a:xfrm>
              <a:off x="6804025" y="4660901"/>
              <a:ext cx="4763" cy="68263"/>
            </a:xfrm>
            <a:custGeom>
              <a:rect b="b" l="l" r="r" t="t"/>
              <a:pathLst>
                <a:path extrusionOk="0" h="43" w="3">
                  <a:moveTo>
                    <a:pt x="3" y="0"/>
                  </a:moveTo>
                  <a:lnTo>
                    <a:pt x="0" y="0"/>
                  </a:lnTo>
                  <a:lnTo>
                    <a:pt x="0" y="43"/>
                  </a:lnTo>
                  <a:lnTo>
                    <a:pt x="3" y="0"/>
                  </a:lnTo>
                  <a:close/>
                </a:path>
              </a:pathLst>
            </a:custGeom>
            <a:solidFill>
              <a:srgbClr val="8CB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8" name="Google Shape;198;p1"/>
            <p:cNvSpPr/>
            <p:nvPr/>
          </p:nvSpPr>
          <p:spPr>
            <a:xfrm>
              <a:off x="6804025" y="4660901"/>
              <a:ext cx="4763" cy="68263"/>
            </a:xfrm>
            <a:custGeom>
              <a:rect b="b" l="l" r="r" t="t"/>
              <a:pathLst>
                <a:path extrusionOk="0" h="43" w="3">
                  <a:moveTo>
                    <a:pt x="3" y="0"/>
                  </a:moveTo>
                  <a:lnTo>
                    <a:pt x="0" y="0"/>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9" name="Google Shape;199;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0" name="Google Shape;200;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1" name="Google Shape;201;p1"/>
            <p:cNvSpPr/>
            <p:nvPr/>
          </p:nvSpPr>
          <p:spPr>
            <a:xfrm>
              <a:off x="7105650" y="4737101"/>
              <a:ext cx="119063" cy="1671638"/>
            </a:xfrm>
            <a:custGeom>
              <a:rect b="b" l="l" r="r" t="t"/>
              <a:pathLst>
                <a:path extrusionOk="0" h="1053" w="75">
                  <a:moveTo>
                    <a:pt x="41" y="0"/>
                  </a:moveTo>
                  <a:lnTo>
                    <a:pt x="0" y="0"/>
                  </a:lnTo>
                  <a:lnTo>
                    <a:pt x="46" y="1053"/>
                  </a:lnTo>
                  <a:lnTo>
                    <a:pt x="75" y="1053"/>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2" name="Google Shape;202;p1"/>
            <p:cNvSpPr/>
            <p:nvPr/>
          </p:nvSpPr>
          <p:spPr>
            <a:xfrm>
              <a:off x="6102350" y="4660901"/>
              <a:ext cx="68263" cy="76200"/>
            </a:xfrm>
            <a:custGeom>
              <a:rect b="b" l="l" r="r" t="t"/>
              <a:pathLst>
                <a:path extrusionOk="0" h="48" w="43">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3" name="Google Shape;203;p1"/>
            <p:cNvSpPr/>
            <p:nvPr/>
          </p:nvSpPr>
          <p:spPr>
            <a:xfrm>
              <a:off x="6102350" y="4660901"/>
              <a:ext cx="68263" cy="76200"/>
            </a:xfrm>
            <a:custGeom>
              <a:rect b="b" l="l" r="r" t="t"/>
              <a:pathLst>
                <a:path extrusionOk="0" h="48" w="43">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4" name="Google Shape;204;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5" name="Google Shape;205;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6" name="Google Shape;206;p1"/>
            <p:cNvSpPr/>
            <p:nvPr/>
          </p:nvSpPr>
          <p:spPr>
            <a:xfrm>
              <a:off x="6102350" y="4660901"/>
              <a:ext cx="68263" cy="76200"/>
            </a:xfrm>
            <a:custGeom>
              <a:rect b="b" l="l" r="r" t="t"/>
              <a:pathLst>
                <a:path extrusionOk="0" h="48" w="43">
                  <a:moveTo>
                    <a:pt x="43" y="0"/>
                  </a:moveTo>
                  <a:lnTo>
                    <a:pt x="0" y="0"/>
                  </a:lnTo>
                  <a:lnTo>
                    <a:pt x="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7" name="Google Shape;207;p1"/>
            <p:cNvSpPr/>
            <p:nvPr/>
          </p:nvSpPr>
          <p:spPr>
            <a:xfrm>
              <a:off x="6467475" y="4660901"/>
              <a:ext cx="68263" cy="76200"/>
            </a:xfrm>
            <a:custGeom>
              <a:rect b="b" l="l" r="r" t="t"/>
              <a:pathLst>
                <a:path extrusionOk="0" h="48" w="43">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8" name="Google Shape;208;p1"/>
            <p:cNvSpPr/>
            <p:nvPr/>
          </p:nvSpPr>
          <p:spPr>
            <a:xfrm>
              <a:off x="6467475" y="4660901"/>
              <a:ext cx="68263" cy="76200"/>
            </a:xfrm>
            <a:custGeom>
              <a:rect b="b" l="l" r="r" t="t"/>
              <a:pathLst>
                <a:path extrusionOk="0" h="48" w="43">
                  <a:moveTo>
                    <a:pt x="0" y="45"/>
                  </a:moveTo>
                  <a:lnTo>
                    <a:pt x="0" y="48"/>
                  </a:lnTo>
                  <a:lnTo>
                    <a:pt x="0" y="45"/>
                  </a:lnTo>
                  <a:moveTo>
                    <a:pt x="41" y="0"/>
                  </a:moveTo>
                  <a:lnTo>
                    <a:pt x="41" y="0"/>
                  </a:lnTo>
                  <a:lnTo>
                    <a:pt x="43"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9" name="Google Shape;209;p1"/>
            <p:cNvSpPr/>
            <p:nvPr/>
          </p:nvSpPr>
          <p:spPr>
            <a:xfrm>
              <a:off x="6467475" y="4660901"/>
              <a:ext cx="65088"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1"/>
            <p:cNvSpPr/>
            <p:nvPr/>
          </p:nvSpPr>
          <p:spPr>
            <a:xfrm>
              <a:off x="6467475" y="4660901"/>
              <a:ext cx="65088"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1" name="Google Shape;211;p1"/>
            <p:cNvSpPr/>
            <p:nvPr/>
          </p:nvSpPr>
          <p:spPr>
            <a:xfrm>
              <a:off x="6467475" y="4660901"/>
              <a:ext cx="68263" cy="76200"/>
            </a:xfrm>
            <a:custGeom>
              <a:rect b="b" l="l" r="r" t="t"/>
              <a:pathLst>
                <a:path extrusionOk="0" h="48" w="43">
                  <a:moveTo>
                    <a:pt x="41" y="0"/>
                  </a:moveTo>
                  <a:lnTo>
                    <a:pt x="0" y="0"/>
                  </a:lnTo>
                  <a:lnTo>
                    <a:pt x="0" y="45"/>
                  </a:lnTo>
                  <a:lnTo>
                    <a:pt x="0"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2" name="Google Shape;212;p1"/>
            <p:cNvSpPr/>
            <p:nvPr/>
          </p:nvSpPr>
          <p:spPr>
            <a:xfrm>
              <a:off x="6740525" y="4660901"/>
              <a:ext cx="63500"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3" name="Google Shape;213;p1"/>
            <p:cNvSpPr/>
            <p:nvPr/>
          </p:nvSpPr>
          <p:spPr>
            <a:xfrm>
              <a:off x="6740525" y="4660901"/>
              <a:ext cx="63500"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4" name="Google Shape;214;p1"/>
            <p:cNvSpPr/>
            <p:nvPr/>
          </p:nvSpPr>
          <p:spPr>
            <a:xfrm>
              <a:off x="6735763" y="4660901"/>
              <a:ext cx="68263" cy="76200"/>
            </a:xfrm>
            <a:custGeom>
              <a:rect b="b" l="l" r="r" t="t"/>
              <a:pathLst>
                <a:path extrusionOk="0" h="48" w="43">
                  <a:moveTo>
                    <a:pt x="43" y="0"/>
                  </a:moveTo>
                  <a:lnTo>
                    <a:pt x="3" y="0"/>
                  </a:lnTo>
                  <a:lnTo>
                    <a:pt x="0" y="48"/>
                  </a:lnTo>
                  <a:lnTo>
                    <a:pt x="43" y="48"/>
                  </a:lnTo>
                  <a:lnTo>
                    <a:pt x="43" y="43"/>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5" name="Google Shape;215;p1"/>
            <p:cNvSpPr/>
            <p:nvPr/>
          </p:nvSpPr>
          <p:spPr>
            <a:xfrm>
              <a:off x="7102475" y="4660901"/>
              <a:ext cx="68263" cy="76200"/>
            </a:xfrm>
            <a:custGeom>
              <a:rect b="b" l="l" r="r" t="t"/>
              <a:pathLst>
                <a:path extrusionOk="0" h="48" w="43">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6" name="Google Shape;216;p1"/>
            <p:cNvSpPr/>
            <p:nvPr/>
          </p:nvSpPr>
          <p:spPr>
            <a:xfrm>
              <a:off x="7102475" y="4660901"/>
              <a:ext cx="68263" cy="76200"/>
            </a:xfrm>
            <a:custGeom>
              <a:rect b="b" l="l" r="r" t="t"/>
              <a:pathLst>
                <a:path extrusionOk="0" h="48" w="43">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7" name="Google Shape;217;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8" name="Google Shape;218;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9" name="Google Shape;219;p1"/>
            <p:cNvSpPr/>
            <p:nvPr/>
          </p:nvSpPr>
          <p:spPr>
            <a:xfrm>
              <a:off x="7102475" y="4660901"/>
              <a:ext cx="68263" cy="76200"/>
            </a:xfrm>
            <a:custGeom>
              <a:rect b="b" l="l" r="r" t="t"/>
              <a:pathLst>
                <a:path extrusionOk="0" h="48" w="43">
                  <a:moveTo>
                    <a:pt x="43" y="0"/>
                  </a:moveTo>
                  <a:lnTo>
                    <a:pt x="0" y="0"/>
                  </a:lnTo>
                  <a:lnTo>
                    <a:pt x="2"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0" name="Google Shape;220;p1"/>
            <p:cNvSpPr/>
            <p:nvPr/>
          </p:nvSpPr>
          <p:spPr>
            <a:xfrm>
              <a:off x="7527925" y="474663"/>
              <a:ext cx="3168650" cy="2051050"/>
            </a:xfrm>
            <a:custGeom>
              <a:rect b="b" l="l" r="r" t="t"/>
              <a:pathLst>
                <a:path extrusionOk="0" h="482" w="745">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1" name="Google Shape;221;p1"/>
            <p:cNvSpPr/>
            <p:nvPr/>
          </p:nvSpPr>
          <p:spPr>
            <a:xfrm>
              <a:off x="8050213" y="2163763"/>
              <a:ext cx="995363" cy="858838"/>
            </a:xfrm>
            <a:custGeom>
              <a:rect b="b" l="l" r="r" t="t"/>
              <a:pathLst>
                <a:path extrusionOk="0" h="541" w="627">
                  <a:moveTo>
                    <a:pt x="0" y="0"/>
                  </a:moveTo>
                  <a:lnTo>
                    <a:pt x="158" y="541"/>
                  </a:lnTo>
                  <a:lnTo>
                    <a:pt x="627" y="0"/>
                  </a:lnTo>
                  <a:lnTo>
                    <a:pt x="0"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2" name="Google Shape;222;p1"/>
            <p:cNvSpPr/>
            <p:nvPr/>
          </p:nvSpPr>
          <p:spPr>
            <a:xfrm>
              <a:off x="8050213" y="2163763"/>
              <a:ext cx="995363" cy="858838"/>
            </a:xfrm>
            <a:custGeom>
              <a:rect b="b" l="l" r="r" t="t"/>
              <a:pathLst>
                <a:path extrusionOk="0" h="541" w="627">
                  <a:moveTo>
                    <a:pt x="0" y="0"/>
                  </a:moveTo>
                  <a:lnTo>
                    <a:pt x="158" y="541"/>
                  </a:lnTo>
                  <a:lnTo>
                    <a:pt x="627" y="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3" name="Google Shape;223;p1"/>
            <p:cNvSpPr/>
            <p:nvPr/>
          </p:nvSpPr>
          <p:spPr>
            <a:xfrm>
              <a:off x="8701088" y="682626"/>
              <a:ext cx="1736725" cy="1149350"/>
            </a:xfrm>
            <a:custGeom>
              <a:rect b="b" l="l" r="r" t="t"/>
              <a:pathLst>
                <a:path extrusionOk="0" h="270" w="408">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4" name="Google Shape;224;p1"/>
            <p:cNvSpPr/>
            <p:nvPr/>
          </p:nvSpPr>
          <p:spPr>
            <a:xfrm>
              <a:off x="7847013" y="1100138"/>
              <a:ext cx="1730375" cy="1147763"/>
            </a:xfrm>
            <a:custGeom>
              <a:rect b="b" l="l" r="r" t="t"/>
              <a:pathLst>
                <a:path extrusionOk="0" h="270" w="407">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5" name="Google Shape;225;p1"/>
            <p:cNvSpPr/>
            <p:nvPr/>
          </p:nvSpPr>
          <p:spPr>
            <a:xfrm>
              <a:off x="8050213" y="2163763"/>
              <a:ext cx="561975" cy="84138"/>
            </a:xfrm>
            <a:custGeom>
              <a:rect b="b" l="l" r="r" t="t"/>
              <a:pathLst>
                <a:path extrusionOk="0" h="20" w="132">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6" name="Google Shape;226;p1"/>
            <p:cNvSpPr/>
            <p:nvPr/>
          </p:nvSpPr>
          <p:spPr>
            <a:xfrm>
              <a:off x="8680450" y="1100138"/>
              <a:ext cx="939800" cy="731838"/>
            </a:xfrm>
            <a:custGeom>
              <a:rect b="b" l="l" r="r" t="t"/>
              <a:pathLst>
                <a:path extrusionOk="0" h="172" w="221">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7" name="Google Shape;227;p1"/>
            <p:cNvSpPr/>
            <p:nvPr/>
          </p:nvSpPr>
          <p:spPr>
            <a:xfrm>
              <a:off x="7821613" y="573088"/>
              <a:ext cx="93663" cy="101600"/>
            </a:xfrm>
            <a:custGeom>
              <a:rect b="b" l="l" r="r" t="t"/>
              <a:pathLst>
                <a:path extrusionOk="0" h="24" w="22">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1"/>
            <p:cNvSpPr/>
            <p:nvPr/>
          </p:nvSpPr>
          <p:spPr>
            <a:xfrm>
              <a:off x="7986713" y="573088"/>
              <a:ext cx="98425" cy="101600"/>
            </a:xfrm>
            <a:custGeom>
              <a:rect b="b" l="l" r="r" t="t"/>
              <a:pathLst>
                <a:path extrusionOk="0" h="24" w="23">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9" name="Google Shape;229;p1"/>
            <p:cNvSpPr/>
            <p:nvPr/>
          </p:nvSpPr>
          <p:spPr>
            <a:xfrm>
              <a:off x="8156575" y="573088"/>
              <a:ext cx="93663" cy="101600"/>
            </a:xfrm>
            <a:custGeom>
              <a:rect b="b" l="l" r="r" t="t"/>
              <a:pathLst>
                <a:path extrusionOk="0" h="24" w="22">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0" name="Google Shape;230;p1"/>
            <p:cNvSpPr/>
            <p:nvPr/>
          </p:nvSpPr>
          <p:spPr>
            <a:xfrm>
              <a:off x="7505700" y="449263"/>
              <a:ext cx="3144838" cy="2036763"/>
            </a:xfrm>
            <a:custGeom>
              <a:rect b="b" l="l" r="r" t="t"/>
              <a:pathLst>
                <a:path extrusionOk="0" h="479" w="73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1"/>
            <p:cNvSpPr/>
            <p:nvPr/>
          </p:nvSpPr>
          <p:spPr>
            <a:xfrm>
              <a:off x="8148638" y="2503488"/>
              <a:ext cx="600075" cy="9525"/>
            </a:xfrm>
            <a:custGeom>
              <a:rect b="b" l="l" r="r" t="t"/>
              <a:pathLst>
                <a:path extrusionOk="0" h="2" w="141">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2" name="Google Shape;232;p1"/>
            <p:cNvSpPr/>
            <p:nvPr/>
          </p:nvSpPr>
          <p:spPr>
            <a:xfrm>
              <a:off x="8199438" y="1317626"/>
              <a:ext cx="739775" cy="782638"/>
            </a:xfrm>
            <a:custGeom>
              <a:rect b="b" l="l" r="r" t="t"/>
              <a:pathLst>
                <a:path extrusionOk="0" h="184" w="17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3" name="Google Shape;233;p1"/>
            <p:cNvSpPr/>
            <p:nvPr/>
          </p:nvSpPr>
          <p:spPr>
            <a:xfrm>
              <a:off x="8131175" y="1465263"/>
              <a:ext cx="182563" cy="153988"/>
            </a:xfrm>
            <a:custGeom>
              <a:rect b="b" l="l" r="r" t="t"/>
              <a:pathLst>
                <a:path extrusionOk="0" h="36" w="43">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1"/>
            <p:cNvSpPr/>
            <p:nvPr/>
          </p:nvSpPr>
          <p:spPr>
            <a:xfrm>
              <a:off x="8097838" y="1419226"/>
              <a:ext cx="122238" cy="139700"/>
            </a:xfrm>
            <a:custGeom>
              <a:rect b="b" l="l" r="r" t="t"/>
              <a:pathLst>
                <a:path extrusionOk="0" h="33" w="29">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5" name="Google Shape;235;p1"/>
            <p:cNvSpPr/>
            <p:nvPr/>
          </p:nvSpPr>
          <p:spPr>
            <a:xfrm>
              <a:off x="8632825" y="1317626"/>
              <a:ext cx="838200" cy="1147763"/>
            </a:xfrm>
            <a:custGeom>
              <a:rect b="b" l="l" r="r" t="t"/>
              <a:pathLst>
                <a:path extrusionOk="0" h="270" w="197">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6" name="Google Shape;236;p1"/>
            <p:cNvSpPr/>
            <p:nvPr/>
          </p:nvSpPr>
          <p:spPr>
            <a:xfrm>
              <a:off x="8578850" y="1317626"/>
              <a:ext cx="914400" cy="1190625"/>
            </a:xfrm>
            <a:custGeom>
              <a:rect b="b" l="l" r="r" t="t"/>
              <a:pathLst>
                <a:path extrusionOk="0" h="280" w="215">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7" name="Google Shape;237;p1"/>
            <p:cNvSpPr/>
            <p:nvPr/>
          </p:nvSpPr>
          <p:spPr>
            <a:xfrm>
              <a:off x="8923338" y="1993901"/>
              <a:ext cx="38100" cy="476250"/>
            </a:xfrm>
            <a:custGeom>
              <a:rect b="b" l="l" r="r" t="t"/>
              <a:pathLst>
                <a:path extrusionOk="0" h="112" w="9">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8" name="Google Shape;238;p1"/>
            <p:cNvSpPr/>
            <p:nvPr/>
          </p:nvSpPr>
          <p:spPr>
            <a:xfrm>
              <a:off x="9399588" y="1831976"/>
              <a:ext cx="30163" cy="238125"/>
            </a:xfrm>
            <a:custGeom>
              <a:rect b="b" l="l" r="r" t="t"/>
              <a:pathLst>
                <a:path extrusionOk="0" h="56" w="7">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9" name="Google Shape;239;p1"/>
            <p:cNvSpPr/>
            <p:nvPr/>
          </p:nvSpPr>
          <p:spPr>
            <a:xfrm>
              <a:off x="9429750" y="1512888"/>
              <a:ext cx="46038" cy="319088"/>
            </a:xfrm>
            <a:custGeom>
              <a:rect b="b" l="l" r="r" t="t"/>
              <a:pathLst>
                <a:path extrusionOk="0" h="75" w="11">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0" name="Google Shape;240;p1"/>
            <p:cNvSpPr/>
            <p:nvPr/>
          </p:nvSpPr>
          <p:spPr>
            <a:xfrm>
              <a:off x="9356725" y="1503363"/>
              <a:ext cx="119063" cy="566738"/>
            </a:xfrm>
            <a:custGeom>
              <a:rect b="b" l="l" r="r" t="t"/>
              <a:pathLst>
                <a:path extrusionOk="0" h="133" w="28">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1" name="Google Shape;241;p1"/>
            <p:cNvSpPr/>
            <p:nvPr/>
          </p:nvSpPr>
          <p:spPr>
            <a:xfrm>
              <a:off x="8918575" y="989013"/>
              <a:ext cx="331788" cy="430213"/>
            </a:xfrm>
            <a:custGeom>
              <a:rect b="b" l="l" r="r" t="t"/>
              <a:pathLst>
                <a:path extrusionOk="0" h="101" w="78">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2" name="Google Shape;242;p1"/>
            <p:cNvSpPr/>
            <p:nvPr/>
          </p:nvSpPr>
          <p:spPr>
            <a:xfrm>
              <a:off x="9058275" y="1384301"/>
              <a:ext cx="77788" cy="55563"/>
            </a:xfrm>
            <a:custGeom>
              <a:rect b="b" l="l" r="r" t="t"/>
              <a:pathLst>
                <a:path extrusionOk="0" h="35" w="49">
                  <a:moveTo>
                    <a:pt x="16" y="0"/>
                  </a:moveTo>
                  <a:lnTo>
                    <a:pt x="0" y="17"/>
                  </a:lnTo>
                  <a:lnTo>
                    <a:pt x="49" y="35"/>
                  </a:lnTo>
                  <a:lnTo>
                    <a:pt x="43" y="17"/>
                  </a:lnTo>
                  <a:lnTo>
                    <a:pt x="16"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3" name="Google Shape;243;p1"/>
            <p:cNvSpPr/>
            <p:nvPr/>
          </p:nvSpPr>
          <p:spPr>
            <a:xfrm>
              <a:off x="9083675" y="1300163"/>
              <a:ext cx="212725" cy="177800"/>
            </a:xfrm>
            <a:custGeom>
              <a:rect b="b" l="l" r="r" t="t"/>
              <a:pathLst>
                <a:path extrusionOk="0" h="42" w="50">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4" name="Google Shape;244;p1"/>
            <p:cNvSpPr/>
            <p:nvPr/>
          </p:nvSpPr>
          <p:spPr>
            <a:xfrm>
              <a:off x="8977313" y="1381126"/>
              <a:ext cx="80963" cy="33338"/>
            </a:xfrm>
            <a:custGeom>
              <a:rect b="b" l="l" r="r" t="t"/>
              <a:pathLst>
                <a:path extrusionOk="0" h="21" w="51">
                  <a:moveTo>
                    <a:pt x="41" y="0"/>
                  </a:moveTo>
                  <a:lnTo>
                    <a:pt x="51" y="19"/>
                  </a:lnTo>
                  <a:lnTo>
                    <a:pt x="0" y="21"/>
                  </a:lnTo>
                  <a:lnTo>
                    <a:pt x="11" y="5"/>
                  </a:lnTo>
                  <a:lnTo>
                    <a:pt x="41"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5" name="Google Shape;245;p1"/>
            <p:cNvSpPr/>
            <p:nvPr/>
          </p:nvSpPr>
          <p:spPr>
            <a:xfrm>
              <a:off x="8870950" y="1304926"/>
              <a:ext cx="171450" cy="152400"/>
            </a:xfrm>
            <a:custGeom>
              <a:rect b="b" l="l" r="r" t="t"/>
              <a:pathLst>
                <a:path extrusionOk="0" h="36" w="40">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6" name="Google Shape;246;p1"/>
            <p:cNvSpPr/>
            <p:nvPr/>
          </p:nvSpPr>
          <p:spPr>
            <a:xfrm>
              <a:off x="9093200" y="1052513"/>
              <a:ext cx="55563" cy="47625"/>
            </a:xfrm>
            <a:custGeom>
              <a:rect b="b" l="l" r="r" t="t"/>
              <a:pathLst>
                <a:path extrusionOk="0" h="30" w="35">
                  <a:moveTo>
                    <a:pt x="35" y="0"/>
                  </a:moveTo>
                  <a:lnTo>
                    <a:pt x="0" y="30"/>
                  </a:lnTo>
                  <a:lnTo>
                    <a:pt x="0" y="30"/>
                  </a:lnTo>
                  <a:lnTo>
                    <a:pt x="35" y="0"/>
                  </a:lnTo>
                  <a:lnTo>
                    <a:pt x="35" y="0"/>
                  </a:lnTo>
                  <a:close/>
                </a:path>
              </a:pathLst>
            </a:custGeom>
            <a:solidFill>
              <a:srgbClr val="426D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7" name="Google Shape;247;p1"/>
            <p:cNvSpPr/>
            <p:nvPr/>
          </p:nvSpPr>
          <p:spPr>
            <a:xfrm>
              <a:off x="9093200" y="1052513"/>
              <a:ext cx="55563" cy="47625"/>
            </a:xfrm>
            <a:custGeom>
              <a:rect b="b" l="l" r="r" t="t"/>
              <a:pathLst>
                <a:path extrusionOk="0" h="30" w="35">
                  <a:moveTo>
                    <a:pt x="35" y="0"/>
                  </a:moveTo>
                  <a:lnTo>
                    <a:pt x="0" y="30"/>
                  </a:lnTo>
                  <a:lnTo>
                    <a:pt x="0" y="30"/>
                  </a:lnTo>
                  <a:lnTo>
                    <a:pt x="35" y="0"/>
                  </a:lnTo>
                  <a:lnTo>
                    <a:pt x="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8" name="Google Shape;248;p1"/>
            <p:cNvSpPr/>
            <p:nvPr/>
          </p:nvSpPr>
          <p:spPr>
            <a:xfrm>
              <a:off x="9037638" y="1100138"/>
              <a:ext cx="55563" cy="42863"/>
            </a:xfrm>
            <a:custGeom>
              <a:rect b="b" l="l" r="r" t="t"/>
              <a:pathLst>
                <a:path extrusionOk="0" h="10" w="13">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9" name="Google Shape;249;p1"/>
            <p:cNvSpPr/>
            <p:nvPr/>
          </p:nvSpPr>
          <p:spPr>
            <a:xfrm>
              <a:off x="9037638" y="1052513"/>
              <a:ext cx="114300" cy="136525"/>
            </a:xfrm>
            <a:custGeom>
              <a:rect b="b" l="l" r="r" t="t"/>
              <a:pathLst>
                <a:path extrusionOk="0" h="32" w="27">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0" name="Google Shape;250;p1"/>
            <p:cNvSpPr/>
            <p:nvPr/>
          </p:nvSpPr>
          <p:spPr>
            <a:xfrm>
              <a:off x="8867775" y="611188"/>
              <a:ext cx="169863" cy="314325"/>
            </a:xfrm>
            <a:custGeom>
              <a:rect b="b" l="l" r="r" t="t"/>
              <a:pathLst>
                <a:path extrusionOk="0" h="74" w="40">
                  <a:moveTo>
                    <a:pt x="9" y="21"/>
                  </a:moveTo>
                  <a:cubicBezTo>
                    <a:pt x="0" y="32"/>
                    <a:pt x="1" y="73"/>
                    <a:pt x="20" y="74"/>
                  </a:cubicBezTo>
                  <a:cubicBezTo>
                    <a:pt x="40" y="74"/>
                    <a:pt x="26" y="0"/>
                    <a:pt x="9" y="21"/>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1" name="Google Shape;251;p1"/>
            <p:cNvSpPr/>
            <p:nvPr/>
          </p:nvSpPr>
          <p:spPr>
            <a:xfrm>
              <a:off x="8867775" y="593726"/>
              <a:ext cx="407988" cy="617538"/>
            </a:xfrm>
            <a:custGeom>
              <a:rect b="b" l="l" r="r" t="t"/>
              <a:pathLst>
                <a:path extrusionOk="0" h="145" w="96">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2" name="Google Shape;252;p1"/>
            <p:cNvSpPr/>
            <p:nvPr/>
          </p:nvSpPr>
          <p:spPr>
            <a:xfrm>
              <a:off x="9118600" y="682626"/>
              <a:ext cx="369888" cy="361950"/>
            </a:xfrm>
            <a:custGeom>
              <a:rect b="b" l="l" r="r" t="t"/>
              <a:pathLst>
                <a:path extrusionOk="0" h="85" w="87">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3" name="Google Shape;253;p1"/>
            <p:cNvSpPr/>
            <p:nvPr/>
          </p:nvSpPr>
          <p:spPr>
            <a:xfrm>
              <a:off x="8855075" y="538163"/>
              <a:ext cx="496888" cy="247650"/>
            </a:xfrm>
            <a:custGeom>
              <a:rect b="b" l="l" r="r" t="t"/>
              <a:pathLst>
                <a:path extrusionOk="0" h="58" w="117">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4" name="Google Shape;254;p1"/>
            <p:cNvSpPr/>
            <p:nvPr/>
          </p:nvSpPr>
          <p:spPr>
            <a:xfrm>
              <a:off x="9288463" y="588963"/>
              <a:ext cx="98425" cy="128588"/>
            </a:xfrm>
            <a:custGeom>
              <a:rect b="b" l="l" r="r" t="t"/>
              <a:pathLst>
                <a:path extrusionOk="0" h="30" w="23">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5" name="Google Shape;255;p1"/>
            <p:cNvSpPr/>
            <p:nvPr/>
          </p:nvSpPr>
          <p:spPr>
            <a:xfrm>
              <a:off x="9194800" y="857251"/>
              <a:ext cx="119063" cy="144463"/>
            </a:xfrm>
            <a:custGeom>
              <a:rect b="b" l="l" r="r" t="t"/>
              <a:pathLst>
                <a:path extrusionOk="0" h="34" w="28">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6" name="Google Shape;256;p1"/>
            <p:cNvSpPr/>
            <p:nvPr/>
          </p:nvSpPr>
          <p:spPr>
            <a:xfrm>
              <a:off x="9032875" y="844551"/>
              <a:ext cx="25400" cy="42863"/>
            </a:xfrm>
            <a:custGeom>
              <a:rect b="b" l="l" r="r" t="t"/>
              <a:pathLst>
                <a:path extrusionOk="0" h="10" w="6">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7" name="Google Shape;257;p1"/>
            <p:cNvSpPr/>
            <p:nvPr/>
          </p:nvSpPr>
          <p:spPr>
            <a:xfrm>
              <a:off x="8910638" y="849313"/>
              <a:ext cx="25400" cy="38100"/>
            </a:xfrm>
            <a:prstGeom prst="ellipse">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8" name="Google Shape;258;p1"/>
            <p:cNvSpPr/>
            <p:nvPr/>
          </p:nvSpPr>
          <p:spPr>
            <a:xfrm>
              <a:off x="8931275" y="869951"/>
              <a:ext cx="50800" cy="111125"/>
            </a:xfrm>
            <a:custGeom>
              <a:rect b="b" l="l" r="r" t="t"/>
              <a:pathLst>
                <a:path extrusionOk="0" h="26" w="12">
                  <a:moveTo>
                    <a:pt x="12" y="0"/>
                  </a:moveTo>
                  <a:cubicBezTo>
                    <a:pt x="12" y="0"/>
                    <a:pt x="6" y="15"/>
                    <a:pt x="0" y="22"/>
                  </a:cubicBezTo>
                  <a:cubicBezTo>
                    <a:pt x="4" y="26"/>
                    <a:pt x="12" y="24"/>
                    <a:pt x="12" y="24"/>
                  </a:cubicBezTo>
                  <a:lnTo>
                    <a:pt x="12" y="0"/>
                  </a:lnTo>
                  <a:close/>
                </a:path>
              </a:pathLst>
            </a:custGeom>
            <a:solidFill>
              <a:srgbClr val="ED84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9" name="Google Shape;259;p1"/>
            <p:cNvSpPr/>
            <p:nvPr/>
          </p:nvSpPr>
          <p:spPr>
            <a:xfrm>
              <a:off x="9007475" y="958851"/>
              <a:ext cx="80963" cy="42863"/>
            </a:xfrm>
            <a:custGeom>
              <a:rect b="b" l="l" r="r" t="t"/>
              <a:pathLst>
                <a:path extrusionOk="0" h="10" w="19">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0" name="Google Shape;260;p1"/>
            <p:cNvSpPr/>
            <p:nvPr/>
          </p:nvSpPr>
          <p:spPr>
            <a:xfrm>
              <a:off x="9063038" y="785813"/>
              <a:ext cx="60325" cy="38100"/>
            </a:xfrm>
            <a:custGeom>
              <a:rect b="b" l="l" r="r" t="t"/>
              <a:pathLst>
                <a:path extrusionOk="0" h="9" w="14">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1" name="Google Shape;261;p1"/>
            <p:cNvSpPr/>
            <p:nvPr/>
          </p:nvSpPr>
          <p:spPr>
            <a:xfrm>
              <a:off x="8880475" y="781051"/>
              <a:ext cx="55563" cy="46038"/>
            </a:xfrm>
            <a:custGeom>
              <a:rect b="b" l="l" r="r" t="t"/>
              <a:pathLst>
                <a:path extrusionOk="0" h="11" w="13">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2" name="Google Shape;262;p1"/>
            <p:cNvSpPr/>
            <p:nvPr/>
          </p:nvSpPr>
          <p:spPr>
            <a:xfrm>
              <a:off x="9217025" y="1330326"/>
              <a:ext cx="479425" cy="1003300"/>
            </a:xfrm>
            <a:custGeom>
              <a:rect b="b" l="l" r="r" t="t"/>
              <a:pathLst>
                <a:path extrusionOk="0" h="236" w="113">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3" name="Google Shape;263;p1"/>
            <p:cNvSpPr/>
            <p:nvPr/>
          </p:nvSpPr>
          <p:spPr>
            <a:xfrm>
              <a:off x="9139238" y="2244726"/>
              <a:ext cx="217488" cy="96838"/>
            </a:xfrm>
            <a:custGeom>
              <a:rect b="b" l="l" r="r" t="t"/>
              <a:pathLst>
                <a:path extrusionOk="0" h="23" w="51">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4" name="Google Shape;264;p1"/>
            <p:cNvSpPr/>
            <p:nvPr/>
          </p:nvSpPr>
          <p:spPr>
            <a:xfrm>
              <a:off x="9110663" y="2295526"/>
              <a:ext cx="160338" cy="106363"/>
            </a:xfrm>
            <a:custGeom>
              <a:rect b="b" l="l" r="r" t="t"/>
              <a:pathLst>
                <a:path extrusionOk="0" h="25" w="38">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65" name="Google Shape;265;p1"/>
          <p:cNvSpPr txBox="1"/>
          <p:nvPr/>
        </p:nvSpPr>
        <p:spPr>
          <a:xfrm>
            <a:off x="1104900" y="1333022"/>
            <a:ext cx="4563529" cy="1015663"/>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ES" sz="6000" u="none" cap="none" strike="noStrike">
                <a:solidFill>
                  <a:schemeClr val="dk1"/>
                </a:solidFill>
                <a:latin typeface="Poppins"/>
                <a:ea typeface="Poppins"/>
                <a:cs typeface="Poppins"/>
                <a:sym typeface="Poppins"/>
              </a:rPr>
              <a:t>Clase 05</a:t>
            </a:r>
            <a:endParaRPr b="0" i="0" sz="1400" u="none" cap="none" strike="noStrike">
              <a:solidFill>
                <a:srgbClr val="000000"/>
              </a:solidFill>
              <a:latin typeface="Arial"/>
              <a:ea typeface="Arial"/>
              <a:cs typeface="Arial"/>
              <a:sym typeface="Arial"/>
            </a:endParaRPr>
          </a:p>
        </p:txBody>
      </p:sp>
      <p:sp>
        <p:nvSpPr>
          <p:cNvPr id="266" name="Google Shape;266;p1"/>
          <p:cNvSpPr txBox="1"/>
          <p:nvPr/>
        </p:nvSpPr>
        <p:spPr>
          <a:xfrm>
            <a:off x="1104900" y="929147"/>
            <a:ext cx="1193596" cy="301621"/>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Programación</a:t>
            </a:r>
            <a:endParaRPr b="0" i="0" sz="1400" u="none" cap="none" strike="noStrike">
              <a:solidFill>
                <a:srgbClr val="000000"/>
              </a:solidFill>
              <a:latin typeface="Arial"/>
              <a:ea typeface="Arial"/>
              <a:cs typeface="Arial"/>
              <a:sym typeface="Arial"/>
            </a:endParaRPr>
          </a:p>
        </p:txBody>
      </p:sp>
      <p:grpSp>
        <p:nvGrpSpPr>
          <p:cNvPr id="267" name="Google Shape;267;p1"/>
          <p:cNvGrpSpPr/>
          <p:nvPr/>
        </p:nvGrpSpPr>
        <p:grpSpPr>
          <a:xfrm>
            <a:off x="1067655" y="3842795"/>
            <a:ext cx="3235325" cy="2163867"/>
            <a:chOff x="1067655" y="3842795"/>
            <a:chExt cx="3235325" cy="1826757"/>
          </a:xfrm>
        </p:grpSpPr>
        <p:sp>
          <p:nvSpPr>
            <p:cNvPr id="268" name="Google Shape;268;p1"/>
            <p:cNvSpPr/>
            <p:nvPr/>
          </p:nvSpPr>
          <p:spPr>
            <a:xfrm>
              <a:off x="1067655" y="3842795"/>
              <a:ext cx="3235325" cy="1826757"/>
            </a:xfrm>
            <a:prstGeom prst="roundRect">
              <a:avLst>
                <a:gd fmla="val 12488" name="adj"/>
              </a:avLst>
            </a:prstGeom>
            <a:solidFill>
              <a:schemeClr val="lt1"/>
            </a:solidFill>
            <a:ln>
              <a:noFill/>
            </a:ln>
            <a:effectLst>
              <a:outerShdw blurRad="254000" rotWithShape="0" algn="ctr" dir="5400000" dist="127000">
                <a:srgbClr val="000000">
                  <a:alpha val="9019"/>
                </a:srgbClr>
              </a:outerShdw>
            </a:effectLst>
          </p:spPr>
          <p:txBody>
            <a:bodyPr anchorCtr="0" anchor="b" bIns="180000" lIns="216000"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rPr b="1" i="0" lang="es-ES" sz="1600" u="none" cap="none" strike="noStrike">
                  <a:solidFill>
                    <a:schemeClr val="dk1"/>
                  </a:solidFill>
                  <a:latin typeface="Poppins"/>
                  <a:ea typeface="Poppins"/>
                  <a:cs typeface="Poppins"/>
                  <a:sym typeface="Poppins"/>
                </a:rPr>
                <a:t>Subprogramas</a:t>
              </a:r>
              <a:endParaRPr b="0" i="0" sz="1400" u="none" cap="none" strike="noStrike">
                <a:solidFill>
                  <a:srgbClr val="000000"/>
                </a:solidFill>
                <a:latin typeface="Arial"/>
                <a:ea typeface="Arial"/>
                <a:cs typeface="Arial"/>
                <a:sym typeface="Arial"/>
              </a:endParaRPr>
            </a:p>
          </p:txBody>
        </p:sp>
        <p:sp>
          <p:nvSpPr>
            <p:cNvPr id="269" name="Google Shape;269;p1"/>
            <p:cNvSpPr txBox="1"/>
            <p:nvPr/>
          </p:nvSpPr>
          <p:spPr>
            <a:xfrm>
              <a:off x="1215159" y="3857262"/>
              <a:ext cx="1184081" cy="1013316"/>
            </a:xfrm>
            <a:prstGeom prst="rect">
              <a:avLst/>
            </a:prstGeom>
            <a:noFill/>
            <a:ln>
              <a:noFill/>
            </a:ln>
          </p:spPr>
          <p:txBody>
            <a:bodyPr anchorCtr="0" anchor="t" bIns="91425" lIns="0" spcFirstLastPara="1" rIns="0" wrap="square" tIns="0">
              <a:spAutoFit/>
            </a:bodyPr>
            <a:lstStyle/>
            <a:p>
              <a:pPr indent="0" lvl="0" marL="0" marR="0" rtl="0" algn="ctr">
                <a:lnSpc>
                  <a:spcPct val="120000"/>
                </a:lnSpc>
                <a:spcBef>
                  <a:spcPts val="0"/>
                </a:spcBef>
                <a:spcAft>
                  <a:spcPts val="0"/>
                </a:spcAft>
                <a:buClr>
                  <a:srgbClr val="00C0FF"/>
                </a:buClr>
                <a:buSzPts val="6000"/>
                <a:buFont typeface="Poppins"/>
                <a:buNone/>
              </a:pPr>
              <a:r>
                <a:rPr b="1" i="0" lang="es-ES" sz="6000" u="none" cap="none" strike="noStrike">
                  <a:solidFill>
                    <a:srgbClr val="00C0FF"/>
                  </a:solidFill>
                  <a:latin typeface="Poppins"/>
                  <a:ea typeface="Poppins"/>
                  <a:cs typeface="Poppins"/>
                  <a:sym typeface="Poppins"/>
                </a:rPr>
                <a:t>U3</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Introducción</a:t>
            </a:r>
            <a:endParaRPr/>
          </a:p>
        </p:txBody>
      </p:sp>
      <p:sp>
        <p:nvSpPr>
          <p:cNvPr id="275" name="Google Shape;275;p2"/>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1112989" y="1895803"/>
            <a:ext cx="9982202" cy="3066393"/>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ES" sz="2000" u="none" cap="none" strike="noStrike">
                <a:solidFill>
                  <a:schemeClr val="dk1"/>
                </a:solidFill>
                <a:latin typeface="Poppins"/>
                <a:ea typeface="Poppins"/>
                <a:cs typeface="Poppins"/>
                <a:sym typeface="Poppins"/>
              </a:rPr>
              <a:t>Al resolver un problema complicado de programación, es necesario utilizar la técnica “</a:t>
            </a:r>
            <a:r>
              <a:rPr b="1" i="0" lang="es-ES" sz="2000" u="none" cap="none" strike="noStrike">
                <a:solidFill>
                  <a:schemeClr val="accent1"/>
                </a:solidFill>
                <a:latin typeface="Poppins"/>
                <a:ea typeface="Poppins"/>
                <a:cs typeface="Poppins"/>
                <a:sym typeface="Poppins"/>
              </a:rPr>
              <a:t>dividir para conquistar</a:t>
            </a:r>
            <a:r>
              <a:rPr b="0" i="0" lang="es-ES" sz="20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ES" sz="2000" u="none" cap="none" strike="noStrike">
                <a:solidFill>
                  <a:schemeClr val="dk1"/>
                </a:solidFill>
                <a:latin typeface="Poppins"/>
                <a:ea typeface="Poppins"/>
                <a:cs typeface="Poppins"/>
                <a:sym typeface="Poppins"/>
              </a:rPr>
              <a:t>Es decir, si un problema es complejo, lo puedo dividir en subproblemas, cada uno de </a:t>
            </a:r>
            <a:r>
              <a:rPr b="1" i="0" lang="es-ES" sz="2000" u="none" cap="none" strike="noStrike">
                <a:solidFill>
                  <a:schemeClr val="accent1"/>
                </a:solidFill>
                <a:latin typeface="Poppins"/>
                <a:ea typeface="Poppins"/>
                <a:cs typeface="Poppins"/>
                <a:sym typeface="Poppins"/>
              </a:rPr>
              <a:t>menor complejidad</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ES" sz="2000" u="none" cap="none" strike="noStrike">
                <a:solidFill>
                  <a:schemeClr val="dk1"/>
                </a:solidFill>
                <a:latin typeface="Poppins"/>
                <a:ea typeface="Poppins"/>
                <a:cs typeface="Poppins"/>
                <a:sym typeface="Poppins"/>
              </a:rPr>
              <a:t>Cada uno de estos subproblemas, lo puedo seguir dividiendo, de tal manera de llegar a problemas </a:t>
            </a:r>
            <a:r>
              <a:rPr b="1" i="0" lang="es-ES" sz="2000" u="none" cap="none" strike="noStrike">
                <a:solidFill>
                  <a:schemeClr val="dk1"/>
                </a:solidFill>
                <a:latin typeface="Poppins"/>
                <a:ea typeface="Poppins"/>
                <a:cs typeface="Poppins"/>
                <a:sym typeface="Poppins"/>
              </a:rPr>
              <a:t>sencillos</a:t>
            </a:r>
            <a:r>
              <a:rPr b="0" i="0" lang="es-ES" sz="2000" u="none" cap="none" strike="noStrike">
                <a:solidFill>
                  <a:schemeClr val="dk1"/>
                </a:solidFill>
                <a:latin typeface="Poppins"/>
                <a:ea typeface="Poppins"/>
                <a:cs typeface="Poppins"/>
                <a:sym typeface="Poppins"/>
              </a:rPr>
              <a:t> de resolver</a:t>
            </a:r>
            <a:endParaRPr b="1" i="0" sz="2000" u="none" cap="none" strike="noStrike">
              <a:solidFill>
                <a:schemeClr val="accent2"/>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 calcmode="lin" valueType="num">
                                      <p:cBhvr additive="base">
                                        <p:cTn dur="500"/>
                                        <p:tgtEl>
                                          <p:spTgt spid="276">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 calcmode="lin" valueType="num">
                                      <p:cBhvr additive="base">
                                        <p:cTn dur="500"/>
                                        <p:tgtEl>
                                          <p:spTgt spid="276">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 calcmode="lin" valueType="num">
                                      <p:cBhvr additive="base">
                                        <p:cTn dur="500"/>
                                        <p:tgtEl>
                                          <p:spTgt spid="27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O sea, vamos a pasar de esto…</a:t>
            </a:r>
            <a:endParaRPr/>
          </a:p>
        </p:txBody>
      </p:sp>
      <p:sp>
        <p:nvSpPr>
          <p:cNvPr id="282" name="Google Shape;282;p3"/>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pic>
        <p:nvPicPr>
          <p:cNvPr id="283" name="Google Shape;283;p3"/>
          <p:cNvPicPr preferRelativeResize="0"/>
          <p:nvPr/>
        </p:nvPicPr>
        <p:blipFill rotWithShape="1">
          <a:blip r:embed="rId3">
            <a:alphaModFix/>
          </a:blip>
          <a:srcRect b="0" l="0" r="0" t="0"/>
          <a:stretch/>
        </p:blipFill>
        <p:spPr>
          <a:xfrm>
            <a:off x="1270107" y="2140187"/>
            <a:ext cx="9651784" cy="4022488"/>
          </a:xfrm>
          <a:prstGeom prst="roundRect">
            <a:avLst>
              <a:gd fmla="val 5254"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A esto…</a:t>
            </a:r>
            <a:endParaRPr/>
          </a:p>
        </p:txBody>
      </p:sp>
      <p:sp>
        <p:nvSpPr>
          <p:cNvPr id="289" name="Google Shape;289;p4"/>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pic>
        <p:nvPicPr>
          <p:cNvPr descr="A screenshot of a cell phone&#10;&#10;Description generated with very high confidence" id="290" name="Google Shape;290;p4"/>
          <p:cNvPicPr preferRelativeResize="0"/>
          <p:nvPr/>
        </p:nvPicPr>
        <p:blipFill rotWithShape="1">
          <a:blip r:embed="rId3">
            <a:alphaModFix/>
          </a:blip>
          <a:srcRect b="0" l="0" r="0" t="0"/>
          <a:stretch/>
        </p:blipFill>
        <p:spPr>
          <a:xfrm>
            <a:off x="2776537" y="1060446"/>
            <a:ext cx="8848725" cy="5181600"/>
          </a:xfrm>
          <a:prstGeom prst="roundRect">
            <a:avLst>
              <a:gd fmla="val 3616"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Ventajas de programar con subprogramas</a:t>
            </a:r>
            <a:endParaRPr/>
          </a:p>
        </p:txBody>
      </p:sp>
      <p:sp>
        <p:nvSpPr>
          <p:cNvPr id="296" name="Google Shape;296;p5"/>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297" name="Google Shape;297;p5"/>
          <p:cNvSpPr/>
          <p:nvPr/>
        </p:nvSpPr>
        <p:spPr>
          <a:xfrm>
            <a:off x="1104899" y="1702675"/>
            <a:ext cx="9982202" cy="445999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Una gran ventaja al usar subprogramas es que permiten al programador diseñar el programa de tal forma que el cuerpo principal actúa como un supervisor, delegando tareas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El enfoque modular facilita la escritura y depuración de un programa, ya que las diferentes partes del programa (es decir, los subprogramas) pueden ser escritos y depurados independientemente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 calcmode="lin" valueType="num">
                                      <p:cBhvr additive="base">
                                        <p:cTn dur="500"/>
                                        <p:tgtEl>
                                          <p:spTgt spid="29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anim calcmode="lin" valueType="num">
                                      <p:cBhvr additive="base">
                                        <p:cTn dur="500"/>
                                        <p:tgtEl>
                                          <p:spTgt spid="29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Beneficios</a:t>
            </a:r>
            <a:endParaRPr/>
          </a:p>
        </p:txBody>
      </p:sp>
      <p:sp>
        <p:nvSpPr>
          <p:cNvPr id="303" name="Google Shape;303;p6"/>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04" name="Google Shape;304;p6"/>
          <p:cNvSpPr/>
          <p:nvPr/>
        </p:nvSpPr>
        <p:spPr>
          <a:xfrm>
            <a:off x="1104899" y="1702675"/>
            <a:ext cx="4000501" cy="475527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Un programa queda compuesto por un algoritmo coordinador, llamado programa principal, y un conjunto de subprogramas, llamados rutinas o subrutinas</a:t>
            </a:r>
            <a:endParaRPr b="0" i="0" sz="1400" u="none" cap="none" strike="noStrike">
              <a:solidFill>
                <a:srgbClr val="000000"/>
              </a:solidFill>
              <a:latin typeface="Arial"/>
              <a:ea typeface="Arial"/>
              <a:cs typeface="Arial"/>
              <a:sym typeface="Arial"/>
            </a:endParaRPr>
          </a:p>
        </p:txBody>
      </p:sp>
      <p:pic>
        <p:nvPicPr>
          <p:cNvPr id="305" name="Google Shape;305;p6"/>
          <p:cNvPicPr preferRelativeResize="0"/>
          <p:nvPr/>
        </p:nvPicPr>
        <p:blipFill rotWithShape="1">
          <a:blip r:embed="rId3">
            <a:alphaModFix/>
          </a:blip>
          <a:srcRect b="0" l="0" r="0" t="0"/>
          <a:stretch/>
        </p:blipFill>
        <p:spPr>
          <a:xfrm>
            <a:off x="5395576" y="2368211"/>
            <a:ext cx="6239548" cy="2825203"/>
          </a:xfrm>
          <a:prstGeom prst="roundRect">
            <a:avLst>
              <a:gd fmla="val 11610"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 calcmode="lin" valueType="num">
                                      <p:cBhvr additive="base">
                                        <p:cTn dur="500"/>
                                        <p:tgtEl>
                                          <p:spTgt spid="3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5"/>
                                        </p:tgtEl>
                                        <p:attrNameLst>
                                          <p:attrName>style.visibility</p:attrName>
                                        </p:attrNameLst>
                                      </p:cBhvr>
                                      <p:to>
                                        <p:strVal val="visible"/>
                                      </p:to>
                                    </p:set>
                                    <p:anim calcmode="lin" valueType="num">
                                      <p:cBhvr additive="base">
                                        <p:cTn dur="500"/>
                                        <p:tgtEl>
                                          <p:spTgt spid="30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Beneficios</a:t>
            </a:r>
            <a:endParaRPr/>
          </a:p>
        </p:txBody>
      </p:sp>
      <p:sp>
        <p:nvSpPr>
          <p:cNvPr id="311" name="Google Shape;311;p7"/>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12" name="Google Shape;312;p7"/>
          <p:cNvSpPr/>
          <p:nvPr/>
        </p:nvSpPr>
        <p:spPr>
          <a:xfrm>
            <a:off x="1104899" y="1702676"/>
            <a:ext cx="9982202" cy="194540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La coordinación entre el programa principal y las rutinas se logra por el algoritmo del programa y mediante la utilización de parámetros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 calcmode="lin" valueType="num">
                                      <p:cBhvr additive="base">
                                        <p:cTn dur="500"/>
                                        <p:tgtEl>
                                          <p:spTgt spid="3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Criterios para descomponer en subprogramas</a:t>
            </a:r>
            <a:endParaRPr/>
          </a:p>
        </p:txBody>
      </p:sp>
      <p:sp>
        <p:nvSpPr>
          <p:cNvPr id="318" name="Google Shape;318;p8"/>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19" name="Google Shape;319;p8"/>
          <p:cNvSpPr/>
          <p:nvPr/>
        </p:nvSpPr>
        <p:spPr>
          <a:xfrm>
            <a:off x="1104899" y="1702676"/>
            <a:ext cx="10448926" cy="223194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s-ES" sz="2400" u="none" cap="none" strike="noStrike">
                <a:solidFill>
                  <a:schemeClr val="dk1"/>
                </a:solidFill>
                <a:latin typeface="Poppins"/>
                <a:ea typeface="Poppins"/>
                <a:cs typeface="Poppins"/>
                <a:sym typeface="Poppins"/>
              </a:rPr>
              <a:t>1. </a:t>
            </a:r>
            <a:r>
              <a:rPr b="0" i="0" lang="es-ES" sz="2400" u="none" cap="none" strike="noStrike">
                <a:solidFill>
                  <a:schemeClr val="dk1"/>
                </a:solidFill>
                <a:latin typeface="Poppins"/>
                <a:ea typeface="Poppins"/>
                <a:cs typeface="Poppins"/>
                <a:sym typeface="Poppins"/>
              </a:rPr>
              <a:t>Si existe un grupo de sentencias que se repite muchas veces, se puede formar un subprograma con estas sentencias, de tal manera que en cada lugar donde iban estas sentencias, se cambie por un llamado al subprograma</a:t>
            </a:r>
            <a:endParaRPr b="0" i="0" sz="1400" u="none" cap="none" strike="noStrike">
              <a:solidFill>
                <a:srgbClr val="000000"/>
              </a:solidFill>
              <a:latin typeface="Arial"/>
              <a:ea typeface="Arial"/>
              <a:cs typeface="Arial"/>
              <a:sym typeface="Arial"/>
            </a:endParaRPr>
          </a:p>
        </p:txBody>
      </p:sp>
      <p:pic>
        <p:nvPicPr>
          <p:cNvPr id="320" name="Google Shape;320;p8"/>
          <p:cNvPicPr preferRelativeResize="0"/>
          <p:nvPr/>
        </p:nvPicPr>
        <p:blipFill rotWithShape="1">
          <a:blip r:embed="rId3">
            <a:alphaModFix/>
          </a:blip>
          <a:srcRect b="0" l="0" r="0" t="0"/>
          <a:stretch/>
        </p:blipFill>
        <p:spPr>
          <a:xfrm>
            <a:off x="376730" y="4001294"/>
            <a:ext cx="7181850" cy="2752724"/>
          </a:xfrm>
          <a:prstGeom prst="roundRect">
            <a:avLst>
              <a:gd fmla="val 7802" name="adj"/>
            </a:avLst>
          </a:prstGeom>
          <a:noFill/>
          <a:ln>
            <a:noFill/>
          </a:ln>
        </p:spPr>
      </p:pic>
      <p:pic>
        <p:nvPicPr>
          <p:cNvPr id="321" name="Google Shape;321;p8"/>
          <p:cNvPicPr preferRelativeResize="0"/>
          <p:nvPr/>
        </p:nvPicPr>
        <p:blipFill rotWithShape="1">
          <a:blip r:embed="rId4">
            <a:alphaModFix/>
          </a:blip>
          <a:srcRect b="0" l="0" r="0" t="0"/>
          <a:stretch/>
        </p:blipFill>
        <p:spPr>
          <a:xfrm>
            <a:off x="7705725" y="4001294"/>
            <a:ext cx="3848100" cy="2752725"/>
          </a:xfrm>
          <a:prstGeom prst="roundRect">
            <a:avLst>
              <a:gd fmla="val 5940"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500"/>
                                        <p:tgtEl>
                                          <p:spTgt spid="3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500"/>
                                        <p:tgtEl>
                                          <p:spTgt spid="3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Criterios para descomponer en subprogramas</a:t>
            </a:r>
            <a:endParaRPr/>
          </a:p>
        </p:txBody>
      </p:sp>
      <p:sp>
        <p:nvSpPr>
          <p:cNvPr id="327" name="Google Shape;327;p9"/>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28" name="Google Shape;328;p9"/>
          <p:cNvSpPr/>
          <p:nvPr/>
        </p:nvSpPr>
        <p:spPr>
          <a:xfrm>
            <a:off x="1104899" y="1702676"/>
            <a:ext cx="10448926" cy="172632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s-ES" sz="2400" u="none" cap="none" strike="noStrike">
                <a:solidFill>
                  <a:schemeClr val="dk1"/>
                </a:solidFill>
                <a:latin typeface="Poppins"/>
                <a:ea typeface="Poppins"/>
                <a:cs typeface="Poppins"/>
                <a:sym typeface="Poppins"/>
              </a:rPr>
              <a:t>2.</a:t>
            </a:r>
            <a:r>
              <a:rPr b="0" i="0" lang="es-ES" sz="2400" u="none" cap="none" strike="noStrike">
                <a:solidFill>
                  <a:schemeClr val="dk1"/>
                </a:solidFill>
                <a:latin typeface="Poppins"/>
                <a:ea typeface="Poppins"/>
                <a:cs typeface="Poppins"/>
                <a:sym typeface="Poppins"/>
              </a:rPr>
              <a:t> Dividir la funcionalidad del programa en partes más sencillas, donde cada parte tenga una funcionalidad clara y específica</a:t>
            </a:r>
            <a:endParaRPr b="0" i="0" sz="1400" u="none" cap="none" strike="noStrike">
              <a:solidFill>
                <a:srgbClr val="000000"/>
              </a:solidFill>
              <a:latin typeface="Arial"/>
              <a:ea typeface="Arial"/>
              <a:cs typeface="Arial"/>
              <a:sym typeface="Arial"/>
            </a:endParaRPr>
          </a:p>
        </p:txBody>
      </p:sp>
      <p:pic>
        <p:nvPicPr>
          <p:cNvPr id="329" name="Google Shape;329;p9"/>
          <p:cNvPicPr preferRelativeResize="0"/>
          <p:nvPr/>
        </p:nvPicPr>
        <p:blipFill rotWithShape="1">
          <a:blip r:embed="rId3">
            <a:alphaModFix/>
          </a:blip>
          <a:srcRect b="0" l="0" r="0" t="0"/>
          <a:stretch/>
        </p:blipFill>
        <p:spPr>
          <a:xfrm>
            <a:off x="1774196" y="3840787"/>
            <a:ext cx="8643608" cy="1726324"/>
          </a:xfrm>
          <a:prstGeom prst="roundRect">
            <a:avLst>
              <a:gd fmla="val 10598"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gtEl>
                                        <p:attrNameLst>
                                          <p:attrName>style.visibility</p:attrName>
                                        </p:attrNameLst>
                                      </p:cBhvr>
                                      <p:to>
                                        <p:strVal val="visible"/>
                                      </p:to>
                                    </p:set>
                                    <p:anim calcmode="lin" valueType="num">
                                      <p:cBhvr additive="base">
                                        <p:cTn dur="500"/>
                                        <p:tgtEl>
                                          <p:spTgt spid="3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anim calcmode="lin" valueType="num">
                                      <p:cBhvr additive="base">
                                        <p:cTn dur="500"/>
                                        <p:tgtEl>
                                          <p:spTgt spid="32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Un ejemplo</a:t>
            </a:r>
            <a:endParaRPr/>
          </a:p>
        </p:txBody>
      </p:sp>
      <p:sp>
        <p:nvSpPr>
          <p:cNvPr id="335" name="Google Shape;335;p10"/>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1104899" y="1702676"/>
            <a:ext cx="6305551" cy="3917074"/>
          </a:xfrm>
          <a:prstGeom prst="roundRect">
            <a:avLst>
              <a:gd fmla="val 471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arch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open</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ejemplo1.txt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r</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4B69C6"/>
                </a:solidFill>
                <a:latin typeface="Consolas"/>
                <a:ea typeface="Consolas"/>
                <a:cs typeface="Consolas"/>
                <a:sym typeface="Consolas"/>
              </a:rPr>
              <a:t>while</a:t>
            </a: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partes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linea</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split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pic>
        <p:nvPicPr>
          <p:cNvPr id="337" name="Google Shape;337;p10"/>
          <p:cNvPicPr preferRelativeResize="0"/>
          <p:nvPr/>
        </p:nvPicPr>
        <p:blipFill rotWithShape="1">
          <a:blip r:embed="rId3">
            <a:alphaModFix/>
          </a:blip>
          <a:srcRect b="994" l="1225" r="1902" t="1575"/>
          <a:stretch/>
        </p:blipFill>
        <p:spPr>
          <a:xfrm>
            <a:off x="7675034" y="1702676"/>
            <a:ext cx="3608493" cy="3162146"/>
          </a:xfrm>
          <a:prstGeom prst="roundRect">
            <a:avLst>
              <a:gd fmla="val 2552" name="adj"/>
            </a:avLst>
          </a:prstGeom>
          <a:noFill/>
          <a:ln>
            <a:noFill/>
          </a:ln>
        </p:spPr>
      </p:pic>
      <p:sp>
        <p:nvSpPr>
          <p:cNvPr id="338" name="Google Shape;338;p10"/>
          <p:cNvSpPr/>
          <p:nvPr/>
        </p:nvSpPr>
        <p:spPr>
          <a:xfrm>
            <a:off x="5715164" y="3140020"/>
            <a:ext cx="761672" cy="1901333"/>
          </a:xfrm>
          <a:prstGeom prst="rightBrace">
            <a:avLst>
              <a:gd fmla="val 8333" name="adj1"/>
              <a:gd fmla="val 50000" name="adj2"/>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9" name="Google Shape;339;p10"/>
          <p:cNvSpPr/>
          <p:nvPr/>
        </p:nvSpPr>
        <p:spPr>
          <a:xfrm>
            <a:off x="7889546" y="5167914"/>
            <a:ext cx="3037271" cy="1545021"/>
          </a:xfrm>
          <a:prstGeom prst="wedgeRectCallout">
            <a:avLst>
              <a:gd fmla="val -89145" name="adj1"/>
              <a:gd fmla="val -118474" name="adj2"/>
            </a:avLst>
          </a:prstGeom>
          <a:solidFill>
            <a:srgbClr val="0070C0"/>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ES" sz="3200" u="none" cap="none" strike="noStrike">
                <a:solidFill>
                  <a:schemeClr val="lt1"/>
                </a:solidFill>
                <a:latin typeface="Poppins"/>
                <a:ea typeface="Poppins"/>
                <a:cs typeface="Poppins"/>
                <a:sym typeface="Poppins"/>
              </a:rPr>
              <a:t>¡Lo podemos hacer mejor!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500"/>
                                        <p:tgtEl>
                                          <p:spTgt spid="3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Pero, ¿qué tiene de malo?</a:t>
            </a:r>
            <a:endParaRPr/>
          </a:p>
        </p:txBody>
      </p:sp>
      <p:sp>
        <p:nvSpPr>
          <p:cNvPr id="345" name="Google Shape;345;p11"/>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46" name="Google Shape;346;p11"/>
          <p:cNvSpPr/>
          <p:nvPr/>
        </p:nvSpPr>
        <p:spPr>
          <a:xfrm>
            <a:off x="6209414" y="1562100"/>
            <a:ext cx="5515417" cy="4171950"/>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arch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open</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ejemplo1.txt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r</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4B69C6"/>
                </a:solidFill>
                <a:latin typeface="Consolas"/>
                <a:ea typeface="Consolas"/>
                <a:cs typeface="Consolas"/>
                <a:sym typeface="Consolas"/>
              </a:rPr>
              <a:t>while</a:t>
            </a: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partes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linea</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split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347" name="Google Shape;347;p11"/>
          <p:cNvSpPr/>
          <p:nvPr/>
        </p:nvSpPr>
        <p:spPr>
          <a:xfrm>
            <a:off x="786810" y="1562101"/>
            <a:ext cx="5280616" cy="4679946"/>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¿Qué pasaría si hay otros tipos, en vez de solo A y B?</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Tendríamos un </a:t>
            </a:r>
            <a:r>
              <a:rPr b="1" i="0" lang="es-ES" sz="2400" u="none" cap="none" strike="noStrike">
                <a:solidFill>
                  <a:schemeClr val="dk1"/>
                </a:solidFill>
                <a:latin typeface="Poppins"/>
                <a:ea typeface="Poppins"/>
                <a:cs typeface="Poppins"/>
                <a:sym typeface="Poppins"/>
              </a:rPr>
              <a:t>if</a:t>
            </a:r>
            <a:r>
              <a:rPr b="0" i="0" lang="es-ES" sz="2400" u="none" cap="none" strike="noStrike">
                <a:solidFill>
                  <a:schemeClr val="dk1"/>
                </a:solidFill>
                <a:latin typeface="Poppins"/>
                <a:ea typeface="Poppins"/>
                <a:cs typeface="Poppins"/>
                <a:sym typeface="Poppins"/>
              </a:rPr>
              <a:t> muy grande, ocupando mucho espacio y sin que sea la parte fundamental del código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El extraer el nombre ocupa mucho espacio, siendo que no es lo principal del algoritmo</a:t>
            </a:r>
            <a:endParaRPr b="0" i="0" sz="1400" u="none" cap="none" strike="noStrike">
              <a:solidFill>
                <a:srgbClr val="000000"/>
              </a:solidFill>
              <a:latin typeface="Arial"/>
              <a:ea typeface="Arial"/>
              <a:cs typeface="Arial"/>
              <a:sym typeface="Arial"/>
            </a:endParaRPr>
          </a:p>
        </p:txBody>
      </p:sp>
      <p:sp>
        <p:nvSpPr>
          <p:cNvPr id="348" name="Google Shape;348;p11"/>
          <p:cNvSpPr/>
          <p:nvPr/>
        </p:nvSpPr>
        <p:spPr>
          <a:xfrm>
            <a:off x="6290774" y="5121405"/>
            <a:ext cx="5352695" cy="1225289"/>
          </a:xfrm>
          <a:prstGeom prst="roundRect">
            <a:avLst>
              <a:gd fmla="val 14220" name="adj"/>
            </a:avLst>
          </a:prstGeom>
          <a:solidFill>
            <a:schemeClr val="accent1"/>
          </a:solidFill>
          <a:ln>
            <a:noFill/>
          </a:ln>
          <a:effectLst>
            <a:outerShdw blurRad="381000" rotWithShape="0" algn="ctr" dir="5400000" dist="127000">
              <a:srgbClr val="000000">
                <a:alpha val="29019"/>
              </a:srgbClr>
            </a:outerShdw>
          </a:effectLst>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2800"/>
              <a:buFont typeface="Arial"/>
              <a:buNone/>
            </a:pPr>
            <a:r>
              <a:rPr b="1" i="0" lang="es-ES" sz="2800" u="none" cap="none" strike="noStrike">
                <a:solidFill>
                  <a:srgbClr val="FFFFFF"/>
                </a:solidFill>
                <a:latin typeface="Poppins"/>
                <a:ea typeface="Poppins"/>
                <a:cs typeface="Poppins"/>
                <a:sym typeface="Poppins"/>
              </a:rPr>
              <a:t>Es más elegante escribir lo siguiente &gt;&gt;&gt;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gtEl>
                                        <p:attrNameLst>
                                          <p:attrName>style.visibility</p:attrName>
                                        </p:attrNameLst>
                                      </p:cBhvr>
                                      <p:to>
                                        <p:strVal val="visible"/>
                                      </p:to>
                                    </p:set>
                                    <p:anim calcmode="lin" valueType="num">
                                      <p:cBhvr additive="base">
                                        <p:cTn dur="500"/>
                                        <p:tgtEl>
                                          <p:spTgt spid="34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anim calcmode="lin" valueType="num">
                                      <p:cBhvr additive="base">
                                        <p:cTn dur="500"/>
                                        <p:tgtEl>
                                          <p:spTgt spid="34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anim calcmode="lin" valueType="num">
                                      <p:cBhvr additive="base">
                                        <p:cTn dur="500"/>
                                        <p:tgtEl>
                                          <p:spTgt spid="347">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anim calcmode="lin" valueType="num">
                                      <p:cBhvr additive="base">
                                        <p:cTn dur="500"/>
                                        <p:tgtEl>
                                          <p:spTgt spid="34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Versión 2</a:t>
            </a:r>
            <a:endParaRPr/>
          </a:p>
        </p:txBody>
      </p:sp>
      <p:sp>
        <p:nvSpPr>
          <p:cNvPr id="354" name="Google Shape;354;p12"/>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355" name="Google Shape;355;p12"/>
          <p:cNvSpPr/>
          <p:nvPr/>
        </p:nvSpPr>
        <p:spPr>
          <a:xfrm>
            <a:off x="6229079" y="970113"/>
            <a:ext cx="5515417" cy="5271934"/>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arch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open</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ejemplo1.txt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r</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obtenerNombre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linea</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partes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linea</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split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tipo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A</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partes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return</a:t>
            </a:r>
            <a:r>
              <a:rPr b="0" i="0" lang="es-ES" sz="2000" u="none" cap="none" strike="noStrike">
                <a:solidFill>
                  <a:srgbClr val="333333"/>
                </a:solidFill>
                <a:latin typeface="Consolas"/>
                <a:ea typeface="Consolas"/>
                <a:cs typeface="Consolas"/>
                <a:sym typeface="Consolas"/>
              </a:rPr>
              <a:t> nombre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4B69C6"/>
                </a:solidFill>
                <a:latin typeface="Consolas"/>
                <a:ea typeface="Consolas"/>
                <a:cs typeface="Consolas"/>
                <a:sym typeface="Consolas"/>
              </a:rPr>
              <a:t>while</a:t>
            </a: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nombre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obtenerNombre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linea</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linea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arch</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readline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strip</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356" name="Google Shape;356;p12"/>
          <p:cNvSpPr/>
          <p:nvPr/>
        </p:nvSpPr>
        <p:spPr>
          <a:xfrm>
            <a:off x="786810" y="1562101"/>
            <a:ext cx="5280616" cy="4679946"/>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Aun cuando parece que es más código, estamos usando </a:t>
            </a:r>
            <a:r>
              <a:rPr b="1" i="0" lang="es-ES" sz="2400" u="none" cap="none" strike="noStrike">
                <a:solidFill>
                  <a:schemeClr val="dk1"/>
                </a:solidFill>
                <a:latin typeface="Poppins"/>
                <a:ea typeface="Poppins"/>
                <a:cs typeface="Poppins"/>
                <a:sym typeface="Poppins"/>
              </a:rPr>
              <a:t>dividir para conquistar</a:t>
            </a:r>
            <a:r>
              <a:rPr b="0" i="0" lang="es-ES" sz="2400" u="none" cap="none" strike="noStrike">
                <a:solidFill>
                  <a:schemeClr val="dk1"/>
                </a:solidFill>
                <a:latin typeface="Poppins"/>
                <a:ea typeface="Poppins"/>
                <a:cs typeface="Poppins"/>
                <a:sym typeface="Poppins"/>
              </a:rPr>
              <a:t>, y convirtiendo un problema complicado en uno </a:t>
            </a:r>
            <a:r>
              <a:rPr b="1" i="0" lang="es-ES" sz="2400" u="none" cap="none" strike="noStrike">
                <a:solidFill>
                  <a:schemeClr val="dk1"/>
                </a:solidFill>
                <a:latin typeface="Poppins"/>
                <a:ea typeface="Poppins"/>
                <a:cs typeface="Poppins"/>
                <a:sym typeface="Poppins"/>
              </a:rPr>
              <a:t>simple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No te preocupes si no todo te hace sentido todavía. Solo mira la parte del while: ahora </a:t>
            </a:r>
            <a:r>
              <a:rPr b="1" i="0" lang="es-ES" sz="2400" u="none" cap="none" strike="noStrike">
                <a:solidFill>
                  <a:schemeClr val="dk1"/>
                </a:solidFill>
                <a:latin typeface="Poppins"/>
                <a:ea typeface="Poppins"/>
                <a:cs typeface="Poppins"/>
                <a:sym typeface="Poppins"/>
              </a:rPr>
              <a:t>es mucho más sencilla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56">
                                            <p:txEl>
                                              <p:pRg end="0" st="0"/>
                                            </p:txEl>
                                          </p:spTgt>
                                        </p:tgtEl>
                                        <p:attrNameLst>
                                          <p:attrName>style.visibility</p:attrName>
                                        </p:attrNameLst>
                                      </p:cBhvr>
                                      <p:to>
                                        <p:strVal val="visible"/>
                                      </p:to>
                                    </p:set>
                                    <p:anim calcmode="lin" valueType="num">
                                      <p:cBhvr additive="base">
                                        <p:cTn dur="500"/>
                                        <p:tgtEl>
                                          <p:spTgt spid="356">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56">
                                            <p:txEl>
                                              <p:pRg end="1" st="1"/>
                                            </p:txEl>
                                          </p:spTgt>
                                        </p:tgtEl>
                                        <p:attrNameLst>
                                          <p:attrName>style.visibility</p:attrName>
                                        </p:attrNameLst>
                                      </p:cBhvr>
                                      <p:to>
                                        <p:strVal val="visible"/>
                                      </p:to>
                                    </p:set>
                                    <p:anim calcmode="lin" valueType="num">
                                      <p:cBhvr additive="base">
                                        <p:cTn dur="500"/>
                                        <p:tgtEl>
                                          <p:spTgt spid="35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3"/>
          <p:cNvSpPr txBox="1"/>
          <p:nvPr/>
        </p:nvSpPr>
        <p:spPr>
          <a:xfrm>
            <a:off x="1112990" y="1581818"/>
            <a:ext cx="5779424" cy="144655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ES" sz="4400" u="none" cap="none" strike="noStrike">
                <a:solidFill>
                  <a:schemeClr val="dk1"/>
                </a:solidFill>
                <a:latin typeface="Poppins"/>
                <a:ea typeface="Poppins"/>
                <a:cs typeface="Poppins"/>
                <a:sym typeface="Poppins"/>
              </a:rPr>
              <a:t>Tipos de subprogramas</a:t>
            </a:r>
            <a:endParaRPr b="0" i="0" sz="1400" u="none" cap="none" strike="noStrike">
              <a:solidFill>
                <a:srgbClr val="000000"/>
              </a:solidFill>
              <a:latin typeface="Arial"/>
              <a:ea typeface="Arial"/>
              <a:cs typeface="Arial"/>
              <a:sym typeface="Arial"/>
            </a:endParaRPr>
          </a:p>
        </p:txBody>
      </p:sp>
      <p:sp>
        <p:nvSpPr>
          <p:cNvPr id="362" name="Google Shape;362;p13"/>
          <p:cNvSpPr txBox="1"/>
          <p:nvPr/>
        </p:nvSpPr>
        <p:spPr>
          <a:xfrm>
            <a:off x="1112989" y="1211208"/>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grpSp>
        <p:nvGrpSpPr>
          <p:cNvPr id="363" name="Google Shape;363;p13"/>
          <p:cNvGrpSpPr/>
          <p:nvPr/>
        </p:nvGrpSpPr>
        <p:grpSpPr>
          <a:xfrm>
            <a:off x="7507288" y="1763713"/>
            <a:ext cx="6037262" cy="5462588"/>
            <a:chOff x="7507288" y="1763713"/>
            <a:chExt cx="6037262" cy="5462588"/>
          </a:xfrm>
        </p:grpSpPr>
        <p:sp>
          <p:nvSpPr>
            <p:cNvPr id="364" name="Google Shape;364;p13"/>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5" name="Google Shape;365;p13"/>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6" name="Google Shape;366;p13"/>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7" name="Google Shape;367;p13"/>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8" name="Google Shape;368;p13"/>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9" name="Google Shape;369;p13"/>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0" name="Google Shape;370;p13"/>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1" name="Google Shape;371;p13"/>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2" name="Google Shape;372;p13"/>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3" name="Google Shape;373;p13"/>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4" name="Google Shape;374;p13"/>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5" name="Google Shape;375;p13"/>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6" name="Google Shape;376;p13"/>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7" name="Google Shape;377;p13"/>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8" name="Google Shape;378;p13"/>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9" name="Google Shape;379;p13"/>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0" name="Google Shape;380;p13"/>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1" name="Google Shape;381;p13"/>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2" name="Google Shape;382;p13"/>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3" name="Google Shape;383;p13"/>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4" name="Google Shape;384;p13"/>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5" name="Google Shape;385;p13"/>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6" name="Google Shape;386;p13"/>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7" name="Google Shape;387;p13"/>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8" name="Google Shape;388;p13"/>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9" name="Google Shape;389;p13"/>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0" name="Google Shape;390;p13"/>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1" name="Google Shape;391;p13"/>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2" name="Google Shape;392;p13"/>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3" name="Google Shape;393;p13"/>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4" name="Google Shape;394;p13"/>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5" name="Google Shape;395;p13"/>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6" name="Google Shape;396;p13"/>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7" name="Google Shape;397;p13"/>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8" name="Google Shape;398;p13"/>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9" name="Google Shape;399;p13"/>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0" name="Google Shape;400;p13"/>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1" name="Google Shape;401;p13"/>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2" name="Google Shape;402;p13"/>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3" name="Google Shape;403;p13"/>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4" name="Google Shape;404;p13"/>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5" name="Google Shape;405;p13"/>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6" name="Google Shape;406;p13"/>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7" name="Google Shape;407;p13"/>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8" name="Google Shape;408;p13"/>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9" name="Google Shape;409;p13"/>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0" name="Google Shape;410;p13"/>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1" name="Google Shape;411;p13"/>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2" name="Google Shape;412;p13"/>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3" name="Google Shape;413;p13"/>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4" name="Google Shape;414;p13"/>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5" name="Google Shape;415;p13"/>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6" name="Google Shape;416;p13"/>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7" name="Google Shape;417;p13"/>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8" name="Google Shape;418;p13"/>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9" name="Google Shape;419;p13"/>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0" name="Google Shape;420;p13"/>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1" name="Google Shape;421;p13"/>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2" name="Google Shape;422;p13"/>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3" name="Google Shape;423;p13"/>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4" name="Google Shape;424;p13"/>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5" name="Google Shape;425;p13"/>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6" name="Google Shape;426;p13"/>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7" name="Google Shape;427;p13"/>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8" name="Google Shape;428;p13"/>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29" name="Google Shape;429;p13"/>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0" name="Google Shape;430;p13"/>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1" name="Google Shape;431;p13"/>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2" name="Google Shape;432;p13"/>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3" name="Google Shape;433;p13"/>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4" name="Google Shape;434;p13"/>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5" name="Google Shape;435;p13"/>
            <p:cNvSpPr/>
            <p:nvPr/>
          </p:nvSpPr>
          <p:spPr>
            <a:xfrm>
              <a:off x="7959725" y="2298701"/>
              <a:ext cx="1419225" cy="87313"/>
            </a:xfrm>
            <a:custGeom>
              <a:rect b="b" l="l" r="r" t="t"/>
              <a:pathLst>
                <a:path extrusionOk="0" h="18" w="292">
                  <a:moveTo>
                    <a:pt x="282" y="18"/>
                  </a:moveTo>
                  <a:cubicBezTo>
                    <a:pt x="8" y="18"/>
                    <a:pt x="8" y="18"/>
                    <a:pt x="8" y="18"/>
                  </a:cubicBezTo>
                  <a:cubicBezTo>
                    <a:pt x="3" y="18"/>
                    <a:pt x="0" y="14"/>
                    <a:pt x="0" y="9"/>
                  </a:cubicBezTo>
                  <a:cubicBezTo>
                    <a:pt x="0" y="4"/>
                    <a:pt x="4" y="0"/>
                    <a:pt x="9" y="0"/>
                  </a:cubicBezTo>
                  <a:cubicBezTo>
                    <a:pt x="283" y="0"/>
                    <a:pt x="283" y="0"/>
                    <a:pt x="283" y="0"/>
                  </a:cubicBezTo>
                  <a:cubicBezTo>
                    <a:pt x="288" y="0"/>
                    <a:pt x="292" y="4"/>
                    <a:pt x="292" y="9"/>
                  </a:cubicBezTo>
                  <a:cubicBezTo>
                    <a:pt x="292" y="14"/>
                    <a:pt x="287" y="18"/>
                    <a:pt x="282"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6" name="Google Shape;436;p13"/>
            <p:cNvSpPr/>
            <p:nvPr/>
          </p:nvSpPr>
          <p:spPr>
            <a:xfrm>
              <a:off x="7940675" y="2560638"/>
              <a:ext cx="650875" cy="87313"/>
            </a:xfrm>
            <a:custGeom>
              <a:rect b="b" l="l" r="r" t="t"/>
              <a:pathLst>
                <a:path extrusionOk="0" h="18" w="134">
                  <a:moveTo>
                    <a:pt x="124" y="18"/>
                  </a:moveTo>
                  <a:cubicBezTo>
                    <a:pt x="9" y="18"/>
                    <a:pt x="9" y="18"/>
                    <a:pt x="9" y="18"/>
                  </a:cubicBezTo>
                  <a:cubicBezTo>
                    <a:pt x="4" y="18"/>
                    <a:pt x="0" y="14"/>
                    <a:pt x="1" y="9"/>
                  </a:cubicBezTo>
                  <a:cubicBezTo>
                    <a:pt x="1" y="4"/>
                    <a:pt x="5" y="0"/>
                    <a:pt x="10" y="0"/>
                  </a:cubicBezTo>
                  <a:cubicBezTo>
                    <a:pt x="125" y="0"/>
                    <a:pt x="125" y="0"/>
                    <a:pt x="125" y="0"/>
                  </a:cubicBezTo>
                  <a:cubicBezTo>
                    <a:pt x="130" y="0"/>
                    <a:pt x="134" y="4"/>
                    <a:pt x="134" y="9"/>
                  </a:cubicBezTo>
                  <a:cubicBezTo>
                    <a:pt x="133" y="14"/>
                    <a:pt x="129" y="18"/>
                    <a:pt x="12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7" name="Google Shape;437;p13"/>
            <p:cNvSpPr/>
            <p:nvPr/>
          </p:nvSpPr>
          <p:spPr>
            <a:xfrm>
              <a:off x="7924800" y="2817813"/>
              <a:ext cx="1143000" cy="88900"/>
            </a:xfrm>
            <a:custGeom>
              <a:rect b="b" l="l" r="r" t="t"/>
              <a:pathLst>
                <a:path extrusionOk="0" h="18" w="235">
                  <a:moveTo>
                    <a:pt x="226" y="18"/>
                  </a:moveTo>
                  <a:cubicBezTo>
                    <a:pt x="9" y="18"/>
                    <a:pt x="9" y="18"/>
                    <a:pt x="9" y="18"/>
                  </a:cubicBezTo>
                  <a:cubicBezTo>
                    <a:pt x="4" y="18"/>
                    <a:pt x="0" y="14"/>
                    <a:pt x="0" y="9"/>
                  </a:cubicBezTo>
                  <a:cubicBezTo>
                    <a:pt x="1" y="4"/>
                    <a:pt x="5" y="0"/>
                    <a:pt x="10" y="0"/>
                  </a:cubicBezTo>
                  <a:cubicBezTo>
                    <a:pt x="227" y="0"/>
                    <a:pt x="227" y="0"/>
                    <a:pt x="227" y="0"/>
                  </a:cubicBezTo>
                  <a:cubicBezTo>
                    <a:pt x="232" y="0"/>
                    <a:pt x="235" y="4"/>
                    <a:pt x="235" y="9"/>
                  </a:cubicBezTo>
                  <a:cubicBezTo>
                    <a:pt x="235" y="14"/>
                    <a:pt x="231" y="18"/>
                    <a:pt x="226"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38" name="Google Shape;438;p13"/>
            <p:cNvSpPr/>
            <p:nvPr/>
          </p:nvSpPr>
          <p:spPr>
            <a:xfrm>
              <a:off x="8688388" y="2560638"/>
              <a:ext cx="311150" cy="87313"/>
            </a:xfrm>
            <a:custGeom>
              <a:rect b="b" l="l" r="r" t="t"/>
              <a:pathLst>
                <a:path extrusionOk="0" h="18" w="64">
                  <a:moveTo>
                    <a:pt x="54" y="18"/>
                  </a:moveTo>
                  <a:cubicBezTo>
                    <a:pt x="9" y="18"/>
                    <a:pt x="9" y="18"/>
                    <a:pt x="9" y="18"/>
                  </a:cubicBezTo>
                  <a:cubicBezTo>
                    <a:pt x="4" y="18"/>
                    <a:pt x="0" y="14"/>
                    <a:pt x="1" y="9"/>
                  </a:cubicBezTo>
                  <a:cubicBezTo>
                    <a:pt x="1" y="4"/>
                    <a:pt x="5" y="0"/>
                    <a:pt x="10" y="0"/>
                  </a:cubicBezTo>
                  <a:cubicBezTo>
                    <a:pt x="56" y="0"/>
                    <a:pt x="56" y="0"/>
                    <a:pt x="56" y="0"/>
                  </a:cubicBezTo>
                  <a:cubicBezTo>
                    <a:pt x="61" y="0"/>
                    <a:pt x="64" y="4"/>
                    <a:pt x="64" y="9"/>
                  </a:cubicBezTo>
                  <a:cubicBezTo>
                    <a:pt x="64" y="14"/>
                    <a:pt x="59" y="18"/>
                    <a:pt x="5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Dos tipos</a:t>
            </a:r>
            <a:endParaRPr/>
          </a:p>
        </p:txBody>
      </p:sp>
      <p:sp>
        <p:nvSpPr>
          <p:cNvPr id="444" name="Google Shape;444;p14"/>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45" name="Google Shape;445;p14"/>
          <p:cNvSpPr/>
          <p:nvPr/>
        </p:nvSpPr>
        <p:spPr>
          <a:xfrm>
            <a:off x="1104899" y="1702675"/>
            <a:ext cx="9982202" cy="2692343"/>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De acuerdo a cómo se usan, los subprogramas se pueden clasificar en dos tipos: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Funciones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Procedimientos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500"/>
                                        <p:tgtEl>
                                          <p:spTgt spid="4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 calcmode="lin" valueType="num">
                                      <p:cBhvr additive="base">
                                        <p:cTn dur="500"/>
                                        <p:tgtEl>
                                          <p:spTgt spid="445">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 calcmode="lin" valueType="num">
                                      <p:cBhvr additive="base">
                                        <p:cTn dur="500"/>
                                        <p:tgtEl>
                                          <p:spTgt spid="445">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 calcmode="lin" valueType="num">
                                      <p:cBhvr additive="base">
                                        <p:cTn dur="500"/>
                                        <p:tgtEl>
                                          <p:spTgt spid="4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Hay procedimientos que ya conoces</a:t>
            </a:r>
            <a:endParaRPr/>
          </a:p>
        </p:txBody>
      </p:sp>
      <p:sp>
        <p:nvSpPr>
          <p:cNvPr id="451" name="Google Shape;451;p15"/>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52" name="Google Shape;452;p15"/>
          <p:cNvSpPr/>
          <p:nvPr/>
        </p:nvSpPr>
        <p:spPr>
          <a:xfrm>
            <a:off x="1104899" y="1702675"/>
            <a:ext cx="9982202" cy="814383"/>
          </a:xfrm>
          <a:prstGeom prst="roundRect">
            <a:avLst>
              <a:gd fmla="val 2596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rgbClr val="AA3731"/>
                </a:solidFill>
                <a:latin typeface="Consolas"/>
                <a:ea typeface="Consolas"/>
                <a:cs typeface="Consolas"/>
                <a:sym typeface="Consolas"/>
              </a:rPr>
              <a:t>print</a:t>
            </a:r>
            <a:r>
              <a:rPr b="0" i="0" lang="es-ES" sz="3600" u="none" cap="none" strike="noStrike">
                <a:solidFill>
                  <a:srgbClr val="777777"/>
                </a:solidFill>
                <a:latin typeface="Consolas"/>
                <a:ea typeface="Consolas"/>
                <a:cs typeface="Consolas"/>
                <a:sym typeface="Consolas"/>
              </a:rPr>
              <a:t>('</a:t>
            </a:r>
            <a:r>
              <a:rPr b="0" i="0" lang="es-ES" sz="3600" u="none" cap="none" strike="noStrike">
                <a:solidFill>
                  <a:srgbClr val="448C27"/>
                </a:solidFill>
                <a:latin typeface="Consolas"/>
                <a:ea typeface="Consolas"/>
                <a:cs typeface="Consolas"/>
                <a:sym typeface="Consolas"/>
              </a:rPr>
              <a:t>Hola, ¿cómo estás?</a:t>
            </a:r>
            <a:r>
              <a:rPr b="0" i="0" lang="es-ES" sz="3600" u="none" cap="none" strike="noStrike">
                <a:solidFill>
                  <a:srgbClr val="777777"/>
                </a:solidFill>
                <a:latin typeface="Consolas"/>
                <a:ea typeface="Consolas"/>
                <a:cs typeface="Consolas"/>
                <a:sym typeface="Consolas"/>
              </a:rPr>
              <a:t>')</a:t>
            </a:r>
            <a:endParaRPr b="0" i="0" sz="3600" u="none" cap="none" strike="noStrike">
              <a:solidFill>
                <a:srgbClr val="333333"/>
              </a:solidFill>
              <a:latin typeface="Consolas"/>
              <a:ea typeface="Consolas"/>
              <a:cs typeface="Consolas"/>
              <a:sym typeface="Consolas"/>
            </a:endParaRPr>
          </a:p>
        </p:txBody>
      </p:sp>
      <p:sp>
        <p:nvSpPr>
          <p:cNvPr id="453" name="Google Shape;453;p15"/>
          <p:cNvSpPr/>
          <p:nvPr/>
        </p:nvSpPr>
        <p:spPr>
          <a:xfrm>
            <a:off x="1104899" y="2744895"/>
            <a:ext cx="9982202" cy="304630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¿Qué hace este procedimiento? (o sea, cuál es su comportamiento)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¿Cómo crees que funciona?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¿Cómo sabe el procedimiento </a:t>
            </a:r>
            <a:r>
              <a:rPr b="1" i="0" lang="es-ES" sz="3200" u="none" cap="none" strike="noStrike">
                <a:solidFill>
                  <a:schemeClr val="accent1"/>
                </a:solidFill>
                <a:latin typeface="Poppins"/>
                <a:ea typeface="Poppins"/>
                <a:cs typeface="Poppins"/>
                <a:sym typeface="Poppins"/>
              </a:rPr>
              <a:t>qué</a:t>
            </a:r>
            <a:r>
              <a:rPr b="0" i="0" lang="es-ES" sz="2400" u="none" cap="none" strike="noStrike">
                <a:solidFill>
                  <a:schemeClr val="dk1"/>
                </a:solidFill>
                <a:latin typeface="Poppins"/>
                <a:ea typeface="Poppins"/>
                <a:cs typeface="Poppins"/>
                <a:sym typeface="Poppins"/>
              </a:rPr>
              <a:t> es lo que quieres imprimir por pantalla?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52">
                                            <p:txEl>
                                              <p:pRg end="0" st="0"/>
                                            </p:txEl>
                                          </p:spTgt>
                                        </p:tgtEl>
                                        <p:attrNameLst>
                                          <p:attrName>style.visibility</p:attrName>
                                        </p:attrNameLst>
                                      </p:cBhvr>
                                      <p:to>
                                        <p:strVal val="visible"/>
                                      </p:to>
                                    </p:set>
                                    <p:anim calcmode="lin" valueType="num">
                                      <p:cBhvr additive="base">
                                        <p:cTn dur="500"/>
                                        <p:tgtEl>
                                          <p:spTgt spid="4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500"/>
                                        <p:tgtEl>
                                          <p:spTgt spid="4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53">
                                            <p:txEl>
                                              <p:pRg end="0" st="0"/>
                                            </p:txEl>
                                          </p:spTgt>
                                        </p:tgtEl>
                                        <p:attrNameLst>
                                          <p:attrName>style.visibility</p:attrName>
                                        </p:attrNameLst>
                                      </p:cBhvr>
                                      <p:to>
                                        <p:strVal val="visible"/>
                                      </p:to>
                                    </p:set>
                                    <p:anim calcmode="lin" valueType="num">
                                      <p:cBhvr additive="base">
                                        <p:cTn dur="500"/>
                                        <p:tgtEl>
                                          <p:spTgt spid="45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53">
                                            <p:txEl>
                                              <p:pRg end="1" st="1"/>
                                            </p:txEl>
                                          </p:spTgt>
                                        </p:tgtEl>
                                        <p:attrNameLst>
                                          <p:attrName>style.visibility</p:attrName>
                                        </p:attrNameLst>
                                      </p:cBhvr>
                                      <p:to>
                                        <p:strVal val="visible"/>
                                      </p:to>
                                    </p:set>
                                    <p:anim calcmode="lin" valueType="num">
                                      <p:cBhvr additive="base">
                                        <p:cTn dur="500"/>
                                        <p:tgtEl>
                                          <p:spTgt spid="453">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53">
                                            <p:txEl>
                                              <p:pRg end="2" st="2"/>
                                            </p:txEl>
                                          </p:spTgt>
                                        </p:tgtEl>
                                        <p:attrNameLst>
                                          <p:attrName>style.visibility</p:attrName>
                                        </p:attrNameLst>
                                      </p:cBhvr>
                                      <p:to>
                                        <p:strVal val="visible"/>
                                      </p:to>
                                    </p:set>
                                    <p:anim calcmode="lin" valueType="num">
                                      <p:cBhvr additive="base">
                                        <p:cTn dur="500"/>
                                        <p:tgtEl>
                                          <p:spTgt spid="45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Hay funciones que ya conoces</a:t>
            </a:r>
            <a:endParaRPr/>
          </a:p>
        </p:txBody>
      </p:sp>
      <p:sp>
        <p:nvSpPr>
          <p:cNvPr id="459" name="Google Shape;459;p16"/>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60" name="Google Shape;460;p16"/>
          <p:cNvSpPr/>
          <p:nvPr/>
        </p:nvSpPr>
        <p:spPr>
          <a:xfrm>
            <a:off x="1104899" y="1702675"/>
            <a:ext cx="9982202" cy="814383"/>
          </a:xfrm>
          <a:prstGeom prst="roundRect">
            <a:avLst>
              <a:gd fmla="val 2596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s-ES" sz="3600" u="none" cap="none" strike="noStrike">
                <a:solidFill>
                  <a:srgbClr val="333333"/>
                </a:solidFill>
                <a:latin typeface="Consolas"/>
                <a:ea typeface="Consolas"/>
                <a:cs typeface="Consolas"/>
                <a:sym typeface="Consolas"/>
              </a:rPr>
              <a:t>arch </a:t>
            </a:r>
            <a:r>
              <a:rPr b="0" i="0" lang="es-ES" sz="3600" u="none" cap="none" strike="noStrike">
                <a:solidFill>
                  <a:srgbClr val="777777"/>
                </a:solidFill>
                <a:latin typeface="Consolas"/>
                <a:ea typeface="Consolas"/>
                <a:cs typeface="Consolas"/>
                <a:sym typeface="Consolas"/>
              </a:rPr>
              <a:t>=</a:t>
            </a:r>
            <a:r>
              <a:rPr b="0" i="0" lang="es-ES" sz="3600" u="none" cap="none" strike="noStrike">
                <a:solidFill>
                  <a:srgbClr val="333333"/>
                </a:solidFill>
                <a:latin typeface="Consolas"/>
                <a:ea typeface="Consolas"/>
                <a:cs typeface="Consolas"/>
                <a:sym typeface="Consolas"/>
              </a:rPr>
              <a:t> </a:t>
            </a:r>
            <a:r>
              <a:rPr b="1" i="0" lang="es-ES" sz="3600" u="none" cap="none" strike="noStrike">
                <a:solidFill>
                  <a:srgbClr val="AA3731"/>
                </a:solidFill>
                <a:latin typeface="Consolas"/>
                <a:ea typeface="Consolas"/>
                <a:cs typeface="Consolas"/>
                <a:sym typeface="Consolas"/>
              </a:rPr>
              <a:t>open</a:t>
            </a:r>
            <a:r>
              <a:rPr b="0" i="0" lang="es-ES" sz="3600" u="none" cap="none" strike="noStrike">
                <a:solidFill>
                  <a:srgbClr val="777777"/>
                </a:solidFill>
                <a:latin typeface="Consolas"/>
                <a:ea typeface="Consolas"/>
                <a:cs typeface="Consolas"/>
                <a:sym typeface="Consolas"/>
              </a:rPr>
              <a:t>('</a:t>
            </a:r>
            <a:r>
              <a:rPr b="0" i="0" lang="es-ES" sz="3600" u="none" cap="none" strike="noStrike">
                <a:solidFill>
                  <a:srgbClr val="448C27"/>
                </a:solidFill>
                <a:latin typeface="Consolas"/>
                <a:ea typeface="Consolas"/>
                <a:cs typeface="Consolas"/>
                <a:sym typeface="Consolas"/>
              </a:rPr>
              <a:t>archivo.txt</a:t>
            </a:r>
            <a:r>
              <a:rPr b="0" i="0" lang="es-ES" sz="3600" u="none" cap="none" strike="noStrike">
                <a:solidFill>
                  <a:srgbClr val="777777"/>
                </a:solidFill>
                <a:latin typeface="Consolas"/>
                <a:ea typeface="Consolas"/>
                <a:cs typeface="Consolas"/>
                <a:sym typeface="Consolas"/>
              </a:rPr>
              <a:t>',</a:t>
            </a:r>
            <a:r>
              <a:rPr b="0" i="0" lang="es-ES" sz="3600" u="none" cap="none" strike="noStrike">
                <a:solidFill>
                  <a:srgbClr val="333333"/>
                </a:solidFill>
                <a:latin typeface="Consolas"/>
                <a:ea typeface="Consolas"/>
                <a:cs typeface="Consolas"/>
                <a:sym typeface="Consolas"/>
              </a:rPr>
              <a:t> </a:t>
            </a:r>
            <a:r>
              <a:rPr b="0" i="0" lang="es-ES" sz="3600" u="none" cap="none" strike="noStrike">
                <a:solidFill>
                  <a:srgbClr val="777777"/>
                </a:solidFill>
                <a:latin typeface="Consolas"/>
                <a:ea typeface="Consolas"/>
                <a:cs typeface="Consolas"/>
                <a:sym typeface="Consolas"/>
              </a:rPr>
              <a:t>'</a:t>
            </a:r>
            <a:r>
              <a:rPr b="0" i="0" lang="es-ES" sz="3600" u="none" cap="none" strike="noStrike">
                <a:solidFill>
                  <a:srgbClr val="448C27"/>
                </a:solidFill>
                <a:latin typeface="Consolas"/>
                <a:ea typeface="Consolas"/>
                <a:cs typeface="Consolas"/>
                <a:sym typeface="Consolas"/>
              </a:rPr>
              <a:t>r</a:t>
            </a:r>
            <a:r>
              <a:rPr b="0" i="0" lang="es-ES" sz="3600" u="none" cap="none" strike="noStrike">
                <a:solidFill>
                  <a:srgbClr val="777777"/>
                </a:solidFill>
                <a:latin typeface="Consolas"/>
                <a:ea typeface="Consolas"/>
                <a:cs typeface="Consolas"/>
                <a:sym typeface="Consolas"/>
              </a:rPr>
              <a:t>')</a:t>
            </a:r>
            <a:endParaRPr b="0" i="0" sz="3600" u="none" cap="none" strike="noStrike">
              <a:solidFill>
                <a:srgbClr val="333333"/>
              </a:solidFill>
              <a:latin typeface="Consolas"/>
              <a:ea typeface="Consolas"/>
              <a:cs typeface="Consolas"/>
              <a:sym typeface="Consolas"/>
            </a:endParaRPr>
          </a:p>
        </p:txBody>
      </p:sp>
      <p:sp>
        <p:nvSpPr>
          <p:cNvPr id="461" name="Google Shape;461;p16"/>
          <p:cNvSpPr/>
          <p:nvPr/>
        </p:nvSpPr>
        <p:spPr>
          <a:xfrm>
            <a:off x="1104899" y="2744895"/>
            <a:ext cx="9982202" cy="304630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¿Qué hace esta función? (o sea, cuál es su </a:t>
            </a:r>
            <a:r>
              <a:rPr b="1" i="0" lang="es-ES" sz="2400" u="none" cap="none" strike="noStrike">
                <a:solidFill>
                  <a:schemeClr val="dk1"/>
                </a:solidFill>
                <a:latin typeface="Poppins"/>
                <a:ea typeface="Poppins"/>
                <a:cs typeface="Poppins"/>
                <a:sym typeface="Poppins"/>
              </a:rPr>
              <a:t>comportamiento</a:t>
            </a:r>
            <a:r>
              <a:rPr b="0" i="0" lang="es-ES" sz="24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¿Cómo crees que funciona?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¿Cómo sabe la función </a:t>
            </a:r>
            <a:r>
              <a:rPr b="1" i="0" lang="es-ES" sz="3200" u="none" cap="none" strike="noStrike">
                <a:solidFill>
                  <a:schemeClr val="accent1"/>
                </a:solidFill>
                <a:latin typeface="Poppins"/>
                <a:ea typeface="Poppins"/>
                <a:cs typeface="Poppins"/>
                <a:sym typeface="Poppins"/>
              </a:rPr>
              <a:t>cuál</a:t>
            </a:r>
            <a:r>
              <a:rPr b="0" i="0" lang="es-ES" sz="2400" u="none" cap="none" strike="noStrike">
                <a:solidFill>
                  <a:schemeClr val="dk1"/>
                </a:solidFill>
                <a:latin typeface="Poppins"/>
                <a:ea typeface="Poppins"/>
                <a:cs typeface="Poppins"/>
                <a:sym typeface="Poppins"/>
              </a:rPr>
              <a:t> es el archivo que quieres abrir para leer?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0">
                                            <p:txEl>
                                              <p:pRg end="0" st="0"/>
                                            </p:txEl>
                                          </p:spTgt>
                                        </p:tgtEl>
                                        <p:attrNameLst>
                                          <p:attrName>style.visibility</p:attrName>
                                        </p:attrNameLst>
                                      </p:cBhvr>
                                      <p:to>
                                        <p:strVal val="visible"/>
                                      </p:to>
                                    </p:set>
                                    <p:anim calcmode="lin" valueType="num">
                                      <p:cBhvr additive="base">
                                        <p:cTn dur="500"/>
                                        <p:tgtEl>
                                          <p:spTgt spid="46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1"/>
                                        </p:tgtEl>
                                        <p:attrNameLst>
                                          <p:attrName>style.visibility</p:attrName>
                                        </p:attrNameLst>
                                      </p:cBhvr>
                                      <p:to>
                                        <p:strVal val="visible"/>
                                      </p:to>
                                    </p:set>
                                    <p:anim calcmode="lin" valueType="num">
                                      <p:cBhvr additive="base">
                                        <p:cTn dur="500"/>
                                        <p:tgtEl>
                                          <p:spTgt spid="4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 calcmode="lin" valueType="num">
                                      <p:cBhvr additive="base">
                                        <p:cTn dur="500"/>
                                        <p:tgtEl>
                                          <p:spTgt spid="46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 calcmode="lin" valueType="num">
                                      <p:cBhvr additive="base">
                                        <p:cTn dur="500"/>
                                        <p:tgtEl>
                                          <p:spTgt spid="461">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anim calcmode="lin" valueType="num">
                                      <p:cBhvr additive="base">
                                        <p:cTn dur="500"/>
                                        <p:tgtEl>
                                          <p:spTgt spid="4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Procedimiento vs Función</a:t>
            </a:r>
            <a:endParaRPr/>
          </a:p>
        </p:txBody>
      </p:sp>
      <p:sp>
        <p:nvSpPr>
          <p:cNvPr id="467" name="Google Shape;467;p17"/>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68" name="Google Shape;468;p17"/>
          <p:cNvSpPr/>
          <p:nvPr/>
        </p:nvSpPr>
        <p:spPr>
          <a:xfrm>
            <a:off x="1104899" y="1901821"/>
            <a:ext cx="9982202" cy="447931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Las funciones son subprogramas que después de procesadas sus instrucciones, </a:t>
            </a:r>
            <a:r>
              <a:rPr b="1" i="0" lang="es-ES" sz="2400" u="none" cap="none" strike="noStrike">
                <a:solidFill>
                  <a:schemeClr val="dk1"/>
                </a:solidFill>
                <a:latin typeface="Poppins"/>
                <a:ea typeface="Poppins"/>
                <a:cs typeface="Poppins"/>
                <a:sym typeface="Poppins"/>
              </a:rPr>
              <a:t>retornan</a:t>
            </a:r>
            <a:r>
              <a:rPr b="0" i="0" lang="es-ES" sz="2400" u="none" cap="none" strike="noStrike">
                <a:solidFill>
                  <a:schemeClr val="dk1"/>
                </a:solidFill>
                <a:latin typeface="Poppins"/>
                <a:ea typeface="Poppins"/>
                <a:cs typeface="Poppins"/>
                <a:sym typeface="Poppins"/>
              </a:rPr>
              <a:t> un valor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t/>
            </a:r>
            <a:endParaRPr b="0" i="0" sz="24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Imagina algo como una función matemática:</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f(x) = 3x</a:t>
            </a:r>
            <a:r>
              <a:rPr b="0" baseline="30000" i="0" lang="es-ES" sz="2400" u="none" cap="none" strike="noStrike">
                <a:solidFill>
                  <a:schemeClr val="dk1"/>
                </a:solidFill>
                <a:latin typeface="Poppins"/>
                <a:ea typeface="Poppins"/>
                <a:cs typeface="Poppins"/>
                <a:sym typeface="Poppins"/>
              </a:rPr>
              <a:t>2</a:t>
            </a:r>
            <a:r>
              <a:rPr b="0" i="0" lang="es-ES" sz="2400" u="none" cap="none" strike="noStrike">
                <a:solidFill>
                  <a:schemeClr val="dk1"/>
                </a:solidFill>
                <a:latin typeface="Poppins"/>
                <a:ea typeface="Poppins"/>
                <a:cs typeface="Poppins"/>
                <a:sym typeface="Poppins"/>
              </a:rPr>
              <a:t> + 2x – 1</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1000"/>
              </a:spcBef>
              <a:spcAft>
                <a:spcPts val="0"/>
              </a:spcAft>
              <a:buClr>
                <a:srgbClr val="000000"/>
              </a:buClr>
              <a:buSzPts val="2400"/>
              <a:buFont typeface="Arial"/>
              <a:buNone/>
            </a:pPr>
            <a:r>
              <a:t/>
            </a:r>
            <a:endParaRPr b="0" i="0" sz="24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Al invocar la función, ésta nos entrega un valor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8"/>
                                        </p:tgtEl>
                                        <p:attrNameLst>
                                          <p:attrName>style.visibility</p:attrName>
                                        </p:attrNameLst>
                                      </p:cBhvr>
                                      <p:to>
                                        <p:strVal val="visible"/>
                                      </p:to>
                                    </p:set>
                                    <p:anim calcmode="lin" valueType="num">
                                      <p:cBhvr additive="base">
                                        <p:cTn dur="500"/>
                                        <p:tgtEl>
                                          <p:spTgt spid="46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 calcmode="lin" valueType="num">
                                      <p:cBhvr additive="base">
                                        <p:cTn dur="500"/>
                                        <p:tgtEl>
                                          <p:spTgt spid="468">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 calcmode="lin" valueType="num">
                                      <p:cBhvr additive="base">
                                        <p:cTn dur="500"/>
                                        <p:tgtEl>
                                          <p:spTgt spid="468">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 calcmode="lin" valueType="num">
                                      <p:cBhvr additive="base">
                                        <p:cTn dur="500"/>
                                        <p:tgtEl>
                                          <p:spTgt spid="468">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3" st="3"/>
                                            </p:txEl>
                                          </p:spTgt>
                                        </p:tgtEl>
                                        <p:attrNameLst>
                                          <p:attrName>style.visibility</p:attrName>
                                        </p:attrNameLst>
                                      </p:cBhvr>
                                      <p:to>
                                        <p:strVal val="visible"/>
                                      </p:to>
                                    </p:set>
                                    <p:anim calcmode="lin" valueType="num">
                                      <p:cBhvr additive="base">
                                        <p:cTn dur="500"/>
                                        <p:tgtEl>
                                          <p:spTgt spid="468">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4" st="4"/>
                                            </p:txEl>
                                          </p:spTgt>
                                        </p:tgtEl>
                                        <p:attrNameLst>
                                          <p:attrName>style.visibility</p:attrName>
                                        </p:attrNameLst>
                                      </p:cBhvr>
                                      <p:to>
                                        <p:strVal val="visible"/>
                                      </p:to>
                                    </p:set>
                                    <p:anim calcmode="lin" valueType="num">
                                      <p:cBhvr additive="base">
                                        <p:cTn dur="500"/>
                                        <p:tgtEl>
                                          <p:spTgt spid="468">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68">
                                            <p:txEl>
                                              <p:pRg end="5" st="5"/>
                                            </p:txEl>
                                          </p:spTgt>
                                        </p:tgtEl>
                                        <p:attrNameLst>
                                          <p:attrName>style.visibility</p:attrName>
                                        </p:attrNameLst>
                                      </p:cBhvr>
                                      <p:to>
                                        <p:strVal val="visible"/>
                                      </p:to>
                                    </p:set>
                                    <p:anim calcmode="lin" valueType="num">
                                      <p:cBhvr additive="base">
                                        <p:cTn dur="500"/>
                                        <p:tgtEl>
                                          <p:spTgt spid="46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Procedimiento vs Función</a:t>
            </a:r>
            <a:endParaRPr/>
          </a:p>
        </p:txBody>
      </p:sp>
      <p:sp>
        <p:nvSpPr>
          <p:cNvPr id="474" name="Google Shape;474;p18"/>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75" name="Google Shape;475;p18"/>
          <p:cNvSpPr/>
          <p:nvPr/>
        </p:nvSpPr>
        <p:spPr>
          <a:xfrm>
            <a:off x="1104899" y="1702675"/>
            <a:ext cx="9982202" cy="1591131"/>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Los </a:t>
            </a:r>
            <a:r>
              <a:rPr b="1" i="0" lang="es-ES" sz="2400" u="none" cap="none" strike="noStrike">
                <a:solidFill>
                  <a:schemeClr val="dk1"/>
                </a:solidFill>
                <a:latin typeface="Poppins"/>
                <a:ea typeface="Poppins"/>
                <a:cs typeface="Poppins"/>
                <a:sym typeface="Poppins"/>
              </a:rPr>
              <a:t>procedimientos</a:t>
            </a:r>
            <a:r>
              <a:rPr b="0" i="0" lang="es-ES" sz="2400" u="none" cap="none" strike="noStrike">
                <a:solidFill>
                  <a:schemeClr val="dk1"/>
                </a:solidFill>
                <a:latin typeface="Poppins"/>
                <a:ea typeface="Poppins"/>
                <a:cs typeface="Poppins"/>
                <a:sym typeface="Poppins"/>
              </a:rPr>
              <a:t> son subprogramas que después de procesadas sus instrucciones, </a:t>
            </a:r>
            <a:r>
              <a:rPr b="1" i="0" lang="es-ES" sz="2400" u="none" cap="none" strike="noStrike">
                <a:solidFill>
                  <a:schemeClr val="dk1"/>
                </a:solidFill>
                <a:latin typeface="Poppins"/>
                <a:ea typeface="Poppins"/>
                <a:cs typeface="Poppins"/>
                <a:sym typeface="Poppins"/>
              </a:rPr>
              <a:t>no retornan </a:t>
            </a:r>
            <a:r>
              <a:rPr b="0" i="0" lang="es-ES" sz="2400" u="none" cap="none" strike="noStrike">
                <a:solidFill>
                  <a:schemeClr val="dk1"/>
                </a:solidFill>
                <a:latin typeface="Poppins"/>
                <a:ea typeface="Poppins"/>
                <a:cs typeface="Poppins"/>
                <a:sym typeface="Poppins"/>
              </a:rPr>
              <a:t>un valor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5"/>
                                        </p:tgtEl>
                                        <p:attrNameLst>
                                          <p:attrName>style.visibility</p:attrName>
                                        </p:attrNameLst>
                                      </p:cBhvr>
                                      <p:to>
                                        <p:strVal val="visible"/>
                                      </p:to>
                                    </p:set>
                                    <p:anim calcmode="lin" valueType="num">
                                      <p:cBhvr additive="base">
                                        <p:cTn dur="500"/>
                                        <p:tgtEl>
                                          <p:spTgt spid="4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anim calcmode="lin" valueType="num">
                                      <p:cBhvr additive="base">
                                        <p:cTn dur="500"/>
                                        <p:tgtEl>
                                          <p:spTgt spid="4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9"/>
          <p:cNvSpPr txBox="1"/>
          <p:nvPr>
            <p:ph type="title"/>
          </p:nvPr>
        </p:nvSpPr>
        <p:spPr>
          <a:xfrm>
            <a:off x="1104900" y="917575"/>
            <a:ext cx="10423954" cy="682625"/>
          </a:xfrm>
          <a:prstGeom prst="rect">
            <a:avLst/>
          </a:prstGeom>
          <a:noFill/>
          <a:ln>
            <a:noFill/>
          </a:ln>
        </p:spPr>
        <p:txBody>
          <a:bodyPr anchorCtr="0" anchor="ctr" bIns="45700" lIns="0" spcFirstLastPara="1" rIns="91425" wrap="square" tIns="91425">
            <a:normAutofit fontScale="90000"/>
          </a:bodyPr>
          <a:lstStyle/>
          <a:p>
            <a:pPr indent="0" lvl="0" marL="0" rtl="0" algn="l">
              <a:lnSpc>
                <a:spcPct val="90000"/>
              </a:lnSpc>
              <a:spcBef>
                <a:spcPts val="0"/>
              </a:spcBef>
              <a:spcAft>
                <a:spcPts val="0"/>
              </a:spcAft>
              <a:buClr>
                <a:schemeClr val="dk1"/>
              </a:buClr>
              <a:buSzPct val="111111"/>
              <a:buFont typeface="Poppins"/>
              <a:buNone/>
            </a:pPr>
            <a:r>
              <a:rPr lang="es-ES"/>
              <a:t>Modificando el comportamiento de subprogramas</a:t>
            </a:r>
            <a:endParaRPr/>
          </a:p>
        </p:txBody>
      </p:sp>
      <p:sp>
        <p:nvSpPr>
          <p:cNvPr id="481" name="Google Shape;481;p19"/>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82" name="Google Shape;482;p19"/>
          <p:cNvSpPr/>
          <p:nvPr/>
        </p:nvSpPr>
        <p:spPr>
          <a:xfrm>
            <a:off x="1104899" y="1710813"/>
            <a:ext cx="9982202" cy="4817806"/>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La forma normal de </a:t>
            </a:r>
            <a:r>
              <a:rPr b="1" i="0" lang="es-ES" sz="2400" u="none" cap="none" strike="noStrike">
                <a:solidFill>
                  <a:schemeClr val="dk1"/>
                </a:solidFill>
                <a:latin typeface="Poppins"/>
                <a:ea typeface="Poppins"/>
                <a:cs typeface="Poppins"/>
                <a:sym typeface="Poppins"/>
              </a:rPr>
              <a:t>modificar</a:t>
            </a:r>
            <a:r>
              <a:rPr b="0" i="0" lang="es-ES" sz="2400" u="none" cap="none" strike="noStrike">
                <a:solidFill>
                  <a:schemeClr val="dk1"/>
                </a:solidFill>
                <a:latin typeface="Poppins"/>
                <a:ea typeface="Poppins"/>
                <a:cs typeface="Poppins"/>
                <a:sym typeface="Poppins"/>
              </a:rPr>
              <a:t> el comportamiento de un subprograma es a través de sus parámetros.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Los </a:t>
            </a:r>
            <a:r>
              <a:rPr b="1" i="0" lang="es-ES" sz="2400" u="none" cap="none" strike="noStrike">
                <a:solidFill>
                  <a:schemeClr val="dk1"/>
                </a:solidFill>
                <a:latin typeface="Poppins"/>
                <a:ea typeface="Poppins"/>
                <a:cs typeface="Poppins"/>
                <a:sym typeface="Poppins"/>
              </a:rPr>
              <a:t>parámetros</a:t>
            </a:r>
            <a:r>
              <a:rPr b="0" i="0" lang="es-ES" sz="2400" u="none" cap="none" strike="noStrike">
                <a:solidFill>
                  <a:schemeClr val="dk1"/>
                </a:solidFill>
                <a:latin typeface="Poppins"/>
                <a:ea typeface="Poppins"/>
                <a:cs typeface="Poppins"/>
                <a:sym typeface="Poppins"/>
              </a:rPr>
              <a:t> permiten </a:t>
            </a:r>
            <a:r>
              <a:rPr b="1" i="0" lang="es-ES" sz="2400" u="none" cap="none" strike="noStrike">
                <a:solidFill>
                  <a:schemeClr val="dk1"/>
                </a:solidFill>
                <a:latin typeface="Poppins"/>
                <a:ea typeface="Poppins"/>
                <a:cs typeface="Poppins"/>
                <a:sym typeface="Poppins"/>
              </a:rPr>
              <a:t>comunicar valores </a:t>
            </a:r>
            <a:r>
              <a:rPr b="0" i="0" lang="es-ES" sz="2400" u="none" cap="none" strike="noStrike">
                <a:solidFill>
                  <a:schemeClr val="dk1"/>
                </a:solidFill>
                <a:latin typeface="Poppins"/>
                <a:ea typeface="Poppins"/>
                <a:cs typeface="Poppins"/>
                <a:sym typeface="Poppins"/>
              </a:rPr>
              <a:t>al subprograma, que puede usar de la forma en que quiera: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Extraer datos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Realizar cálculos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O hasta ignorarlos (no es una buena práctica)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En el caso del </a:t>
            </a:r>
            <a:r>
              <a:rPr b="1" i="0" lang="es-ES" sz="2400" u="none" cap="none" strike="noStrike">
                <a:solidFill>
                  <a:schemeClr val="dk1"/>
                </a:solidFill>
                <a:latin typeface="Consolas"/>
                <a:ea typeface="Consolas"/>
                <a:cs typeface="Consolas"/>
                <a:sym typeface="Consolas"/>
              </a:rPr>
              <a:t>print</a:t>
            </a:r>
            <a:r>
              <a:rPr b="0" i="0" lang="es-ES" sz="2400" u="none" cap="none" strike="noStrike">
                <a:solidFill>
                  <a:schemeClr val="dk1"/>
                </a:solidFill>
                <a:latin typeface="Poppins"/>
                <a:ea typeface="Poppins"/>
                <a:cs typeface="Poppins"/>
                <a:sym typeface="Poppins"/>
              </a:rPr>
              <a:t>, el parámetro le indica lo que se quiere imprimir por pantalla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2"/>
                                        </p:tgtEl>
                                        <p:attrNameLst>
                                          <p:attrName>style.visibility</p:attrName>
                                        </p:attrNameLst>
                                      </p:cBhvr>
                                      <p:to>
                                        <p:strVal val="visible"/>
                                      </p:to>
                                    </p:set>
                                    <p:anim calcmode="lin" valueType="num">
                                      <p:cBhvr additive="base">
                                        <p:cTn dur="500"/>
                                        <p:tgtEl>
                                          <p:spTgt spid="4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0" st="0"/>
                                            </p:txEl>
                                          </p:spTgt>
                                        </p:tgtEl>
                                        <p:attrNameLst>
                                          <p:attrName>style.visibility</p:attrName>
                                        </p:attrNameLst>
                                      </p:cBhvr>
                                      <p:to>
                                        <p:strVal val="visible"/>
                                      </p:to>
                                    </p:set>
                                    <p:anim calcmode="lin" valueType="num">
                                      <p:cBhvr additive="base">
                                        <p:cTn dur="500"/>
                                        <p:tgtEl>
                                          <p:spTgt spid="482">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1" st="1"/>
                                            </p:txEl>
                                          </p:spTgt>
                                        </p:tgtEl>
                                        <p:attrNameLst>
                                          <p:attrName>style.visibility</p:attrName>
                                        </p:attrNameLst>
                                      </p:cBhvr>
                                      <p:to>
                                        <p:strVal val="visible"/>
                                      </p:to>
                                    </p:set>
                                    <p:anim calcmode="lin" valueType="num">
                                      <p:cBhvr additive="base">
                                        <p:cTn dur="500"/>
                                        <p:tgtEl>
                                          <p:spTgt spid="482">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2" st="2"/>
                                            </p:txEl>
                                          </p:spTgt>
                                        </p:tgtEl>
                                        <p:attrNameLst>
                                          <p:attrName>style.visibility</p:attrName>
                                        </p:attrNameLst>
                                      </p:cBhvr>
                                      <p:to>
                                        <p:strVal val="visible"/>
                                      </p:to>
                                    </p:set>
                                    <p:anim calcmode="lin" valueType="num">
                                      <p:cBhvr additive="base">
                                        <p:cTn dur="500"/>
                                        <p:tgtEl>
                                          <p:spTgt spid="482">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3" st="3"/>
                                            </p:txEl>
                                          </p:spTgt>
                                        </p:tgtEl>
                                        <p:attrNameLst>
                                          <p:attrName>style.visibility</p:attrName>
                                        </p:attrNameLst>
                                      </p:cBhvr>
                                      <p:to>
                                        <p:strVal val="visible"/>
                                      </p:to>
                                    </p:set>
                                    <p:anim calcmode="lin" valueType="num">
                                      <p:cBhvr additive="base">
                                        <p:cTn dur="500"/>
                                        <p:tgtEl>
                                          <p:spTgt spid="482">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4" st="4"/>
                                            </p:txEl>
                                          </p:spTgt>
                                        </p:tgtEl>
                                        <p:attrNameLst>
                                          <p:attrName>style.visibility</p:attrName>
                                        </p:attrNameLst>
                                      </p:cBhvr>
                                      <p:to>
                                        <p:strVal val="visible"/>
                                      </p:to>
                                    </p:set>
                                    <p:anim calcmode="lin" valueType="num">
                                      <p:cBhvr additive="base">
                                        <p:cTn dur="500"/>
                                        <p:tgtEl>
                                          <p:spTgt spid="482">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2">
                                            <p:txEl>
                                              <p:pRg end="5" st="5"/>
                                            </p:txEl>
                                          </p:spTgt>
                                        </p:tgtEl>
                                        <p:attrNameLst>
                                          <p:attrName>style.visibility</p:attrName>
                                        </p:attrNameLst>
                                      </p:cBhvr>
                                      <p:to>
                                        <p:strVal val="visible"/>
                                      </p:to>
                                    </p:set>
                                    <p:anim calcmode="lin" valueType="num">
                                      <p:cBhvr additive="base">
                                        <p:cTn dur="500"/>
                                        <p:tgtEl>
                                          <p:spTgt spid="4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Parámetros</a:t>
            </a:r>
            <a:endParaRPr/>
          </a:p>
        </p:txBody>
      </p:sp>
      <p:sp>
        <p:nvSpPr>
          <p:cNvPr id="488" name="Google Shape;488;p20"/>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489" name="Google Shape;489;p20"/>
          <p:cNvSpPr/>
          <p:nvPr/>
        </p:nvSpPr>
        <p:spPr>
          <a:xfrm>
            <a:off x="1104899" y="1710813"/>
            <a:ext cx="9982202" cy="2920181"/>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Desde el punto de vista del subprograma, los parámetros se comportan como variables normales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Pero, al momento de escribir la función o procedimiento, hay que especificar dichos parámetros, y cómo se llamarán:</a:t>
            </a:r>
            <a:endParaRPr b="0" i="0" sz="1400" u="none" cap="none" strike="noStrike">
              <a:solidFill>
                <a:srgbClr val="000000"/>
              </a:solidFill>
              <a:latin typeface="Arial"/>
              <a:ea typeface="Arial"/>
              <a:cs typeface="Arial"/>
              <a:sym typeface="Arial"/>
            </a:endParaRPr>
          </a:p>
        </p:txBody>
      </p:sp>
      <p:sp>
        <p:nvSpPr>
          <p:cNvPr id="490" name="Google Shape;490;p20"/>
          <p:cNvSpPr/>
          <p:nvPr/>
        </p:nvSpPr>
        <p:spPr>
          <a:xfrm>
            <a:off x="4190999" y="4067175"/>
            <a:ext cx="7429501" cy="2356363"/>
          </a:xfrm>
          <a:prstGeom prst="roundRect">
            <a:avLst>
              <a:gd fmla="val 6169"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grpSp>
        <p:nvGrpSpPr>
          <p:cNvPr id="491" name="Google Shape;491;p20"/>
          <p:cNvGrpSpPr/>
          <p:nvPr/>
        </p:nvGrpSpPr>
        <p:grpSpPr>
          <a:xfrm rot="-2700000">
            <a:off x="9038517" y="3629773"/>
            <a:ext cx="482668" cy="482251"/>
            <a:chOff x="6170613" y="1512888"/>
            <a:chExt cx="1838325" cy="1836738"/>
          </a:xfrm>
        </p:grpSpPr>
        <p:sp>
          <p:nvSpPr>
            <p:cNvPr id="492" name="Google Shape;492;p20"/>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93" name="Google Shape;493;p20"/>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494" name="Google Shape;494;p20"/>
          <p:cNvGrpSpPr/>
          <p:nvPr/>
        </p:nvGrpSpPr>
        <p:grpSpPr>
          <a:xfrm rot="-2700000">
            <a:off x="7781509" y="3610616"/>
            <a:ext cx="482668" cy="482251"/>
            <a:chOff x="6170613" y="1512888"/>
            <a:chExt cx="1838325" cy="1836738"/>
          </a:xfrm>
        </p:grpSpPr>
        <p:sp>
          <p:nvSpPr>
            <p:cNvPr id="495" name="Google Shape;495;p20"/>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96" name="Google Shape;496;p20"/>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9"/>
                                        </p:tgtEl>
                                        <p:attrNameLst>
                                          <p:attrName>style.visibility</p:attrName>
                                        </p:attrNameLst>
                                      </p:cBhvr>
                                      <p:to>
                                        <p:strVal val="visible"/>
                                      </p:to>
                                    </p:set>
                                    <p:anim calcmode="lin" valueType="num">
                                      <p:cBhvr additive="base">
                                        <p:cTn dur="500"/>
                                        <p:tgtEl>
                                          <p:spTgt spid="4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anim calcmode="lin" valueType="num">
                                      <p:cBhvr additive="base">
                                        <p:cTn dur="500"/>
                                        <p:tgtEl>
                                          <p:spTgt spid="48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anim calcmode="lin" valueType="num">
                                      <p:cBhvr additive="base">
                                        <p:cTn dur="500"/>
                                        <p:tgtEl>
                                          <p:spTgt spid="4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0"/>
                                        </p:tgtEl>
                                        <p:attrNameLst>
                                          <p:attrName>style.visibility</p:attrName>
                                        </p:attrNameLst>
                                      </p:cBhvr>
                                      <p:to>
                                        <p:strVal val="visible"/>
                                      </p:to>
                                    </p:set>
                                    <p:anim calcmode="lin" valueType="num">
                                      <p:cBhvr additive="base">
                                        <p:cTn dur="500"/>
                                        <p:tgtEl>
                                          <p:spTgt spid="4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750"/>
                                        <p:tgtEl>
                                          <p:spTgt spid="49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491"/>
                                        </p:tgtEl>
                                        <p:attrNameLst>
                                          <p:attrName>style.visibility</p:attrName>
                                        </p:attrNameLst>
                                      </p:cBhvr>
                                      <p:to>
                                        <p:strVal val="visible"/>
                                      </p:to>
                                    </p:set>
                                    <p:anim calcmode="lin" valueType="num">
                                      <p:cBhvr additive="base">
                                        <p:cTn dur="750"/>
                                        <p:tgtEl>
                                          <p:spTgt spid="49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Parámetros</a:t>
            </a:r>
            <a:endParaRPr/>
          </a:p>
        </p:txBody>
      </p:sp>
      <p:sp>
        <p:nvSpPr>
          <p:cNvPr id="502" name="Google Shape;502;p21"/>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03" name="Google Shape;503;p21"/>
          <p:cNvSpPr/>
          <p:nvPr/>
        </p:nvSpPr>
        <p:spPr>
          <a:xfrm>
            <a:off x="1104899" y="1710813"/>
            <a:ext cx="9982202" cy="3556512"/>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Recuerda que al escribir funciones y procedimientos, los parámetros se comportan como variables normales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La cantidad de procedimientos y funciones que se puede definir es ilimitada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Y un subprograma se puede usar desde dentro de otro subprograma (fíjate que estamos usando print dentro de escribirElMenor)</a:t>
            </a:r>
            <a:endParaRPr b="0" i="0" sz="1400" u="none" cap="none" strike="noStrike">
              <a:solidFill>
                <a:srgbClr val="000000"/>
              </a:solidFill>
              <a:latin typeface="Arial"/>
              <a:ea typeface="Arial"/>
              <a:cs typeface="Arial"/>
              <a:sym typeface="Arial"/>
            </a:endParaRPr>
          </a:p>
        </p:txBody>
      </p:sp>
      <p:sp>
        <p:nvSpPr>
          <p:cNvPr id="504" name="Google Shape;504;p21"/>
          <p:cNvSpPr/>
          <p:nvPr/>
        </p:nvSpPr>
        <p:spPr>
          <a:xfrm>
            <a:off x="4000499" y="1332731"/>
            <a:ext cx="7429501" cy="2356363"/>
          </a:xfrm>
          <a:prstGeom prst="roundRect">
            <a:avLst>
              <a:gd fmla="val 6169"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gtEl>
                                        <p:attrNameLst>
                                          <p:attrName>style.visibility</p:attrName>
                                        </p:attrNameLst>
                                      </p:cBhvr>
                                      <p:to>
                                        <p:strVal val="visible"/>
                                      </p:to>
                                    </p:set>
                                    <p:anim calcmode="lin" valueType="num">
                                      <p:cBhvr additive="base">
                                        <p:cTn dur="500"/>
                                        <p:tgtEl>
                                          <p:spTgt spid="5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 calcmode="lin" valueType="num">
                                      <p:cBhvr additive="base">
                                        <p:cTn dur="500"/>
                                        <p:tgtEl>
                                          <p:spTgt spid="50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 calcmode="lin" valueType="num">
                                      <p:cBhvr additive="base">
                                        <p:cTn dur="500"/>
                                        <p:tgtEl>
                                          <p:spTgt spid="503">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 calcmode="lin" valueType="num">
                                      <p:cBhvr additive="base">
                                        <p:cTn dur="500"/>
                                        <p:tgtEl>
                                          <p:spTgt spid="5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500"/>
                                        <p:tgtEl>
                                          <p:spTgt spid="5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¿Y cómo se usa un subprograma?</a:t>
            </a:r>
            <a:endParaRPr/>
          </a:p>
        </p:txBody>
      </p:sp>
      <p:sp>
        <p:nvSpPr>
          <p:cNvPr id="510" name="Google Shape;510;p22"/>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11" name="Google Shape;511;p22"/>
          <p:cNvSpPr/>
          <p:nvPr/>
        </p:nvSpPr>
        <p:spPr>
          <a:xfrm>
            <a:off x="1104899" y="1666876"/>
            <a:ext cx="9982202" cy="4981574"/>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Un subprograma definido, pero nunca usado, es solamente </a:t>
            </a:r>
            <a:r>
              <a:rPr b="1" i="0" lang="es-ES" sz="2400" u="none" cap="none" strike="noStrike">
                <a:solidFill>
                  <a:schemeClr val="dk1"/>
                </a:solidFill>
                <a:latin typeface="Poppins"/>
                <a:ea typeface="Poppins"/>
                <a:cs typeface="Poppins"/>
                <a:sym typeface="Poppins"/>
              </a:rPr>
              <a:t>código muerto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Todo el motivo de crear un subprograma es para poder usarlo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A partir de ahora, al hecho de usar un subprograma lo llamaremos </a:t>
            </a:r>
            <a:r>
              <a:rPr b="1" i="0" lang="es-ES" sz="2400" u="none" cap="none" strike="noStrike">
                <a:solidFill>
                  <a:schemeClr val="dk1"/>
                </a:solidFill>
                <a:latin typeface="Poppins"/>
                <a:ea typeface="Poppins"/>
                <a:cs typeface="Poppins"/>
                <a:sym typeface="Poppins"/>
              </a:rPr>
              <a:t>llamar</a:t>
            </a:r>
            <a:r>
              <a:rPr b="0" i="0" lang="es-ES" sz="2400" u="none" cap="none" strike="noStrike">
                <a:solidFill>
                  <a:schemeClr val="dk1"/>
                </a:solidFill>
                <a:latin typeface="Poppins"/>
                <a:ea typeface="Poppins"/>
                <a:cs typeface="Poppins"/>
                <a:sym typeface="Poppins"/>
              </a:rPr>
              <a:t> o </a:t>
            </a:r>
            <a:r>
              <a:rPr b="1" i="0" lang="es-ES" sz="2400" u="none" cap="none" strike="noStrike">
                <a:solidFill>
                  <a:schemeClr val="dk1"/>
                </a:solidFill>
                <a:latin typeface="Poppins"/>
                <a:ea typeface="Poppins"/>
                <a:cs typeface="Poppins"/>
                <a:sym typeface="Poppins"/>
              </a:rPr>
              <a:t>invocar</a:t>
            </a:r>
            <a:r>
              <a:rPr b="0" i="0" lang="es-ES" sz="2400" u="none" cap="none" strike="noStrike">
                <a:solidFill>
                  <a:schemeClr val="dk1"/>
                </a:solidFill>
                <a:latin typeface="Poppins"/>
                <a:ea typeface="Poppins"/>
                <a:cs typeface="Poppins"/>
                <a:sym typeface="Poppins"/>
              </a:rPr>
              <a:t> al subprograma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Cuando </a:t>
            </a:r>
            <a:r>
              <a:rPr b="1" i="0" lang="es-ES" sz="2400" u="none" cap="none" strike="noStrike">
                <a:solidFill>
                  <a:schemeClr val="dk1"/>
                </a:solidFill>
                <a:latin typeface="Poppins"/>
                <a:ea typeface="Poppins"/>
                <a:cs typeface="Poppins"/>
                <a:sym typeface="Poppins"/>
              </a:rPr>
              <a:t>llamamos</a:t>
            </a:r>
            <a:r>
              <a:rPr b="0" i="0" lang="es-ES" sz="2400" u="none" cap="none" strike="noStrike">
                <a:solidFill>
                  <a:schemeClr val="dk1"/>
                </a:solidFill>
                <a:latin typeface="Poppins"/>
                <a:ea typeface="Poppins"/>
                <a:cs typeface="Poppins"/>
                <a:sym typeface="Poppins"/>
              </a:rPr>
              <a:t> a un subprograma, estamos transfiriendo el flujo normal del programa al subprograma, y éste continuará una vez que el subprograma complete su ejecución</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500"/>
                                        <p:tgtEl>
                                          <p:spTgt spid="5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anim calcmode="lin" valueType="num">
                                      <p:cBhvr additive="base">
                                        <p:cTn dur="500"/>
                                        <p:tgtEl>
                                          <p:spTgt spid="51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1">
                                            <p:txEl>
                                              <p:pRg end="1" st="1"/>
                                            </p:txEl>
                                          </p:spTgt>
                                        </p:tgtEl>
                                        <p:attrNameLst>
                                          <p:attrName>style.visibility</p:attrName>
                                        </p:attrNameLst>
                                      </p:cBhvr>
                                      <p:to>
                                        <p:strVal val="visible"/>
                                      </p:to>
                                    </p:set>
                                    <p:anim calcmode="lin" valueType="num">
                                      <p:cBhvr additive="base">
                                        <p:cTn dur="500"/>
                                        <p:tgtEl>
                                          <p:spTgt spid="511">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1">
                                            <p:txEl>
                                              <p:pRg end="2" st="2"/>
                                            </p:txEl>
                                          </p:spTgt>
                                        </p:tgtEl>
                                        <p:attrNameLst>
                                          <p:attrName>style.visibility</p:attrName>
                                        </p:attrNameLst>
                                      </p:cBhvr>
                                      <p:to>
                                        <p:strVal val="visible"/>
                                      </p:to>
                                    </p:set>
                                    <p:anim calcmode="lin" valueType="num">
                                      <p:cBhvr additive="base">
                                        <p:cTn dur="500"/>
                                        <p:tgtEl>
                                          <p:spTgt spid="511">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1">
                                            <p:txEl>
                                              <p:pRg end="3" st="3"/>
                                            </p:txEl>
                                          </p:spTgt>
                                        </p:tgtEl>
                                        <p:attrNameLst>
                                          <p:attrName>style.visibility</p:attrName>
                                        </p:attrNameLst>
                                      </p:cBhvr>
                                      <p:to>
                                        <p:strVal val="visible"/>
                                      </p:to>
                                    </p:set>
                                    <p:anim calcmode="lin" valueType="num">
                                      <p:cBhvr additive="base">
                                        <p:cTn dur="500"/>
                                        <p:tgtEl>
                                          <p:spTgt spid="5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3"/>
          <p:cNvSpPr/>
          <p:nvPr/>
        </p:nvSpPr>
        <p:spPr>
          <a:xfrm>
            <a:off x="5029200" y="3635526"/>
            <a:ext cx="7018820" cy="2356363"/>
          </a:xfrm>
          <a:prstGeom prst="roundRect">
            <a:avLst>
              <a:gd fmla="val 6169"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0" lIns="288000" spcFirstLastPara="1" rIns="216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
        <p:nvSpPr>
          <p:cNvPr id="517" name="Google Shape;517;p23"/>
          <p:cNvSpPr/>
          <p:nvPr/>
        </p:nvSpPr>
        <p:spPr>
          <a:xfrm>
            <a:off x="485775" y="1988287"/>
            <a:ext cx="4313497" cy="4003601"/>
          </a:xfrm>
          <a:prstGeom prst="roundRect">
            <a:avLst>
              <a:gd fmla="val 6169"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0" lIns="216000" spcFirstLastPara="1" rIns="216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ES" sz="2000" u="none" cap="none" strike="noStrike">
                <a:solidFill>
                  <a:srgbClr val="AAAAAA"/>
                </a:solidFill>
                <a:latin typeface="Consolas"/>
                <a:ea typeface="Consolas"/>
                <a:cs typeface="Consolas"/>
                <a:sym typeface="Consolas"/>
              </a:rPr>
              <a:t># Programa principal</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i</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j</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a</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b</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9C5D2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cxnSp>
        <p:nvCxnSpPr>
          <p:cNvPr id="518" name="Google Shape;518;p23"/>
          <p:cNvCxnSpPr/>
          <p:nvPr/>
        </p:nvCxnSpPr>
        <p:spPr>
          <a:xfrm>
            <a:off x="3848986" y="3631970"/>
            <a:ext cx="1446028" cy="245064"/>
          </a:xfrm>
          <a:prstGeom prst="straightConnector1">
            <a:avLst/>
          </a:prstGeom>
          <a:noFill/>
          <a:ln cap="flat" cmpd="sng" w="57150">
            <a:solidFill>
              <a:srgbClr val="FF0000"/>
            </a:solidFill>
            <a:prstDash val="solid"/>
            <a:miter lim="800000"/>
            <a:headEnd len="sm" w="sm" type="none"/>
            <a:tailEnd len="med" w="med" type="triangle"/>
          </a:ln>
        </p:spPr>
      </p:cxnSp>
      <p:cxnSp>
        <p:nvCxnSpPr>
          <p:cNvPr id="519" name="Google Shape;519;p23"/>
          <p:cNvCxnSpPr/>
          <p:nvPr/>
        </p:nvCxnSpPr>
        <p:spPr>
          <a:xfrm rot="10800000">
            <a:off x="3742660" y="3785191"/>
            <a:ext cx="2052084" cy="2053477"/>
          </a:xfrm>
          <a:prstGeom prst="straightConnector1">
            <a:avLst/>
          </a:prstGeom>
          <a:noFill/>
          <a:ln cap="flat" cmpd="sng" w="57150">
            <a:solidFill>
              <a:srgbClr val="FF0000"/>
            </a:solidFill>
            <a:prstDash val="solid"/>
            <a:miter lim="800000"/>
            <a:headEnd len="sm" w="sm" type="none"/>
            <a:tailEnd len="med" w="med" type="triangle"/>
          </a:ln>
        </p:spPr>
      </p:cxnSp>
      <p:cxnSp>
        <p:nvCxnSpPr>
          <p:cNvPr id="520" name="Google Shape;520;p23"/>
          <p:cNvCxnSpPr/>
          <p:nvPr/>
        </p:nvCxnSpPr>
        <p:spPr>
          <a:xfrm flipH="1" rot="10800000">
            <a:off x="3848986" y="4083560"/>
            <a:ext cx="1446028" cy="782302"/>
          </a:xfrm>
          <a:prstGeom prst="straightConnector1">
            <a:avLst/>
          </a:prstGeom>
          <a:noFill/>
          <a:ln cap="flat" cmpd="sng" w="57150">
            <a:solidFill>
              <a:srgbClr val="7030A0"/>
            </a:solidFill>
            <a:prstDash val="solid"/>
            <a:miter lim="800000"/>
            <a:headEnd len="sm" w="sm" type="none"/>
            <a:tailEnd len="med" w="med" type="triangle"/>
          </a:ln>
        </p:spPr>
      </p:cxnSp>
      <p:cxnSp>
        <p:nvCxnSpPr>
          <p:cNvPr id="521" name="Google Shape;521;p23"/>
          <p:cNvCxnSpPr/>
          <p:nvPr/>
        </p:nvCxnSpPr>
        <p:spPr>
          <a:xfrm rot="10800000">
            <a:off x="3742660" y="5019083"/>
            <a:ext cx="1838655" cy="819585"/>
          </a:xfrm>
          <a:prstGeom prst="straightConnector1">
            <a:avLst/>
          </a:prstGeom>
          <a:noFill/>
          <a:ln cap="flat" cmpd="sng" w="57150">
            <a:solidFill>
              <a:srgbClr val="7030A0"/>
            </a:solidFill>
            <a:prstDash val="solid"/>
            <a:miter lim="800000"/>
            <a:headEnd len="sm" w="sm" type="none"/>
            <a:tailEnd len="med" w="med" type="triangle"/>
          </a:ln>
        </p:spPr>
      </p:cxnSp>
      <p:sp>
        <p:nvSpPr>
          <p:cNvPr id="522" name="Google Shape;522;p2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Flujo del programa</a:t>
            </a:r>
            <a:endParaRPr/>
          </a:p>
        </p:txBody>
      </p:sp>
      <p:sp>
        <p:nvSpPr>
          <p:cNvPr id="523" name="Google Shape;523;p23"/>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16"/>
                                        </p:tgtEl>
                                        <p:attrNameLst>
                                          <p:attrName>style.visibility</p:attrName>
                                        </p:attrNameLst>
                                      </p:cBhvr>
                                      <p:to>
                                        <p:strVal val="visible"/>
                                      </p:to>
                                    </p:set>
                                    <p:anim calcmode="lin" valueType="num">
                                      <p:cBhvr additive="base">
                                        <p:cTn dur="500"/>
                                        <p:tgtEl>
                                          <p:spTgt spid="5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7"/>
                                        </p:tgtEl>
                                        <p:attrNameLst>
                                          <p:attrName>style.visibility</p:attrName>
                                        </p:attrNameLst>
                                      </p:cBhvr>
                                      <p:to>
                                        <p:strVal val="visible"/>
                                      </p:to>
                                    </p:set>
                                    <p:anim calcmode="lin" valueType="num">
                                      <p:cBhvr additive="base">
                                        <p:cTn dur="500"/>
                                        <p:tgtEl>
                                          <p:spTgt spid="5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8"/>
                                        </p:tgtEl>
                                        <p:attrNameLst>
                                          <p:attrName>style.visibility</p:attrName>
                                        </p:attrNameLst>
                                      </p:cBhvr>
                                      <p:to>
                                        <p:strVal val="visible"/>
                                      </p:to>
                                    </p:set>
                                    <p:anim calcmode="lin" valueType="num">
                                      <p:cBhvr additive="base">
                                        <p:cTn dur="500"/>
                                        <p:tgtEl>
                                          <p:spTgt spid="5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9"/>
                                        </p:tgtEl>
                                        <p:attrNameLst>
                                          <p:attrName>style.visibility</p:attrName>
                                        </p:attrNameLst>
                                      </p:cBhvr>
                                      <p:to>
                                        <p:strVal val="visible"/>
                                      </p:to>
                                    </p:set>
                                    <p:anim calcmode="lin" valueType="num">
                                      <p:cBhvr additive="base">
                                        <p:cTn dur="500"/>
                                        <p:tgtEl>
                                          <p:spTgt spid="5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500"/>
                                        <p:tgtEl>
                                          <p:spTgt spid="5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1"/>
                                        </p:tgtEl>
                                        <p:attrNameLst>
                                          <p:attrName>style.visibility</p:attrName>
                                        </p:attrNameLst>
                                      </p:cBhvr>
                                      <p:to>
                                        <p:strVal val="visible"/>
                                      </p:to>
                                    </p:set>
                                    <p:anim calcmode="lin" valueType="num">
                                      <p:cBhvr additive="base">
                                        <p:cTn dur="500"/>
                                        <p:tgtEl>
                                          <p:spTgt spid="5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Invocando procedimientos</a:t>
            </a:r>
            <a:endParaRPr/>
          </a:p>
        </p:txBody>
      </p:sp>
      <p:sp>
        <p:nvSpPr>
          <p:cNvPr id="529" name="Google Shape;529;p24"/>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30" name="Google Shape;530;p24"/>
          <p:cNvSpPr/>
          <p:nvPr/>
        </p:nvSpPr>
        <p:spPr>
          <a:xfrm>
            <a:off x="4848226" y="1647825"/>
            <a:ext cx="6886746" cy="4641847"/>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4B69C6"/>
                </a:solidFill>
                <a:latin typeface="Consolas"/>
                <a:ea typeface="Consolas"/>
                <a:cs typeface="Consolas"/>
                <a:sym typeface="Consolas"/>
              </a:rPr>
              <a:t>for</a:t>
            </a:r>
            <a:r>
              <a:rPr b="0" i="0" lang="es-ES" sz="2000" u="none" cap="none" strike="noStrike">
                <a:solidFill>
                  <a:srgbClr val="333333"/>
                </a:solidFill>
                <a:latin typeface="Consolas"/>
                <a:ea typeface="Consolas"/>
                <a:cs typeface="Consolas"/>
                <a:sym typeface="Consolas"/>
              </a:rPr>
              <a:t> x </a:t>
            </a:r>
            <a:r>
              <a:rPr b="0" i="0" lang="es-ES" sz="2000" u="none" cap="none" strike="noStrike">
                <a:solidFill>
                  <a:srgbClr val="4B69C6"/>
                </a:solidFill>
                <a:latin typeface="Consolas"/>
                <a:ea typeface="Consolas"/>
                <a:cs typeface="Consolas"/>
                <a:sym typeface="Consolas"/>
              </a:rPr>
              <a:t>in</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range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x</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31" name="Google Shape;531;p24"/>
          <p:cNvSpPr/>
          <p:nvPr/>
        </p:nvSpPr>
        <p:spPr>
          <a:xfrm>
            <a:off x="786810" y="1647825"/>
            <a:ext cx="3842339" cy="3205316"/>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Para llamar a un procedimiento, simplemente basta escribir su nombre, y especificar el valor de sus parámetros.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1"/>
                                        </p:tgtEl>
                                        <p:attrNameLst>
                                          <p:attrName>style.visibility</p:attrName>
                                        </p:attrNameLst>
                                      </p:cBhvr>
                                      <p:to>
                                        <p:strVal val="visible"/>
                                      </p:to>
                                    </p:set>
                                    <p:anim calcmode="lin" valueType="num">
                                      <p:cBhvr additive="base">
                                        <p:cTn dur="500"/>
                                        <p:tgtEl>
                                          <p:spTgt spid="5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Invocando funciones</a:t>
            </a:r>
            <a:endParaRPr/>
          </a:p>
        </p:txBody>
      </p:sp>
      <p:sp>
        <p:nvSpPr>
          <p:cNvPr id="537" name="Google Shape;537;p25"/>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38" name="Google Shape;538;p25"/>
          <p:cNvSpPr/>
          <p:nvPr/>
        </p:nvSpPr>
        <p:spPr>
          <a:xfrm>
            <a:off x="5105400" y="1647826"/>
            <a:ext cx="6629571" cy="3962400"/>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determinarElMayor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mayor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num1 </a:t>
            </a:r>
            <a:r>
              <a:rPr b="0" i="0" lang="es-ES" sz="2000" u="none" cap="none" strike="noStrike">
                <a:solidFill>
                  <a:srgbClr val="777777"/>
                </a:solidFill>
                <a:latin typeface="Consolas"/>
                <a:ea typeface="Consolas"/>
                <a:cs typeface="Consolas"/>
                <a:sym typeface="Consolas"/>
              </a:rPr>
              <a:t>&gt;</a:t>
            </a:r>
            <a:r>
              <a:rPr b="0" i="0" lang="es-ES" sz="2000" u="none" cap="none" strike="noStrike">
                <a:solidFill>
                  <a:srgbClr val="333333"/>
                </a:solidFill>
                <a:latin typeface="Consolas"/>
                <a:ea typeface="Consolas"/>
                <a:cs typeface="Consolas"/>
                <a:sym typeface="Consolas"/>
              </a:rPr>
              <a:t> num2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mayor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return</a:t>
            </a:r>
            <a:r>
              <a:rPr b="0" i="0" lang="es-ES" sz="2000" u="none" cap="none" strike="noStrike">
                <a:solidFill>
                  <a:srgbClr val="333333"/>
                </a:solidFill>
                <a:latin typeface="Consolas"/>
                <a:ea typeface="Consolas"/>
                <a:cs typeface="Consolas"/>
                <a:sym typeface="Consolas"/>
              </a:rPr>
              <a:t> mayor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m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determinarElMayor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50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m</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4B69C6"/>
                </a:solidFill>
                <a:latin typeface="Consolas"/>
                <a:ea typeface="Consolas"/>
                <a:cs typeface="Consolas"/>
                <a:sym typeface="Consolas"/>
              </a:rPr>
              <a:t>for</a:t>
            </a:r>
            <a:r>
              <a:rPr b="0" i="0" lang="es-ES" sz="2000" u="none" cap="none" strike="noStrike">
                <a:solidFill>
                  <a:srgbClr val="333333"/>
                </a:solidFill>
                <a:latin typeface="Consolas"/>
                <a:ea typeface="Consolas"/>
                <a:cs typeface="Consolas"/>
                <a:sym typeface="Consolas"/>
              </a:rPr>
              <a:t> x </a:t>
            </a:r>
            <a:r>
              <a:rPr b="0" i="0" lang="es-ES" sz="2000" u="none" cap="none" strike="noStrike">
                <a:solidFill>
                  <a:srgbClr val="4B69C6"/>
                </a:solidFill>
                <a:latin typeface="Consolas"/>
                <a:ea typeface="Consolas"/>
                <a:cs typeface="Consolas"/>
                <a:sym typeface="Consolas"/>
              </a:rPr>
              <a:t>in</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range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11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determinarElMayor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5</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x</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39" name="Google Shape;539;p25"/>
          <p:cNvSpPr/>
          <p:nvPr/>
        </p:nvSpPr>
        <p:spPr>
          <a:xfrm>
            <a:off x="786810" y="1647824"/>
            <a:ext cx="4061415" cy="4905375"/>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Para llamar a una función, además de escribir su nombre, y especificar el valor de sus parámetros, necesitamos guardar el valor de retorno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Fíjate que dentro de la función, usamos la palabra clave </a:t>
            </a:r>
            <a:r>
              <a:rPr b="1" i="0" lang="es-ES" sz="2400" u="none" cap="none" strike="noStrike">
                <a:solidFill>
                  <a:schemeClr val="accent1"/>
                </a:solidFill>
                <a:latin typeface="Poppins"/>
                <a:ea typeface="Poppins"/>
                <a:cs typeface="Poppins"/>
                <a:sym typeface="Poppins"/>
              </a:rPr>
              <a:t>return</a:t>
            </a:r>
            <a:endParaRPr b="1" i="0" sz="2400" u="none" cap="none" strike="noStrike">
              <a:solidFill>
                <a:schemeClr val="accen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9"/>
                                        </p:tgtEl>
                                        <p:attrNameLst>
                                          <p:attrName>style.visibility</p:attrName>
                                        </p:attrNameLst>
                                      </p:cBhvr>
                                      <p:to>
                                        <p:strVal val="visible"/>
                                      </p:to>
                                    </p:set>
                                    <p:anim calcmode="lin" valueType="num">
                                      <p:cBhvr additive="base">
                                        <p:cTn dur="500"/>
                                        <p:tgtEl>
                                          <p:spTgt spid="5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39">
                                            <p:txEl>
                                              <p:pRg end="0" st="0"/>
                                            </p:txEl>
                                          </p:spTgt>
                                        </p:tgtEl>
                                        <p:attrNameLst>
                                          <p:attrName>style.visibility</p:attrName>
                                        </p:attrNameLst>
                                      </p:cBhvr>
                                      <p:to>
                                        <p:strVal val="visible"/>
                                      </p:to>
                                    </p:set>
                                    <p:anim calcmode="lin" valueType="num">
                                      <p:cBhvr additive="base">
                                        <p:cTn dur="500"/>
                                        <p:tgtEl>
                                          <p:spTgt spid="53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39">
                                            <p:txEl>
                                              <p:pRg end="1" st="1"/>
                                            </p:txEl>
                                          </p:spTgt>
                                        </p:tgtEl>
                                        <p:attrNameLst>
                                          <p:attrName>style.visibility</p:attrName>
                                        </p:attrNameLst>
                                      </p:cBhvr>
                                      <p:to>
                                        <p:strVal val="visible"/>
                                      </p:to>
                                    </p:set>
                                    <p:anim calcmode="lin" valueType="num">
                                      <p:cBhvr additive="base">
                                        <p:cTn dur="500"/>
                                        <p:tgtEl>
                                          <p:spTgt spid="5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26"/>
          <p:cNvSpPr txBox="1"/>
          <p:nvPr>
            <p:ph type="title"/>
          </p:nvPr>
        </p:nvSpPr>
        <p:spPr>
          <a:xfrm>
            <a:off x="1104900" y="917574"/>
            <a:ext cx="9925050" cy="1254125"/>
          </a:xfrm>
          <a:prstGeom prst="rect">
            <a:avLst/>
          </a:prstGeom>
          <a:noFill/>
          <a:ln>
            <a:noFill/>
          </a:ln>
        </p:spPr>
        <p:txBody>
          <a:bodyPr anchorCtr="0" anchor="ctr" bIns="45700" lIns="0" spcFirstLastPara="1" rIns="91425" wrap="square" tIns="91425">
            <a:normAutofit/>
          </a:bodyPr>
          <a:lstStyle/>
          <a:p>
            <a:pPr indent="0" lvl="0" marL="0" rtl="0" algn="l">
              <a:lnSpc>
                <a:spcPct val="100000"/>
              </a:lnSpc>
              <a:spcBef>
                <a:spcPts val="0"/>
              </a:spcBef>
              <a:spcAft>
                <a:spcPts val="0"/>
              </a:spcAft>
              <a:buClr>
                <a:schemeClr val="dk1"/>
              </a:buClr>
              <a:buSzPts val="3200"/>
              <a:buFont typeface="Poppins"/>
              <a:buNone/>
            </a:pPr>
            <a:r>
              <a:rPr lang="es-ES"/>
              <a:t>Un pequeño</a:t>
            </a:r>
            <a:br>
              <a:rPr lang="es-ES"/>
            </a:br>
            <a:r>
              <a:rPr lang="es-ES"/>
              <a:t>ejemplo</a:t>
            </a:r>
            <a:endParaRPr/>
          </a:p>
        </p:txBody>
      </p:sp>
      <p:sp>
        <p:nvSpPr>
          <p:cNvPr id="545" name="Google Shape;545;p26"/>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46" name="Google Shape;546;p26"/>
          <p:cNvSpPr/>
          <p:nvPr/>
        </p:nvSpPr>
        <p:spPr>
          <a:xfrm>
            <a:off x="4943475" y="772920"/>
            <a:ext cx="6629571" cy="5642364"/>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calcularBono</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s</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b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s </a:t>
            </a:r>
            <a:r>
              <a:rPr b="0" i="0" lang="es-ES" sz="2000" u="none" cap="none" strike="noStrike">
                <a:solidFill>
                  <a:srgbClr val="777777"/>
                </a:solidFill>
                <a:latin typeface="Consolas"/>
                <a:ea typeface="Consolas"/>
                <a:cs typeface="Consolas"/>
                <a:sym typeface="Consolas"/>
              </a:rPr>
              <a:t>&gt;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10000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b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100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s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5000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b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return</a:t>
            </a:r>
            <a:r>
              <a:rPr b="0" i="0" lang="es-ES" sz="2000" u="none" cap="none" strike="noStrike">
                <a:solidFill>
                  <a:srgbClr val="333333"/>
                </a:solidFill>
                <a:latin typeface="Consolas"/>
                <a:ea typeface="Consolas"/>
                <a:cs typeface="Consolas"/>
                <a:sym typeface="Consolas"/>
              </a:rPr>
              <a:t>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imprimir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b</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mensaje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Estimado trabajador</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mensaje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b</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sueldo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int</a:t>
            </a:r>
            <a:r>
              <a:rPr b="0" i="0" lang="es-ES" sz="2000" u="none" cap="none" strike="noStrike">
                <a:solidFill>
                  <a:srgbClr val="777777"/>
                </a:solidFill>
                <a:latin typeface="Consolas"/>
                <a:ea typeface="Consolas"/>
                <a:cs typeface="Consolas"/>
                <a:sym typeface="Consolas"/>
              </a:rPr>
              <a:t>(</a:t>
            </a:r>
            <a:r>
              <a:rPr b="1" i="0" lang="es-ES" sz="2000" u="none" cap="none" strike="noStrike">
                <a:solidFill>
                  <a:srgbClr val="AA3731"/>
                </a:solidFill>
                <a:latin typeface="Consolas"/>
                <a:ea typeface="Consolas"/>
                <a:cs typeface="Consolas"/>
                <a:sym typeface="Consolas"/>
              </a:rPr>
              <a:t>input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Ingresa tu sueldo: </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bono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calcularBono</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sueldo</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imprimir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bono</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valor de tu bono es</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500"/>
                                        <p:tgtEl>
                                          <p:spTgt spid="54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0" st="0"/>
                                            </p:txEl>
                                          </p:spTgt>
                                        </p:tgtEl>
                                        <p:attrNameLst>
                                          <p:attrName>style.visibility</p:attrName>
                                        </p:attrNameLst>
                                      </p:cBhvr>
                                      <p:to>
                                        <p:strVal val="visible"/>
                                      </p:to>
                                    </p:set>
                                    <p:anim calcmode="lin" valueType="num">
                                      <p:cBhvr additive="base">
                                        <p:cTn dur="500"/>
                                        <p:tgtEl>
                                          <p:spTgt spid="5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 st="1"/>
                                            </p:txEl>
                                          </p:spTgt>
                                        </p:tgtEl>
                                        <p:attrNameLst>
                                          <p:attrName>style.visibility</p:attrName>
                                        </p:attrNameLst>
                                      </p:cBhvr>
                                      <p:to>
                                        <p:strVal val="visible"/>
                                      </p:to>
                                    </p:set>
                                    <p:anim calcmode="lin" valueType="num">
                                      <p:cBhvr additive="base">
                                        <p:cTn dur="500"/>
                                        <p:tgtEl>
                                          <p:spTgt spid="5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2" st="2"/>
                                            </p:txEl>
                                          </p:spTgt>
                                        </p:tgtEl>
                                        <p:attrNameLst>
                                          <p:attrName>style.visibility</p:attrName>
                                        </p:attrNameLst>
                                      </p:cBhvr>
                                      <p:to>
                                        <p:strVal val="visible"/>
                                      </p:to>
                                    </p:set>
                                    <p:anim calcmode="lin" valueType="num">
                                      <p:cBhvr additive="base">
                                        <p:cTn dur="500"/>
                                        <p:tgtEl>
                                          <p:spTgt spid="5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3" st="3"/>
                                            </p:txEl>
                                          </p:spTgt>
                                        </p:tgtEl>
                                        <p:attrNameLst>
                                          <p:attrName>style.visibility</p:attrName>
                                        </p:attrNameLst>
                                      </p:cBhvr>
                                      <p:to>
                                        <p:strVal val="visible"/>
                                      </p:to>
                                    </p:set>
                                    <p:anim calcmode="lin" valueType="num">
                                      <p:cBhvr additive="base">
                                        <p:cTn dur="500"/>
                                        <p:tgtEl>
                                          <p:spTgt spid="5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4" st="4"/>
                                            </p:txEl>
                                          </p:spTgt>
                                        </p:tgtEl>
                                        <p:attrNameLst>
                                          <p:attrName>style.visibility</p:attrName>
                                        </p:attrNameLst>
                                      </p:cBhvr>
                                      <p:to>
                                        <p:strVal val="visible"/>
                                      </p:to>
                                    </p:set>
                                    <p:anim calcmode="lin" valueType="num">
                                      <p:cBhvr additive="base">
                                        <p:cTn dur="500"/>
                                        <p:tgtEl>
                                          <p:spTgt spid="5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5" st="5"/>
                                            </p:txEl>
                                          </p:spTgt>
                                        </p:tgtEl>
                                        <p:attrNameLst>
                                          <p:attrName>style.visibility</p:attrName>
                                        </p:attrNameLst>
                                      </p:cBhvr>
                                      <p:to>
                                        <p:strVal val="visible"/>
                                      </p:to>
                                    </p:set>
                                    <p:anim calcmode="lin" valueType="num">
                                      <p:cBhvr additive="base">
                                        <p:cTn dur="500"/>
                                        <p:tgtEl>
                                          <p:spTgt spid="54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6" st="6"/>
                                            </p:txEl>
                                          </p:spTgt>
                                        </p:tgtEl>
                                        <p:attrNameLst>
                                          <p:attrName>style.visibility</p:attrName>
                                        </p:attrNameLst>
                                      </p:cBhvr>
                                      <p:to>
                                        <p:strVal val="visible"/>
                                      </p:to>
                                    </p:set>
                                    <p:anim calcmode="lin" valueType="num">
                                      <p:cBhvr additive="base">
                                        <p:cTn dur="500"/>
                                        <p:tgtEl>
                                          <p:spTgt spid="54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7" st="7"/>
                                            </p:txEl>
                                          </p:spTgt>
                                        </p:tgtEl>
                                        <p:attrNameLst>
                                          <p:attrName>style.visibility</p:attrName>
                                        </p:attrNameLst>
                                      </p:cBhvr>
                                      <p:to>
                                        <p:strVal val="visible"/>
                                      </p:to>
                                    </p:set>
                                    <p:anim calcmode="lin" valueType="num">
                                      <p:cBhvr additive="base">
                                        <p:cTn dur="500"/>
                                        <p:tgtEl>
                                          <p:spTgt spid="54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8" st="8"/>
                                            </p:txEl>
                                          </p:spTgt>
                                        </p:tgtEl>
                                        <p:attrNameLst>
                                          <p:attrName>style.visibility</p:attrName>
                                        </p:attrNameLst>
                                      </p:cBhvr>
                                      <p:to>
                                        <p:strVal val="visible"/>
                                      </p:to>
                                    </p:set>
                                    <p:anim calcmode="lin" valueType="num">
                                      <p:cBhvr additive="base">
                                        <p:cTn dur="500"/>
                                        <p:tgtEl>
                                          <p:spTgt spid="54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9" st="9"/>
                                            </p:txEl>
                                          </p:spTgt>
                                        </p:tgtEl>
                                        <p:attrNameLst>
                                          <p:attrName>style.visibility</p:attrName>
                                        </p:attrNameLst>
                                      </p:cBhvr>
                                      <p:to>
                                        <p:strVal val="visible"/>
                                      </p:to>
                                    </p:set>
                                    <p:anim calcmode="lin" valueType="num">
                                      <p:cBhvr additive="base">
                                        <p:cTn dur="500"/>
                                        <p:tgtEl>
                                          <p:spTgt spid="54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0" st="10"/>
                                            </p:txEl>
                                          </p:spTgt>
                                        </p:tgtEl>
                                        <p:attrNameLst>
                                          <p:attrName>style.visibility</p:attrName>
                                        </p:attrNameLst>
                                      </p:cBhvr>
                                      <p:to>
                                        <p:strVal val="visible"/>
                                      </p:to>
                                    </p:set>
                                    <p:anim calcmode="lin" valueType="num">
                                      <p:cBhvr additive="base">
                                        <p:cTn dur="500"/>
                                        <p:tgtEl>
                                          <p:spTgt spid="54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1" st="11"/>
                                            </p:txEl>
                                          </p:spTgt>
                                        </p:tgtEl>
                                        <p:attrNameLst>
                                          <p:attrName>style.visibility</p:attrName>
                                        </p:attrNameLst>
                                      </p:cBhvr>
                                      <p:to>
                                        <p:strVal val="visible"/>
                                      </p:to>
                                    </p:set>
                                    <p:anim calcmode="lin" valueType="num">
                                      <p:cBhvr additive="base">
                                        <p:cTn dur="500"/>
                                        <p:tgtEl>
                                          <p:spTgt spid="54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2" st="12"/>
                                            </p:txEl>
                                          </p:spTgt>
                                        </p:tgtEl>
                                        <p:attrNameLst>
                                          <p:attrName>style.visibility</p:attrName>
                                        </p:attrNameLst>
                                      </p:cBhvr>
                                      <p:to>
                                        <p:strVal val="visible"/>
                                      </p:to>
                                    </p:set>
                                    <p:anim calcmode="lin" valueType="num">
                                      <p:cBhvr additive="base">
                                        <p:cTn dur="500"/>
                                        <p:tgtEl>
                                          <p:spTgt spid="546">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3" st="13"/>
                                            </p:txEl>
                                          </p:spTgt>
                                        </p:tgtEl>
                                        <p:attrNameLst>
                                          <p:attrName>style.visibility</p:attrName>
                                        </p:attrNameLst>
                                      </p:cBhvr>
                                      <p:to>
                                        <p:strVal val="visible"/>
                                      </p:to>
                                    </p:set>
                                    <p:anim calcmode="lin" valueType="num">
                                      <p:cBhvr additive="base">
                                        <p:cTn dur="500"/>
                                        <p:tgtEl>
                                          <p:spTgt spid="546">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fontScale="90000"/>
          </a:bodyPr>
          <a:lstStyle/>
          <a:p>
            <a:pPr indent="0" lvl="0" marL="0" rtl="0" algn="l">
              <a:lnSpc>
                <a:spcPct val="90000"/>
              </a:lnSpc>
              <a:spcBef>
                <a:spcPts val="0"/>
              </a:spcBef>
              <a:spcAft>
                <a:spcPts val="0"/>
              </a:spcAft>
              <a:buClr>
                <a:schemeClr val="dk1"/>
              </a:buClr>
              <a:buSzPct val="111111"/>
              <a:buFont typeface="Poppins"/>
              <a:buNone/>
            </a:pPr>
            <a:r>
              <a:rPr lang="es-ES"/>
              <a:t>¿Cuándo usar una función o un procedimiento?</a:t>
            </a:r>
            <a:endParaRPr/>
          </a:p>
        </p:txBody>
      </p:sp>
      <p:sp>
        <p:nvSpPr>
          <p:cNvPr id="552" name="Google Shape;552;p27"/>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53" name="Google Shape;553;p27"/>
          <p:cNvSpPr/>
          <p:nvPr/>
        </p:nvSpPr>
        <p:spPr>
          <a:xfrm>
            <a:off x="1104899" y="1710814"/>
            <a:ext cx="9982202" cy="2244070"/>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Se usan funciones cuando se requiere un resultado concreto: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La función entrega un resultado, que reemplaza la invocación de ésta en el código:</a:t>
            </a:r>
            <a:endParaRPr b="0" i="0" sz="1400" u="none" cap="none" strike="noStrike">
              <a:solidFill>
                <a:srgbClr val="000000"/>
              </a:solidFill>
              <a:latin typeface="Arial"/>
              <a:ea typeface="Arial"/>
              <a:cs typeface="Arial"/>
              <a:sym typeface="Arial"/>
            </a:endParaRPr>
          </a:p>
        </p:txBody>
      </p:sp>
      <p:sp>
        <p:nvSpPr>
          <p:cNvPr id="554" name="Google Shape;554;p27"/>
          <p:cNvSpPr/>
          <p:nvPr/>
        </p:nvSpPr>
        <p:spPr>
          <a:xfrm>
            <a:off x="2352674" y="4065498"/>
            <a:ext cx="7429501" cy="2356363"/>
          </a:xfrm>
          <a:prstGeom prst="roundRect">
            <a:avLst>
              <a:gd fmla="val 6169" name="adj"/>
            </a:avLst>
          </a:prstGeom>
          <a:solidFill>
            <a:schemeClr val="lt1"/>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333333"/>
                </a:solidFill>
                <a:latin typeface="Consolas"/>
                <a:ea typeface="Consolas"/>
                <a:cs typeface="Consolas"/>
                <a:sym typeface="Consolas"/>
              </a:rPr>
              <a:t>m </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9C5D27"/>
                </a:solidFill>
                <a:latin typeface="Consolas"/>
                <a:ea typeface="Consolas"/>
                <a:cs typeface="Consolas"/>
                <a:sym typeface="Consolas"/>
              </a:rPr>
              <a:t>3.14</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 sqrt</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x</a:t>
            </a:r>
            <a:r>
              <a:rPr b="0" i="0" lang="es-ES"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400"/>
              <a:buFont typeface="Arial"/>
              <a:buNone/>
            </a:pPr>
            <a:br>
              <a:rPr b="0" i="0" lang="es-ES" sz="2400" u="none" cap="none" strike="noStrike">
                <a:solidFill>
                  <a:srgbClr val="333333"/>
                </a:solidFill>
                <a:latin typeface="Consolas"/>
                <a:ea typeface="Consolas"/>
                <a:cs typeface="Consolas"/>
                <a:sym typeface="Consolas"/>
              </a:rPr>
            </a:br>
            <a:r>
              <a:rPr b="0" i="0" lang="es-ES" sz="2400" u="none" cap="none" strike="noStrike">
                <a:solidFill>
                  <a:srgbClr val="4B69C6"/>
                </a:solidFill>
                <a:latin typeface="Consolas"/>
                <a:ea typeface="Consolas"/>
                <a:cs typeface="Consolas"/>
                <a:sym typeface="Consolas"/>
              </a:rPr>
              <a:t>if</a:t>
            </a:r>
            <a:r>
              <a:rPr b="0" i="0" lang="es-ES" sz="2400" u="none" cap="none" strike="noStrike">
                <a:solidFill>
                  <a:srgbClr val="333333"/>
                </a:solidFill>
                <a:latin typeface="Consolas"/>
                <a:ea typeface="Consolas"/>
                <a:cs typeface="Consolas"/>
                <a:sym typeface="Consolas"/>
              </a:rPr>
              <a:t> valorAbsoluto</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x</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777777"/>
                </a:solidFill>
                <a:latin typeface="Consolas"/>
                <a:ea typeface="Consolas"/>
                <a:cs typeface="Consolas"/>
                <a:sym typeface="Consolas"/>
              </a:rPr>
              <a:t>&gt;</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9C5D27"/>
                </a:solidFill>
                <a:latin typeface="Consolas"/>
                <a:ea typeface="Consolas"/>
                <a:cs typeface="Consolas"/>
                <a:sym typeface="Consolas"/>
              </a:rPr>
              <a:t>10</a:t>
            </a:r>
            <a:r>
              <a:rPr b="0" i="0" lang="es-ES"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333333"/>
                </a:solidFill>
                <a:latin typeface="Consolas"/>
                <a:ea typeface="Consolas"/>
                <a:cs typeface="Consolas"/>
                <a:sym typeface="Consolas"/>
              </a:rPr>
              <a:t>    </a:t>
            </a:r>
            <a:r>
              <a:rPr b="1" i="0" lang="es-ES" sz="2400" u="none" cap="none" strike="noStrike">
                <a:solidFill>
                  <a:srgbClr val="AA3731"/>
                </a:solidFill>
                <a:latin typeface="Consolas"/>
                <a:ea typeface="Consolas"/>
                <a:cs typeface="Consolas"/>
                <a:sym typeface="Consolas"/>
              </a:rPr>
              <a:t>print</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x</a:t>
            </a:r>
            <a:r>
              <a:rPr b="0" i="0" lang="es-ES"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400"/>
              <a:buFont typeface="Arial"/>
              <a:buNone/>
            </a:pPr>
            <a:br>
              <a:rPr b="0" i="0" lang="es-ES" sz="2400" u="none" cap="none" strike="noStrike">
                <a:solidFill>
                  <a:srgbClr val="333333"/>
                </a:solidFill>
                <a:latin typeface="Consolas"/>
                <a:ea typeface="Consolas"/>
                <a:cs typeface="Consolas"/>
                <a:sym typeface="Consolas"/>
              </a:rPr>
            </a:br>
            <a:r>
              <a:rPr b="0" i="0" lang="es-ES" sz="2400" u="none" cap="none" strike="noStrike">
                <a:solidFill>
                  <a:srgbClr val="4B69C6"/>
                </a:solidFill>
                <a:latin typeface="Consolas"/>
                <a:ea typeface="Consolas"/>
                <a:cs typeface="Consolas"/>
                <a:sym typeface="Consolas"/>
              </a:rPr>
              <a:t>while</a:t>
            </a:r>
            <a:r>
              <a:rPr b="0" i="0" lang="es-ES" sz="2400" u="none" cap="none" strike="noStrike">
                <a:solidFill>
                  <a:srgbClr val="333333"/>
                </a:solidFill>
                <a:latin typeface="Consolas"/>
                <a:ea typeface="Consolas"/>
                <a:cs typeface="Consolas"/>
                <a:sym typeface="Consolas"/>
              </a:rPr>
              <a:t> obtenerNombre</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linea</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333333"/>
                </a:solidFill>
                <a:latin typeface="Consolas"/>
                <a:ea typeface="Consolas"/>
                <a:cs typeface="Consolas"/>
                <a:sym typeface="Consolas"/>
              </a:rPr>
              <a:t> </a:t>
            </a:r>
            <a:r>
              <a:rPr b="0" i="0" lang="es-ES" sz="2400" u="none" cap="none" strike="noStrike">
                <a:solidFill>
                  <a:srgbClr val="777777"/>
                </a:solidFill>
                <a:latin typeface="Consolas"/>
                <a:ea typeface="Consolas"/>
                <a:cs typeface="Consolas"/>
                <a:sym typeface="Consolas"/>
              </a:rPr>
              <a:t>'</a:t>
            </a:r>
            <a:r>
              <a:rPr b="0" i="0" lang="es-ES" sz="2400" u="none" cap="none" strike="noStrike">
                <a:solidFill>
                  <a:srgbClr val="448C27"/>
                </a:solidFill>
                <a:latin typeface="Consolas"/>
                <a:ea typeface="Consolas"/>
                <a:cs typeface="Consolas"/>
                <a:sym typeface="Consolas"/>
              </a:rPr>
              <a:t>FIN</a:t>
            </a:r>
            <a:r>
              <a:rPr b="0" i="0" lang="es-ES"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500"/>
                                        <p:tgtEl>
                                          <p:spTgt spid="5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3">
                                            <p:txEl>
                                              <p:pRg end="0" st="0"/>
                                            </p:txEl>
                                          </p:spTgt>
                                        </p:tgtEl>
                                        <p:attrNameLst>
                                          <p:attrName>style.visibility</p:attrName>
                                        </p:attrNameLst>
                                      </p:cBhvr>
                                      <p:to>
                                        <p:strVal val="visible"/>
                                      </p:to>
                                    </p:set>
                                    <p:anim calcmode="lin" valueType="num">
                                      <p:cBhvr additive="base">
                                        <p:cTn dur="500"/>
                                        <p:tgtEl>
                                          <p:spTgt spid="55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3">
                                            <p:txEl>
                                              <p:pRg end="1" st="1"/>
                                            </p:txEl>
                                          </p:spTgt>
                                        </p:tgtEl>
                                        <p:attrNameLst>
                                          <p:attrName>style.visibility</p:attrName>
                                        </p:attrNameLst>
                                      </p:cBhvr>
                                      <p:to>
                                        <p:strVal val="visible"/>
                                      </p:to>
                                    </p:set>
                                    <p:anim calcmode="lin" valueType="num">
                                      <p:cBhvr additive="base">
                                        <p:cTn dur="500"/>
                                        <p:tgtEl>
                                          <p:spTgt spid="55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4"/>
                                        </p:tgtEl>
                                        <p:attrNameLst>
                                          <p:attrName>style.visibility</p:attrName>
                                        </p:attrNameLst>
                                      </p:cBhvr>
                                      <p:to>
                                        <p:strVal val="visible"/>
                                      </p:to>
                                    </p:set>
                                    <p:anim calcmode="lin" valueType="num">
                                      <p:cBhvr additive="base">
                                        <p:cTn dur="500"/>
                                        <p:tgtEl>
                                          <p:spTgt spid="5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fontScale="90000"/>
          </a:bodyPr>
          <a:lstStyle/>
          <a:p>
            <a:pPr indent="0" lvl="0" marL="0" rtl="0" algn="l">
              <a:lnSpc>
                <a:spcPct val="90000"/>
              </a:lnSpc>
              <a:spcBef>
                <a:spcPts val="0"/>
              </a:spcBef>
              <a:spcAft>
                <a:spcPts val="0"/>
              </a:spcAft>
              <a:buClr>
                <a:schemeClr val="dk1"/>
              </a:buClr>
              <a:buSzPct val="111111"/>
              <a:buFont typeface="Poppins"/>
              <a:buNone/>
            </a:pPr>
            <a:r>
              <a:rPr lang="es-ES"/>
              <a:t>¿Cuándo usar una función o un procedimiento?</a:t>
            </a:r>
            <a:endParaRPr/>
          </a:p>
        </p:txBody>
      </p:sp>
      <p:sp>
        <p:nvSpPr>
          <p:cNvPr id="560" name="Google Shape;560;p28"/>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61" name="Google Shape;561;p28"/>
          <p:cNvSpPr/>
          <p:nvPr/>
        </p:nvSpPr>
        <p:spPr>
          <a:xfrm>
            <a:off x="4848226" y="1647825"/>
            <a:ext cx="6886746" cy="4641847"/>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4B69C6"/>
                </a:solidFill>
                <a:latin typeface="Consolas"/>
                <a:ea typeface="Consolas"/>
                <a:cs typeface="Consolas"/>
                <a:sym typeface="Consolas"/>
              </a:rPr>
              <a:t>for</a:t>
            </a:r>
            <a:r>
              <a:rPr b="0" i="0" lang="es-ES" sz="2000" u="none" cap="none" strike="noStrike">
                <a:solidFill>
                  <a:srgbClr val="333333"/>
                </a:solidFill>
                <a:latin typeface="Consolas"/>
                <a:ea typeface="Consolas"/>
                <a:cs typeface="Consolas"/>
                <a:sym typeface="Consolas"/>
              </a:rPr>
              <a:t> x </a:t>
            </a:r>
            <a:r>
              <a:rPr b="0" i="0" lang="es-ES" sz="2000" u="none" cap="none" strike="noStrike">
                <a:solidFill>
                  <a:srgbClr val="4B69C6"/>
                </a:solidFill>
                <a:latin typeface="Consolas"/>
                <a:ea typeface="Consolas"/>
                <a:cs typeface="Consolas"/>
                <a:sym typeface="Consolas"/>
              </a:rPr>
              <a:t>in</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range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x</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62" name="Google Shape;562;p28"/>
          <p:cNvSpPr/>
          <p:nvPr/>
        </p:nvSpPr>
        <p:spPr>
          <a:xfrm>
            <a:off x="786810" y="1647825"/>
            <a:ext cx="3842339" cy="4438650"/>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Los procedimientos se usan cuando no se requiere un valor de retorno, pero sí se quiere tener instrucciones que se pueden reutilizar y ser llamadas más de una vez</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2"/>
                                        </p:tgtEl>
                                        <p:attrNameLst>
                                          <p:attrName>style.visibility</p:attrName>
                                        </p:attrNameLst>
                                      </p:cBhvr>
                                      <p:to>
                                        <p:strVal val="visible"/>
                                      </p:to>
                                    </p:set>
                                    <p:anim calcmode="lin" valueType="num">
                                      <p:cBhvr additive="base">
                                        <p:cTn dur="500"/>
                                        <p:tgtEl>
                                          <p:spTgt spid="5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Parámetros</a:t>
            </a:r>
            <a:endParaRPr/>
          </a:p>
        </p:txBody>
      </p:sp>
      <p:sp>
        <p:nvSpPr>
          <p:cNvPr id="568" name="Google Shape;568;p29"/>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69" name="Google Shape;569;p29"/>
          <p:cNvSpPr/>
          <p:nvPr/>
        </p:nvSpPr>
        <p:spPr>
          <a:xfrm>
            <a:off x="1104899" y="1666876"/>
            <a:ext cx="9982202" cy="4273549"/>
          </a:xfrm>
          <a:prstGeom prst="roundRect">
            <a:avLst>
              <a:gd fmla="val 616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Como ya hemos visto, los subprogramas reciben </a:t>
            </a:r>
            <a:r>
              <a:rPr b="1" i="0" lang="es-ES" sz="2400" u="none" cap="none" strike="noStrike">
                <a:solidFill>
                  <a:schemeClr val="dk1"/>
                </a:solidFill>
                <a:latin typeface="Poppins"/>
                <a:ea typeface="Poppins"/>
                <a:cs typeface="Poppins"/>
                <a:sym typeface="Poppins"/>
              </a:rPr>
              <a:t>parámetros</a:t>
            </a:r>
            <a:r>
              <a:rPr b="0" i="0" lang="es-ES" sz="2400" u="none" cap="none" strike="noStrike">
                <a:solidFill>
                  <a:schemeClr val="dk1"/>
                </a:solidFill>
                <a:latin typeface="Poppins"/>
                <a:ea typeface="Poppins"/>
                <a:cs typeface="Poppins"/>
                <a:sym typeface="Poppins"/>
              </a:rPr>
              <a:t> para </a:t>
            </a:r>
            <a:r>
              <a:rPr b="1" i="0" lang="es-ES" sz="2400" u="none" cap="none" strike="noStrike">
                <a:solidFill>
                  <a:schemeClr val="dk1"/>
                </a:solidFill>
                <a:latin typeface="Poppins"/>
                <a:ea typeface="Poppins"/>
                <a:cs typeface="Poppins"/>
                <a:sym typeface="Poppins"/>
              </a:rPr>
              <a:t>alterar</a:t>
            </a:r>
            <a:r>
              <a:rPr b="0" i="0" lang="es-ES" sz="2400" u="none" cap="none" strike="noStrike">
                <a:solidFill>
                  <a:schemeClr val="dk1"/>
                </a:solidFill>
                <a:latin typeface="Poppins"/>
                <a:ea typeface="Poppins"/>
                <a:cs typeface="Poppins"/>
                <a:sym typeface="Poppins"/>
              </a:rPr>
              <a:t> su comportamiento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Desde el punto de vista del subprograma, los parámetros son </a:t>
            </a:r>
            <a:r>
              <a:rPr b="1" i="0" lang="es-ES" sz="2400" u="none" cap="none" strike="noStrike">
                <a:solidFill>
                  <a:schemeClr val="dk1"/>
                </a:solidFill>
                <a:latin typeface="Poppins"/>
                <a:ea typeface="Poppins"/>
                <a:cs typeface="Poppins"/>
                <a:sym typeface="Poppins"/>
              </a:rPr>
              <a:t>variables normales</a:t>
            </a:r>
            <a:r>
              <a:rPr b="0" i="0" lang="es-ES" sz="2400" u="none" cap="none" strike="noStrike">
                <a:solidFill>
                  <a:schemeClr val="dk1"/>
                </a:solidFill>
                <a:latin typeface="Poppins"/>
                <a:ea typeface="Poppins"/>
                <a:cs typeface="Poppins"/>
                <a:sym typeface="Poppins"/>
              </a:rPr>
              <a:t>, y pueden ser usadas como tales.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Desde el punto de vista del que </a:t>
            </a:r>
            <a:r>
              <a:rPr b="1" i="0" lang="es-ES" sz="2400" u="none" cap="none" strike="noStrike">
                <a:solidFill>
                  <a:schemeClr val="dk1"/>
                </a:solidFill>
                <a:latin typeface="Poppins"/>
                <a:ea typeface="Poppins"/>
                <a:cs typeface="Poppins"/>
                <a:sym typeface="Poppins"/>
              </a:rPr>
              <a:t>invoca</a:t>
            </a:r>
            <a:r>
              <a:rPr b="0" i="0" lang="es-ES" sz="2400" u="none" cap="none" strike="noStrike">
                <a:solidFill>
                  <a:schemeClr val="dk1"/>
                </a:solidFill>
                <a:latin typeface="Poppins"/>
                <a:ea typeface="Poppins"/>
                <a:cs typeface="Poppins"/>
                <a:sym typeface="Poppins"/>
              </a:rPr>
              <a:t> al subprograma, los valores que se pasan a la función son los valores del elemento en el momento en que fue invocado el subprograma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9"/>
                                        </p:tgtEl>
                                        <p:attrNameLst>
                                          <p:attrName>style.visibility</p:attrName>
                                        </p:attrNameLst>
                                      </p:cBhvr>
                                      <p:to>
                                        <p:strVal val="visible"/>
                                      </p:to>
                                    </p:set>
                                    <p:anim calcmode="lin" valueType="num">
                                      <p:cBhvr additive="base">
                                        <p:cTn dur="500"/>
                                        <p:tgtEl>
                                          <p:spTgt spid="5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9">
                                            <p:txEl>
                                              <p:pRg end="0" st="0"/>
                                            </p:txEl>
                                          </p:spTgt>
                                        </p:tgtEl>
                                        <p:attrNameLst>
                                          <p:attrName>style.visibility</p:attrName>
                                        </p:attrNameLst>
                                      </p:cBhvr>
                                      <p:to>
                                        <p:strVal val="visible"/>
                                      </p:to>
                                    </p:set>
                                    <p:anim calcmode="lin" valueType="num">
                                      <p:cBhvr additive="base">
                                        <p:cTn dur="500"/>
                                        <p:tgtEl>
                                          <p:spTgt spid="56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9">
                                            <p:txEl>
                                              <p:pRg end="1" st="1"/>
                                            </p:txEl>
                                          </p:spTgt>
                                        </p:tgtEl>
                                        <p:attrNameLst>
                                          <p:attrName>style.visibility</p:attrName>
                                        </p:attrNameLst>
                                      </p:cBhvr>
                                      <p:to>
                                        <p:strVal val="visible"/>
                                      </p:to>
                                    </p:set>
                                    <p:anim calcmode="lin" valueType="num">
                                      <p:cBhvr additive="base">
                                        <p:cTn dur="500"/>
                                        <p:tgtEl>
                                          <p:spTgt spid="569">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9">
                                            <p:txEl>
                                              <p:pRg end="2" st="2"/>
                                            </p:txEl>
                                          </p:spTgt>
                                        </p:tgtEl>
                                        <p:attrNameLst>
                                          <p:attrName>style.visibility</p:attrName>
                                        </p:attrNameLst>
                                      </p:cBhvr>
                                      <p:to>
                                        <p:strVal val="visible"/>
                                      </p:to>
                                    </p:set>
                                    <p:anim calcmode="lin" valueType="num">
                                      <p:cBhvr additive="base">
                                        <p:cTn dur="500"/>
                                        <p:tgtEl>
                                          <p:spTgt spid="5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Parámetros</a:t>
            </a:r>
            <a:endParaRPr/>
          </a:p>
        </p:txBody>
      </p:sp>
      <p:sp>
        <p:nvSpPr>
          <p:cNvPr id="575" name="Google Shape;575;p30"/>
          <p:cNvSpPr txBox="1"/>
          <p:nvPr/>
        </p:nvSpPr>
        <p:spPr>
          <a:xfrm>
            <a:off x="1112989" y="615954"/>
            <a:ext cx="199990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76" name="Google Shape;576;p30"/>
          <p:cNvSpPr/>
          <p:nvPr/>
        </p:nvSpPr>
        <p:spPr>
          <a:xfrm>
            <a:off x="4848226" y="1647825"/>
            <a:ext cx="6886746" cy="4641847"/>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7A3E9D"/>
                </a:solidFill>
                <a:latin typeface="Consolas"/>
                <a:ea typeface="Consolas"/>
                <a:cs typeface="Consolas"/>
                <a:sym typeface="Consolas"/>
              </a:rPr>
              <a:t>def</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7A3E9D"/>
                </a:solidFill>
                <a:latin typeface="Consolas"/>
                <a:ea typeface="Consolas"/>
                <a:cs typeface="Consolas"/>
                <a:sym typeface="Consolas"/>
              </a:rPr>
              <a:t>numero1</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7A3E9D"/>
                </a:solidFill>
                <a:latin typeface="Consolas"/>
                <a:ea typeface="Consolas"/>
                <a:cs typeface="Consolas"/>
                <a:sym typeface="Consolas"/>
              </a:rPr>
              <a:t>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if</a:t>
            </a:r>
            <a:r>
              <a:rPr b="0" i="0" lang="es-ES" sz="2000" u="none" cap="none" strike="noStrike">
                <a:solidFill>
                  <a:srgbClr val="333333"/>
                </a:solidFill>
                <a:latin typeface="Consolas"/>
                <a:ea typeface="Consolas"/>
                <a:cs typeface="Consolas"/>
                <a:sym typeface="Consolas"/>
              </a:rPr>
              <a:t> numero1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elif</a:t>
            </a:r>
            <a:r>
              <a:rPr b="0" i="0" lang="es-ES" sz="2000" u="none" cap="none" strike="noStrike">
                <a:solidFill>
                  <a:srgbClr val="333333"/>
                </a:solidFill>
                <a:latin typeface="Consolas"/>
                <a:ea typeface="Consolas"/>
                <a:cs typeface="Consolas"/>
                <a:sym typeface="Consolas"/>
              </a:rPr>
              <a:t> numero2 </a:t>
            </a:r>
            <a:r>
              <a:rPr b="0" i="0" lang="es-ES" sz="2000" u="none" cap="none" strike="noStrike">
                <a:solidFill>
                  <a:srgbClr val="777777"/>
                </a:solidFill>
                <a:latin typeface="Consolas"/>
                <a:ea typeface="Consolas"/>
                <a:cs typeface="Consolas"/>
                <a:sym typeface="Consolas"/>
              </a:rPr>
              <a:t>&lt;</a:t>
            </a:r>
            <a:r>
              <a:rPr b="0" i="0" lang="es-ES" sz="2000" u="none" cap="none" strike="noStrike">
                <a:solidFill>
                  <a:srgbClr val="333333"/>
                </a:solidFill>
                <a:latin typeface="Consolas"/>
                <a:ea typeface="Consolas"/>
                <a:cs typeface="Consolas"/>
                <a:sym typeface="Consolas"/>
              </a:rPr>
              <a:t> numero1</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El menor es</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numero2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4B69C6"/>
                </a:solidFill>
                <a:latin typeface="Consolas"/>
                <a:ea typeface="Consolas"/>
                <a:cs typeface="Consolas"/>
                <a:sym typeface="Consolas"/>
              </a:rPr>
              <a:t>else</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print</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448C27"/>
                </a:solidFill>
                <a:latin typeface="Consolas"/>
                <a:ea typeface="Consolas"/>
                <a:cs typeface="Consolas"/>
                <a:sym typeface="Consolas"/>
              </a:rPr>
              <a:t>Los dos números son iguales</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100</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ES" sz="2000" u="none" cap="none" strike="noStrike">
                <a:solidFill>
                  <a:srgbClr val="333333"/>
                </a:solidFill>
                <a:latin typeface="Consolas"/>
                <a:ea typeface="Consolas"/>
                <a:cs typeface="Consolas"/>
                <a:sym typeface="Consolas"/>
              </a:rPr>
            </a:br>
            <a:r>
              <a:rPr b="0" i="0" lang="es-ES" sz="2000" u="none" cap="none" strike="noStrike">
                <a:solidFill>
                  <a:srgbClr val="4B69C6"/>
                </a:solidFill>
                <a:latin typeface="Consolas"/>
                <a:ea typeface="Consolas"/>
                <a:cs typeface="Consolas"/>
                <a:sym typeface="Consolas"/>
              </a:rPr>
              <a:t>for</a:t>
            </a:r>
            <a:r>
              <a:rPr b="0" i="0" lang="es-ES" sz="2000" u="none" cap="none" strike="noStrike">
                <a:solidFill>
                  <a:srgbClr val="333333"/>
                </a:solidFill>
                <a:latin typeface="Consolas"/>
                <a:ea typeface="Consolas"/>
                <a:cs typeface="Consolas"/>
                <a:sym typeface="Consolas"/>
              </a:rPr>
              <a:t> x </a:t>
            </a:r>
            <a:r>
              <a:rPr b="0" i="0" lang="es-ES" sz="2000" u="none" cap="none" strike="noStrike">
                <a:solidFill>
                  <a:srgbClr val="4B69C6"/>
                </a:solidFill>
                <a:latin typeface="Consolas"/>
                <a:ea typeface="Consolas"/>
                <a:cs typeface="Consolas"/>
                <a:sym typeface="Consolas"/>
              </a:rPr>
              <a:t>in</a:t>
            </a:r>
            <a:r>
              <a:rPr b="0" i="0" lang="es-ES" sz="2000" u="none" cap="none" strike="noStrike">
                <a:solidFill>
                  <a:srgbClr val="333333"/>
                </a:solidFill>
                <a:latin typeface="Consolas"/>
                <a:ea typeface="Consolas"/>
                <a:cs typeface="Consolas"/>
                <a:sym typeface="Consolas"/>
              </a:rPr>
              <a:t> </a:t>
            </a:r>
            <a:r>
              <a:rPr b="1" i="0" lang="es-ES" sz="2000" u="none" cap="none" strike="noStrike">
                <a:solidFill>
                  <a:srgbClr val="AA3731"/>
                </a:solidFill>
                <a:latin typeface="Consolas"/>
                <a:ea typeface="Consolas"/>
                <a:cs typeface="Consolas"/>
                <a:sym typeface="Consolas"/>
              </a:rPr>
              <a:t>range</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9C5D27"/>
                </a:solidFill>
                <a:latin typeface="Consolas"/>
                <a:ea typeface="Consolas"/>
                <a:cs typeface="Consolas"/>
                <a:sym typeface="Consolas"/>
              </a:rPr>
              <a:t>10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333333"/>
                </a:solidFill>
                <a:latin typeface="Consolas"/>
                <a:ea typeface="Consolas"/>
                <a:cs typeface="Consolas"/>
                <a:sym typeface="Consolas"/>
              </a:rPr>
              <a:t>    escribirElMenor</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x</a:t>
            </a:r>
            <a:r>
              <a:rPr b="0" i="0" lang="es-ES" sz="2000" u="none" cap="none" strike="noStrike">
                <a:solidFill>
                  <a:srgbClr val="777777"/>
                </a:solidFill>
                <a:latin typeface="Consolas"/>
                <a:ea typeface="Consolas"/>
                <a:cs typeface="Consolas"/>
                <a:sym typeface="Consolas"/>
              </a:rPr>
              <a:t>,</a:t>
            </a:r>
            <a:r>
              <a:rPr b="0" i="0" lang="es-ES" sz="2000" u="none" cap="none" strike="noStrike">
                <a:solidFill>
                  <a:srgbClr val="333333"/>
                </a:solidFill>
                <a:latin typeface="Consolas"/>
                <a:ea typeface="Consolas"/>
                <a:cs typeface="Consolas"/>
                <a:sym typeface="Consolas"/>
              </a:rPr>
              <a:t> </a:t>
            </a:r>
            <a:r>
              <a:rPr b="0" i="0" lang="es-ES" sz="2000" u="none" cap="none" strike="noStrike">
                <a:solidFill>
                  <a:srgbClr val="9C5D27"/>
                </a:solidFill>
                <a:latin typeface="Consolas"/>
                <a:ea typeface="Consolas"/>
                <a:cs typeface="Consolas"/>
                <a:sym typeface="Consolas"/>
              </a:rPr>
              <a:t>20</a:t>
            </a:r>
            <a:r>
              <a:rPr b="0" i="0" lang="es-ES"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77" name="Google Shape;577;p30"/>
          <p:cNvSpPr/>
          <p:nvPr/>
        </p:nvSpPr>
        <p:spPr>
          <a:xfrm>
            <a:off x="786810" y="1647824"/>
            <a:ext cx="3842339" cy="4641847"/>
          </a:xfrm>
          <a:prstGeom prst="roundRect">
            <a:avLst>
              <a:gd fmla="val 5277"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Al invocar el procedimiento, los parámetros adquieren los valores especificados al hacer la llamada (ya sean valores literales, o valores en variables)</a:t>
            </a:r>
            <a:endParaRPr b="0" i="0" sz="1400" u="none" cap="none" strike="noStrike">
              <a:solidFill>
                <a:srgbClr val="000000"/>
              </a:solidFill>
              <a:latin typeface="Arial"/>
              <a:ea typeface="Arial"/>
              <a:cs typeface="Arial"/>
              <a:sym typeface="Arial"/>
            </a:endParaRPr>
          </a:p>
        </p:txBody>
      </p:sp>
      <p:cxnSp>
        <p:nvCxnSpPr>
          <p:cNvPr id="578" name="Google Shape;578;p30"/>
          <p:cNvCxnSpPr/>
          <p:nvPr/>
        </p:nvCxnSpPr>
        <p:spPr>
          <a:xfrm flipH="1" rot="10800000">
            <a:off x="4439536" y="4600575"/>
            <a:ext cx="2961389" cy="212495"/>
          </a:xfrm>
          <a:prstGeom prst="straightConnector1">
            <a:avLst/>
          </a:prstGeom>
          <a:noFill/>
          <a:ln cap="flat" cmpd="sng" w="57150">
            <a:solidFill>
              <a:srgbClr val="FF0000"/>
            </a:solidFill>
            <a:prstDash val="solid"/>
            <a:miter lim="800000"/>
            <a:headEnd len="sm" w="sm" type="none"/>
            <a:tailEnd len="med" w="med" type="triangle"/>
          </a:ln>
        </p:spPr>
      </p:cxnSp>
      <p:cxnSp>
        <p:nvCxnSpPr>
          <p:cNvPr id="579" name="Google Shape;579;p30"/>
          <p:cNvCxnSpPr/>
          <p:nvPr/>
        </p:nvCxnSpPr>
        <p:spPr>
          <a:xfrm>
            <a:off x="2515486" y="5660563"/>
            <a:ext cx="5418839" cy="149687"/>
          </a:xfrm>
          <a:prstGeom prst="straightConnector1">
            <a:avLst/>
          </a:prstGeom>
          <a:noFill/>
          <a:ln cap="flat" cmpd="sng" w="57150">
            <a:solidFill>
              <a:srgbClr val="FF0000"/>
            </a:solidFill>
            <a:prstDash val="solid"/>
            <a:miter lim="800000"/>
            <a:headEnd len="sm" w="sm" type="none"/>
            <a:tailEnd len="med" w="med" type="triangle"/>
          </a:ln>
        </p:spPr>
      </p:cxn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7"/>
                                        </p:tgtEl>
                                        <p:attrNameLst>
                                          <p:attrName>style.visibility</p:attrName>
                                        </p:attrNameLst>
                                      </p:cBhvr>
                                      <p:to>
                                        <p:strVal val="visible"/>
                                      </p:to>
                                    </p:set>
                                    <p:anim calcmode="lin" valueType="num">
                                      <p:cBhvr additive="base">
                                        <p:cTn dur="500"/>
                                        <p:tgtEl>
                                          <p:spTgt spid="5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8"/>
                                        </p:tgtEl>
                                        <p:attrNameLst>
                                          <p:attrName>style.visibility</p:attrName>
                                        </p:attrNameLst>
                                      </p:cBhvr>
                                      <p:to>
                                        <p:strVal val="visible"/>
                                      </p:to>
                                    </p:set>
                                    <p:anim calcmode="lin" valueType="num">
                                      <p:cBhvr additive="base">
                                        <p:cTn dur="500"/>
                                        <p:tgtEl>
                                          <p:spTgt spid="5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9"/>
                                        </p:tgtEl>
                                        <p:attrNameLst>
                                          <p:attrName>style.visibility</p:attrName>
                                        </p:attrNameLst>
                                      </p:cBhvr>
                                      <p:to>
                                        <p:strVal val="visible"/>
                                      </p:to>
                                    </p:set>
                                    <p:anim calcmode="lin" valueType="num">
                                      <p:cBhvr additive="base">
                                        <p:cTn dur="500"/>
                                        <p:tgtEl>
                                          <p:spTgt spid="5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Trabajo autónomo </a:t>
            </a:r>
            <a:r>
              <a:rPr b="1" lang="es-ES"/>
              <a:t>mínimo</a:t>
            </a:r>
            <a:endParaRPr/>
          </a:p>
        </p:txBody>
      </p:sp>
      <p:sp>
        <p:nvSpPr>
          <p:cNvPr id="585" name="Google Shape;585;p31"/>
          <p:cNvSpPr txBox="1"/>
          <p:nvPr/>
        </p:nvSpPr>
        <p:spPr>
          <a:xfrm>
            <a:off x="1112989" y="615954"/>
            <a:ext cx="2347759"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Subprogramas</a:t>
            </a:r>
            <a:endParaRPr b="0" i="0" sz="1400" u="none" cap="none" strike="noStrike">
              <a:solidFill>
                <a:srgbClr val="000000"/>
              </a:solidFill>
              <a:latin typeface="Arial"/>
              <a:ea typeface="Arial"/>
              <a:cs typeface="Arial"/>
              <a:sym typeface="Arial"/>
            </a:endParaRPr>
          </a:p>
        </p:txBody>
      </p:sp>
      <p:sp>
        <p:nvSpPr>
          <p:cNvPr id="586" name="Google Shape;586;p31"/>
          <p:cNvSpPr/>
          <p:nvPr/>
        </p:nvSpPr>
        <p:spPr>
          <a:xfrm>
            <a:off x="1104899" y="1702676"/>
            <a:ext cx="9982202" cy="141802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Revisar capítulo 8 libro guía.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Resolver ejercicios 1, 2, 5, 6, 11.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STARTUP">
      <a:dk1>
        <a:srgbClr val="000000"/>
      </a:dk1>
      <a:lt1>
        <a:srgbClr val="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2020-12-19T16:12:24Z</dcterms:created>
  <dc:creator>Munkhuu</dc:creator>
</cp:coreProperties>
</file>