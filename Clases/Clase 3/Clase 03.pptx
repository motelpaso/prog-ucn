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</p:sldIdLst>
  <p:sldSz cy="6858000" cx="12192000"/>
  <p:notesSz cx="6858000" cy="9144000"/>
  <p:embeddedFontLst>
    <p:embeddedFont>
      <p:font typeface="Poppins"/>
      <p:regular r:id="rId61"/>
      <p:bold r:id="rId62"/>
      <p:italic r:id="rId63"/>
      <p:boldItalic r:id="rId6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65" roundtripDataSignature="AMtx7mjgo9dYJG8s8WlSzYr8x+us2jvom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62" Type="http://schemas.openxmlformats.org/officeDocument/2006/relationships/font" Target="fonts/Poppins-bold.fntdata"/><Relationship Id="rId61" Type="http://schemas.openxmlformats.org/officeDocument/2006/relationships/font" Target="fonts/Poppins-regular.fntdata"/><Relationship Id="rId20" Type="http://schemas.openxmlformats.org/officeDocument/2006/relationships/slide" Target="slides/slide16.xml"/><Relationship Id="rId64" Type="http://schemas.openxmlformats.org/officeDocument/2006/relationships/font" Target="fonts/Poppins-boldItalic.fntdata"/><Relationship Id="rId63" Type="http://schemas.openxmlformats.org/officeDocument/2006/relationships/font" Target="fonts/Poppins-italic.fntdata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65" Type="http://customschemas.google.com/relationships/presentationmetadata" Target="metadata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60" Type="http://schemas.openxmlformats.org/officeDocument/2006/relationships/slide" Target="slides/slide56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11" Type="http://schemas.openxmlformats.org/officeDocument/2006/relationships/slide" Target="slides/slide7.xml"/><Relationship Id="rId55" Type="http://schemas.openxmlformats.org/officeDocument/2006/relationships/slide" Target="slides/slide51.xml"/><Relationship Id="rId10" Type="http://schemas.openxmlformats.org/officeDocument/2006/relationships/slide" Target="slides/slide6.xml"/><Relationship Id="rId54" Type="http://schemas.openxmlformats.org/officeDocument/2006/relationships/slide" Target="slides/slide50.xml"/><Relationship Id="rId13" Type="http://schemas.openxmlformats.org/officeDocument/2006/relationships/slide" Target="slides/slide9.xml"/><Relationship Id="rId57" Type="http://schemas.openxmlformats.org/officeDocument/2006/relationships/slide" Target="slides/slide53.xml"/><Relationship Id="rId12" Type="http://schemas.openxmlformats.org/officeDocument/2006/relationships/slide" Target="slides/slide8.xml"/><Relationship Id="rId56" Type="http://schemas.openxmlformats.org/officeDocument/2006/relationships/slide" Target="slides/slide52.xml"/><Relationship Id="rId15" Type="http://schemas.openxmlformats.org/officeDocument/2006/relationships/slide" Target="slides/slide11.xml"/><Relationship Id="rId59" Type="http://schemas.openxmlformats.org/officeDocument/2006/relationships/slide" Target="slides/slide55.xml"/><Relationship Id="rId14" Type="http://schemas.openxmlformats.org/officeDocument/2006/relationships/slide" Target="slides/slide10.xml"/><Relationship Id="rId58" Type="http://schemas.openxmlformats.org/officeDocument/2006/relationships/slide" Target="slides/slide5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9" name="Google Shape;129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2" name="Google Shape;27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1" name="Google Shape;28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1" name="Google Shape;29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1" name="Google Shape;31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6" name="Google Shape;33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7" name="Google Shape;35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4" name="Google Shape;36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7" name="Google Shape;38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9" name="Google Shape;40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2" name="Google Shape;42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9" name="Google Shape;42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56" name="Google Shape;456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3" name="Google Shape;463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72" name="Google Shape;472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81" name="Google Shape;481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08" name="Google Shape;508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15" name="Google Shape;515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42" name="Google Shape;542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49" name="Google Shape;549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64" name="Google Shape;564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72" name="Google Shape;572;p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81" name="Google Shape;581;p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24" name="Google Shape;724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31" name="Google Shape;731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38" name="Google Shape;738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46" name="Google Shape;746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53" name="Google Shape;753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96" name="Google Shape;896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05" name="Google Shape;905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14" name="Google Shape;914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20" name="Google Shape;920;p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5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27" name="Google Shape;927;p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34" name="Google Shape;934;p3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50" name="Google Shape;950;p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2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74" name="Google Shape;974;p3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4" name="Shape 1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Google Shape;1055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56" name="Google Shape;1056;p3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Google Shape;1062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63" name="Google Shape;1063;p3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1" name="Shape 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Google Shape;1082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83" name="Google Shape;1083;p3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13" name="Google Shape;1113;p4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8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Google Shape;1119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20" name="Google Shape;1120;p4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8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9" name="Google Shape;1149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50" name="Google Shape;1150;p4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5" name="Shape 1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6" name="Google Shape;1156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57" name="Google Shape;1157;p4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0" name="Shape 1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Google Shape;1181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82" name="Google Shape;1182;p4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5" name="Shape 1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6" name="Google Shape;1206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07" name="Google Shape;1207;p4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2" name="Shape 1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3" name="Google Shape;1233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34" name="Google Shape;1234;p4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9" name="Shape 1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0" name="Google Shape;1240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41" name="Google Shape;1241;p4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3" name="Shape 1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4" name="Google Shape;1274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75" name="Google Shape;1275;p4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0" name="Shape 1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1" name="Google Shape;1281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82" name="Google Shape;1282;p4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2" name="Shape 1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3" name="Google Shape;1313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14" name="Google Shape;1314;p5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5" name="Shape 1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6" name="Google Shape;1456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57" name="Google Shape;1457;p5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2" name="Shape 1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3" name="Google Shape;1463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64" name="Google Shape;1464;p5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9" name="Shape 1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0" name="Google Shape;1470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71" name="Google Shape;1471;p5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6" name="Shape 1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7" name="Google Shape;1477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78" name="Google Shape;1478;p5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3" name="Shape 1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" name="Google Shape;1484;p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85" name="Google Shape;1485;p5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0" name="Shape 1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1" name="Google Shape;1491;p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92" name="Google Shape;1492;p5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8_Title Slide">
  <p:cSld name="28_Title Slid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59"/>
          <p:cNvSpPr/>
          <p:nvPr>
            <p:ph idx="2" type="pic"/>
          </p:nvPr>
        </p:nvSpPr>
        <p:spPr>
          <a:xfrm>
            <a:off x="6719886" y="0"/>
            <a:ext cx="3828041" cy="6858000"/>
          </a:xfrm>
          <a:prstGeom prst="roundRect">
            <a:avLst>
              <a:gd fmla="val 8622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12" name="Google Shape;12;p59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60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1_Custom Layout">
  <p:cSld name="21_Custom Layou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61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Custom Layout">
  <p:cSld name="12_Custom Layou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2"/>
          <p:cNvSpPr txBox="1"/>
          <p:nvPr>
            <p:ph type="title"/>
          </p:nvPr>
        </p:nvSpPr>
        <p:spPr>
          <a:xfrm>
            <a:off x="1119187" y="724094"/>
            <a:ext cx="9953625" cy="9618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oppins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63"/>
          <p:cNvSpPr/>
          <p:nvPr>
            <p:ph idx="2" type="pic"/>
          </p:nvPr>
        </p:nvSpPr>
        <p:spPr>
          <a:xfrm>
            <a:off x="1104900" y="1390909"/>
            <a:ext cx="2691687" cy="2938495"/>
          </a:xfrm>
          <a:prstGeom prst="roundRect">
            <a:avLst>
              <a:gd fmla="val 6405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21" name="Google Shape;21;p63"/>
          <p:cNvSpPr/>
          <p:nvPr>
            <p:ph idx="3" type="pic"/>
          </p:nvPr>
        </p:nvSpPr>
        <p:spPr>
          <a:xfrm>
            <a:off x="4238625" y="1390909"/>
            <a:ext cx="2691687" cy="2938495"/>
          </a:xfrm>
          <a:prstGeom prst="roundRect">
            <a:avLst>
              <a:gd fmla="val 6405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22" name="Google Shape;22;p63"/>
          <p:cNvSpPr/>
          <p:nvPr>
            <p:ph idx="4" type="pic"/>
          </p:nvPr>
        </p:nvSpPr>
        <p:spPr>
          <a:xfrm>
            <a:off x="7372350" y="1390909"/>
            <a:ext cx="2691687" cy="2938495"/>
          </a:xfrm>
          <a:prstGeom prst="roundRect">
            <a:avLst>
              <a:gd fmla="val 6405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23" name="Google Shape;23;p63"/>
          <p:cNvSpPr/>
          <p:nvPr/>
        </p:nvSpPr>
        <p:spPr>
          <a:xfrm>
            <a:off x="10506075" y="1390909"/>
            <a:ext cx="2089863" cy="2938495"/>
          </a:xfrm>
          <a:prstGeom prst="roundRect">
            <a:avLst>
              <a:gd fmla="val 6759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Custom Layout">
  <p:cSld name="2_Custom Layou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4"/>
          <p:cNvSpPr/>
          <p:nvPr>
            <p:ph idx="2" type="pic"/>
          </p:nvPr>
        </p:nvSpPr>
        <p:spPr>
          <a:xfrm>
            <a:off x="2124075" y="1390909"/>
            <a:ext cx="2691687" cy="2938495"/>
          </a:xfrm>
          <a:prstGeom prst="roundRect">
            <a:avLst>
              <a:gd fmla="val 6405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26" name="Google Shape;26;p64"/>
          <p:cNvSpPr/>
          <p:nvPr>
            <p:ph idx="3" type="pic"/>
          </p:nvPr>
        </p:nvSpPr>
        <p:spPr>
          <a:xfrm>
            <a:off x="5257800" y="1390909"/>
            <a:ext cx="2691687" cy="2938495"/>
          </a:xfrm>
          <a:prstGeom prst="roundRect">
            <a:avLst>
              <a:gd fmla="val 6405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27" name="Google Shape;27;p64"/>
          <p:cNvSpPr/>
          <p:nvPr>
            <p:ph idx="4" type="pic"/>
          </p:nvPr>
        </p:nvSpPr>
        <p:spPr>
          <a:xfrm>
            <a:off x="8391525" y="1390909"/>
            <a:ext cx="2691687" cy="2938495"/>
          </a:xfrm>
          <a:prstGeom prst="roundRect">
            <a:avLst>
              <a:gd fmla="val 6405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28" name="Google Shape;28;p64"/>
          <p:cNvSpPr/>
          <p:nvPr/>
        </p:nvSpPr>
        <p:spPr>
          <a:xfrm>
            <a:off x="-407826" y="1390908"/>
            <a:ext cx="2089863" cy="2938495"/>
          </a:xfrm>
          <a:prstGeom prst="roundRect">
            <a:avLst>
              <a:gd fmla="val 6759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ustom Layout">
  <p:cSld name="3_Custom Layou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5"/>
          <p:cNvSpPr/>
          <p:nvPr>
            <p:ph idx="2" type="pic"/>
          </p:nvPr>
        </p:nvSpPr>
        <p:spPr>
          <a:xfrm>
            <a:off x="1514475" y="1733809"/>
            <a:ext cx="9172575" cy="2933441"/>
          </a:xfrm>
          <a:prstGeom prst="roundRect">
            <a:avLst>
              <a:gd fmla="val 6405" name="adj"/>
            </a:avLst>
          </a:prstGeom>
          <a:solidFill>
            <a:srgbClr val="CADDFF"/>
          </a:solidFill>
          <a:ln>
            <a:noFill/>
          </a:ln>
          <a:effectLst>
            <a:outerShdw blurRad="381000" rotWithShape="0" algn="ctr" dir="5400000" dist="127000">
              <a:srgbClr val="000000">
                <a:alpha val="29411"/>
              </a:srgbClr>
            </a:outerShdw>
          </a:effectLst>
        </p:spPr>
      </p:sp>
      <p:sp>
        <p:nvSpPr>
          <p:cNvPr id="31" name="Google Shape;31;p65"/>
          <p:cNvSpPr/>
          <p:nvPr/>
        </p:nvSpPr>
        <p:spPr>
          <a:xfrm>
            <a:off x="4481511" y="-247650"/>
            <a:ext cx="3228975" cy="1152784"/>
          </a:xfrm>
          <a:prstGeom prst="roundRect">
            <a:avLst>
              <a:gd fmla="val 6759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Custom Layout">
  <p:cSld name="4_Custom Layou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6"/>
          <p:cNvSpPr/>
          <p:nvPr>
            <p:ph idx="2" type="pic"/>
          </p:nvPr>
        </p:nvSpPr>
        <p:spPr>
          <a:xfrm>
            <a:off x="2130295" y="2789853"/>
            <a:ext cx="1928521" cy="2567862"/>
          </a:xfrm>
          <a:prstGeom prst="roundRect">
            <a:avLst>
              <a:gd fmla="val 6405" name="adj"/>
            </a:avLst>
          </a:prstGeom>
          <a:solidFill>
            <a:srgbClr val="CADDFF"/>
          </a:solidFill>
          <a:ln>
            <a:noFill/>
          </a:ln>
          <a:effectLst>
            <a:outerShdw blurRad="381000" rotWithShape="0" algn="ctr" dir="5400000" dist="127000">
              <a:srgbClr val="000000">
                <a:alpha val="29411"/>
              </a:srgbClr>
            </a:outerShdw>
          </a:effectLst>
        </p:spPr>
      </p:sp>
      <p:sp>
        <p:nvSpPr>
          <p:cNvPr id="34" name="Google Shape;34;p66"/>
          <p:cNvSpPr/>
          <p:nvPr/>
        </p:nvSpPr>
        <p:spPr>
          <a:xfrm>
            <a:off x="-547591" y="2789853"/>
            <a:ext cx="1928521" cy="2567862"/>
          </a:xfrm>
          <a:prstGeom prst="roundRect">
            <a:avLst>
              <a:gd fmla="val 6759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" name="Google Shape;35;p66"/>
          <p:cNvSpPr/>
          <p:nvPr/>
        </p:nvSpPr>
        <p:spPr>
          <a:xfrm>
            <a:off x="11663005" y="2789853"/>
            <a:ext cx="1928521" cy="2567862"/>
          </a:xfrm>
          <a:prstGeom prst="roundRect">
            <a:avLst>
              <a:gd fmla="val 6759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" name="Google Shape;36;p66"/>
          <p:cNvSpPr txBox="1"/>
          <p:nvPr>
            <p:ph type="title"/>
          </p:nvPr>
        </p:nvSpPr>
        <p:spPr>
          <a:xfrm>
            <a:off x="1119187" y="1019369"/>
            <a:ext cx="9953625" cy="9618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oppins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Custom Layout">
  <p:cSld name="5_Custom Layou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7"/>
          <p:cNvSpPr/>
          <p:nvPr>
            <p:ph idx="2" type="pic"/>
          </p:nvPr>
        </p:nvSpPr>
        <p:spPr>
          <a:xfrm>
            <a:off x="0" y="0"/>
            <a:ext cx="10544175" cy="3924300"/>
          </a:xfrm>
          <a:prstGeom prst="rect">
            <a:avLst/>
          </a:prstGeom>
          <a:solidFill>
            <a:srgbClr val="CADDFF"/>
          </a:solidFill>
          <a:ln>
            <a:noFill/>
          </a:ln>
          <a:effectLst>
            <a:outerShdw blurRad="381000" rotWithShape="0" algn="ctr" dir="5400000" dist="127000">
              <a:srgbClr val="000000">
                <a:alpha val="29411"/>
              </a:srgbClr>
            </a:outerShdw>
          </a:effectLst>
        </p:spPr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25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Custom Layout">
  <p:cSld name="6_Custom Layou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8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8"/>
          <p:cNvSpPr/>
          <p:nvPr>
            <p:ph idx="2" type="pic"/>
          </p:nvPr>
        </p:nvSpPr>
        <p:spPr>
          <a:xfrm>
            <a:off x="1104900" y="2676524"/>
            <a:ext cx="1904999" cy="2181226"/>
          </a:xfrm>
          <a:prstGeom prst="roundRect">
            <a:avLst>
              <a:gd fmla="val 6405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42" name="Google Shape;42;p68"/>
          <p:cNvSpPr/>
          <p:nvPr>
            <p:ph idx="3" type="pic"/>
          </p:nvPr>
        </p:nvSpPr>
        <p:spPr>
          <a:xfrm>
            <a:off x="3170875" y="2676524"/>
            <a:ext cx="1904999" cy="2181226"/>
          </a:xfrm>
          <a:prstGeom prst="roundRect">
            <a:avLst>
              <a:gd fmla="val 6405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43" name="Google Shape;43;p68"/>
          <p:cNvSpPr/>
          <p:nvPr>
            <p:ph idx="4" type="pic"/>
          </p:nvPr>
        </p:nvSpPr>
        <p:spPr>
          <a:xfrm>
            <a:off x="5236850" y="2676524"/>
            <a:ext cx="1904999" cy="2181226"/>
          </a:xfrm>
          <a:prstGeom prst="roundRect">
            <a:avLst>
              <a:gd fmla="val 6405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44" name="Google Shape;44;p68"/>
          <p:cNvSpPr/>
          <p:nvPr>
            <p:ph idx="5" type="pic"/>
          </p:nvPr>
        </p:nvSpPr>
        <p:spPr>
          <a:xfrm>
            <a:off x="7302825" y="2676524"/>
            <a:ext cx="1904999" cy="2181226"/>
          </a:xfrm>
          <a:prstGeom prst="roundRect">
            <a:avLst>
              <a:gd fmla="val 6405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45" name="Google Shape;45;p68"/>
          <p:cNvSpPr/>
          <p:nvPr>
            <p:ph idx="6" type="pic"/>
          </p:nvPr>
        </p:nvSpPr>
        <p:spPr>
          <a:xfrm>
            <a:off x="9362601" y="2676524"/>
            <a:ext cx="1904999" cy="2181226"/>
          </a:xfrm>
          <a:prstGeom prst="roundRect">
            <a:avLst>
              <a:gd fmla="val 6405" name="adj"/>
            </a:avLst>
          </a:prstGeom>
          <a:solidFill>
            <a:srgbClr val="CADDFF"/>
          </a:solidFill>
          <a:ln>
            <a:noFill/>
          </a:ln>
        </p:spPr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7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Custom Layout">
  <p:cSld name="7_Custom Layou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6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2108058"/>
            <a:ext cx="12192000" cy="2172372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69"/>
          <p:cNvSpPr txBox="1"/>
          <p:nvPr>
            <p:ph type="title"/>
          </p:nvPr>
        </p:nvSpPr>
        <p:spPr>
          <a:xfrm>
            <a:off x="1119187" y="1019369"/>
            <a:ext cx="9953625" cy="9618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oppins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9"/>
          <p:cNvSpPr/>
          <p:nvPr>
            <p:ph idx="2" type="pic"/>
          </p:nvPr>
        </p:nvSpPr>
        <p:spPr>
          <a:xfrm>
            <a:off x="1767373" y="2349499"/>
            <a:ext cx="1904999" cy="2178051"/>
          </a:xfrm>
          <a:prstGeom prst="roundRect">
            <a:avLst>
              <a:gd fmla="val 6405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50" name="Google Shape;50;p69"/>
          <p:cNvSpPr/>
          <p:nvPr>
            <p:ph idx="3" type="pic"/>
          </p:nvPr>
        </p:nvSpPr>
        <p:spPr>
          <a:xfrm>
            <a:off x="4021623" y="2349499"/>
            <a:ext cx="1904999" cy="2178051"/>
          </a:xfrm>
          <a:prstGeom prst="roundRect">
            <a:avLst>
              <a:gd fmla="val 6405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51" name="Google Shape;51;p69"/>
          <p:cNvSpPr/>
          <p:nvPr>
            <p:ph idx="4" type="pic"/>
          </p:nvPr>
        </p:nvSpPr>
        <p:spPr>
          <a:xfrm>
            <a:off x="6275873" y="2349499"/>
            <a:ext cx="1904999" cy="2178051"/>
          </a:xfrm>
          <a:prstGeom prst="roundRect">
            <a:avLst>
              <a:gd fmla="val 6405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52" name="Google Shape;52;p69"/>
          <p:cNvSpPr/>
          <p:nvPr>
            <p:ph idx="5" type="pic"/>
          </p:nvPr>
        </p:nvSpPr>
        <p:spPr>
          <a:xfrm>
            <a:off x="8530123" y="2349499"/>
            <a:ext cx="1904999" cy="2178051"/>
          </a:xfrm>
          <a:prstGeom prst="roundRect">
            <a:avLst>
              <a:gd fmla="val 6405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53" name="Google Shape;53;p69"/>
          <p:cNvSpPr/>
          <p:nvPr/>
        </p:nvSpPr>
        <p:spPr>
          <a:xfrm>
            <a:off x="0" y="176213"/>
            <a:ext cx="12192000" cy="2174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Custom Layout">
  <p:cSld name="8_Custom Layou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0"/>
          <p:cNvSpPr/>
          <p:nvPr>
            <p:ph idx="2" type="pic"/>
          </p:nvPr>
        </p:nvSpPr>
        <p:spPr>
          <a:xfrm>
            <a:off x="7410450" y="1362075"/>
            <a:ext cx="3019425" cy="413385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56" name="Google Shape;56;p70"/>
          <p:cNvSpPr/>
          <p:nvPr>
            <p:ph idx="3" type="pic"/>
          </p:nvPr>
        </p:nvSpPr>
        <p:spPr>
          <a:xfrm>
            <a:off x="5943600" y="1957388"/>
            <a:ext cx="1785938" cy="3833812"/>
          </a:xfrm>
          <a:prstGeom prst="roundRect">
            <a:avLst>
              <a:gd fmla="val 8747" name="adj"/>
            </a:avLst>
          </a:prstGeom>
          <a:solidFill>
            <a:srgbClr val="CADDFF"/>
          </a:solidFill>
          <a:ln>
            <a:noFill/>
          </a:ln>
        </p:spPr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Custom Layout">
  <p:cSld name="9_Custom Layou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71"/>
          <p:cNvSpPr/>
          <p:nvPr>
            <p:ph idx="2" type="pic"/>
          </p:nvPr>
        </p:nvSpPr>
        <p:spPr>
          <a:xfrm>
            <a:off x="1104900" y="1016342"/>
            <a:ext cx="10063843" cy="2933441"/>
          </a:xfrm>
          <a:prstGeom prst="roundRect">
            <a:avLst>
              <a:gd fmla="val 6405" name="adj"/>
            </a:avLst>
          </a:prstGeom>
          <a:solidFill>
            <a:srgbClr val="CADDFF"/>
          </a:solidFill>
          <a:ln>
            <a:noFill/>
          </a:ln>
        </p:spPr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Custom Layout">
  <p:cSld name="10_Custom Layou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72"/>
          <p:cNvSpPr/>
          <p:nvPr>
            <p:ph idx="2" type="pic"/>
          </p:nvPr>
        </p:nvSpPr>
        <p:spPr>
          <a:xfrm>
            <a:off x="6886575" y="0"/>
            <a:ext cx="5885996" cy="6858000"/>
          </a:xfrm>
          <a:prstGeom prst="roundRect">
            <a:avLst>
              <a:gd fmla="val 1942" name="adj"/>
            </a:avLst>
          </a:prstGeom>
          <a:solidFill>
            <a:srgbClr val="CADDFF"/>
          </a:solidFill>
          <a:ln>
            <a:noFill/>
          </a:ln>
        </p:spPr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Custom Layout">
  <p:cSld name="11_Custom Layou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73"/>
          <p:cNvSpPr/>
          <p:nvPr>
            <p:ph idx="2" type="pic"/>
          </p:nvPr>
        </p:nvSpPr>
        <p:spPr>
          <a:xfrm>
            <a:off x="1" y="-200025"/>
            <a:ext cx="12192000" cy="2847975"/>
          </a:xfrm>
          <a:prstGeom prst="roundRect">
            <a:avLst>
              <a:gd fmla="val 5690" name="adj"/>
            </a:avLst>
          </a:prstGeom>
          <a:solidFill>
            <a:srgbClr val="CADDFF"/>
          </a:solidFill>
          <a:ln>
            <a:noFill/>
          </a:ln>
          <a:effectLst>
            <a:outerShdw blurRad="381000" rotWithShape="0" algn="t" dir="5400000" dist="127000">
              <a:srgbClr val="000000">
                <a:alpha val="29411"/>
              </a:srgbClr>
            </a:outerShdw>
          </a:effectLst>
        </p:spPr>
      </p:sp>
      <p:sp>
        <p:nvSpPr>
          <p:cNvPr id="63" name="Google Shape;63;p73"/>
          <p:cNvSpPr txBox="1"/>
          <p:nvPr>
            <p:ph type="title"/>
          </p:nvPr>
        </p:nvSpPr>
        <p:spPr>
          <a:xfrm>
            <a:off x="1119187" y="443105"/>
            <a:ext cx="9953625" cy="9618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Poppins"/>
              <a:buNone/>
              <a:defRPr sz="36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Custom Layout">
  <p:cSld name="13_Custom Layou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74"/>
          <p:cNvSpPr/>
          <p:nvPr>
            <p:ph idx="2" type="pic"/>
          </p:nvPr>
        </p:nvSpPr>
        <p:spPr>
          <a:xfrm>
            <a:off x="1" y="-200025"/>
            <a:ext cx="12192000" cy="2847975"/>
          </a:xfrm>
          <a:prstGeom prst="roundRect">
            <a:avLst>
              <a:gd fmla="val 5690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66" name="Google Shape;66;p74"/>
          <p:cNvSpPr/>
          <p:nvPr>
            <p:ph idx="3" type="pic"/>
          </p:nvPr>
        </p:nvSpPr>
        <p:spPr>
          <a:xfrm>
            <a:off x="5421745" y="1673769"/>
            <a:ext cx="1348510" cy="1354638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67" name="Google Shape;67;p74"/>
          <p:cNvSpPr/>
          <p:nvPr/>
        </p:nvSpPr>
        <p:spPr>
          <a:xfrm>
            <a:off x="0" y="176213"/>
            <a:ext cx="12192000" cy="2174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Custom Layout">
  <p:cSld name="14_Custom Layou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75"/>
          <p:cNvSpPr/>
          <p:nvPr/>
        </p:nvSpPr>
        <p:spPr>
          <a:xfrm>
            <a:off x="0" y="176213"/>
            <a:ext cx="12192000" cy="2174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0" name="Google Shape;70;p75"/>
          <p:cNvSpPr/>
          <p:nvPr>
            <p:ph idx="2" type="pic"/>
          </p:nvPr>
        </p:nvSpPr>
        <p:spPr>
          <a:xfrm>
            <a:off x="1860550" y="2101678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71" name="Google Shape;71;p75"/>
          <p:cNvSpPr/>
          <p:nvPr>
            <p:ph idx="3" type="pic"/>
          </p:nvPr>
        </p:nvSpPr>
        <p:spPr>
          <a:xfrm>
            <a:off x="1860550" y="4544974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72" name="Google Shape;72;p75"/>
          <p:cNvSpPr/>
          <p:nvPr>
            <p:ph idx="4" type="pic"/>
          </p:nvPr>
        </p:nvSpPr>
        <p:spPr>
          <a:xfrm>
            <a:off x="4441825" y="2101678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73" name="Google Shape;73;p75"/>
          <p:cNvSpPr/>
          <p:nvPr>
            <p:ph idx="5" type="pic"/>
          </p:nvPr>
        </p:nvSpPr>
        <p:spPr>
          <a:xfrm>
            <a:off x="4441825" y="4544974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74" name="Google Shape;74;p75"/>
          <p:cNvSpPr/>
          <p:nvPr>
            <p:ph idx="6" type="pic"/>
          </p:nvPr>
        </p:nvSpPr>
        <p:spPr>
          <a:xfrm>
            <a:off x="7013575" y="1928395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75" name="Google Shape;75;p75"/>
          <p:cNvSpPr/>
          <p:nvPr>
            <p:ph idx="7" type="pic"/>
          </p:nvPr>
        </p:nvSpPr>
        <p:spPr>
          <a:xfrm>
            <a:off x="7013575" y="4544974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76" name="Google Shape;76;p75"/>
          <p:cNvSpPr/>
          <p:nvPr>
            <p:ph idx="8" type="pic"/>
          </p:nvPr>
        </p:nvSpPr>
        <p:spPr>
          <a:xfrm>
            <a:off x="9556750" y="2101678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77" name="Google Shape;77;p75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75"/>
          <p:cNvSpPr/>
          <p:nvPr>
            <p:ph idx="9" type="pic"/>
          </p:nvPr>
        </p:nvSpPr>
        <p:spPr>
          <a:xfrm>
            <a:off x="9556750" y="4544974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_Custom Layout">
  <p:cSld name="15_Custom Layou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76"/>
          <p:cNvSpPr/>
          <p:nvPr/>
        </p:nvSpPr>
        <p:spPr>
          <a:xfrm>
            <a:off x="0" y="176213"/>
            <a:ext cx="12192000" cy="2174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" name="Google Shape;81;p76"/>
          <p:cNvSpPr/>
          <p:nvPr>
            <p:ph idx="2" type="pic"/>
          </p:nvPr>
        </p:nvSpPr>
        <p:spPr>
          <a:xfrm>
            <a:off x="1860550" y="2101678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82" name="Google Shape;82;p76"/>
          <p:cNvSpPr/>
          <p:nvPr>
            <p:ph idx="3" type="pic"/>
          </p:nvPr>
        </p:nvSpPr>
        <p:spPr>
          <a:xfrm>
            <a:off x="1860550" y="4544974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83" name="Google Shape;83;p76"/>
          <p:cNvSpPr/>
          <p:nvPr>
            <p:ph idx="4" type="pic"/>
          </p:nvPr>
        </p:nvSpPr>
        <p:spPr>
          <a:xfrm>
            <a:off x="4441825" y="2101678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84" name="Google Shape;84;p76"/>
          <p:cNvSpPr/>
          <p:nvPr>
            <p:ph idx="5" type="pic"/>
          </p:nvPr>
        </p:nvSpPr>
        <p:spPr>
          <a:xfrm>
            <a:off x="4441825" y="4544974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85" name="Google Shape;85;p76"/>
          <p:cNvSpPr/>
          <p:nvPr>
            <p:ph idx="6" type="pic"/>
          </p:nvPr>
        </p:nvSpPr>
        <p:spPr>
          <a:xfrm>
            <a:off x="7013575" y="2101678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86" name="Google Shape;86;p76"/>
          <p:cNvSpPr/>
          <p:nvPr>
            <p:ph idx="7" type="pic"/>
          </p:nvPr>
        </p:nvSpPr>
        <p:spPr>
          <a:xfrm>
            <a:off x="6775450" y="4544974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87" name="Google Shape;87;p76"/>
          <p:cNvSpPr/>
          <p:nvPr>
            <p:ph idx="8" type="pic"/>
          </p:nvPr>
        </p:nvSpPr>
        <p:spPr>
          <a:xfrm>
            <a:off x="9556750" y="2101678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88" name="Google Shape;88;p76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_Custom Layout">
  <p:cSld name="16_Custom Layou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77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77"/>
          <p:cNvSpPr/>
          <p:nvPr>
            <p:ph idx="2" type="pic"/>
          </p:nvPr>
        </p:nvSpPr>
        <p:spPr>
          <a:xfrm>
            <a:off x="1104901" y="1787524"/>
            <a:ext cx="1752600" cy="2178051"/>
          </a:xfrm>
          <a:prstGeom prst="roundRect">
            <a:avLst>
              <a:gd fmla="val 9122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92" name="Google Shape;92;p77"/>
          <p:cNvSpPr/>
          <p:nvPr>
            <p:ph idx="3" type="pic"/>
          </p:nvPr>
        </p:nvSpPr>
        <p:spPr>
          <a:xfrm>
            <a:off x="1104901" y="4152899"/>
            <a:ext cx="1752600" cy="2178051"/>
          </a:xfrm>
          <a:prstGeom prst="roundRect">
            <a:avLst>
              <a:gd fmla="val 9122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93" name="Google Shape;93;p77"/>
          <p:cNvSpPr/>
          <p:nvPr>
            <p:ph idx="4" type="pic"/>
          </p:nvPr>
        </p:nvSpPr>
        <p:spPr>
          <a:xfrm>
            <a:off x="3095626" y="1787524"/>
            <a:ext cx="1752600" cy="2178051"/>
          </a:xfrm>
          <a:prstGeom prst="roundRect">
            <a:avLst>
              <a:gd fmla="val 9122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94" name="Google Shape;94;p77"/>
          <p:cNvSpPr/>
          <p:nvPr>
            <p:ph idx="5" type="pic"/>
          </p:nvPr>
        </p:nvSpPr>
        <p:spPr>
          <a:xfrm>
            <a:off x="3095626" y="4152899"/>
            <a:ext cx="1752600" cy="2178051"/>
          </a:xfrm>
          <a:prstGeom prst="roundRect">
            <a:avLst>
              <a:gd fmla="val 9122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95" name="Google Shape;95;p77"/>
          <p:cNvSpPr/>
          <p:nvPr>
            <p:ph idx="6" type="pic"/>
          </p:nvPr>
        </p:nvSpPr>
        <p:spPr>
          <a:xfrm>
            <a:off x="5086351" y="1787524"/>
            <a:ext cx="1752600" cy="2178051"/>
          </a:xfrm>
          <a:prstGeom prst="roundRect">
            <a:avLst>
              <a:gd fmla="val 9122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96" name="Google Shape;96;p77"/>
          <p:cNvSpPr/>
          <p:nvPr>
            <p:ph idx="7" type="pic"/>
          </p:nvPr>
        </p:nvSpPr>
        <p:spPr>
          <a:xfrm>
            <a:off x="5086351" y="4152899"/>
            <a:ext cx="1752600" cy="2178051"/>
          </a:xfrm>
          <a:prstGeom prst="roundRect">
            <a:avLst>
              <a:gd fmla="val 9122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97" name="Google Shape;97;p77"/>
          <p:cNvSpPr/>
          <p:nvPr>
            <p:ph idx="8" type="pic"/>
          </p:nvPr>
        </p:nvSpPr>
        <p:spPr>
          <a:xfrm>
            <a:off x="7077076" y="1787524"/>
            <a:ext cx="1752600" cy="2178051"/>
          </a:xfrm>
          <a:prstGeom prst="roundRect">
            <a:avLst>
              <a:gd fmla="val 9122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98" name="Google Shape;98;p77"/>
          <p:cNvSpPr/>
          <p:nvPr>
            <p:ph idx="9" type="pic"/>
          </p:nvPr>
        </p:nvSpPr>
        <p:spPr>
          <a:xfrm>
            <a:off x="7077076" y="4152899"/>
            <a:ext cx="1752600" cy="2178051"/>
          </a:xfrm>
          <a:prstGeom prst="roundRect">
            <a:avLst>
              <a:gd fmla="val 9122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99" name="Google Shape;99;p77"/>
          <p:cNvSpPr/>
          <p:nvPr>
            <p:ph idx="13" type="pic"/>
          </p:nvPr>
        </p:nvSpPr>
        <p:spPr>
          <a:xfrm>
            <a:off x="9067801" y="1787524"/>
            <a:ext cx="1752600" cy="2178051"/>
          </a:xfrm>
          <a:prstGeom prst="roundRect">
            <a:avLst>
              <a:gd fmla="val 9122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100" name="Google Shape;100;p77"/>
          <p:cNvSpPr/>
          <p:nvPr>
            <p:ph idx="14" type="pic"/>
          </p:nvPr>
        </p:nvSpPr>
        <p:spPr>
          <a:xfrm>
            <a:off x="9067801" y="4152899"/>
            <a:ext cx="1752600" cy="2178051"/>
          </a:xfrm>
          <a:prstGeom prst="roundRect">
            <a:avLst>
              <a:gd fmla="val 9122" name="adj"/>
            </a:avLst>
          </a:prstGeom>
          <a:solidFill>
            <a:srgbClr val="CADDFF"/>
          </a:solidFill>
          <a:ln>
            <a:noFill/>
          </a:ln>
        </p:spPr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Custom Layout">
  <p:cSld name="17_Custom Layou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78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78"/>
          <p:cNvSpPr/>
          <p:nvPr>
            <p:ph idx="2" type="pic"/>
          </p:nvPr>
        </p:nvSpPr>
        <p:spPr>
          <a:xfrm>
            <a:off x="1104900" y="1787524"/>
            <a:ext cx="2019299" cy="2178051"/>
          </a:xfrm>
          <a:prstGeom prst="roundRect">
            <a:avLst>
              <a:gd fmla="val 9122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104" name="Google Shape;104;p78"/>
          <p:cNvSpPr/>
          <p:nvPr>
            <p:ph idx="3" type="pic"/>
          </p:nvPr>
        </p:nvSpPr>
        <p:spPr>
          <a:xfrm>
            <a:off x="1104900" y="4152899"/>
            <a:ext cx="2019299" cy="2178051"/>
          </a:xfrm>
          <a:prstGeom prst="roundRect">
            <a:avLst>
              <a:gd fmla="val 9122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105" name="Google Shape;105;p78"/>
          <p:cNvSpPr/>
          <p:nvPr>
            <p:ph idx="4" type="pic"/>
          </p:nvPr>
        </p:nvSpPr>
        <p:spPr>
          <a:xfrm>
            <a:off x="3371850" y="1787524"/>
            <a:ext cx="2019299" cy="2178051"/>
          </a:xfrm>
          <a:prstGeom prst="roundRect">
            <a:avLst>
              <a:gd fmla="val 9122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106" name="Google Shape;106;p78"/>
          <p:cNvSpPr/>
          <p:nvPr>
            <p:ph idx="5" type="pic"/>
          </p:nvPr>
        </p:nvSpPr>
        <p:spPr>
          <a:xfrm>
            <a:off x="3371850" y="4152899"/>
            <a:ext cx="2019299" cy="2178051"/>
          </a:xfrm>
          <a:prstGeom prst="roundRect">
            <a:avLst>
              <a:gd fmla="val 9122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107" name="Google Shape;107;p78"/>
          <p:cNvSpPr/>
          <p:nvPr>
            <p:ph idx="6" type="pic"/>
          </p:nvPr>
        </p:nvSpPr>
        <p:spPr>
          <a:xfrm>
            <a:off x="5638800" y="1787524"/>
            <a:ext cx="3124200" cy="4543426"/>
          </a:xfrm>
          <a:prstGeom prst="roundRect">
            <a:avLst>
              <a:gd fmla="val 5463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108" name="Google Shape;108;p78"/>
          <p:cNvSpPr/>
          <p:nvPr>
            <p:ph idx="7" type="pic"/>
          </p:nvPr>
        </p:nvSpPr>
        <p:spPr>
          <a:xfrm>
            <a:off x="9010651" y="1787524"/>
            <a:ext cx="2019299" cy="2178051"/>
          </a:xfrm>
          <a:prstGeom prst="roundRect">
            <a:avLst>
              <a:gd fmla="val 9122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109" name="Google Shape;109;p78"/>
          <p:cNvSpPr/>
          <p:nvPr>
            <p:ph idx="8" type="pic"/>
          </p:nvPr>
        </p:nvSpPr>
        <p:spPr>
          <a:xfrm>
            <a:off x="9010651" y="4152898"/>
            <a:ext cx="2019299" cy="2178051"/>
          </a:xfrm>
          <a:prstGeom prst="roundRect">
            <a:avLst>
              <a:gd fmla="val 9122" name="adj"/>
            </a:avLst>
          </a:prstGeom>
          <a:solidFill>
            <a:srgbClr val="CADDFF"/>
          </a:solidFill>
          <a:ln>
            <a:noFill/>
          </a:ln>
        </p:spPr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_Custom Layout">
  <p:cSld name="18_Custom Layout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9"/>
          <p:cNvSpPr/>
          <p:nvPr>
            <p:ph idx="2" type="pic"/>
          </p:nvPr>
        </p:nvSpPr>
        <p:spPr>
          <a:xfrm>
            <a:off x="7810498" y="2291293"/>
            <a:ext cx="2438402" cy="2465914"/>
          </a:xfrm>
          <a:prstGeom prst="roundRect">
            <a:avLst>
              <a:gd fmla="val 7968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112" name="Google Shape;112;p79"/>
          <p:cNvSpPr/>
          <p:nvPr>
            <p:ph idx="3" type="pic"/>
          </p:nvPr>
        </p:nvSpPr>
        <p:spPr>
          <a:xfrm>
            <a:off x="1943100" y="2291293"/>
            <a:ext cx="2438402" cy="2465914"/>
          </a:xfrm>
          <a:prstGeom prst="roundRect">
            <a:avLst>
              <a:gd fmla="val 7968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113" name="Google Shape;113;p79"/>
          <p:cNvSpPr txBox="1"/>
          <p:nvPr>
            <p:ph type="title"/>
          </p:nvPr>
        </p:nvSpPr>
        <p:spPr>
          <a:xfrm>
            <a:off x="1119187" y="724094"/>
            <a:ext cx="9953625" cy="9618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oppins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79"/>
          <p:cNvSpPr/>
          <p:nvPr>
            <p:ph idx="4" type="pic"/>
          </p:nvPr>
        </p:nvSpPr>
        <p:spPr>
          <a:xfrm>
            <a:off x="4876798" y="2034118"/>
            <a:ext cx="2438402" cy="2465914"/>
          </a:xfrm>
          <a:prstGeom prst="roundRect">
            <a:avLst>
              <a:gd fmla="val 7968" name="adj"/>
            </a:avLst>
          </a:prstGeom>
          <a:solidFill>
            <a:srgbClr val="CADDFF"/>
          </a:solidFill>
          <a:ln>
            <a:noFill/>
          </a:ln>
          <a:effectLst>
            <a:outerShdw blurRad="381000" rotWithShape="0" algn="ctr" dir="5400000" dist="127000">
              <a:srgbClr val="000000">
                <a:alpha val="29411"/>
              </a:srgbClr>
            </a:outerShdw>
          </a:effectLst>
        </p:spPr>
      </p:sp>
      <p:sp>
        <p:nvSpPr>
          <p:cNvPr id="115" name="Google Shape;115;p79"/>
          <p:cNvSpPr/>
          <p:nvPr/>
        </p:nvSpPr>
        <p:spPr>
          <a:xfrm>
            <a:off x="-547591" y="2291293"/>
            <a:ext cx="1928521" cy="2465914"/>
          </a:xfrm>
          <a:prstGeom prst="roundRect">
            <a:avLst>
              <a:gd fmla="val 11698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6" name="Google Shape;116;p79"/>
          <p:cNvSpPr/>
          <p:nvPr/>
        </p:nvSpPr>
        <p:spPr>
          <a:xfrm>
            <a:off x="10811068" y="2291293"/>
            <a:ext cx="1928521" cy="2465914"/>
          </a:xfrm>
          <a:prstGeom prst="roundRect">
            <a:avLst>
              <a:gd fmla="val 11698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9_Custom Layout">
  <p:cSld name="19_Custom Layout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80"/>
          <p:cNvSpPr txBox="1"/>
          <p:nvPr>
            <p:ph type="title"/>
          </p:nvPr>
        </p:nvSpPr>
        <p:spPr>
          <a:xfrm>
            <a:off x="1119187" y="724094"/>
            <a:ext cx="9953625" cy="9618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oppins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80"/>
          <p:cNvSpPr/>
          <p:nvPr>
            <p:ph idx="2" type="pic"/>
          </p:nvPr>
        </p:nvSpPr>
        <p:spPr>
          <a:xfrm>
            <a:off x="2889160" y="3222611"/>
            <a:ext cx="310777" cy="312189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120" name="Google Shape;120;p80"/>
          <p:cNvSpPr/>
          <p:nvPr>
            <p:ph idx="3" type="pic"/>
          </p:nvPr>
        </p:nvSpPr>
        <p:spPr>
          <a:xfrm>
            <a:off x="8313412" y="3059889"/>
            <a:ext cx="310777" cy="312189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121" name="Google Shape;121;p80"/>
          <p:cNvSpPr/>
          <p:nvPr>
            <p:ph idx="4" type="pic"/>
          </p:nvPr>
        </p:nvSpPr>
        <p:spPr>
          <a:xfrm>
            <a:off x="6633174" y="2167735"/>
            <a:ext cx="676812" cy="679886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122" name="Google Shape;122;p80"/>
          <p:cNvSpPr/>
          <p:nvPr>
            <p:ph idx="5" type="pic"/>
          </p:nvPr>
        </p:nvSpPr>
        <p:spPr>
          <a:xfrm>
            <a:off x="9484342" y="4275365"/>
            <a:ext cx="676812" cy="679886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123" name="Google Shape;123;p80"/>
          <p:cNvSpPr/>
          <p:nvPr>
            <p:ph idx="6" type="pic"/>
          </p:nvPr>
        </p:nvSpPr>
        <p:spPr>
          <a:xfrm>
            <a:off x="5237804" y="2920768"/>
            <a:ext cx="676812" cy="679886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124" name="Google Shape;124;p80"/>
          <p:cNvSpPr/>
          <p:nvPr>
            <p:ph idx="7" type="pic"/>
          </p:nvPr>
        </p:nvSpPr>
        <p:spPr>
          <a:xfrm>
            <a:off x="6543231" y="3999763"/>
            <a:ext cx="310777" cy="312189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9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9_Title Slide">
  <p:cSld name="29_Title Slide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1"/>
          <p:cNvSpPr/>
          <p:nvPr>
            <p:ph idx="2" type="pic"/>
          </p:nvPr>
        </p:nvSpPr>
        <p:spPr>
          <a:xfrm>
            <a:off x="5876925" y="1466849"/>
            <a:ext cx="6315075" cy="5391151"/>
          </a:xfrm>
          <a:prstGeom prst="rect">
            <a:avLst/>
          </a:prstGeom>
          <a:solidFill>
            <a:srgbClr val="CADDFF"/>
          </a:solidFill>
          <a:ln>
            <a:noFill/>
          </a:ln>
        </p:spPr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5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7"/>
          <p:cNvSpPr txBox="1"/>
          <p:nvPr>
            <p:ph type="title"/>
          </p:nvPr>
        </p:nvSpPr>
        <p:spPr>
          <a:xfrm>
            <a:off x="1104900" y="365125"/>
            <a:ext cx="1022985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oppins"/>
              <a:buNone/>
              <a:defRPr b="1" i="0" sz="4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57"/>
          <p:cNvSpPr txBox="1"/>
          <p:nvPr>
            <p:ph idx="1" type="body"/>
          </p:nvPr>
        </p:nvSpPr>
        <p:spPr>
          <a:xfrm>
            <a:off x="1104900" y="1825625"/>
            <a:ext cx="10229850" cy="28525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8" name="Google Shape;8;p5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</p:sldLayoutIdLst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69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5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6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" name="Google Shape;131;p1"/>
          <p:cNvGrpSpPr/>
          <p:nvPr/>
        </p:nvGrpSpPr>
        <p:grpSpPr>
          <a:xfrm>
            <a:off x="5957405" y="620387"/>
            <a:ext cx="5603412" cy="6419046"/>
            <a:chOff x="5494338" y="449263"/>
            <a:chExt cx="5202237" cy="5959476"/>
          </a:xfrm>
        </p:grpSpPr>
        <p:sp>
          <p:nvSpPr>
            <p:cNvPr id="132" name="Google Shape;132;p1"/>
            <p:cNvSpPr/>
            <p:nvPr/>
          </p:nvSpPr>
          <p:spPr>
            <a:xfrm>
              <a:off x="5618163" y="3698876"/>
              <a:ext cx="4832350" cy="115888"/>
            </a:xfrm>
            <a:custGeom>
              <a:rect b="b" l="l" r="r" t="t"/>
              <a:pathLst>
                <a:path extrusionOk="0" h="27" w="1136">
                  <a:moveTo>
                    <a:pt x="1122" y="27"/>
                  </a:moveTo>
                  <a:cubicBezTo>
                    <a:pt x="13" y="27"/>
                    <a:pt x="13" y="27"/>
                    <a:pt x="13" y="27"/>
                  </a:cubicBezTo>
                  <a:cubicBezTo>
                    <a:pt x="6" y="27"/>
                    <a:pt x="0" y="21"/>
                    <a:pt x="0" y="14"/>
                  </a:cubicBezTo>
                  <a:cubicBezTo>
                    <a:pt x="0" y="6"/>
                    <a:pt x="6" y="0"/>
                    <a:pt x="13" y="0"/>
                  </a:cubicBezTo>
                  <a:cubicBezTo>
                    <a:pt x="1122" y="0"/>
                    <a:pt x="1122" y="0"/>
                    <a:pt x="1122" y="0"/>
                  </a:cubicBezTo>
                  <a:cubicBezTo>
                    <a:pt x="1130" y="0"/>
                    <a:pt x="1136" y="6"/>
                    <a:pt x="1136" y="14"/>
                  </a:cubicBezTo>
                  <a:cubicBezTo>
                    <a:pt x="1136" y="21"/>
                    <a:pt x="1130" y="27"/>
                    <a:pt x="1122" y="27"/>
                  </a:cubicBezTo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33" name="Google Shape;133;p1"/>
            <p:cNvSpPr/>
            <p:nvPr/>
          </p:nvSpPr>
          <p:spPr>
            <a:xfrm>
              <a:off x="9229725" y="3698876"/>
              <a:ext cx="1220788" cy="115888"/>
            </a:xfrm>
            <a:custGeom>
              <a:rect b="b" l="l" r="r" t="t"/>
              <a:pathLst>
                <a:path extrusionOk="0" h="27" w="287">
                  <a:moveTo>
                    <a:pt x="273" y="0"/>
                  </a:moveTo>
                  <a:cubicBezTo>
                    <a:pt x="14" y="0"/>
                    <a:pt x="14" y="0"/>
                    <a:pt x="14" y="0"/>
                  </a:cubicBezTo>
                  <a:cubicBezTo>
                    <a:pt x="6" y="0"/>
                    <a:pt x="0" y="6"/>
                    <a:pt x="0" y="14"/>
                  </a:cubicBezTo>
                  <a:cubicBezTo>
                    <a:pt x="0" y="21"/>
                    <a:pt x="6" y="27"/>
                    <a:pt x="14" y="27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65" y="27"/>
                    <a:pt x="65" y="27"/>
                    <a:pt x="65" y="27"/>
                  </a:cubicBezTo>
                  <a:cubicBezTo>
                    <a:pt x="222" y="27"/>
                    <a:pt x="222" y="27"/>
                    <a:pt x="222" y="27"/>
                  </a:cubicBezTo>
                  <a:cubicBezTo>
                    <a:pt x="257" y="27"/>
                    <a:pt x="257" y="27"/>
                    <a:pt x="257" y="27"/>
                  </a:cubicBezTo>
                  <a:cubicBezTo>
                    <a:pt x="273" y="27"/>
                    <a:pt x="273" y="27"/>
                    <a:pt x="273" y="27"/>
                  </a:cubicBezTo>
                  <a:cubicBezTo>
                    <a:pt x="281" y="27"/>
                    <a:pt x="287" y="21"/>
                    <a:pt x="287" y="14"/>
                  </a:cubicBezTo>
                  <a:cubicBezTo>
                    <a:pt x="287" y="6"/>
                    <a:pt x="281" y="0"/>
                    <a:pt x="273" y="0"/>
                  </a:cubicBezTo>
                </a:path>
              </a:pathLst>
            </a:custGeom>
            <a:solidFill>
              <a:srgbClr val="3865C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34" name="Google Shape;134;p1"/>
            <p:cNvSpPr/>
            <p:nvPr/>
          </p:nvSpPr>
          <p:spPr>
            <a:xfrm>
              <a:off x="6642100" y="3954463"/>
              <a:ext cx="3629025" cy="395288"/>
            </a:xfrm>
            <a:prstGeom prst="rect">
              <a:avLst/>
            </a:pr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35" name="Google Shape;135;p1"/>
            <p:cNvSpPr/>
            <p:nvPr/>
          </p:nvSpPr>
          <p:spPr>
            <a:xfrm>
              <a:off x="6642100" y="3954463"/>
              <a:ext cx="3629025" cy="395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36" name="Google Shape;136;p1"/>
            <p:cNvSpPr/>
            <p:nvPr/>
          </p:nvSpPr>
          <p:spPr>
            <a:xfrm>
              <a:off x="10172700" y="3814763"/>
              <a:ext cx="153988" cy="2505075"/>
            </a:xfrm>
            <a:custGeom>
              <a:rect b="b" l="l" r="r" t="t"/>
              <a:pathLst>
                <a:path extrusionOk="0" h="1578" w="97">
                  <a:moveTo>
                    <a:pt x="30" y="1578"/>
                  </a:moveTo>
                  <a:lnTo>
                    <a:pt x="97" y="1578"/>
                  </a:lnTo>
                  <a:lnTo>
                    <a:pt x="94" y="0"/>
                  </a:lnTo>
                  <a:lnTo>
                    <a:pt x="0" y="0"/>
                  </a:lnTo>
                  <a:lnTo>
                    <a:pt x="30" y="1578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37" name="Google Shape;137;p1"/>
            <p:cNvSpPr/>
            <p:nvPr/>
          </p:nvSpPr>
          <p:spPr>
            <a:xfrm>
              <a:off x="10172700" y="3814763"/>
              <a:ext cx="153988" cy="2505075"/>
            </a:xfrm>
            <a:custGeom>
              <a:rect b="b" l="l" r="r" t="t"/>
              <a:pathLst>
                <a:path extrusionOk="0" h="1578" w="97">
                  <a:moveTo>
                    <a:pt x="30" y="1578"/>
                  </a:moveTo>
                  <a:lnTo>
                    <a:pt x="97" y="1578"/>
                  </a:lnTo>
                  <a:lnTo>
                    <a:pt x="94" y="0"/>
                  </a:lnTo>
                  <a:lnTo>
                    <a:pt x="0" y="0"/>
                  </a:lnTo>
                  <a:lnTo>
                    <a:pt x="30" y="1578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38" name="Google Shape;138;p1"/>
            <p:cNvSpPr/>
            <p:nvPr/>
          </p:nvSpPr>
          <p:spPr>
            <a:xfrm>
              <a:off x="10172700" y="3814763"/>
              <a:ext cx="153988" cy="2505075"/>
            </a:xfrm>
            <a:custGeom>
              <a:rect b="b" l="l" r="r" t="t"/>
              <a:pathLst>
                <a:path extrusionOk="0" h="1578" w="97">
                  <a:moveTo>
                    <a:pt x="94" y="0"/>
                  </a:moveTo>
                  <a:lnTo>
                    <a:pt x="0" y="0"/>
                  </a:lnTo>
                  <a:lnTo>
                    <a:pt x="30" y="1578"/>
                  </a:lnTo>
                  <a:lnTo>
                    <a:pt x="97" y="1578"/>
                  </a:lnTo>
                  <a:lnTo>
                    <a:pt x="94" y="0"/>
                  </a:lnTo>
                  <a:close/>
                </a:path>
              </a:pathLst>
            </a:custGeom>
            <a:solidFill>
              <a:srgbClr val="3C474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39" name="Google Shape;139;p1"/>
            <p:cNvSpPr/>
            <p:nvPr/>
          </p:nvSpPr>
          <p:spPr>
            <a:xfrm>
              <a:off x="9110663" y="3814763"/>
              <a:ext cx="395288" cy="2505075"/>
            </a:xfrm>
            <a:custGeom>
              <a:rect b="b" l="l" r="r" t="t"/>
              <a:pathLst>
                <a:path extrusionOk="0" h="1578" w="249">
                  <a:moveTo>
                    <a:pt x="69" y="1578"/>
                  </a:moveTo>
                  <a:lnTo>
                    <a:pt x="0" y="1578"/>
                  </a:lnTo>
                  <a:lnTo>
                    <a:pt x="155" y="0"/>
                  </a:lnTo>
                  <a:lnTo>
                    <a:pt x="249" y="0"/>
                  </a:lnTo>
                  <a:lnTo>
                    <a:pt x="69" y="1578"/>
                  </a:lnTo>
                  <a:close/>
                </a:path>
              </a:pathLst>
            </a:custGeom>
            <a:solidFill>
              <a:srgbClr val="263238">
                <a:alpha val="8000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0" name="Google Shape;140;p1"/>
            <p:cNvSpPr/>
            <p:nvPr/>
          </p:nvSpPr>
          <p:spPr>
            <a:xfrm>
              <a:off x="9110663" y="3814763"/>
              <a:ext cx="395288" cy="2505075"/>
            </a:xfrm>
            <a:custGeom>
              <a:rect b="b" l="l" r="r" t="t"/>
              <a:pathLst>
                <a:path extrusionOk="0" h="1578" w="249">
                  <a:moveTo>
                    <a:pt x="69" y="1578"/>
                  </a:moveTo>
                  <a:lnTo>
                    <a:pt x="0" y="1578"/>
                  </a:lnTo>
                  <a:lnTo>
                    <a:pt x="155" y="0"/>
                  </a:lnTo>
                  <a:lnTo>
                    <a:pt x="249" y="0"/>
                  </a:lnTo>
                  <a:lnTo>
                    <a:pt x="69" y="1578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1" name="Google Shape;141;p1"/>
            <p:cNvSpPr/>
            <p:nvPr/>
          </p:nvSpPr>
          <p:spPr>
            <a:xfrm>
              <a:off x="9110663" y="3814763"/>
              <a:ext cx="395288" cy="2505075"/>
            </a:xfrm>
            <a:custGeom>
              <a:rect b="b" l="l" r="r" t="t"/>
              <a:pathLst>
                <a:path extrusionOk="0" h="1578" w="249">
                  <a:moveTo>
                    <a:pt x="249" y="0"/>
                  </a:moveTo>
                  <a:lnTo>
                    <a:pt x="155" y="0"/>
                  </a:lnTo>
                  <a:lnTo>
                    <a:pt x="0" y="1578"/>
                  </a:lnTo>
                  <a:lnTo>
                    <a:pt x="69" y="1578"/>
                  </a:lnTo>
                  <a:lnTo>
                    <a:pt x="249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2" name="Google Shape;142;p1"/>
            <p:cNvSpPr/>
            <p:nvPr/>
          </p:nvSpPr>
          <p:spPr>
            <a:xfrm>
              <a:off x="6557963" y="3814763"/>
              <a:ext cx="157163" cy="2505075"/>
            </a:xfrm>
            <a:custGeom>
              <a:rect b="b" l="l" r="r" t="t"/>
              <a:pathLst>
                <a:path extrusionOk="0" h="1578" w="99">
                  <a:moveTo>
                    <a:pt x="29" y="1578"/>
                  </a:moveTo>
                  <a:lnTo>
                    <a:pt x="99" y="1578"/>
                  </a:lnTo>
                  <a:lnTo>
                    <a:pt x="96" y="0"/>
                  </a:lnTo>
                  <a:lnTo>
                    <a:pt x="0" y="0"/>
                  </a:lnTo>
                  <a:lnTo>
                    <a:pt x="29" y="1578"/>
                  </a:lnTo>
                  <a:close/>
                </a:path>
              </a:pathLst>
            </a:custGeom>
            <a:solidFill>
              <a:srgbClr val="263238">
                <a:alpha val="8000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3" name="Google Shape;143;p1"/>
            <p:cNvSpPr/>
            <p:nvPr/>
          </p:nvSpPr>
          <p:spPr>
            <a:xfrm>
              <a:off x="6557963" y="3814763"/>
              <a:ext cx="157163" cy="2505075"/>
            </a:xfrm>
            <a:custGeom>
              <a:rect b="b" l="l" r="r" t="t"/>
              <a:pathLst>
                <a:path extrusionOk="0" h="1578" w="99">
                  <a:moveTo>
                    <a:pt x="29" y="1578"/>
                  </a:moveTo>
                  <a:lnTo>
                    <a:pt x="99" y="1578"/>
                  </a:lnTo>
                  <a:lnTo>
                    <a:pt x="96" y="0"/>
                  </a:lnTo>
                  <a:lnTo>
                    <a:pt x="0" y="0"/>
                  </a:lnTo>
                  <a:lnTo>
                    <a:pt x="29" y="1578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4" name="Google Shape;144;p1"/>
            <p:cNvSpPr/>
            <p:nvPr/>
          </p:nvSpPr>
          <p:spPr>
            <a:xfrm>
              <a:off x="6573838" y="4660901"/>
              <a:ext cx="136525" cy="1658938"/>
            </a:xfrm>
            <a:custGeom>
              <a:rect b="b" l="l" r="r" t="t"/>
              <a:pathLst>
                <a:path extrusionOk="0" h="1045" w="86">
                  <a:moveTo>
                    <a:pt x="86" y="0"/>
                  </a:moveTo>
                  <a:lnTo>
                    <a:pt x="0" y="0"/>
                  </a:lnTo>
                  <a:lnTo>
                    <a:pt x="19" y="1045"/>
                  </a:lnTo>
                  <a:lnTo>
                    <a:pt x="70" y="1045"/>
                  </a:lnTo>
                  <a:lnTo>
                    <a:pt x="86" y="536"/>
                  </a:lnTo>
                  <a:lnTo>
                    <a:pt x="86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5" name="Google Shape;145;p1"/>
            <p:cNvSpPr/>
            <p:nvPr/>
          </p:nvSpPr>
          <p:spPr>
            <a:xfrm>
              <a:off x="5494338" y="3814763"/>
              <a:ext cx="400050" cy="2505075"/>
            </a:xfrm>
            <a:custGeom>
              <a:rect b="b" l="l" r="r" t="t"/>
              <a:pathLst>
                <a:path extrusionOk="0" h="1578" w="252">
                  <a:moveTo>
                    <a:pt x="69" y="1578"/>
                  </a:moveTo>
                  <a:lnTo>
                    <a:pt x="0" y="1578"/>
                  </a:lnTo>
                  <a:lnTo>
                    <a:pt x="155" y="0"/>
                  </a:lnTo>
                  <a:lnTo>
                    <a:pt x="252" y="0"/>
                  </a:lnTo>
                  <a:lnTo>
                    <a:pt x="69" y="1578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6" name="Google Shape;146;p1"/>
            <p:cNvSpPr/>
            <p:nvPr/>
          </p:nvSpPr>
          <p:spPr>
            <a:xfrm>
              <a:off x="5494338" y="3814763"/>
              <a:ext cx="400050" cy="2505075"/>
            </a:xfrm>
            <a:custGeom>
              <a:rect b="b" l="l" r="r" t="t"/>
              <a:pathLst>
                <a:path extrusionOk="0" h="1578" w="252">
                  <a:moveTo>
                    <a:pt x="69" y="1578"/>
                  </a:moveTo>
                  <a:lnTo>
                    <a:pt x="0" y="1578"/>
                  </a:lnTo>
                  <a:lnTo>
                    <a:pt x="155" y="0"/>
                  </a:lnTo>
                  <a:lnTo>
                    <a:pt x="252" y="0"/>
                  </a:lnTo>
                  <a:lnTo>
                    <a:pt x="69" y="1578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7" name="Google Shape;147;p1"/>
            <p:cNvSpPr/>
            <p:nvPr/>
          </p:nvSpPr>
          <p:spPr>
            <a:xfrm>
              <a:off x="5494338" y="3814763"/>
              <a:ext cx="400050" cy="2505075"/>
            </a:xfrm>
            <a:custGeom>
              <a:rect b="b" l="l" r="r" t="t"/>
              <a:pathLst>
                <a:path extrusionOk="0" h="1578" w="252">
                  <a:moveTo>
                    <a:pt x="252" y="0"/>
                  </a:moveTo>
                  <a:lnTo>
                    <a:pt x="155" y="0"/>
                  </a:lnTo>
                  <a:lnTo>
                    <a:pt x="0" y="1578"/>
                  </a:lnTo>
                  <a:lnTo>
                    <a:pt x="69" y="1578"/>
                  </a:lnTo>
                  <a:lnTo>
                    <a:pt x="252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8" name="Google Shape;148;p1"/>
            <p:cNvSpPr/>
            <p:nvPr/>
          </p:nvSpPr>
          <p:spPr>
            <a:xfrm>
              <a:off x="8310563" y="3209926"/>
              <a:ext cx="349250" cy="488950"/>
            </a:xfrm>
            <a:custGeom>
              <a:rect b="b" l="l" r="r" t="t"/>
              <a:pathLst>
                <a:path extrusionOk="0" h="308" w="220">
                  <a:moveTo>
                    <a:pt x="220" y="308"/>
                  </a:moveTo>
                  <a:lnTo>
                    <a:pt x="64" y="308"/>
                  </a:lnTo>
                  <a:lnTo>
                    <a:pt x="0" y="0"/>
                  </a:lnTo>
                  <a:lnTo>
                    <a:pt x="158" y="0"/>
                  </a:lnTo>
                  <a:lnTo>
                    <a:pt x="220" y="308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9" name="Google Shape;149;p1"/>
            <p:cNvSpPr/>
            <p:nvPr/>
          </p:nvSpPr>
          <p:spPr>
            <a:xfrm>
              <a:off x="7842250" y="2779713"/>
              <a:ext cx="1263650" cy="822325"/>
            </a:xfrm>
            <a:custGeom>
              <a:rect b="b" l="l" r="r" t="t"/>
              <a:pathLst>
                <a:path extrusionOk="0" h="193" w="297">
                  <a:moveTo>
                    <a:pt x="271" y="193"/>
                  </a:moveTo>
                  <a:cubicBezTo>
                    <a:pt x="15" y="193"/>
                    <a:pt x="15" y="193"/>
                    <a:pt x="15" y="193"/>
                  </a:cubicBezTo>
                  <a:cubicBezTo>
                    <a:pt x="7" y="193"/>
                    <a:pt x="0" y="186"/>
                    <a:pt x="1" y="177"/>
                  </a:cubicBezTo>
                  <a:cubicBezTo>
                    <a:pt x="10" y="15"/>
                    <a:pt x="10" y="15"/>
                    <a:pt x="10" y="15"/>
                  </a:cubicBezTo>
                  <a:cubicBezTo>
                    <a:pt x="11" y="7"/>
                    <a:pt x="18" y="0"/>
                    <a:pt x="27" y="0"/>
                  </a:cubicBezTo>
                  <a:cubicBezTo>
                    <a:pt x="282" y="0"/>
                    <a:pt x="282" y="0"/>
                    <a:pt x="282" y="0"/>
                  </a:cubicBezTo>
                  <a:cubicBezTo>
                    <a:pt x="291" y="0"/>
                    <a:pt x="297" y="7"/>
                    <a:pt x="297" y="15"/>
                  </a:cubicBezTo>
                  <a:cubicBezTo>
                    <a:pt x="287" y="177"/>
                    <a:pt x="287" y="177"/>
                    <a:pt x="287" y="177"/>
                  </a:cubicBezTo>
                  <a:cubicBezTo>
                    <a:pt x="286" y="186"/>
                    <a:pt x="279" y="193"/>
                    <a:pt x="271" y="193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0" name="Google Shape;150;p1"/>
            <p:cNvSpPr/>
            <p:nvPr/>
          </p:nvSpPr>
          <p:spPr>
            <a:xfrm>
              <a:off x="7862888" y="2814638"/>
              <a:ext cx="1192213" cy="752475"/>
            </a:xfrm>
            <a:custGeom>
              <a:rect b="b" l="l" r="r" t="t"/>
              <a:pathLst>
                <a:path extrusionOk="0" h="177" w="280">
                  <a:moveTo>
                    <a:pt x="6" y="177"/>
                  </a:moveTo>
                  <a:cubicBezTo>
                    <a:pt x="4" y="177"/>
                    <a:pt x="3" y="176"/>
                    <a:pt x="1" y="175"/>
                  </a:cubicBezTo>
                  <a:cubicBezTo>
                    <a:pt x="0" y="173"/>
                    <a:pt x="0" y="171"/>
                    <a:pt x="0" y="170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10" y="4"/>
                    <a:pt x="13" y="0"/>
                    <a:pt x="18" y="0"/>
                  </a:cubicBezTo>
                  <a:cubicBezTo>
                    <a:pt x="273" y="0"/>
                    <a:pt x="273" y="0"/>
                    <a:pt x="273" y="0"/>
                  </a:cubicBezTo>
                  <a:cubicBezTo>
                    <a:pt x="275" y="0"/>
                    <a:pt x="277" y="1"/>
                    <a:pt x="278" y="2"/>
                  </a:cubicBezTo>
                  <a:cubicBezTo>
                    <a:pt x="279" y="3"/>
                    <a:pt x="280" y="5"/>
                    <a:pt x="280" y="7"/>
                  </a:cubicBezTo>
                  <a:cubicBezTo>
                    <a:pt x="270" y="169"/>
                    <a:pt x="270" y="169"/>
                    <a:pt x="270" y="169"/>
                  </a:cubicBezTo>
                  <a:cubicBezTo>
                    <a:pt x="270" y="173"/>
                    <a:pt x="266" y="177"/>
                    <a:pt x="262" y="177"/>
                  </a:cubicBezTo>
                  <a:lnTo>
                    <a:pt x="6" y="17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1" name="Google Shape;151;p1"/>
            <p:cNvSpPr/>
            <p:nvPr/>
          </p:nvSpPr>
          <p:spPr>
            <a:xfrm>
              <a:off x="8366125" y="2779713"/>
              <a:ext cx="279400" cy="242888"/>
            </a:xfrm>
            <a:custGeom>
              <a:rect b="b" l="l" r="r" t="t"/>
              <a:pathLst>
                <a:path extrusionOk="0" h="153" w="176">
                  <a:moveTo>
                    <a:pt x="0" y="0"/>
                  </a:moveTo>
                  <a:lnTo>
                    <a:pt x="45" y="153"/>
                  </a:lnTo>
                  <a:lnTo>
                    <a:pt x="17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2" name="Google Shape;152;p1"/>
            <p:cNvSpPr/>
            <p:nvPr/>
          </p:nvSpPr>
          <p:spPr>
            <a:xfrm>
              <a:off x="6677025" y="2168526"/>
              <a:ext cx="33338" cy="46038"/>
            </a:xfrm>
            <a:custGeom>
              <a:rect b="b" l="l" r="r" t="t"/>
              <a:pathLst>
                <a:path extrusionOk="0" h="11" w="8">
                  <a:moveTo>
                    <a:pt x="0" y="6"/>
                  </a:moveTo>
                  <a:cubicBezTo>
                    <a:pt x="1" y="9"/>
                    <a:pt x="3" y="11"/>
                    <a:pt x="5" y="11"/>
                  </a:cubicBezTo>
                  <a:cubicBezTo>
                    <a:pt x="7" y="11"/>
                    <a:pt x="8" y="9"/>
                    <a:pt x="7" y="5"/>
                  </a:cubicBezTo>
                  <a:cubicBezTo>
                    <a:pt x="7" y="2"/>
                    <a:pt x="5" y="0"/>
                    <a:pt x="3" y="0"/>
                  </a:cubicBezTo>
                  <a:cubicBezTo>
                    <a:pt x="1" y="0"/>
                    <a:pt x="0" y="3"/>
                    <a:pt x="0" y="6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3" name="Google Shape;153;p1"/>
            <p:cNvSpPr/>
            <p:nvPr/>
          </p:nvSpPr>
          <p:spPr>
            <a:xfrm>
              <a:off x="6692900" y="2214563"/>
              <a:ext cx="55563" cy="111125"/>
            </a:xfrm>
            <a:custGeom>
              <a:rect b="b" l="l" r="r" t="t"/>
              <a:pathLst>
                <a:path extrusionOk="0" h="26" w="13">
                  <a:moveTo>
                    <a:pt x="0" y="0"/>
                  </a:moveTo>
                  <a:cubicBezTo>
                    <a:pt x="0" y="0"/>
                    <a:pt x="6" y="15"/>
                    <a:pt x="13" y="22"/>
                  </a:cubicBezTo>
                  <a:cubicBezTo>
                    <a:pt x="9" y="26"/>
                    <a:pt x="1" y="24"/>
                    <a:pt x="1" y="2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A0272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4" name="Google Shape;154;p1"/>
            <p:cNvSpPr/>
            <p:nvPr/>
          </p:nvSpPr>
          <p:spPr>
            <a:xfrm>
              <a:off x="6626225" y="2087563"/>
              <a:ext cx="63500" cy="53975"/>
            </a:xfrm>
            <a:custGeom>
              <a:rect b="b" l="l" r="r" t="t"/>
              <a:pathLst>
                <a:path extrusionOk="0" h="13" w="15">
                  <a:moveTo>
                    <a:pt x="2" y="13"/>
                  </a:moveTo>
                  <a:cubicBezTo>
                    <a:pt x="1" y="13"/>
                    <a:pt x="1" y="13"/>
                    <a:pt x="1" y="13"/>
                  </a:cubicBezTo>
                  <a:cubicBezTo>
                    <a:pt x="0" y="13"/>
                    <a:pt x="0" y="12"/>
                    <a:pt x="0" y="11"/>
                  </a:cubicBezTo>
                  <a:cubicBezTo>
                    <a:pt x="4" y="2"/>
                    <a:pt x="12" y="0"/>
                    <a:pt x="13" y="0"/>
                  </a:cubicBezTo>
                  <a:cubicBezTo>
                    <a:pt x="14" y="0"/>
                    <a:pt x="15" y="1"/>
                    <a:pt x="15" y="1"/>
                  </a:cubicBezTo>
                  <a:cubicBezTo>
                    <a:pt x="15" y="2"/>
                    <a:pt x="14" y="3"/>
                    <a:pt x="13" y="4"/>
                  </a:cubicBezTo>
                  <a:cubicBezTo>
                    <a:pt x="13" y="4"/>
                    <a:pt x="7" y="5"/>
                    <a:pt x="4" y="12"/>
                  </a:cubicBezTo>
                  <a:cubicBezTo>
                    <a:pt x="3" y="13"/>
                    <a:pt x="3" y="13"/>
                    <a:pt x="2" y="13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5" name="Google Shape;155;p1"/>
            <p:cNvSpPr/>
            <p:nvPr/>
          </p:nvSpPr>
          <p:spPr>
            <a:xfrm>
              <a:off x="6281738" y="2397126"/>
              <a:ext cx="357188" cy="447675"/>
            </a:xfrm>
            <a:custGeom>
              <a:rect b="b" l="l" r="r" t="t"/>
              <a:pathLst>
                <a:path extrusionOk="0" h="105" w="84">
                  <a:moveTo>
                    <a:pt x="3" y="0"/>
                  </a:moveTo>
                  <a:cubicBezTo>
                    <a:pt x="27" y="19"/>
                    <a:pt x="27" y="19"/>
                    <a:pt x="27" y="19"/>
                  </a:cubicBezTo>
                  <a:cubicBezTo>
                    <a:pt x="59" y="44"/>
                    <a:pt x="59" y="44"/>
                    <a:pt x="59" y="44"/>
                  </a:cubicBezTo>
                  <a:cubicBezTo>
                    <a:pt x="58" y="45"/>
                    <a:pt x="57" y="51"/>
                    <a:pt x="56" y="56"/>
                  </a:cubicBezTo>
                  <a:cubicBezTo>
                    <a:pt x="55" y="65"/>
                    <a:pt x="54" y="72"/>
                    <a:pt x="74" y="77"/>
                  </a:cubicBezTo>
                  <a:cubicBezTo>
                    <a:pt x="79" y="79"/>
                    <a:pt x="82" y="82"/>
                    <a:pt x="83" y="86"/>
                  </a:cubicBezTo>
                  <a:cubicBezTo>
                    <a:pt x="84" y="92"/>
                    <a:pt x="80" y="99"/>
                    <a:pt x="62" y="102"/>
                  </a:cubicBezTo>
                  <a:cubicBezTo>
                    <a:pt x="40" y="105"/>
                    <a:pt x="22" y="99"/>
                    <a:pt x="8" y="93"/>
                  </a:cubicBezTo>
                  <a:cubicBezTo>
                    <a:pt x="0" y="89"/>
                    <a:pt x="0" y="84"/>
                    <a:pt x="4" y="76"/>
                  </a:cubicBezTo>
                  <a:cubicBezTo>
                    <a:pt x="14" y="53"/>
                    <a:pt x="9" y="23"/>
                    <a:pt x="3" y="0"/>
                  </a:cubicBezTo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6" name="Google Shape;156;p1"/>
            <p:cNvSpPr/>
            <p:nvPr/>
          </p:nvSpPr>
          <p:spPr>
            <a:xfrm>
              <a:off x="6175375" y="2619376"/>
              <a:ext cx="531813" cy="160338"/>
            </a:xfrm>
            <a:custGeom>
              <a:rect b="b" l="l" r="r" t="t"/>
              <a:pathLst>
                <a:path extrusionOk="0" h="38" w="125">
                  <a:moveTo>
                    <a:pt x="0" y="31"/>
                  </a:moveTo>
                  <a:cubicBezTo>
                    <a:pt x="8" y="15"/>
                    <a:pt x="11" y="3"/>
                    <a:pt x="11" y="3"/>
                  </a:cubicBezTo>
                  <a:cubicBezTo>
                    <a:pt x="11" y="3"/>
                    <a:pt x="72" y="0"/>
                    <a:pt x="92" y="6"/>
                  </a:cubicBezTo>
                  <a:cubicBezTo>
                    <a:pt x="112" y="12"/>
                    <a:pt x="125" y="38"/>
                    <a:pt x="125" y="38"/>
                  </a:cubicBezTo>
                  <a:cubicBezTo>
                    <a:pt x="0" y="31"/>
                    <a:pt x="0" y="31"/>
                    <a:pt x="0" y="31"/>
                  </a:cubicBezTo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7" name="Google Shape;157;p1"/>
            <p:cNvSpPr/>
            <p:nvPr/>
          </p:nvSpPr>
          <p:spPr>
            <a:xfrm>
              <a:off x="5949950" y="2860676"/>
              <a:ext cx="611188" cy="876300"/>
            </a:xfrm>
            <a:custGeom>
              <a:rect b="b" l="l" r="r" t="t"/>
              <a:pathLst>
                <a:path extrusionOk="0" h="206" w="144">
                  <a:moveTo>
                    <a:pt x="78" y="19"/>
                  </a:moveTo>
                  <a:cubicBezTo>
                    <a:pt x="77" y="24"/>
                    <a:pt x="75" y="29"/>
                    <a:pt x="74" y="34"/>
                  </a:cubicBezTo>
                  <a:cubicBezTo>
                    <a:pt x="69" y="50"/>
                    <a:pt x="69" y="50"/>
                    <a:pt x="69" y="50"/>
                  </a:cubicBezTo>
                  <a:cubicBezTo>
                    <a:pt x="66" y="60"/>
                    <a:pt x="64" y="71"/>
                    <a:pt x="62" y="81"/>
                  </a:cubicBezTo>
                  <a:cubicBezTo>
                    <a:pt x="59" y="91"/>
                    <a:pt x="58" y="102"/>
                    <a:pt x="56" y="112"/>
                  </a:cubicBezTo>
                  <a:cubicBezTo>
                    <a:pt x="55" y="122"/>
                    <a:pt x="55" y="132"/>
                    <a:pt x="56" y="141"/>
                  </a:cubicBezTo>
                  <a:cubicBezTo>
                    <a:pt x="56" y="145"/>
                    <a:pt x="57" y="149"/>
                    <a:pt x="57" y="152"/>
                  </a:cubicBezTo>
                  <a:cubicBezTo>
                    <a:pt x="58" y="153"/>
                    <a:pt x="58" y="154"/>
                    <a:pt x="58" y="155"/>
                  </a:cubicBezTo>
                  <a:cubicBezTo>
                    <a:pt x="58" y="156"/>
                    <a:pt x="59" y="156"/>
                    <a:pt x="59" y="157"/>
                  </a:cubicBezTo>
                  <a:cubicBezTo>
                    <a:pt x="59" y="157"/>
                    <a:pt x="59" y="157"/>
                    <a:pt x="59" y="157"/>
                  </a:cubicBezTo>
                  <a:cubicBezTo>
                    <a:pt x="59" y="157"/>
                    <a:pt x="59" y="157"/>
                    <a:pt x="59" y="157"/>
                  </a:cubicBezTo>
                  <a:cubicBezTo>
                    <a:pt x="59" y="157"/>
                    <a:pt x="58" y="156"/>
                    <a:pt x="58" y="156"/>
                  </a:cubicBezTo>
                  <a:cubicBezTo>
                    <a:pt x="58" y="155"/>
                    <a:pt x="57" y="155"/>
                    <a:pt x="57" y="154"/>
                  </a:cubicBezTo>
                  <a:cubicBezTo>
                    <a:pt x="56" y="153"/>
                    <a:pt x="55" y="153"/>
                    <a:pt x="55" y="153"/>
                  </a:cubicBezTo>
                  <a:cubicBezTo>
                    <a:pt x="54" y="152"/>
                    <a:pt x="54" y="152"/>
                    <a:pt x="54" y="152"/>
                  </a:cubicBezTo>
                  <a:cubicBezTo>
                    <a:pt x="55" y="153"/>
                    <a:pt x="56" y="154"/>
                    <a:pt x="58" y="154"/>
                  </a:cubicBezTo>
                  <a:cubicBezTo>
                    <a:pt x="60" y="155"/>
                    <a:pt x="62" y="156"/>
                    <a:pt x="64" y="157"/>
                  </a:cubicBezTo>
                  <a:cubicBezTo>
                    <a:pt x="69" y="158"/>
                    <a:pt x="74" y="160"/>
                    <a:pt x="79" y="161"/>
                  </a:cubicBezTo>
                  <a:cubicBezTo>
                    <a:pt x="100" y="166"/>
                    <a:pt x="122" y="170"/>
                    <a:pt x="144" y="175"/>
                  </a:cubicBezTo>
                  <a:cubicBezTo>
                    <a:pt x="143" y="203"/>
                    <a:pt x="143" y="203"/>
                    <a:pt x="143" y="203"/>
                  </a:cubicBezTo>
                  <a:cubicBezTo>
                    <a:pt x="131" y="204"/>
                    <a:pt x="120" y="205"/>
                    <a:pt x="108" y="206"/>
                  </a:cubicBezTo>
                  <a:cubicBezTo>
                    <a:pt x="96" y="206"/>
                    <a:pt x="84" y="206"/>
                    <a:pt x="72" y="205"/>
                  </a:cubicBezTo>
                  <a:cubicBezTo>
                    <a:pt x="66" y="205"/>
                    <a:pt x="60" y="204"/>
                    <a:pt x="53" y="203"/>
                  </a:cubicBezTo>
                  <a:cubicBezTo>
                    <a:pt x="50" y="202"/>
                    <a:pt x="46" y="201"/>
                    <a:pt x="43" y="200"/>
                  </a:cubicBezTo>
                  <a:cubicBezTo>
                    <a:pt x="39" y="199"/>
                    <a:pt x="35" y="198"/>
                    <a:pt x="31" y="196"/>
                  </a:cubicBezTo>
                  <a:cubicBezTo>
                    <a:pt x="28" y="195"/>
                    <a:pt x="26" y="193"/>
                    <a:pt x="23" y="191"/>
                  </a:cubicBezTo>
                  <a:cubicBezTo>
                    <a:pt x="21" y="190"/>
                    <a:pt x="20" y="188"/>
                    <a:pt x="18" y="186"/>
                  </a:cubicBezTo>
                  <a:cubicBezTo>
                    <a:pt x="17" y="185"/>
                    <a:pt x="16" y="184"/>
                    <a:pt x="16" y="183"/>
                  </a:cubicBezTo>
                  <a:cubicBezTo>
                    <a:pt x="15" y="182"/>
                    <a:pt x="15" y="182"/>
                    <a:pt x="14" y="181"/>
                  </a:cubicBezTo>
                  <a:cubicBezTo>
                    <a:pt x="14" y="180"/>
                    <a:pt x="14" y="180"/>
                    <a:pt x="14" y="180"/>
                  </a:cubicBezTo>
                  <a:cubicBezTo>
                    <a:pt x="11" y="174"/>
                    <a:pt x="11" y="174"/>
                    <a:pt x="11" y="174"/>
                  </a:cubicBezTo>
                  <a:cubicBezTo>
                    <a:pt x="10" y="172"/>
                    <a:pt x="10" y="171"/>
                    <a:pt x="9" y="169"/>
                  </a:cubicBezTo>
                  <a:cubicBezTo>
                    <a:pt x="6" y="161"/>
                    <a:pt x="4" y="154"/>
                    <a:pt x="3" y="147"/>
                  </a:cubicBezTo>
                  <a:cubicBezTo>
                    <a:pt x="0" y="119"/>
                    <a:pt x="3" y="94"/>
                    <a:pt x="7" y="70"/>
                  </a:cubicBezTo>
                  <a:cubicBezTo>
                    <a:pt x="9" y="58"/>
                    <a:pt x="12" y="47"/>
                    <a:pt x="15" y="35"/>
                  </a:cubicBezTo>
                  <a:cubicBezTo>
                    <a:pt x="16" y="29"/>
                    <a:pt x="18" y="23"/>
                    <a:pt x="20" y="18"/>
                  </a:cubicBezTo>
                  <a:cubicBezTo>
                    <a:pt x="22" y="12"/>
                    <a:pt x="24" y="6"/>
                    <a:pt x="26" y="0"/>
                  </a:cubicBezTo>
                  <a:cubicBezTo>
                    <a:pt x="78" y="19"/>
                    <a:pt x="78" y="19"/>
                    <a:pt x="78" y="19"/>
                  </a:cubicBezTo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8" name="Google Shape;158;p1"/>
            <p:cNvSpPr/>
            <p:nvPr/>
          </p:nvSpPr>
          <p:spPr>
            <a:xfrm>
              <a:off x="5922963" y="2686051"/>
              <a:ext cx="460375" cy="574675"/>
            </a:xfrm>
            <a:custGeom>
              <a:rect b="b" l="l" r="r" t="t"/>
              <a:pathLst>
                <a:path extrusionOk="0" h="135" w="108">
                  <a:moveTo>
                    <a:pt x="47" y="10"/>
                  </a:moveTo>
                  <a:cubicBezTo>
                    <a:pt x="85" y="0"/>
                    <a:pt x="108" y="31"/>
                    <a:pt x="95" y="82"/>
                  </a:cubicBezTo>
                  <a:cubicBezTo>
                    <a:pt x="82" y="133"/>
                    <a:pt x="78" y="135"/>
                    <a:pt x="78" y="135"/>
                  </a:cubicBezTo>
                  <a:cubicBezTo>
                    <a:pt x="0" y="122"/>
                    <a:pt x="0" y="122"/>
                    <a:pt x="0" y="122"/>
                  </a:cubicBezTo>
                  <a:cubicBezTo>
                    <a:pt x="9" y="72"/>
                    <a:pt x="9" y="20"/>
                    <a:pt x="47" y="10"/>
                  </a:cubicBezTo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9" name="Google Shape;159;p1"/>
            <p:cNvSpPr/>
            <p:nvPr/>
          </p:nvSpPr>
          <p:spPr>
            <a:xfrm>
              <a:off x="6477000" y="3559176"/>
              <a:ext cx="280988" cy="203200"/>
            </a:xfrm>
            <a:custGeom>
              <a:rect b="b" l="l" r="r" t="t"/>
              <a:pathLst>
                <a:path extrusionOk="0" h="48" w="66">
                  <a:moveTo>
                    <a:pt x="40" y="0"/>
                  </a:moveTo>
                  <a:cubicBezTo>
                    <a:pt x="34" y="0"/>
                    <a:pt x="34" y="0"/>
                    <a:pt x="34" y="0"/>
                  </a:cubicBezTo>
                  <a:cubicBezTo>
                    <a:pt x="17" y="0"/>
                    <a:pt x="14" y="4"/>
                    <a:pt x="4" y="14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27" y="48"/>
                    <a:pt x="41" y="33"/>
                    <a:pt x="41" y="33"/>
                  </a:cubicBezTo>
                  <a:cubicBezTo>
                    <a:pt x="66" y="33"/>
                    <a:pt x="66" y="33"/>
                    <a:pt x="66" y="33"/>
                  </a:cubicBezTo>
                  <a:cubicBezTo>
                    <a:pt x="58" y="13"/>
                    <a:pt x="58" y="13"/>
                    <a:pt x="58" y="13"/>
                  </a:cubicBezTo>
                  <a:cubicBezTo>
                    <a:pt x="54" y="6"/>
                    <a:pt x="48" y="1"/>
                    <a:pt x="40" y="0"/>
                  </a:cubicBezTo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60" name="Google Shape;160;p1"/>
            <p:cNvSpPr/>
            <p:nvPr/>
          </p:nvSpPr>
          <p:spPr>
            <a:xfrm>
              <a:off x="6216650" y="1933576"/>
              <a:ext cx="511175" cy="714375"/>
            </a:xfrm>
            <a:custGeom>
              <a:rect b="b" l="l" r="r" t="t"/>
              <a:pathLst>
                <a:path extrusionOk="0" h="168" w="120">
                  <a:moveTo>
                    <a:pt x="7" y="69"/>
                  </a:moveTo>
                  <a:cubicBezTo>
                    <a:pt x="14" y="106"/>
                    <a:pt x="16" y="128"/>
                    <a:pt x="37" y="144"/>
                  </a:cubicBezTo>
                  <a:cubicBezTo>
                    <a:pt x="68" y="168"/>
                    <a:pt x="112" y="145"/>
                    <a:pt x="116" y="107"/>
                  </a:cubicBezTo>
                  <a:cubicBezTo>
                    <a:pt x="120" y="73"/>
                    <a:pt x="108" y="19"/>
                    <a:pt x="70" y="10"/>
                  </a:cubicBezTo>
                  <a:cubicBezTo>
                    <a:pt x="33" y="0"/>
                    <a:pt x="0" y="33"/>
                    <a:pt x="7" y="69"/>
                  </a:cubicBez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61" name="Google Shape;161;p1"/>
            <p:cNvSpPr/>
            <p:nvPr/>
          </p:nvSpPr>
          <p:spPr>
            <a:xfrm>
              <a:off x="6046788" y="1806576"/>
              <a:ext cx="638175" cy="696913"/>
            </a:xfrm>
            <a:custGeom>
              <a:rect b="b" l="l" r="r" t="t"/>
              <a:pathLst>
                <a:path extrusionOk="0" h="164" w="150">
                  <a:moveTo>
                    <a:pt x="119" y="112"/>
                  </a:moveTo>
                  <a:cubicBezTo>
                    <a:pt x="145" y="110"/>
                    <a:pt x="138" y="83"/>
                    <a:pt x="130" y="77"/>
                  </a:cubicBezTo>
                  <a:cubicBezTo>
                    <a:pt x="142" y="72"/>
                    <a:pt x="150" y="53"/>
                    <a:pt x="139" y="40"/>
                  </a:cubicBezTo>
                  <a:cubicBezTo>
                    <a:pt x="146" y="22"/>
                    <a:pt x="126" y="0"/>
                    <a:pt x="91" y="3"/>
                  </a:cubicBezTo>
                  <a:cubicBezTo>
                    <a:pt x="66" y="6"/>
                    <a:pt x="63" y="19"/>
                    <a:pt x="63" y="19"/>
                  </a:cubicBezTo>
                  <a:cubicBezTo>
                    <a:pt x="63" y="19"/>
                    <a:pt x="33" y="16"/>
                    <a:pt x="21" y="41"/>
                  </a:cubicBezTo>
                  <a:cubicBezTo>
                    <a:pt x="10" y="62"/>
                    <a:pt x="23" y="74"/>
                    <a:pt x="23" y="74"/>
                  </a:cubicBezTo>
                  <a:cubicBezTo>
                    <a:pt x="23" y="74"/>
                    <a:pt x="0" y="80"/>
                    <a:pt x="6" y="110"/>
                  </a:cubicBezTo>
                  <a:cubicBezTo>
                    <a:pt x="13" y="141"/>
                    <a:pt x="38" y="134"/>
                    <a:pt x="38" y="134"/>
                  </a:cubicBezTo>
                  <a:cubicBezTo>
                    <a:pt x="38" y="134"/>
                    <a:pt x="32" y="163"/>
                    <a:pt x="65" y="164"/>
                  </a:cubicBezTo>
                  <a:cubicBezTo>
                    <a:pt x="94" y="164"/>
                    <a:pt x="94" y="143"/>
                    <a:pt x="94" y="143"/>
                  </a:cubicBezTo>
                  <a:cubicBezTo>
                    <a:pt x="94" y="143"/>
                    <a:pt x="131" y="139"/>
                    <a:pt x="119" y="112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62" name="Google Shape;162;p1"/>
            <p:cNvSpPr/>
            <p:nvPr/>
          </p:nvSpPr>
          <p:spPr>
            <a:xfrm>
              <a:off x="6459538" y="2206626"/>
              <a:ext cx="153988" cy="182563"/>
            </a:xfrm>
            <a:custGeom>
              <a:rect b="b" l="l" r="r" t="t"/>
              <a:pathLst>
                <a:path extrusionOk="0" h="43" w="36">
                  <a:moveTo>
                    <a:pt x="3" y="20"/>
                  </a:moveTo>
                  <a:cubicBezTo>
                    <a:pt x="6" y="29"/>
                    <a:pt x="13" y="35"/>
                    <a:pt x="19" y="38"/>
                  </a:cubicBezTo>
                  <a:cubicBezTo>
                    <a:pt x="28" y="43"/>
                    <a:pt x="36" y="33"/>
                    <a:pt x="34" y="23"/>
                  </a:cubicBezTo>
                  <a:cubicBezTo>
                    <a:pt x="33" y="14"/>
                    <a:pt x="24" y="2"/>
                    <a:pt x="14" y="1"/>
                  </a:cubicBezTo>
                  <a:cubicBezTo>
                    <a:pt x="4" y="0"/>
                    <a:pt x="0" y="11"/>
                    <a:pt x="3" y="20"/>
                  </a:cubicBez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63" name="Google Shape;163;p1"/>
            <p:cNvSpPr/>
            <p:nvPr/>
          </p:nvSpPr>
          <p:spPr>
            <a:xfrm>
              <a:off x="8016875" y="5702301"/>
              <a:ext cx="255588" cy="425450"/>
            </a:xfrm>
            <a:custGeom>
              <a:rect b="b" l="l" r="r" t="t"/>
              <a:pathLst>
                <a:path extrusionOk="0" h="268" w="161">
                  <a:moveTo>
                    <a:pt x="67" y="268"/>
                  </a:moveTo>
                  <a:lnTo>
                    <a:pt x="161" y="228"/>
                  </a:lnTo>
                  <a:lnTo>
                    <a:pt x="94" y="0"/>
                  </a:lnTo>
                  <a:lnTo>
                    <a:pt x="0" y="38"/>
                  </a:lnTo>
                  <a:lnTo>
                    <a:pt x="67" y="268"/>
                  </a:ln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64" name="Google Shape;164;p1"/>
            <p:cNvSpPr/>
            <p:nvPr/>
          </p:nvSpPr>
          <p:spPr>
            <a:xfrm>
              <a:off x="8016875" y="5702301"/>
              <a:ext cx="255588" cy="425450"/>
            </a:xfrm>
            <a:custGeom>
              <a:rect b="b" l="l" r="r" t="t"/>
              <a:pathLst>
                <a:path extrusionOk="0" h="268" w="161">
                  <a:moveTo>
                    <a:pt x="67" y="268"/>
                  </a:moveTo>
                  <a:lnTo>
                    <a:pt x="161" y="228"/>
                  </a:lnTo>
                  <a:lnTo>
                    <a:pt x="94" y="0"/>
                  </a:lnTo>
                  <a:lnTo>
                    <a:pt x="0" y="38"/>
                  </a:lnTo>
                  <a:lnTo>
                    <a:pt x="67" y="268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65" name="Google Shape;165;p1"/>
            <p:cNvSpPr/>
            <p:nvPr/>
          </p:nvSpPr>
          <p:spPr>
            <a:xfrm>
              <a:off x="8191500" y="5792788"/>
              <a:ext cx="28575" cy="88900"/>
            </a:xfrm>
            <a:custGeom>
              <a:rect b="b" l="l" r="r" t="t"/>
              <a:pathLst>
                <a:path extrusionOk="0" h="56" w="18">
                  <a:moveTo>
                    <a:pt x="0" y="0"/>
                  </a:moveTo>
                  <a:lnTo>
                    <a:pt x="0" y="0"/>
                  </a:lnTo>
                  <a:lnTo>
                    <a:pt x="18" y="56"/>
                  </a:lnTo>
                  <a:lnTo>
                    <a:pt x="18" y="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66" name="Google Shape;166;p1"/>
            <p:cNvSpPr/>
            <p:nvPr/>
          </p:nvSpPr>
          <p:spPr>
            <a:xfrm>
              <a:off x="8191500" y="5792788"/>
              <a:ext cx="28575" cy="88900"/>
            </a:xfrm>
            <a:custGeom>
              <a:rect b="b" l="l" r="r" t="t"/>
              <a:pathLst>
                <a:path extrusionOk="0" h="56" w="18">
                  <a:moveTo>
                    <a:pt x="0" y="0"/>
                  </a:moveTo>
                  <a:lnTo>
                    <a:pt x="0" y="0"/>
                  </a:lnTo>
                  <a:lnTo>
                    <a:pt x="18" y="56"/>
                  </a:lnTo>
                  <a:lnTo>
                    <a:pt x="18" y="56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67" name="Google Shape;167;p1"/>
            <p:cNvSpPr/>
            <p:nvPr/>
          </p:nvSpPr>
          <p:spPr>
            <a:xfrm>
              <a:off x="8042275" y="5792788"/>
              <a:ext cx="177800" cy="147638"/>
            </a:xfrm>
            <a:custGeom>
              <a:rect b="b" l="l" r="r" t="t"/>
              <a:pathLst>
                <a:path extrusionOk="0" h="93" w="112">
                  <a:moveTo>
                    <a:pt x="94" y="0"/>
                  </a:moveTo>
                  <a:lnTo>
                    <a:pt x="0" y="34"/>
                  </a:lnTo>
                  <a:lnTo>
                    <a:pt x="16" y="93"/>
                  </a:lnTo>
                  <a:lnTo>
                    <a:pt x="112" y="56"/>
                  </a:lnTo>
                  <a:lnTo>
                    <a:pt x="94" y="0"/>
                  </a:lnTo>
                  <a:close/>
                </a:path>
              </a:pathLst>
            </a:custGeom>
            <a:solidFill>
              <a:srgbClr val="91494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68" name="Google Shape;168;p1"/>
            <p:cNvSpPr/>
            <p:nvPr/>
          </p:nvSpPr>
          <p:spPr>
            <a:xfrm>
              <a:off x="8042275" y="5792788"/>
              <a:ext cx="177800" cy="147638"/>
            </a:xfrm>
            <a:custGeom>
              <a:rect b="b" l="l" r="r" t="t"/>
              <a:pathLst>
                <a:path extrusionOk="0" h="93" w="112">
                  <a:moveTo>
                    <a:pt x="94" y="0"/>
                  </a:moveTo>
                  <a:lnTo>
                    <a:pt x="0" y="34"/>
                  </a:lnTo>
                  <a:lnTo>
                    <a:pt x="16" y="93"/>
                  </a:lnTo>
                  <a:lnTo>
                    <a:pt x="112" y="56"/>
                  </a:lnTo>
                  <a:lnTo>
                    <a:pt x="94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69" name="Google Shape;169;p1"/>
            <p:cNvSpPr/>
            <p:nvPr/>
          </p:nvSpPr>
          <p:spPr>
            <a:xfrm>
              <a:off x="8075613" y="5975351"/>
              <a:ext cx="506413" cy="268288"/>
            </a:xfrm>
            <a:custGeom>
              <a:rect b="b" l="l" r="r" t="t"/>
              <a:pathLst>
                <a:path extrusionOk="0" h="63" w="119">
                  <a:moveTo>
                    <a:pt x="43" y="7"/>
                  </a:moveTo>
                  <a:cubicBezTo>
                    <a:pt x="3" y="21"/>
                    <a:pt x="3" y="21"/>
                    <a:pt x="3" y="21"/>
                  </a:cubicBezTo>
                  <a:cubicBezTo>
                    <a:pt x="1" y="21"/>
                    <a:pt x="0" y="23"/>
                    <a:pt x="1" y="24"/>
                  </a:cubicBezTo>
                  <a:cubicBezTo>
                    <a:pt x="10" y="57"/>
                    <a:pt x="10" y="57"/>
                    <a:pt x="10" y="57"/>
                  </a:cubicBezTo>
                  <a:cubicBezTo>
                    <a:pt x="11" y="61"/>
                    <a:pt x="15" y="63"/>
                    <a:pt x="19" y="61"/>
                  </a:cubicBezTo>
                  <a:cubicBezTo>
                    <a:pt x="33" y="56"/>
                    <a:pt x="38" y="53"/>
                    <a:pt x="56" y="46"/>
                  </a:cubicBezTo>
                  <a:cubicBezTo>
                    <a:pt x="66" y="41"/>
                    <a:pt x="92" y="30"/>
                    <a:pt x="106" y="22"/>
                  </a:cubicBezTo>
                  <a:cubicBezTo>
                    <a:pt x="119" y="14"/>
                    <a:pt x="111" y="0"/>
                    <a:pt x="105" y="3"/>
                  </a:cubicBezTo>
                  <a:cubicBezTo>
                    <a:pt x="89" y="8"/>
                    <a:pt x="63" y="11"/>
                    <a:pt x="50" y="7"/>
                  </a:cubicBezTo>
                  <a:cubicBezTo>
                    <a:pt x="48" y="6"/>
                    <a:pt x="46" y="6"/>
                    <a:pt x="43" y="7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70" name="Google Shape;170;p1"/>
            <p:cNvSpPr/>
            <p:nvPr/>
          </p:nvSpPr>
          <p:spPr>
            <a:xfrm>
              <a:off x="6254750" y="4005263"/>
              <a:ext cx="1974850" cy="1854200"/>
            </a:xfrm>
            <a:custGeom>
              <a:rect b="b" l="l" r="r" t="t"/>
              <a:pathLst>
                <a:path extrusionOk="0" h="436" w="464">
                  <a:moveTo>
                    <a:pt x="153" y="6"/>
                  </a:moveTo>
                  <a:cubicBezTo>
                    <a:pt x="153" y="6"/>
                    <a:pt x="422" y="30"/>
                    <a:pt x="429" y="107"/>
                  </a:cubicBezTo>
                  <a:cubicBezTo>
                    <a:pt x="443" y="265"/>
                    <a:pt x="464" y="416"/>
                    <a:pt x="464" y="416"/>
                  </a:cubicBezTo>
                  <a:cubicBezTo>
                    <a:pt x="410" y="436"/>
                    <a:pt x="410" y="436"/>
                    <a:pt x="410" y="436"/>
                  </a:cubicBezTo>
                  <a:cubicBezTo>
                    <a:pt x="410" y="436"/>
                    <a:pt x="343" y="263"/>
                    <a:pt x="344" y="140"/>
                  </a:cubicBezTo>
                  <a:cubicBezTo>
                    <a:pt x="266" y="118"/>
                    <a:pt x="62" y="150"/>
                    <a:pt x="29" y="91"/>
                  </a:cubicBezTo>
                  <a:cubicBezTo>
                    <a:pt x="0" y="38"/>
                    <a:pt x="25" y="0"/>
                    <a:pt x="25" y="0"/>
                  </a:cubicBezTo>
                  <a:cubicBezTo>
                    <a:pt x="153" y="6"/>
                    <a:pt x="153" y="6"/>
                    <a:pt x="153" y="6"/>
                  </a:cubicBezTo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71" name="Google Shape;171;p1"/>
            <p:cNvSpPr/>
            <p:nvPr/>
          </p:nvSpPr>
          <p:spPr>
            <a:xfrm>
              <a:off x="7931150" y="5686426"/>
              <a:ext cx="341313" cy="228600"/>
            </a:xfrm>
            <a:custGeom>
              <a:rect b="b" l="l" r="r" t="t"/>
              <a:pathLst>
                <a:path extrusionOk="0" h="144" w="215">
                  <a:moveTo>
                    <a:pt x="32" y="144"/>
                  </a:moveTo>
                  <a:lnTo>
                    <a:pt x="215" y="83"/>
                  </a:lnTo>
                  <a:lnTo>
                    <a:pt x="207" y="0"/>
                  </a:lnTo>
                  <a:lnTo>
                    <a:pt x="0" y="64"/>
                  </a:lnTo>
                  <a:lnTo>
                    <a:pt x="32" y="144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72" name="Google Shape;172;p1"/>
            <p:cNvSpPr/>
            <p:nvPr/>
          </p:nvSpPr>
          <p:spPr>
            <a:xfrm>
              <a:off x="8275638" y="5965826"/>
              <a:ext cx="77788" cy="55563"/>
            </a:xfrm>
            <a:custGeom>
              <a:rect b="b" l="l" r="r" t="t"/>
              <a:pathLst>
                <a:path extrusionOk="0" h="13" w="18">
                  <a:moveTo>
                    <a:pt x="11" y="11"/>
                  </a:moveTo>
                  <a:cubicBezTo>
                    <a:pt x="8" y="12"/>
                    <a:pt x="4" y="12"/>
                    <a:pt x="1" y="13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1" y="10"/>
                    <a:pt x="9" y="0"/>
                    <a:pt x="14" y="0"/>
                  </a:cubicBezTo>
                  <a:cubicBezTo>
                    <a:pt x="15" y="0"/>
                    <a:pt x="16" y="0"/>
                    <a:pt x="17" y="1"/>
                  </a:cubicBezTo>
                  <a:cubicBezTo>
                    <a:pt x="18" y="3"/>
                    <a:pt x="18" y="5"/>
                    <a:pt x="17" y="6"/>
                  </a:cubicBezTo>
                  <a:cubicBezTo>
                    <a:pt x="17" y="8"/>
                    <a:pt x="14" y="10"/>
                    <a:pt x="11" y="11"/>
                  </a:cubicBezTo>
                  <a:close/>
                  <a:moveTo>
                    <a:pt x="3" y="11"/>
                  </a:moveTo>
                  <a:cubicBezTo>
                    <a:pt x="10" y="10"/>
                    <a:pt x="15" y="8"/>
                    <a:pt x="16" y="6"/>
                  </a:cubicBezTo>
                  <a:cubicBezTo>
                    <a:pt x="16" y="5"/>
                    <a:pt x="16" y="4"/>
                    <a:pt x="15" y="2"/>
                  </a:cubicBezTo>
                  <a:cubicBezTo>
                    <a:pt x="15" y="2"/>
                    <a:pt x="15" y="2"/>
                    <a:pt x="14" y="1"/>
                  </a:cubicBezTo>
                  <a:cubicBezTo>
                    <a:pt x="11" y="1"/>
                    <a:pt x="6" y="7"/>
                    <a:pt x="3" y="1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73" name="Google Shape;173;p1"/>
            <p:cNvSpPr/>
            <p:nvPr/>
          </p:nvSpPr>
          <p:spPr>
            <a:xfrm>
              <a:off x="8259763" y="5940426"/>
              <a:ext cx="46038" cy="80963"/>
            </a:xfrm>
            <a:custGeom>
              <a:rect b="b" l="l" r="r" t="t"/>
              <a:pathLst>
                <a:path extrusionOk="0" h="19" w="11">
                  <a:moveTo>
                    <a:pt x="5" y="19"/>
                  </a:moveTo>
                  <a:cubicBezTo>
                    <a:pt x="5" y="19"/>
                    <a:pt x="5" y="19"/>
                    <a:pt x="5" y="19"/>
                  </a:cubicBezTo>
                  <a:cubicBezTo>
                    <a:pt x="4" y="18"/>
                    <a:pt x="4" y="18"/>
                    <a:pt x="4" y="18"/>
                  </a:cubicBezTo>
                  <a:cubicBezTo>
                    <a:pt x="4" y="18"/>
                    <a:pt x="0" y="8"/>
                    <a:pt x="2" y="3"/>
                  </a:cubicBezTo>
                  <a:cubicBezTo>
                    <a:pt x="3" y="2"/>
                    <a:pt x="4" y="1"/>
                    <a:pt x="5" y="0"/>
                  </a:cubicBezTo>
                  <a:cubicBezTo>
                    <a:pt x="7" y="0"/>
                    <a:pt x="8" y="1"/>
                    <a:pt x="9" y="2"/>
                  </a:cubicBezTo>
                  <a:cubicBezTo>
                    <a:pt x="11" y="6"/>
                    <a:pt x="9" y="15"/>
                    <a:pt x="6" y="18"/>
                  </a:cubicBezTo>
                  <a:lnTo>
                    <a:pt x="5" y="19"/>
                  </a:lnTo>
                  <a:close/>
                  <a:moveTo>
                    <a:pt x="5" y="2"/>
                  </a:moveTo>
                  <a:cubicBezTo>
                    <a:pt x="5" y="2"/>
                    <a:pt x="4" y="3"/>
                    <a:pt x="4" y="4"/>
                  </a:cubicBezTo>
                  <a:cubicBezTo>
                    <a:pt x="2" y="6"/>
                    <a:pt x="4" y="13"/>
                    <a:pt x="5" y="16"/>
                  </a:cubicBezTo>
                  <a:cubicBezTo>
                    <a:pt x="8" y="12"/>
                    <a:pt x="9" y="5"/>
                    <a:pt x="8" y="3"/>
                  </a:cubicBezTo>
                  <a:cubicBezTo>
                    <a:pt x="7" y="2"/>
                    <a:pt x="7" y="2"/>
                    <a:pt x="6" y="2"/>
                  </a:cubicBezTo>
                  <a:lnTo>
                    <a:pt x="5" y="2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74" name="Google Shape;174;p1"/>
            <p:cNvSpPr/>
            <p:nvPr/>
          </p:nvSpPr>
          <p:spPr>
            <a:xfrm>
              <a:off x="7315200" y="5846763"/>
              <a:ext cx="187325" cy="387350"/>
            </a:xfrm>
            <a:custGeom>
              <a:rect b="b" l="l" r="r" t="t"/>
              <a:pathLst>
                <a:path extrusionOk="0" h="244" w="118">
                  <a:moveTo>
                    <a:pt x="0" y="244"/>
                  </a:moveTo>
                  <a:lnTo>
                    <a:pt x="102" y="239"/>
                  </a:lnTo>
                  <a:lnTo>
                    <a:pt x="118" y="0"/>
                  </a:lnTo>
                  <a:lnTo>
                    <a:pt x="16" y="3"/>
                  </a:lnTo>
                  <a:lnTo>
                    <a:pt x="0" y="244"/>
                  </a:ln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75" name="Google Shape;175;p1"/>
            <p:cNvSpPr/>
            <p:nvPr/>
          </p:nvSpPr>
          <p:spPr>
            <a:xfrm>
              <a:off x="7315200" y="5846763"/>
              <a:ext cx="187325" cy="387350"/>
            </a:xfrm>
            <a:custGeom>
              <a:rect b="b" l="l" r="r" t="t"/>
              <a:pathLst>
                <a:path extrusionOk="0" h="244" w="118">
                  <a:moveTo>
                    <a:pt x="0" y="244"/>
                  </a:moveTo>
                  <a:lnTo>
                    <a:pt x="102" y="239"/>
                  </a:lnTo>
                  <a:lnTo>
                    <a:pt x="118" y="0"/>
                  </a:lnTo>
                  <a:lnTo>
                    <a:pt x="16" y="3"/>
                  </a:lnTo>
                  <a:lnTo>
                    <a:pt x="0" y="244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76" name="Google Shape;176;p1"/>
            <p:cNvSpPr/>
            <p:nvPr/>
          </p:nvSpPr>
          <p:spPr>
            <a:xfrm>
              <a:off x="7267575" y="6191251"/>
              <a:ext cx="485775" cy="196850"/>
            </a:xfrm>
            <a:custGeom>
              <a:rect b="b" l="l" r="r" t="t"/>
              <a:pathLst>
                <a:path extrusionOk="0" h="46" w="114">
                  <a:moveTo>
                    <a:pt x="49" y="2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5" y="0"/>
                    <a:pt x="4" y="1"/>
                    <a:pt x="4" y="3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40"/>
                    <a:pt x="3" y="44"/>
                    <a:pt x="7" y="44"/>
                  </a:cubicBezTo>
                  <a:cubicBezTo>
                    <a:pt x="22" y="44"/>
                    <a:pt x="29" y="44"/>
                    <a:pt x="48" y="44"/>
                  </a:cubicBezTo>
                  <a:cubicBezTo>
                    <a:pt x="60" y="44"/>
                    <a:pt x="82" y="46"/>
                    <a:pt x="98" y="44"/>
                  </a:cubicBezTo>
                  <a:cubicBezTo>
                    <a:pt x="114" y="42"/>
                    <a:pt x="112" y="26"/>
                    <a:pt x="105" y="26"/>
                  </a:cubicBezTo>
                  <a:cubicBezTo>
                    <a:pt x="89" y="25"/>
                    <a:pt x="67" y="13"/>
                    <a:pt x="56" y="4"/>
                  </a:cubicBezTo>
                  <a:cubicBezTo>
                    <a:pt x="54" y="3"/>
                    <a:pt x="52" y="2"/>
                    <a:pt x="49" y="2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77" name="Google Shape;177;p1"/>
            <p:cNvSpPr/>
            <p:nvPr/>
          </p:nvSpPr>
          <p:spPr>
            <a:xfrm>
              <a:off x="7489825" y="6183313"/>
              <a:ext cx="84138" cy="47625"/>
            </a:xfrm>
            <a:custGeom>
              <a:rect b="b" l="l" r="r" t="t"/>
              <a:pathLst>
                <a:path extrusionOk="0" h="11" w="20">
                  <a:moveTo>
                    <a:pt x="11" y="11"/>
                  </a:moveTo>
                  <a:cubicBezTo>
                    <a:pt x="7" y="11"/>
                    <a:pt x="3" y="10"/>
                    <a:pt x="1" y="9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2" y="7"/>
                    <a:pt x="13" y="0"/>
                    <a:pt x="17" y="2"/>
                  </a:cubicBezTo>
                  <a:cubicBezTo>
                    <a:pt x="18" y="2"/>
                    <a:pt x="19" y="3"/>
                    <a:pt x="19" y="4"/>
                  </a:cubicBezTo>
                  <a:cubicBezTo>
                    <a:pt x="20" y="6"/>
                    <a:pt x="19" y="8"/>
                    <a:pt x="18" y="9"/>
                  </a:cubicBezTo>
                  <a:cubicBezTo>
                    <a:pt x="17" y="11"/>
                    <a:pt x="14" y="11"/>
                    <a:pt x="11" y="11"/>
                  </a:cubicBezTo>
                  <a:close/>
                  <a:moveTo>
                    <a:pt x="3" y="8"/>
                  </a:moveTo>
                  <a:cubicBezTo>
                    <a:pt x="10" y="10"/>
                    <a:pt x="15" y="10"/>
                    <a:pt x="17" y="8"/>
                  </a:cubicBezTo>
                  <a:cubicBezTo>
                    <a:pt x="18" y="7"/>
                    <a:pt x="18" y="6"/>
                    <a:pt x="18" y="5"/>
                  </a:cubicBezTo>
                  <a:cubicBezTo>
                    <a:pt x="17" y="4"/>
                    <a:pt x="17" y="4"/>
                    <a:pt x="17" y="3"/>
                  </a:cubicBezTo>
                  <a:cubicBezTo>
                    <a:pt x="14" y="2"/>
                    <a:pt x="8" y="5"/>
                    <a:pt x="3" y="8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78" name="Google Shape;178;p1"/>
            <p:cNvSpPr/>
            <p:nvPr/>
          </p:nvSpPr>
          <p:spPr>
            <a:xfrm>
              <a:off x="7485063" y="6149976"/>
              <a:ext cx="50800" cy="71438"/>
            </a:xfrm>
            <a:custGeom>
              <a:rect b="b" l="l" r="r" t="t"/>
              <a:pathLst>
                <a:path extrusionOk="0" h="17" w="12">
                  <a:moveTo>
                    <a:pt x="2" y="17"/>
                  </a:moveTo>
                  <a:cubicBezTo>
                    <a:pt x="1" y="17"/>
                    <a:pt x="1" y="17"/>
                    <a:pt x="1" y="17"/>
                  </a:cubicBezTo>
                  <a:cubicBezTo>
                    <a:pt x="1" y="16"/>
                    <a:pt x="1" y="16"/>
                    <a:pt x="1" y="16"/>
                  </a:cubicBezTo>
                  <a:cubicBezTo>
                    <a:pt x="1" y="16"/>
                    <a:pt x="0" y="5"/>
                    <a:pt x="4" y="1"/>
                  </a:cubicBezTo>
                  <a:cubicBezTo>
                    <a:pt x="6" y="0"/>
                    <a:pt x="7" y="0"/>
                    <a:pt x="8" y="0"/>
                  </a:cubicBezTo>
                  <a:cubicBezTo>
                    <a:pt x="10" y="0"/>
                    <a:pt x="11" y="1"/>
                    <a:pt x="11" y="3"/>
                  </a:cubicBezTo>
                  <a:cubicBezTo>
                    <a:pt x="12" y="7"/>
                    <a:pt x="6" y="15"/>
                    <a:pt x="2" y="17"/>
                  </a:cubicBezTo>
                  <a:close/>
                  <a:moveTo>
                    <a:pt x="8" y="2"/>
                  </a:moveTo>
                  <a:cubicBezTo>
                    <a:pt x="7" y="2"/>
                    <a:pt x="6" y="2"/>
                    <a:pt x="6" y="3"/>
                  </a:cubicBezTo>
                  <a:cubicBezTo>
                    <a:pt x="3" y="5"/>
                    <a:pt x="3" y="11"/>
                    <a:pt x="3" y="15"/>
                  </a:cubicBezTo>
                  <a:cubicBezTo>
                    <a:pt x="6" y="12"/>
                    <a:pt x="10" y="6"/>
                    <a:pt x="10" y="3"/>
                  </a:cubicBezTo>
                  <a:cubicBezTo>
                    <a:pt x="10" y="3"/>
                    <a:pt x="9" y="2"/>
                    <a:pt x="8" y="2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79" name="Google Shape;179;p1"/>
            <p:cNvSpPr/>
            <p:nvPr/>
          </p:nvSpPr>
          <p:spPr>
            <a:xfrm>
              <a:off x="7323138" y="5995988"/>
              <a:ext cx="4763" cy="68263"/>
            </a:xfrm>
            <a:custGeom>
              <a:rect b="b" l="l" r="r" t="t"/>
              <a:pathLst>
                <a:path extrusionOk="0" h="43" w="3">
                  <a:moveTo>
                    <a:pt x="3" y="0"/>
                  </a:moveTo>
                  <a:lnTo>
                    <a:pt x="3" y="0"/>
                  </a:lnTo>
                  <a:lnTo>
                    <a:pt x="0" y="43"/>
                  </a:lnTo>
                  <a:lnTo>
                    <a:pt x="0" y="43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80" name="Google Shape;180;p1"/>
            <p:cNvSpPr/>
            <p:nvPr/>
          </p:nvSpPr>
          <p:spPr>
            <a:xfrm>
              <a:off x="7323138" y="5995988"/>
              <a:ext cx="4763" cy="68263"/>
            </a:xfrm>
            <a:custGeom>
              <a:rect b="b" l="l" r="r" t="t"/>
              <a:pathLst>
                <a:path extrusionOk="0" h="43" w="3">
                  <a:moveTo>
                    <a:pt x="3" y="0"/>
                  </a:moveTo>
                  <a:lnTo>
                    <a:pt x="3" y="0"/>
                  </a:lnTo>
                  <a:lnTo>
                    <a:pt x="0" y="43"/>
                  </a:lnTo>
                  <a:lnTo>
                    <a:pt x="0" y="43"/>
                  </a:lnTo>
                  <a:lnTo>
                    <a:pt x="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81" name="Google Shape;181;p1"/>
            <p:cNvSpPr/>
            <p:nvPr/>
          </p:nvSpPr>
          <p:spPr>
            <a:xfrm>
              <a:off x="7323138" y="5992813"/>
              <a:ext cx="166688" cy="71438"/>
            </a:xfrm>
            <a:custGeom>
              <a:rect b="b" l="l" r="r" t="t"/>
              <a:pathLst>
                <a:path extrusionOk="0" h="45" w="105">
                  <a:moveTo>
                    <a:pt x="105" y="0"/>
                  </a:moveTo>
                  <a:lnTo>
                    <a:pt x="3" y="2"/>
                  </a:lnTo>
                  <a:lnTo>
                    <a:pt x="0" y="45"/>
                  </a:lnTo>
                  <a:lnTo>
                    <a:pt x="102" y="45"/>
                  </a:lnTo>
                  <a:lnTo>
                    <a:pt x="105" y="0"/>
                  </a:lnTo>
                  <a:close/>
                </a:path>
              </a:pathLst>
            </a:custGeom>
            <a:solidFill>
              <a:srgbClr val="91494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82" name="Google Shape;182;p1"/>
            <p:cNvSpPr/>
            <p:nvPr/>
          </p:nvSpPr>
          <p:spPr>
            <a:xfrm>
              <a:off x="7323138" y="5992813"/>
              <a:ext cx="166688" cy="71438"/>
            </a:xfrm>
            <a:custGeom>
              <a:rect b="b" l="l" r="r" t="t"/>
              <a:pathLst>
                <a:path extrusionOk="0" h="45" w="105">
                  <a:moveTo>
                    <a:pt x="105" y="0"/>
                  </a:moveTo>
                  <a:lnTo>
                    <a:pt x="3" y="2"/>
                  </a:lnTo>
                  <a:lnTo>
                    <a:pt x="0" y="45"/>
                  </a:lnTo>
                  <a:lnTo>
                    <a:pt x="102" y="45"/>
                  </a:lnTo>
                  <a:lnTo>
                    <a:pt x="105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83" name="Google Shape;183;p1"/>
            <p:cNvSpPr/>
            <p:nvPr/>
          </p:nvSpPr>
          <p:spPr>
            <a:xfrm>
              <a:off x="5919788" y="3992563"/>
              <a:ext cx="1841500" cy="2003425"/>
            </a:xfrm>
            <a:custGeom>
              <a:rect b="b" l="l" r="r" t="t"/>
              <a:pathLst>
                <a:path extrusionOk="0" h="471" w="433">
                  <a:moveTo>
                    <a:pt x="143" y="5"/>
                  </a:moveTo>
                  <a:cubicBezTo>
                    <a:pt x="143" y="5"/>
                    <a:pt x="433" y="49"/>
                    <a:pt x="428" y="116"/>
                  </a:cubicBezTo>
                  <a:cubicBezTo>
                    <a:pt x="420" y="236"/>
                    <a:pt x="379" y="470"/>
                    <a:pt x="379" y="470"/>
                  </a:cubicBezTo>
                  <a:cubicBezTo>
                    <a:pt x="322" y="471"/>
                    <a:pt x="322" y="471"/>
                    <a:pt x="322" y="471"/>
                  </a:cubicBezTo>
                  <a:cubicBezTo>
                    <a:pt x="322" y="471"/>
                    <a:pt x="309" y="230"/>
                    <a:pt x="330" y="143"/>
                  </a:cubicBezTo>
                  <a:cubicBezTo>
                    <a:pt x="259" y="143"/>
                    <a:pt x="58" y="140"/>
                    <a:pt x="31" y="104"/>
                  </a:cubicBezTo>
                  <a:cubicBezTo>
                    <a:pt x="0" y="63"/>
                    <a:pt x="32" y="0"/>
                    <a:pt x="32" y="0"/>
                  </a:cubicBezTo>
                  <a:cubicBezTo>
                    <a:pt x="143" y="5"/>
                    <a:pt x="143" y="5"/>
                    <a:pt x="143" y="5"/>
                  </a:cubicBezTo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84" name="Google Shape;184;p1"/>
            <p:cNvSpPr/>
            <p:nvPr/>
          </p:nvSpPr>
          <p:spPr>
            <a:xfrm>
              <a:off x="7246938" y="5856288"/>
              <a:ext cx="322263" cy="157163"/>
            </a:xfrm>
            <a:custGeom>
              <a:rect b="b" l="l" r="r" t="t"/>
              <a:pathLst>
                <a:path extrusionOk="0" h="99" w="203">
                  <a:moveTo>
                    <a:pt x="11" y="99"/>
                  </a:moveTo>
                  <a:lnTo>
                    <a:pt x="195" y="96"/>
                  </a:lnTo>
                  <a:lnTo>
                    <a:pt x="203" y="0"/>
                  </a:lnTo>
                  <a:lnTo>
                    <a:pt x="0" y="8"/>
                  </a:lnTo>
                  <a:lnTo>
                    <a:pt x="11" y="99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85" name="Google Shape;185;p1"/>
            <p:cNvSpPr/>
            <p:nvPr/>
          </p:nvSpPr>
          <p:spPr>
            <a:xfrm>
              <a:off x="6000750" y="2690813"/>
              <a:ext cx="904875" cy="1339850"/>
            </a:xfrm>
            <a:custGeom>
              <a:rect b="b" l="l" r="r" t="t"/>
              <a:pathLst>
                <a:path extrusionOk="0" h="315" w="213">
                  <a:moveTo>
                    <a:pt x="175" y="5"/>
                  </a:moveTo>
                  <a:cubicBezTo>
                    <a:pt x="152" y="0"/>
                    <a:pt x="47" y="2"/>
                    <a:pt x="47" y="2"/>
                  </a:cubicBezTo>
                  <a:cubicBezTo>
                    <a:pt x="25" y="1"/>
                    <a:pt x="6" y="17"/>
                    <a:pt x="4" y="39"/>
                  </a:cubicBezTo>
                  <a:cubicBezTo>
                    <a:pt x="0" y="71"/>
                    <a:pt x="21" y="144"/>
                    <a:pt x="21" y="181"/>
                  </a:cubicBezTo>
                  <a:cubicBezTo>
                    <a:pt x="22" y="226"/>
                    <a:pt x="13" y="245"/>
                    <a:pt x="13" y="306"/>
                  </a:cubicBezTo>
                  <a:cubicBezTo>
                    <a:pt x="213" y="315"/>
                    <a:pt x="213" y="315"/>
                    <a:pt x="213" y="315"/>
                  </a:cubicBezTo>
                  <a:cubicBezTo>
                    <a:pt x="213" y="192"/>
                    <a:pt x="208" y="90"/>
                    <a:pt x="203" y="41"/>
                  </a:cubicBezTo>
                  <a:cubicBezTo>
                    <a:pt x="201" y="24"/>
                    <a:pt x="198" y="10"/>
                    <a:pt x="175" y="5"/>
                  </a:cubicBezTo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86" name="Google Shape;186;p1"/>
            <p:cNvSpPr/>
            <p:nvPr/>
          </p:nvSpPr>
          <p:spPr>
            <a:xfrm>
              <a:off x="6013450" y="2698751"/>
              <a:ext cx="892175" cy="1331913"/>
            </a:xfrm>
            <a:custGeom>
              <a:rect b="b" l="l" r="r" t="t"/>
              <a:pathLst>
                <a:path extrusionOk="0" h="313" w="210">
                  <a:moveTo>
                    <a:pt x="76" y="0"/>
                  </a:moveTo>
                  <a:cubicBezTo>
                    <a:pt x="57" y="0"/>
                    <a:pt x="44" y="0"/>
                    <a:pt x="44" y="0"/>
                  </a:cubicBezTo>
                  <a:cubicBezTo>
                    <a:pt x="43" y="0"/>
                    <a:pt x="43" y="0"/>
                    <a:pt x="42" y="0"/>
                  </a:cubicBezTo>
                  <a:cubicBezTo>
                    <a:pt x="21" y="0"/>
                    <a:pt x="3" y="16"/>
                    <a:pt x="1" y="37"/>
                  </a:cubicBezTo>
                  <a:cubicBezTo>
                    <a:pt x="0" y="40"/>
                    <a:pt x="0" y="42"/>
                    <a:pt x="0" y="46"/>
                  </a:cubicBezTo>
                  <a:cubicBezTo>
                    <a:pt x="0" y="81"/>
                    <a:pt x="18" y="145"/>
                    <a:pt x="18" y="179"/>
                  </a:cubicBezTo>
                  <a:cubicBezTo>
                    <a:pt x="18" y="181"/>
                    <a:pt x="18" y="183"/>
                    <a:pt x="18" y="185"/>
                  </a:cubicBezTo>
                  <a:cubicBezTo>
                    <a:pt x="18" y="226"/>
                    <a:pt x="10" y="245"/>
                    <a:pt x="10" y="304"/>
                  </a:cubicBezTo>
                  <a:cubicBezTo>
                    <a:pt x="210" y="313"/>
                    <a:pt x="210" y="313"/>
                    <a:pt x="210" y="313"/>
                  </a:cubicBezTo>
                  <a:cubicBezTo>
                    <a:pt x="210" y="307"/>
                    <a:pt x="210" y="301"/>
                    <a:pt x="210" y="295"/>
                  </a:cubicBezTo>
                  <a:cubicBezTo>
                    <a:pt x="210" y="295"/>
                    <a:pt x="210" y="295"/>
                    <a:pt x="210" y="295"/>
                  </a:cubicBezTo>
                  <a:cubicBezTo>
                    <a:pt x="210" y="284"/>
                    <a:pt x="210" y="273"/>
                    <a:pt x="210" y="262"/>
                  </a:cubicBezTo>
                  <a:cubicBezTo>
                    <a:pt x="210" y="253"/>
                    <a:pt x="210" y="244"/>
                    <a:pt x="210" y="235"/>
                  </a:cubicBezTo>
                  <a:cubicBezTo>
                    <a:pt x="208" y="148"/>
                    <a:pt x="204" y="77"/>
                    <a:pt x="200" y="39"/>
                  </a:cubicBezTo>
                  <a:cubicBezTo>
                    <a:pt x="198" y="22"/>
                    <a:pt x="195" y="8"/>
                    <a:pt x="172" y="3"/>
                  </a:cubicBezTo>
                  <a:cubicBezTo>
                    <a:pt x="157" y="0"/>
                    <a:pt x="109" y="0"/>
                    <a:pt x="76" y="0"/>
                  </a:cubicBezTo>
                </a:path>
              </a:pathLst>
            </a:custGeom>
            <a:solidFill>
              <a:srgbClr val="7AA3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87" name="Google Shape;187;p1"/>
            <p:cNvSpPr/>
            <p:nvPr/>
          </p:nvSpPr>
          <p:spPr>
            <a:xfrm>
              <a:off x="6629400" y="2878138"/>
              <a:ext cx="804863" cy="858838"/>
            </a:xfrm>
            <a:custGeom>
              <a:rect b="b" l="l" r="r" t="t"/>
              <a:pathLst>
                <a:path extrusionOk="0" h="202" w="189">
                  <a:moveTo>
                    <a:pt x="54" y="0"/>
                  </a:moveTo>
                  <a:cubicBezTo>
                    <a:pt x="61" y="21"/>
                    <a:pt x="67" y="44"/>
                    <a:pt x="74" y="65"/>
                  </a:cubicBezTo>
                  <a:cubicBezTo>
                    <a:pt x="80" y="87"/>
                    <a:pt x="87" y="109"/>
                    <a:pt x="94" y="129"/>
                  </a:cubicBezTo>
                  <a:cubicBezTo>
                    <a:pt x="96" y="135"/>
                    <a:pt x="98" y="139"/>
                    <a:pt x="100" y="144"/>
                  </a:cubicBezTo>
                  <a:cubicBezTo>
                    <a:pt x="103" y="152"/>
                    <a:pt x="103" y="152"/>
                    <a:pt x="103" y="152"/>
                  </a:cubicBezTo>
                  <a:cubicBezTo>
                    <a:pt x="104" y="152"/>
                    <a:pt x="104" y="152"/>
                    <a:pt x="104" y="152"/>
                  </a:cubicBezTo>
                  <a:cubicBezTo>
                    <a:pt x="104" y="153"/>
                    <a:pt x="104" y="153"/>
                    <a:pt x="104" y="153"/>
                  </a:cubicBezTo>
                  <a:cubicBezTo>
                    <a:pt x="104" y="153"/>
                    <a:pt x="104" y="153"/>
                    <a:pt x="104" y="153"/>
                  </a:cubicBezTo>
                  <a:cubicBezTo>
                    <a:pt x="104" y="153"/>
                    <a:pt x="104" y="153"/>
                    <a:pt x="104" y="153"/>
                  </a:cubicBezTo>
                  <a:cubicBezTo>
                    <a:pt x="104" y="153"/>
                    <a:pt x="104" y="153"/>
                    <a:pt x="104" y="153"/>
                  </a:cubicBezTo>
                  <a:cubicBezTo>
                    <a:pt x="103" y="151"/>
                    <a:pt x="102" y="150"/>
                    <a:pt x="101" y="150"/>
                  </a:cubicBezTo>
                  <a:cubicBezTo>
                    <a:pt x="100" y="148"/>
                    <a:pt x="99" y="148"/>
                    <a:pt x="99" y="148"/>
                  </a:cubicBezTo>
                  <a:cubicBezTo>
                    <a:pt x="99" y="148"/>
                    <a:pt x="100" y="149"/>
                    <a:pt x="102" y="150"/>
                  </a:cubicBezTo>
                  <a:cubicBezTo>
                    <a:pt x="104" y="151"/>
                    <a:pt x="106" y="152"/>
                    <a:pt x="108" y="152"/>
                  </a:cubicBezTo>
                  <a:cubicBezTo>
                    <a:pt x="113" y="154"/>
                    <a:pt x="118" y="155"/>
                    <a:pt x="123" y="157"/>
                  </a:cubicBezTo>
                  <a:cubicBezTo>
                    <a:pt x="144" y="162"/>
                    <a:pt x="167" y="166"/>
                    <a:pt x="189" y="171"/>
                  </a:cubicBezTo>
                  <a:cubicBezTo>
                    <a:pt x="188" y="199"/>
                    <a:pt x="188" y="199"/>
                    <a:pt x="188" y="199"/>
                  </a:cubicBezTo>
                  <a:cubicBezTo>
                    <a:pt x="176" y="200"/>
                    <a:pt x="164" y="201"/>
                    <a:pt x="152" y="202"/>
                  </a:cubicBezTo>
                  <a:cubicBezTo>
                    <a:pt x="140" y="202"/>
                    <a:pt x="128" y="202"/>
                    <a:pt x="116" y="201"/>
                  </a:cubicBezTo>
                  <a:cubicBezTo>
                    <a:pt x="110" y="200"/>
                    <a:pt x="103" y="200"/>
                    <a:pt x="97" y="198"/>
                  </a:cubicBezTo>
                  <a:cubicBezTo>
                    <a:pt x="93" y="198"/>
                    <a:pt x="90" y="197"/>
                    <a:pt x="86" y="196"/>
                  </a:cubicBezTo>
                  <a:cubicBezTo>
                    <a:pt x="82" y="195"/>
                    <a:pt x="78" y="193"/>
                    <a:pt x="73" y="191"/>
                  </a:cubicBezTo>
                  <a:cubicBezTo>
                    <a:pt x="71" y="189"/>
                    <a:pt x="68" y="187"/>
                    <a:pt x="64" y="184"/>
                  </a:cubicBezTo>
                  <a:cubicBezTo>
                    <a:pt x="63" y="182"/>
                    <a:pt x="61" y="180"/>
                    <a:pt x="59" y="177"/>
                  </a:cubicBezTo>
                  <a:cubicBezTo>
                    <a:pt x="58" y="174"/>
                    <a:pt x="58" y="174"/>
                    <a:pt x="58" y="174"/>
                  </a:cubicBezTo>
                  <a:cubicBezTo>
                    <a:pt x="53" y="166"/>
                    <a:pt x="53" y="166"/>
                    <a:pt x="53" y="166"/>
                  </a:cubicBezTo>
                  <a:cubicBezTo>
                    <a:pt x="51" y="160"/>
                    <a:pt x="48" y="155"/>
                    <a:pt x="46" y="149"/>
                  </a:cubicBezTo>
                  <a:cubicBezTo>
                    <a:pt x="41" y="138"/>
                    <a:pt x="36" y="127"/>
                    <a:pt x="32" y="116"/>
                  </a:cubicBezTo>
                  <a:cubicBezTo>
                    <a:pt x="28" y="104"/>
                    <a:pt x="24" y="93"/>
                    <a:pt x="20" y="82"/>
                  </a:cubicBezTo>
                  <a:cubicBezTo>
                    <a:pt x="13" y="60"/>
                    <a:pt x="6" y="37"/>
                    <a:pt x="0" y="14"/>
                  </a:cubicBezTo>
                  <a:lnTo>
                    <a:pt x="54" y="0"/>
                  </a:ln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88" name="Google Shape;188;p1"/>
            <p:cNvSpPr/>
            <p:nvPr/>
          </p:nvSpPr>
          <p:spPr>
            <a:xfrm>
              <a:off x="6497638" y="2665413"/>
              <a:ext cx="514350" cy="630238"/>
            </a:xfrm>
            <a:custGeom>
              <a:rect b="b" l="l" r="r" t="t"/>
              <a:pathLst>
                <a:path extrusionOk="0" h="148" w="121">
                  <a:moveTo>
                    <a:pt x="28" y="27"/>
                  </a:moveTo>
                  <a:cubicBezTo>
                    <a:pt x="56" y="0"/>
                    <a:pt x="91" y="15"/>
                    <a:pt x="106" y="65"/>
                  </a:cubicBezTo>
                  <a:cubicBezTo>
                    <a:pt x="121" y="116"/>
                    <a:pt x="118" y="120"/>
                    <a:pt x="118" y="120"/>
                  </a:cubicBezTo>
                  <a:cubicBezTo>
                    <a:pt x="45" y="148"/>
                    <a:pt x="45" y="148"/>
                    <a:pt x="45" y="148"/>
                  </a:cubicBezTo>
                  <a:cubicBezTo>
                    <a:pt x="27" y="100"/>
                    <a:pt x="0" y="56"/>
                    <a:pt x="28" y="27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89" name="Google Shape;189;p1"/>
            <p:cNvSpPr/>
            <p:nvPr/>
          </p:nvSpPr>
          <p:spPr>
            <a:xfrm>
              <a:off x="7348538" y="3559176"/>
              <a:ext cx="280988" cy="207963"/>
            </a:xfrm>
            <a:custGeom>
              <a:rect b="b" l="l" r="r" t="t"/>
              <a:pathLst>
                <a:path extrusionOk="0" h="49" w="66">
                  <a:moveTo>
                    <a:pt x="39" y="0"/>
                  </a:moveTo>
                  <a:cubicBezTo>
                    <a:pt x="34" y="0"/>
                    <a:pt x="34" y="0"/>
                    <a:pt x="34" y="0"/>
                  </a:cubicBezTo>
                  <a:cubicBezTo>
                    <a:pt x="17" y="0"/>
                    <a:pt x="14" y="4"/>
                    <a:pt x="4" y="14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27" y="49"/>
                    <a:pt x="41" y="33"/>
                    <a:pt x="41" y="33"/>
                  </a:cubicBezTo>
                  <a:cubicBezTo>
                    <a:pt x="66" y="33"/>
                    <a:pt x="66" y="33"/>
                    <a:pt x="66" y="33"/>
                  </a:cubicBezTo>
                  <a:cubicBezTo>
                    <a:pt x="58" y="13"/>
                    <a:pt x="58" y="13"/>
                    <a:pt x="58" y="13"/>
                  </a:cubicBezTo>
                  <a:cubicBezTo>
                    <a:pt x="54" y="6"/>
                    <a:pt x="47" y="1"/>
                    <a:pt x="39" y="0"/>
                  </a:cubicBez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90" name="Google Shape;190;p1"/>
            <p:cNvSpPr/>
            <p:nvPr/>
          </p:nvSpPr>
          <p:spPr>
            <a:xfrm>
              <a:off x="6046788" y="4503738"/>
              <a:ext cx="1177925" cy="157163"/>
            </a:xfrm>
            <a:custGeom>
              <a:rect b="b" l="l" r="r" t="t"/>
              <a:pathLst>
                <a:path extrusionOk="0" h="37" w="277">
                  <a:moveTo>
                    <a:pt x="10" y="37"/>
                  </a:moveTo>
                  <a:cubicBezTo>
                    <a:pt x="267" y="37"/>
                    <a:pt x="267" y="37"/>
                    <a:pt x="267" y="37"/>
                  </a:cubicBezTo>
                  <a:cubicBezTo>
                    <a:pt x="272" y="37"/>
                    <a:pt x="277" y="33"/>
                    <a:pt x="277" y="27"/>
                  </a:cubicBezTo>
                  <a:cubicBezTo>
                    <a:pt x="277" y="11"/>
                    <a:pt x="277" y="11"/>
                    <a:pt x="277" y="11"/>
                  </a:cubicBezTo>
                  <a:cubicBezTo>
                    <a:pt x="277" y="5"/>
                    <a:pt x="272" y="0"/>
                    <a:pt x="267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33"/>
                    <a:pt x="5" y="37"/>
                    <a:pt x="10" y="37"/>
                  </a:cubicBezTo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91" name="Google Shape;191;p1"/>
            <p:cNvSpPr/>
            <p:nvPr/>
          </p:nvSpPr>
          <p:spPr>
            <a:xfrm>
              <a:off x="6046788" y="4660901"/>
              <a:ext cx="123825" cy="1747838"/>
            </a:xfrm>
            <a:custGeom>
              <a:rect b="b" l="l" r="r" t="t"/>
              <a:pathLst>
                <a:path extrusionOk="0" h="1101" w="78">
                  <a:moveTo>
                    <a:pt x="32" y="1101"/>
                  </a:moveTo>
                  <a:lnTo>
                    <a:pt x="0" y="1101"/>
                  </a:lnTo>
                  <a:lnTo>
                    <a:pt x="35" y="0"/>
                  </a:lnTo>
                  <a:lnTo>
                    <a:pt x="78" y="0"/>
                  </a:lnTo>
                  <a:lnTo>
                    <a:pt x="32" y="110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92" name="Google Shape;192;p1"/>
            <p:cNvSpPr/>
            <p:nvPr/>
          </p:nvSpPr>
          <p:spPr>
            <a:xfrm>
              <a:off x="6046788" y="4660901"/>
              <a:ext cx="123825" cy="1747838"/>
            </a:xfrm>
            <a:custGeom>
              <a:rect b="b" l="l" r="r" t="t"/>
              <a:pathLst>
                <a:path extrusionOk="0" h="1101" w="78">
                  <a:moveTo>
                    <a:pt x="32" y="1101"/>
                  </a:moveTo>
                  <a:lnTo>
                    <a:pt x="0" y="1101"/>
                  </a:lnTo>
                  <a:lnTo>
                    <a:pt x="35" y="0"/>
                  </a:lnTo>
                  <a:lnTo>
                    <a:pt x="78" y="0"/>
                  </a:lnTo>
                  <a:lnTo>
                    <a:pt x="32" y="110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93" name="Google Shape;193;p1"/>
            <p:cNvSpPr/>
            <p:nvPr/>
          </p:nvSpPr>
          <p:spPr>
            <a:xfrm>
              <a:off x="6467475" y="4660901"/>
              <a:ext cx="119063" cy="1747838"/>
            </a:xfrm>
            <a:custGeom>
              <a:rect b="b" l="l" r="r" t="t"/>
              <a:pathLst>
                <a:path extrusionOk="0" h="1101" w="75">
                  <a:moveTo>
                    <a:pt x="46" y="1101"/>
                  </a:moveTo>
                  <a:lnTo>
                    <a:pt x="75" y="1101"/>
                  </a:lnTo>
                  <a:lnTo>
                    <a:pt x="41" y="0"/>
                  </a:lnTo>
                  <a:lnTo>
                    <a:pt x="0" y="0"/>
                  </a:lnTo>
                  <a:lnTo>
                    <a:pt x="46" y="110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94" name="Google Shape;194;p1"/>
            <p:cNvSpPr/>
            <p:nvPr/>
          </p:nvSpPr>
          <p:spPr>
            <a:xfrm>
              <a:off x="6467475" y="4660901"/>
              <a:ext cx="119063" cy="1747838"/>
            </a:xfrm>
            <a:custGeom>
              <a:rect b="b" l="l" r="r" t="t"/>
              <a:pathLst>
                <a:path extrusionOk="0" h="1101" w="75">
                  <a:moveTo>
                    <a:pt x="46" y="1101"/>
                  </a:moveTo>
                  <a:lnTo>
                    <a:pt x="75" y="1101"/>
                  </a:lnTo>
                  <a:lnTo>
                    <a:pt x="41" y="0"/>
                  </a:lnTo>
                  <a:lnTo>
                    <a:pt x="0" y="0"/>
                  </a:lnTo>
                  <a:lnTo>
                    <a:pt x="46" y="110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95" name="Google Shape;195;p1"/>
            <p:cNvSpPr/>
            <p:nvPr/>
          </p:nvSpPr>
          <p:spPr>
            <a:xfrm>
              <a:off x="6684963" y="4660901"/>
              <a:ext cx="123825" cy="1747838"/>
            </a:xfrm>
            <a:custGeom>
              <a:rect b="b" l="l" r="r" t="t"/>
              <a:pathLst>
                <a:path extrusionOk="0" h="1101" w="78">
                  <a:moveTo>
                    <a:pt x="30" y="1101"/>
                  </a:moveTo>
                  <a:lnTo>
                    <a:pt x="0" y="1101"/>
                  </a:lnTo>
                  <a:lnTo>
                    <a:pt x="35" y="0"/>
                  </a:lnTo>
                  <a:lnTo>
                    <a:pt x="78" y="0"/>
                  </a:lnTo>
                  <a:lnTo>
                    <a:pt x="30" y="110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96" name="Google Shape;196;p1"/>
            <p:cNvSpPr/>
            <p:nvPr/>
          </p:nvSpPr>
          <p:spPr>
            <a:xfrm>
              <a:off x="6684963" y="4660901"/>
              <a:ext cx="123825" cy="1747838"/>
            </a:xfrm>
            <a:custGeom>
              <a:rect b="b" l="l" r="r" t="t"/>
              <a:pathLst>
                <a:path extrusionOk="0" h="1101" w="78">
                  <a:moveTo>
                    <a:pt x="30" y="1101"/>
                  </a:moveTo>
                  <a:lnTo>
                    <a:pt x="0" y="1101"/>
                  </a:lnTo>
                  <a:lnTo>
                    <a:pt x="35" y="0"/>
                  </a:lnTo>
                  <a:lnTo>
                    <a:pt x="78" y="0"/>
                  </a:lnTo>
                  <a:lnTo>
                    <a:pt x="30" y="110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97" name="Google Shape;197;p1"/>
            <p:cNvSpPr/>
            <p:nvPr/>
          </p:nvSpPr>
          <p:spPr>
            <a:xfrm>
              <a:off x="6804025" y="4660901"/>
              <a:ext cx="4763" cy="68263"/>
            </a:xfrm>
            <a:custGeom>
              <a:rect b="b" l="l" r="r" t="t"/>
              <a:pathLst>
                <a:path extrusionOk="0" h="43" w="3">
                  <a:moveTo>
                    <a:pt x="3" y="0"/>
                  </a:moveTo>
                  <a:lnTo>
                    <a:pt x="0" y="0"/>
                  </a:lnTo>
                  <a:lnTo>
                    <a:pt x="0" y="43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8CB0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98" name="Google Shape;198;p1"/>
            <p:cNvSpPr/>
            <p:nvPr/>
          </p:nvSpPr>
          <p:spPr>
            <a:xfrm>
              <a:off x="6804025" y="4660901"/>
              <a:ext cx="4763" cy="68263"/>
            </a:xfrm>
            <a:custGeom>
              <a:rect b="b" l="l" r="r" t="t"/>
              <a:pathLst>
                <a:path extrusionOk="0" h="43" w="3">
                  <a:moveTo>
                    <a:pt x="3" y="0"/>
                  </a:moveTo>
                  <a:lnTo>
                    <a:pt x="0" y="0"/>
                  </a:lnTo>
                  <a:lnTo>
                    <a:pt x="0" y="43"/>
                  </a:lnTo>
                  <a:lnTo>
                    <a:pt x="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99" name="Google Shape;199;p1"/>
            <p:cNvSpPr/>
            <p:nvPr/>
          </p:nvSpPr>
          <p:spPr>
            <a:xfrm>
              <a:off x="7102475" y="4660901"/>
              <a:ext cx="122238" cy="1747838"/>
            </a:xfrm>
            <a:custGeom>
              <a:rect b="b" l="l" r="r" t="t"/>
              <a:pathLst>
                <a:path extrusionOk="0" h="1101" w="77">
                  <a:moveTo>
                    <a:pt x="48" y="1101"/>
                  </a:moveTo>
                  <a:lnTo>
                    <a:pt x="77" y="1101"/>
                  </a:lnTo>
                  <a:lnTo>
                    <a:pt x="43" y="0"/>
                  </a:lnTo>
                  <a:lnTo>
                    <a:pt x="0" y="0"/>
                  </a:lnTo>
                  <a:lnTo>
                    <a:pt x="48" y="110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00" name="Google Shape;200;p1"/>
            <p:cNvSpPr/>
            <p:nvPr/>
          </p:nvSpPr>
          <p:spPr>
            <a:xfrm>
              <a:off x="7102475" y="4660901"/>
              <a:ext cx="122238" cy="1747838"/>
            </a:xfrm>
            <a:custGeom>
              <a:rect b="b" l="l" r="r" t="t"/>
              <a:pathLst>
                <a:path extrusionOk="0" h="1101" w="77">
                  <a:moveTo>
                    <a:pt x="48" y="1101"/>
                  </a:moveTo>
                  <a:lnTo>
                    <a:pt x="77" y="1101"/>
                  </a:lnTo>
                  <a:lnTo>
                    <a:pt x="43" y="0"/>
                  </a:lnTo>
                  <a:lnTo>
                    <a:pt x="0" y="0"/>
                  </a:lnTo>
                  <a:lnTo>
                    <a:pt x="48" y="110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01" name="Google Shape;201;p1"/>
            <p:cNvSpPr/>
            <p:nvPr/>
          </p:nvSpPr>
          <p:spPr>
            <a:xfrm>
              <a:off x="7105650" y="4737101"/>
              <a:ext cx="119063" cy="1671638"/>
            </a:xfrm>
            <a:custGeom>
              <a:rect b="b" l="l" r="r" t="t"/>
              <a:pathLst>
                <a:path extrusionOk="0" h="1053" w="75">
                  <a:moveTo>
                    <a:pt x="41" y="0"/>
                  </a:moveTo>
                  <a:lnTo>
                    <a:pt x="0" y="0"/>
                  </a:lnTo>
                  <a:lnTo>
                    <a:pt x="46" y="1053"/>
                  </a:lnTo>
                  <a:lnTo>
                    <a:pt x="75" y="1053"/>
                  </a:lnTo>
                  <a:lnTo>
                    <a:pt x="4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02" name="Google Shape;202;p1"/>
            <p:cNvSpPr/>
            <p:nvPr/>
          </p:nvSpPr>
          <p:spPr>
            <a:xfrm>
              <a:off x="6102350" y="4660901"/>
              <a:ext cx="68263" cy="76200"/>
            </a:xfrm>
            <a:custGeom>
              <a:rect b="b" l="l" r="r" t="t"/>
              <a:pathLst>
                <a:path extrusionOk="0" h="48" w="43">
                  <a:moveTo>
                    <a:pt x="0" y="0"/>
                  </a:move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0" y="0"/>
                  </a:lnTo>
                  <a:close/>
                  <a:moveTo>
                    <a:pt x="43" y="0"/>
                  </a:moveTo>
                  <a:lnTo>
                    <a:pt x="43" y="0"/>
                  </a:lnTo>
                  <a:lnTo>
                    <a:pt x="40" y="48"/>
                  </a:lnTo>
                  <a:lnTo>
                    <a:pt x="40" y="48"/>
                  </a:lnTo>
                  <a:lnTo>
                    <a:pt x="43" y="0"/>
                  </a:lnTo>
                  <a:close/>
                </a:path>
              </a:pathLst>
            </a:custGeom>
            <a:solidFill>
              <a:srgbClr val="C5D7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03" name="Google Shape;203;p1"/>
            <p:cNvSpPr/>
            <p:nvPr/>
          </p:nvSpPr>
          <p:spPr>
            <a:xfrm>
              <a:off x="6102350" y="4660901"/>
              <a:ext cx="68263" cy="76200"/>
            </a:xfrm>
            <a:custGeom>
              <a:rect b="b" l="l" r="r" t="t"/>
              <a:pathLst>
                <a:path extrusionOk="0" h="48" w="43">
                  <a:moveTo>
                    <a:pt x="0" y="0"/>
                  </a:move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0" y="0"/>
                  </a:lnTo>
                  <a:moveTo>
                    <a:pt x="43" y="0"/>
                  </a:moveTo>
                  <a:lnTo>
                    <a:pt x="43" y="0"/>
                  </a:lnTo>
                  <a:lnTo>
                    <a:pt x="40" y="48"/>
                  </a:lnTo>
                  <a:lnTo>
                    <a:pt x="40" y="48"/>
                  </a:lnTo>
                  <a:lnTo>
                    <a:pt x="4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04" name="Google Shape;204;p1"/>
            <p:cNvSpPr/>
            <p:nvPr/>
          </p:nvSpPr>
          <p:spPr>
            <a:xfrm>
              <a:off x="6102350" y="4660901"/>
              <a:ext cx="68263" cy="0"/>
            </a:xfrm>
            <a:custGeom>
              <a:rect b="b" l="l" r="r" t="t"/>
              <a:pathLst>
                <a:path extrusionOk="0" h="120000" w="43">
                  <a:moveTo>
                    <a:pt x="43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43" y="0"/>
                  </a:lnTo>
                  <a:lnTo>
                    <a:pt x="43" y="0"/>
                  </a:lnTo>
                  <a:lnTo>
                    <a:pt x="43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05" name="Google Shape;205;p1"/>
            <p:cNvSpPr/>
            <p:nvPr/>
          </p:nvSpPr>
          <p:spPr>
            <a:xfrm>
              <a:off x="6102350" y="4660901"/>
              <a:ext cx="68263" cy="0"/>
            </a:xfrm>
            <a:custGeom>
              <a:rect b="b" l="l" r="r" t="t"/>
              <a:pathLst>
                <a:path extrusionOk="0" h="120000" w="43">
                  <a:moveTo>
                    <a:pt x="43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43" y="0"/>
                  </a:lnTo>
                  <a:lnTo>
                    <a:pt x="43" y="0"/>
                  </a:lnTo>
                  <a:lnTo>
                    <a:pt x="4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06" name="Google Shape;206;p1"/>
            <p:cNvSpPr/>
            <p:nvPr/>
          </p:nvSpPr>
          <p:spPr>
            <a:xfrm>
              <a:off x="6102350" y="4660901"/>
              <a:ext cx="68263" cy="76200"/>
            </a:xfrm>
            <a:custGeom>
              <a:rect b="b" l="l" r="r" t="t"/>
              <a:pathLst>
                <a:path extrusionOk="0" h="48" w="43">
                  <a:moveTo>
                    <a:pt x="43" y="0"/>
                  </a:moveTo>
                  <a:lnTo>
                    <a:pt x="0" y="0"/>
                  </a:lnTo>
                  <a:lnTo>
                    <a:pt x="0" y="48"/>
                  </a:lnTo>
                  <a:lnTo>
                    <a:pt x="40" y="48"/>
                  </a:lnTo>
                  <a:lnTo>
                    <a:pt x="4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07" name="Google Shape;207;p1"/>
            <p:cNvSpPr/>
            <p:nvPr/>
          </p:nvSpPr>
          <p:spPr>
            <a:xfrm>
              <a:off x="6467475" y="4660901"/>
              <a:ext cx="68263" cy="76200"/>
            </a:xfrm>
            <a:custGeom>
              <a:rect b="b" l="l" r="r" t="t"/>
              <a:pathLst>
                <a:path extrusionOk="0" h="48" w="43">
                  <a:moveTo>
                    <a:pt x="0" y="45"/>
                  </a:moveTo>
                  <a:lnTo>
                    <a:pt x="0" y="48"/>
                  </a:lnTo>
                  <a:lnTo>
                    <a:pt x="0" y="45"/>
                  </a:lnTo>
                  <a:close/>
                  <a:moveTo>
                    <a:pt x="41" y="0"/>
                  </a:moveTo>
                  <a:lnTo>
                    <a:pt x="41" y="0"/>
                  </a:lnTo>
                  <a:lnTo>
                    <a:pt x="43" y="48"/>
                  </a:lnTo>
                  <a:lnTo>
                    <a:pt x="43" y="48"/>
                  </a:lnTo>
                  <a:lnTo>
                    <a:pt x="41" y="0"/>
                  </a:lnTo>
                  <a:close/>
                </a:path>
              </a:pathLst>
            </a:custGeom>
            <a:solidFill>
              <a:srgbClr val="C5D7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08" name="Google Shape;208;p1"/>
            <p:cNvSpPr/>
            <p:nvPr/>
          </p:nvSpPr>
          <p:spPr>
            <a:xfrm>
              <a:off x="6467475" y="4660901"/>
              <a:ext cx="68263" cy="76200"/>
            </a:xfrm>
            <a:custGeom>
              <a:rect b="b" l="l" r="r" t="t"/>
              <a:pathLst>
                <a:path extrusionOk="0" h="48" w="43">
                  <a:moveTo>
                    <a:pt x="0" y="45"/>
                  </a:moveTo>
                  <a:lnTo>
                    <a:pt x="0" y="48"/>
                  </a:lnTo>
                  <a:lnTo>
                    <a:pt x="0" y="45"/>
                  </a:lnTo>
                  <a:moveTo>
                    <a:pt x="41" y="0"/>
                  </a:moveTo>
                  <a:lnTo>
                    <a:pt x="41" y="0"/>
                  </a:lnTo>
                  <a:lnTo>
                    <a:pt x="43" y="48"/>
                  </a:lnTo>
                  <a:lnTo>
                    <a:pt x="43" y="48"/>
                  </a:lnTo>
                  <a:lnTo>
                    <a:pt x="4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09" name="Google Shape;209;p1"/>
            <p:cNvSpPr/>
            <p:nvPr/>
          </p:nvSpPr>
          <p:spPr>
            <a:xfrm>
              <a:off x="6467475" y="4660901"/>
              <a:ext cx="65088" cy="1588"/>
            </a:xfrm>
            <a:prstGeom prst="rect">
              <a:avLst/>
            </a:pr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10" name="Google Shape;210;p1"/>
            <p:cNvSpPr/>
            <p:nvPr/>
          </p:nvSpPr>
          <p:spPr>
            <a:xfrm>
              <a:off x="6467475" y="4660901"/>
              <a:ext cx="65088" cy="15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11" name="Google Shape;211;p1"/>
            <p:cNvSpPr/>
            <p:nvPr/>
          </p:nvSpPr>
          <p:spPr>
            <a:xfrm>
              <a:off x="6467475" y="4660901"/>
              <a:ext cx="68263" cy="76200"/>
            </a:xfrm>
            <a:custGeom>
              <a:rect b="b" l="l" r="r" t="t"/>
              <a:pathLst>
                <a:path extrusionOk="0" h="48" w="43">
                  <a:moveTo>
                    <a:pt x="41" y="0"/>
                  </a:moveTo>
                  <a:lnTo>
                    <a:pt x="0" y="0"/>
                  </a:lnTo>
                  <a:lnTo>
                    <a:pt x="0" y="45"/>
                  </a:lnTo>
                  <a:lnTo>
                    <a:pt x="0" y="48"/>
                  </a:lnTo>
                  <a:lnTo>
                    <a:pt x="43" y="48"/>
                  </a:lnTo>
                  <a:lnTo>
                    <a:pt x="4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12" name="Google Shape;212;p1"/>
            <p:cNvSpPr/>
            <p:nvPr/>
          </p:nvSpPr>
          <p:spPr>
            <a:xfrm>
              <a:off x="6740525" y="4660901"/>
              <a:ext cx="63500" cy="1588"/>
            </a:xfrm>
            <a:prstGeom prst="rect">
              <a:avLst/>
            </a:pr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13" name="Google Shape;213;p1"/>
            <p:cNvSpPr/>
            <p:nvPr/>
          </p:nvSpPr>
          <p:spPr>
            <a:xfrm>
              <a:off x="6740525" y="4660901"/>
              <a:ext cx="63500" cy="15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14" name="Google Shape;214;p1"/>
            <p:cNvSpPr/>
            <p:nvPr/>
          </p:nvSpPr>
          <p:spPr>
            <a:xfrm>
              <a:off x="6735763" y="4660901"/>
              <a:ext cx="68263" cy="76200"/>
            </a:xfrm>
            <a:custGeom>
              <a:rect b="b" l="l" r="r" t="t"/>
              <a:pathLst>
                <a:path extrusionOk="0" h="48" w="43">
                  <a:moveTo>
                    <a:pt x="43" y="0"/>
                  </a:moveTo>
                  <a:lnTo>
                    <a:pt x="3" y="0"/>
                  </a:lnTo>
                  <a:lnTo>
                    <a:pt x="0" y="48"/>
                  </a:lnTo>
                  <a:lnTo>
                    <a:pt x="43" y="48"/>
                  </a:lnTo>
                  <a:lnTo>
                    <a:pt x="43" y="43"/>
                  </a:lnTo>
                  <a:lnTo>
                    <a:pt x="4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15" name="Google Shape;215;p1"/>
            <p:cNvSpPr/>
            <p:nvPr/>
          </p:nvSpPr>
          <p:spPr>
            <a:xfrm>
              <a:off x="7102475" y="4660901"/>
              <a:ext cx="68263" cy="76200"/>
            </a:xfrm>
            <a:custGeom>
              <a:rect b="b" l="l" r="r" t="t"/>
              <a:pathLst>
                <a:path extrusionOk="0" h="48" w="43">
                  <a:moveTo>
                    <a:pt x="0" y="0"/>
                  </a:moveTo>
                  <a:lnTo>
                    <a:pt x="0" y="0"/>
                  </a:lnTo>
                  <a:lnTo>
                    <a:pt x="2" y="48"/>
                  </a:lnTo>
                  <a:lnTo>
                    <a:pt x="2" y="48"/>
                  </a:lnTo>
                  <a:lnTo>
                    <a:pt x="0" y="0"/>
                  </a:lnTo>
                  <a:close/>
                  <a:moveTo>
                    <a:pt x="43" y="0"/>
                  </a:moveTo>
                  <a:lnTo>
                    <a:pt x="43" y="0"/>
                  </a:lnTo>
                  <a:lnTo>
                    <a:pt x="43" y="48"/>
                  </a:lnTo>
                  <a:lnTo>
                    <a:pt x="43" y="48"/>
                  </a:lnTo>
                  <a:lnTo>
                    <a:pt x="43" y="0"/>
                  </a:lnTo>
                  <a:close/>
                </a:path>
              </a:pathLst>
            </a:custGeom>
            <a:solidFill>
              <a:srgbClr val="C5D7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16" name="Google Shape;216;p1"/>
            <p:cNvSpPr/>
            <p:nvPr/>
          </p:nvSpPr>
          <p:spPr>
            <a:xfrm>
              <a:off x="7102475" y="4660901"/>
              <a:ext cx="68263" cy="76200"/>
            </a:xfrm>
            <a:custGeom>
              <a:rect b="b" l="l" r="r" t="t"/>
              <a:pathLst>
                <a:path extrusionOk="0" h="48" w="43">
                  <a:moveTo>
                    <a:pt x="0" y="0"/>
                  </a:moveTo>
                  <a:lnTo>
                    <a:pt x="0" y="0"/>
                  </a:lnTo>
                  <a:lnTo>
                    <a:pt x="2" y="48"/>
                  </a:lnTo>
                  <a:lnTo>
                    <a:pt x="2" y="48"/>
                  </a:lnTo>
                  <a:lnTo>
                    <a:pt x="0" y="0"/>
                  </a:lnTo>
                  <a:moveTo>
                    <a:pt x="43" y="0"/>
                  </a:moveTo>
                  <a:lnTo>
                    <a:pt x="43" y="0"/>
                  </a:lnTo>
                  <a:lnTo>
                    <a:pt x="43" y="48"/>
                  </a:lnTo>
                  <a:lnTo>
                    <a:pt x="43" y="48"/>
                  </a:lnTo>
                  <a:lnTo>
                    <a:pt x="4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17" name="Google Shape;217;p1"/>
            <p:cNvSpPr/>
            <p:nvPr/>
          </p:nvSpPr>
          <p:spPr>
            <a:xfrm>
              <a:off x="7102475" y="4660901"/>
              <a:ext cx="68263" cy="0"/>
            </a:xfrm>
            <a:custGeom>
              <a:rect b="b" l="l" r="r" t="t"/>
              <a:pathLst>
                <a:path extrusionOk="0" h="120000" w="43">
                  <a:moveTo>
                    <a:pt x="43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43" y="0"/>
                  </a:lnTo>
                  <a:lnTo>
                    <a:pt x="43" y="0"/>
                  </a:lnTo>
                  <a:lnTo>
                    <a:pt x="43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18" name="Google Shape;218;p1"/>
            <p:cNvSpPr/>
            <p:nvPr/>
          </p:nvSpPr>
          <p:spPr>
            <a:xfrm>
              <a:off x="7102475" y="4660901"/>
              <a:ext cx="68263" cy="0"/>
            </a:xfrm>
            <a:custGeom>
              <a:rect b="b" l="l" r="r" t="t"/>
              <a:pathLst>
                <a:path extrusionOk="0" h="120000" w="43">
                  <a:moveTo>
                    <a:pt x="43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43" y="0"/>
                  </a:lnTo>
                  <a:lnTo>
                    <a:pt x="43" y="0"/>
                  </a:lnTo>
                  <a:lnTo>
                    <a:pt x="4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19" name="Google Shape;219;p1"/>
            <p:cNvSpPr/>
            <p:nvPr/>
          </p:nvSpPr>
          <p:spPr>
            <a:xfrm>
              <a:off x="7102475" y="4660901"/>
              <a:ext cx="68263" cy="76200"/>
            </a:xfrm>
            <a:custGeom>
              <a:rect b="b" l="l" r="r" t="t"/>
              <a:pathLst>
                <a:path extrusionOk="0" h="48" w="43">
                  <a:moveTo>
                    <a:pt x="43" y="0"/>
                  </a:moveTo>
                  <a:lnTo>
                    <a:pt x="0" y="0"/>
                  </a:lnTo>
                  <a:lnTo>
                    <a:pt x="2" y="48"/>
                  </a:lnTo>
                  <a:lnTo>
                    <a:pt x="43" y="48"/>
                  </a:lnTo>
                  <a:lnTo>
                    <a:pt x="4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20" name="Google Shape;220;p1"/>
            <p:cNvSpPr/>
            <p:nvPr/>
          </p:nvSpPr>
          <p:spPr>
            <a:xfrm>
              <a:off x="7527925" y="474663"/>
              <a:ext cx="3168650" cy="2051050"/>
            </a:xfrm>
            <a:custGeom>
              <a:rect b="b" l="l" r="r" t="t"/>
              <a:pathLst>
                <a:path extrusionOk="0" h="482" w="745">
                  <a:moveTo>
                    <a:pt x="678" y="482"/>
                  </a:moveTo>
                  <a:cubicBezTo>
                    <a:pt x="37" y="482"/>
                    <a:pt x="37" y="482"/>
                    <a:pt x="37" y="482"/>
                  </a:cubicBezTo>
                  <a:cubicBezTo>
                    <a:pt x="16" y="482"/>
                    <a:pt x="0" y="465"/>
                    <a:pt x="1" y="444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7" y="17"/>
                    <a:pt x="45" y="0"/>
                    <a:pt x="66" y="0"/>
                  </a:cubicBezTo>
                  <a:cubicBezTo>
                    <a:pt x="707" y="0"/>
                    <a:pt x="707" y="0"/>
                    <a:pt x="707" y="0"/>
                  </a:cubicBezTo>
                  <a:cubicBezTo>
                    <a:pt x="728" y="0"/>
                    <a:pt x="745" y="17"/>
                    <a:pt x="743" y="38"/>
                  </a:cubicBezTo>
                  <a:cubicBezTo>
                    <a:pt x="719" y="444"/>
                    <a:pt x="719" y="444"/>
                    <a:pt x="719" y="444"/>
                  </a:cubicBezTo>
                  <a:cubicBezTo>
                    <a:pt x="717" y="465"/>
                    <a:pt x="699" y="482"/>
                    <a:pt x="678" y="482"/>
                  </a:cubicBezTo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21" name="Google Shape;221;p1"/>
            <p:cNvSpPr/>
            <p:nvPr/>
          </p:nvSpPr>
          <p:spPr>
            <a:xfrm>
              <a:off x="8050213" y="2163763"/>
              <a:ext cx="995363" cy="858838"/>
            </a:xfrm>
            <a:custGeom>
              <a:rect b="b" l="l" r="r" t="t"/>
              <a:pathLst>
                <a:path extrusionOk="0" h="541" w="627">
                  <a:moveTo>
                    <a:pt x="0" y="0"/>
                  </a:moveTo>
                  <a:lnTo>
                    <a:pt x="158" y="541"/>
                  </a:lnTo>
                  <a:lnTo>
                    <a:pt x="62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22" name="Google Shape;222;p1"/>
            <p:cNvSpPr/>
            <p:nvPr/>
          </p:nvSpPr>
          <p:spPr>
            <a:xfrm>
              <a:off x="8050213" y="2163763"/>
              <a:ext cx="995363" cy="858838"/>
            </a:xfrm>
            <a:custGeom>
              <a:rect b="b" l="l" r="r" t="t"/>
              <a:pathLst>
                <a:path extrusionOk="0" h="541" w="627">
                  <a:moveTo>
                    <a:pt x="0" y="0"/>
                  </a:moveTo>
                  <a:lnTo>
                    <a:pt x="158" y="541"/>
                  </a:lnTo>
                  <a:lnTo>
                    <a:pt x="627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23" name="Google Shape;223;p1"/>
            <p:cNvSpPr/>
            <p:nvPr/>
          </p:nvSpPr>
          <p:spPr>
            <a:xfrm>
              <a:off x="8701088" y="682626"/>
              <a:ext cx="1736725" cy="1149350"/>
            </a:xfrm>
            <a:custGeom>
              <a:rect b="b" l="l" r="r" t="t"/>
              <a:pathLst>
                <a:path extrusionOk="0" h="270" w="408">
                  <a:moveTo>
                    <a:pt x="387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16" y="0"/>
                    <a:pt x="6" y="9"/>
                    <a:pt x="5" y="21"/>
                  </a:cubicBezTo>
                  <a:cubicBezTo>
                    <a:pt x="0" y="98"/>
                    <a:pt x="0" y="98"/>
                    <a:pt x="0" y="98"/>
                  </a:cubicBezTo>
                  <a:cubicBezTo>
                    <a:pt x="92" y="98"/>
                    <a:pt x="92" y="98"/>
                    <a:pt x="92" y="98"/>
                  </a:cubicBezTo>
                  <a:cubicBezTo>
                    <a:pt x="105" y="87"/>
                    <a:pt x="105" y="87"/>
                    <a:pt x="105" y="87"/>
                  </a:cubicBezTo>
                  <a:cubicBezTo>
                    <a:pt x="105" y="87"/>
                    <a:pt x="105" y="87"/>
                    <a:pt x="105" y="87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3" y="79"/>
                    <a:pt x="121" y="88"/>
                    <a:pt x="120" y="98"/>
                  </a:cubicBezTo>
                  <a:cubicBezTo>
                    <a:pt x="195" y="98"/>
                    <a:pt x="195" y="98"/>
                    <a:pt x="195" y="98"/>
                  </a:cubicBezTo>
                  <a:cubicBezTo>
                    <a:pt x="207" y="98"/>
                    <a:pt x="216" y="107"/>
                    <a:pt x="215" y="119"/>
                  </a:cubicBezTo>
                  <a:cubicBezTo>
                    <a:pt x="206" y="270"/>
                    <a:pt x="206" y="270"/>
                    <a:pt x="206" y="270"/>
                  </a:cubicBezTo>
                  <a:cubicBezTo>
                    <a:pt x="371" y="270"/>
                    <a:pt x="371" y="270"/>
                    <a:pt x="371" y="270"/>
                  </a:cubicBezTo>
                  <a:cubicBezTo>
                    <a:pt x="383" y="270"/>
                    <a:pt x="393" y="261"/>
                    <a:pt x="394" y="249"/>
                  </a:cubicBezTo>
                  <a:cubicBezTo>
                    <a:pt x="407" y="21"/>
                    <a:pt x="407" y="21"/>
                    <a:pt x="407" y="21"/>
                  </a:cubicBezTo>
                  <a:cubicBezTo>
                    <a:pt x="408" y="9"/>
                    <a:pt x="399" y="0"/>
                    <a:pt x="387" y="0"/>
                  </a:cubicBezTo>
                </a:path>
              </a:pathLst>
            </a:custGeom>
            <a:solidFill>
              <a:srgbClr val="5388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24" name="Google Shape;224;p1"/>
            <p:cNvSpPr/>
            <p:nvPr/>
          </p:nvSpPr>
          <p:spPr>
            <a:xfrm>
              <a:off x="7847013" y="1100138"/>
              <a:ext cx="1730375" cy="1147763"/>
            </a:xfrm>
            <a:custGeom>
              <a:rect b="b" l="l" r="r" t="t"/>
              <a:pathLst>
                <a:path extrusionOk="0" h="270" w="407">
                  <a:moveTo>
                    <a:pt x="407" y="172"/>
                  </a:moveTo>
                  <a:cubicBezTo>
                    <a:pt x="372" y="172"/>
                    <a:pt x="372" y="172"/>
                    <a:pt x="372" y="172"/>
                  </a:cubicBezTo>
                  <a:cubicBezTo>
                    <a:pt x="370" y="192"/>
                    <a:pt x="367" y="211"/>
                    <a:pt x="365" y="228"/>
                  </a:cubicBezTo>
                  <a:cubicBezTo>
                    <a:pt x="365" y="228"/>
                    <a:pt x="365" y="228"/>
                    <a:pt x="365" y="228"/>
                  </a:cubicBezTo>
                  <a:cubicBezTo>
                    <a:pt x="365" y="229"/>
                    <a:pt x="365" y="229"/>
                    <a:pt x="365" y="229"/>
                  </a:cubicBezTo>
                  <a:cubicBezTo>
                    <a:pt x="363" y="245"/>
                    <a:pt x="362" y="258"/>
                    <a:pt x="362" y="270"/>
                  </a:cubicBezTo>
                  <a:cubicBezTo>
                    <a:pt x="380" y="270"/>
                    <a:pt x="380" y="270"/>
                    <a:pt x="380" y="270"/>
                  </a:cubicBezTo>
                  <a:cubicBezTo>
                    <a:pt x="392" y="270"/>
                    <a:pt x="402" y="261"/>
                    <a:pt x="403" y="249"/>
                  </a:cubicBezTo>
                  <a:cubicBezTo>
                    <a:pt x="407" y="172"/>
                    <a:pt x="407" y="172"/>
                    <a:pt x="407" y="172"/>
                  </a:cubicBezTo>
                  <a:moveTo>
                    <a:pt x="201" y="0"/>
                  </a:moveTo>
                  <a:cubicBezTo>
                    <a:pt x="37" y="0"/>
                    <a:pt x="37" y="0"/>
                    <a:pt x="37" y="0"/>
                  </a:cubicBezTo>
                  <a:cubicBezTo>
                    <a:pt x="25" y="0"/>
                    <a:pt x="15" y="9"/>
                    <a:pt x="14" y="21"/>
                  </a:cubicBezTo>
                  <a:cubicBezTo>
                    <a:pt x="0" y="249"/>
                    <a:pt x="0" y="249"/>
                    <a:pt x="0" y="249"/>
                  </a:cubicBezTo>
                  <a:cubicBezTo>
                    <a:pt x="0" y="261"/>
                    <a:pt x="9" y="270"/>
                    <a:pt x="21" y="270"/>
                  </a:cubicBezTo>
                  <a:cubicBezTo>
                    <a:pt x="54" y="270"/>
                    <a:pt x="54" y="270"/>
                    <a:pt x="54" y="270"/>
                  </a:cubicBezTo>
                  <a:cubicBezTo>
                    <a:pt x="48" y="250"/>
                    <a:pt x="48" y="250"/>
                    <a:pt x="48" y="250"/>
                  </a:cubicBezTo>
                  <a:cubicBezTo>
                    <a:pt x="180" y="250"/>
                    <a:pt x="180" y="250"/>
                    <a:pt x="180" y="250"/>
                  </a:cubicBezTo>
                  <a:cubicBezTo>
                    <a:pt x="179" y="166"/>
                    <a:pt x="188" y="119"/>
                    <a:pt x="196" y="92"/>
                  </a:cubicBezTo>
                  <a:cubicBezTo>
                    <a:pt x="201" y="0"/>
                    <a:pt x="201" y="0"/>
                    <a:pt x="201" y="0"/>
                  </a:cubicBezTo>
                </a:path>
              </a:pathLst>
            </a:custGeom>
            <a:solidFill>
              <a:srgbClr val="5388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25" name="Google Shape;225;p1"/>
            <p:cNvSpPr/>
            <p:nvPr/>
          </p:nvSpPr>
          <p:spPr>
            <a:xfrm>
              <a:off x="8050213" y="2163763"/>
              <a:ext cx="561975" cy="84138"/>
            </a:xfrm>
            <a:custGeom>
              <a:rect b="b" l="l" r="r" t="t"/>
              <a:pathLst>
                <a:path extrusionOk="0" h="20" w="132">
                  <a:moveTo>
                    <a:pt x="132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6" y="20"/>
                    <a:pt x="6" y="20"/>
                    <a:pt x="6" y="20"/>
                  </a:cubicBezTo>
                  <a:cubicBezTo>
                    <a:pt x="132" y="20"/>
                    <a:pt x="132" y="20"/>
                    <a:pt x="132" y="20"/>
                  </a:cubicBezTo>
                  <a:cubicBezTo>
                    <a:pt x="132" y="13"/>
                    <a:pt x="132" y="6"/>
                    <a:pt x="132" y="0"/>
                  </a:cubicBezTo>
                </a:path>
              </a:pathLst>
            </a:custGeom>
            <a:solidFill>
              <a:srgbClr val="5388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26" name="Google Shape;226;p1"/>
            <p:cNvSpPr/>
            <p:nvPr/>
          </p:nvSpPr>
          <p:spPr>
            <a:xfrm>
              <a:off x="8680450" y="1100138"/>
              <a:ext cx="939800" cy="731838"/>
            </a:xfrm>
            <a:custGeom>
              <a:rect b="b" l="l" r="r" t="t"/>
              <a:pathLst>
                <a:path extrusionOk="0" h="172" w="221">
                  <a:moveTo>
                    <a:pt x="97" y="0"/>
                  </a:moveTo>
                  <a:cubicBezTo>
                    <a:pt x="5" y="0"/>
                    <a:pt x="5" y="0"/>
                    <a:pt x="5" y="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2" y="86"/>
                    <a:pt x="3" y="82"/>
                    <a:pt x="5" y="77"/>
                  </a:cubicBezTo>
                  <a:cubicBezTo>
                    <a:pt x="9" y="65"/>
                    <a:pt x="19" y="56"/>
                    <a:pt x="30" y="54"/>
                  </a:cubicBezTo>
                  <a:cubicBezTo>
                    <a:pt x="38" y="52"/>
                    <a:pt x="58" y="51"/>
                    <a:pt x="63" y="51"/>
                  </a:cubicBezTo>
                  <a:cubicBezTo>
                    <a:pt x="64" y="51"/>
                    <a:pt x="64" y="51"/>
                    <a:pt x="64" y="51"/>
                  </a:cubicBezTo>
                  <a:cubicBezTo>
                    <a:pt x="64" y="51"/>
                    <a:pt x="64" y="52"/>
                    <a:pt x="63" y="52"/>
                  </a:cubicBezTo>
                  <a:cubicBezTo>
                    <a:pt x="84" y="48"/>
                    <a:pt x="88" y="35"/>
                    <a:pt x="86" y="21"/>
                  </a:cubicBezTo>
                  <a:cubicBezTo>
                    <a:pt x="86" y="17"/>
                    <a:pt x="85" y="14"/>
                    <a:pt x="84" y="10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97" y="0"/>
                    <a:pt x="97" y="0"/>
                    <a:pt x="97" y="0"/>
                  </a:cubicBezTo>
                  <a:moveTo>
                    <a:pt x="200" y="0"/>
                  </a:moveTo>
                  <a:cubicBezTo>
                    <a:pt x="125" y="0"/>
                    <a:pt x="125" y="0"/>
                    <a:pt x="125" y="0"/>
                  </a:cubicBezTo>
                  <a:cubicBezTo>
                    <a:pt x="123" y="19"/>
                    <a:pt x="123" y="39"/>
                    <a:pt x="132" y="51"/>
                  </a:cubicBezTo>
                  <a:cubicBezTo>
                    <a:pt x="132" y="51"/>
                    <a:pt x="133" y="51"/>
                    <a:pt x="134" y="51"/>
                  </a:cubicBezTo>
                  <a:cubicBezTo>
                    <a:pt x="147" y="52"/>
                    <a:pt x="160" y="54"/>
                    <a:pt x="171" y="56"/>
                  </a:cubicBezTo>
                  <a:cubicBezTo>
                    <a:pt x="171" y="56"/>
                    <a:pt x="171" y="56"/>
                    <a:pt x="171" y="56"/>
                  </a:cubicBezTo>
                  <a:cubicBezTo>
                    <a:pt x="183" y="58"/>
                    <a:pt x="191" y="69"/>
                    <a:pt x="189" y="81"/>
                  </a:cubicBezTo>
                  <a:cubicBezTo>
                    <a:pt x="189" y="85"/>
                    <a:pt x="188" y="91"/>
                    <a:pt x="187" y="97"/>
                  </a:cubicBezTo>
                  <a:cubicBezTo>
                    <a:pt x="187" y="97"/>
                    <a:pt x="187" y="97"/>
                    <a:pt x="187" y="97"/>
                  </a:cubicBezTo>
                  <a:cubicBezTo>
                    <a:pt x="184" y="117"/>
                    <a:pt x="180" y="144"/>
                    <a:pt x="176" y="172"/>
                  </a:cubicBezTo>
                  <a:cubicBezTo>
                    <a:pt x="211" y="172"/>
                    <a:pt x="211" y="172"/>
                    <a:pt x="211" y="172"/>
                  </a:cubicBezTo>
                  <a:cubicBezTo>
                    <a:pt x="220" y="21"/>
                    <a:pt x="220" y="21"/>
                    <a:pt x="220" y="21"/>
                  </a:cubicBezTo>
                  <a:cubicBezTo>
                    <a:pt x="221" y="9"/>
                    <a:pt x="212" y="0"/>
                    <a:pt x="200" y="0"/>
                  </a:cubicBezTo>
                </a:path>
              </a:pathLst>
            </a:custGeom>
            <a:solidFill>
              <a:srgbClr val="6594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27" name="Google Shape;227;p1"/>
            <p:cNvSpPr/>
            <p:nvPr/>
          </p:nvSpPr>
          <p:spPr>
            <a:xfrm>
              <a:off x="7821613" y="573088"/>
              <a:ext cx="93663" cy="101600"/>
            </a:xfrm>
            <a:custGeom>
              <a:rect b="b" l="l" r="r" t="t"/>
              <a:pathLst>
                <a:path extrusionOk="0" h="24" w="22">
                  <a:moveTo>
                    <a:pt x="12" y="0"/>
                  </a:moveTo>
                  <a:cubicBezTo>
                    <a:pt x="6" y="0"/>
                    <a:pt x="1" y="5"/>
                    <a:pt x="1" y="12"/>
                  </a:cubicBezTo>
                  <a:cubicBezTo>
                    <a:pt x="0" y="19"/>
                    <a:pt x="5" y="24"/>
                    <a:pt x="10" y="24"/>
                  </a:cubicBezTo>
                  <a:cubicBezTo>
                    <a:pt x="16" y="24"/>
                    <a:pt x="21" y="19"/>
                    <a:pt x="22" y="12"/>
                  </a:cubicBezTo>
                  <a:cubicBezTo>
                    <a:pt x="22" y="5"/>
                    <a:pt x="18" y="0"/>
                    <a:pt x="12" y="0"/>
                  </a:cubicBezTo>
                </a:path>
              </a:pathLst>
            </a:custGeom>
            <a:solidFill>
              <a:srgbClr val="A0BD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28" name="Google Shape;228;p1"/>
            <p:cNvSpPr/>
            <p:nvPr/>
          </p:nvSpPr>
          <p:spPr>
            <a:xfrm>
              <a:off x="7986713" y="573088"/>
              <a:ext cx="98425" cy="101600"/>
            </a:xfrm>
            <a:custGeom>
              <a:rect b="b" l="l" r="r" t="t"/>
              <a:pathLst>
                <a:path extrusionOk="0" h="24" w="23">
                  <a:moveTo>
                    <a:pt x="12" y="0"/>
                  </a:moveTo>
                  <a:cubicBezTo>
                    <a:pt x="7" y="0"/>
                    <a:pt x="1" y="5"/>
                    <a:pt x="1" y="12"/>
                  </a:cubicBezTo>
                  <a:cubicBezTo>
                    <a:pt x="0" y="19"/>
                    <a:pt x="5" y="24"/>
                    <a:pt x="11" y="24"/>
                  </a:cubicBezTo>
                  <a:cubicBezTo>
                    <a:pt x="17" y="24"/>
                    <a:pt x="22" y="19"/>
                    <a:pt x="22" y="12"/>
                  </a:cubicBezTo>
                  <a:cubicBezTo>
                    <a:pt x="23" y="5"/>
                    <a:pt x="18" y="0"/>
                    <a:pt x="12" y="0"/>
                  </a:cubicBezTo>
                </a:path>
              </a:pathLst>
            </a:custGeom>
            <a:solidFill>
              <a:srgbClr val="A0BD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29" name="Google Shape;229;p1"/>
            <p:cNvSpPr/>
            <p:nvPr/>
          </p:nvSpPr>
          <p:spPr>
            <a:xfrm>
              <a:off x="8156575" y="573088"/>
              <a:ext cx="93663" cy="101600"/>
            </a:xfrm>
            <a:custGeom>
              <a:rect b="b" l="l" r="r" t="t"/>
              <a:pathLst>
                <a:path extrusionOk="0" h="24" w="22">
                  <a:moveTo>
                    <a:pt x="12" y="0"/>
                  </a:moveTo>
                  <a:cubicBezTo>
                    <a:pt x="6" y="0"/>
                    <a:pt x="1" y="5"/>
                    <a:pt x="0" y="12"/>
                  </a:cubicBezTo>
                  <a:cubicBezTo>
                    <a:pt x="0" y="19"/>
                    <a:pt x="4" y="24"/>
                    <a:pt x="10" y="24"/>
                  </a:cubicBezTo>
                  <a:cubicBezTo>
                    <a:pt x="16" y="24"/>
                    <a:pt x="21" y="19"/>
                    <a:pt x="21" y="12"/>
                  </a:cubicBezTo>
                  <a:cubicBezTo>
                    <a:pt x="22" y="5"/>
                    <a:pt x="18" y="0"/>
                    <a:pt x="12" y="0"/>
                  </a:cubicBezTo>
                </a:path>
              </a:pathLst>
            </a:custGeom>
            <a:solidFill>
              <a:srgbClr val="A0BD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30" name="Google Shape;230;p1"/>
            <p:cNvSpPr/>
            <p:nvPr/>
          </p:nvSpPr>
          <p:spPr>
            <a:xfrm>
              <a:off x="7505700" y="449263"/>
              <a:ext cx="3144838" cy="2036763"/>
            </a:xfrm>
            <a:custGeom>
              <a:rect b="b" l="l" r="r" t="t"/>
              <a:pathLst>
                <a:path extrusionOk="0" h="479" w="739">
                  <a:moveTo>
                    <a:pt x="707" y="0"/>
                  </a:moveTo>
                  <a:cubicBezTo>
                    <a:pt x="67" y="0"/>
                    <a:pt x="67" y="0"/>
                    <a:pt x="67" y="0"/>
                  </a:cubicBezTo>
                  <a:cubicBezTo>
                    <a:pt x="45" y="0"/>
                    <a:pt x="26" y="18"/>
                    <a:pt x="25" y="40"/>
                  </a:cubicBezTo>
                  <a:cubicBezTo>
                    <a:pt x="0" y="445"/>
                    <a:pt x="0" y="445"/>
                    <a:pt x="0" y="445"/>
                  </a:cubicBezTo>
                  <a:cubicBezTo>
                    <a:pt x="0" y="456"/>
                    <a:pt x="3" y="466"/>
                    <a:pt x="10" y="473"/>
                  </a:cubicBezTo>
                  <a:cubicBezTo>
                    <a:pt x="13" y="476"/>
                    <a:pt x="15" y="478"/>
                    <a:pt x="18" y="479"/>
                  </a:cubicBezTo>
                  <a:cubicBezTo>
                    <a:pt x="15" y="477"/>
                    <a:pt x="13" y="474"/>
                    <a:pt x="11" y="471"/>
                  </a:cubicBezTo>
                  <a:cubicBezTo>
                    <a:pt x="5" y="464"/>
                    <a:pt x="2" y="455"/>
                    <a:pt x="2" y="445"/>
                  </a:cubicBezTo>
                  <a:cubicBezTo>
                    <a:pt x="27" y="40"/>
                    <a:pt x="27" y="40"/>
                    <a:pt x="27" y="40"/>
                  </a:cubicBezTo>
                  <a:cubicBezTo>
                    <a:pt x="28" y="19"/>
                    <a:pt x="46" y="2"/>
                    <a:pt x="67" y="2"/>
                  </a:cubicBezTo>
                  <a:cubicBezTo>
                    <a:pt x="707" y="2"/>
                    <a:pt x="707" y="2"/>
                    <a:pt x="707" y="2"/>
                  </a:cubicBezTo>
                  <a:cubicBezTo>
                    <a:pt x="716" y="2"/>
                    <a:pt x="724" y="5"/>
                    <a:pt x="731" y="11"/>
                  </a:cubicBezTo>
                  <a:cubicBezTo>
                    <a:pt x="734" y="13"/>
                    <a:pt x="737" y="15"/>
                    <a:pt x="739" y="18"/>
                  </a:cubicBezTo>
                  <a:cubicBezTo>
                    <a:pt x="738" y="16"/>
                    <a:pt x="736" y="14"/>
                    <a:pt x="734" y="12"/>
                  </a:cubicBezTo>
                  <a:cubicBezTo>
                    <a:pt x="727" y="4"/>
                    <a:pt x="718" y="0"/>
                    <a:pt x="707" y="0"/>
                  </a:cubicBezTo>
                </a:path>
              </a:pathLst>
            </a:custGeom>
            <a:solidFill>
              <a:srgbClr val="BDC1C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31" name="Google Shape;231;p1"/>
            <p:cNvSpPr/>
            <p:nvPr/>
          </p:nvSpPr>
          <p:spPr>
            <a:xfrm>
              <a:off x="8148638" y="2503488"/>
              <a:ext cx="600075" cy="9525"/>
            </a:xfrm>
            <a:custGeom>
              <a:rect b="b" l="l" r="r" t="t"/>
              <a:pathLst>
                <a:path extrusionOk="0" h="2" w="141">
                  <a:moveTo>
                    <a:pt x="112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40" y="2"/>
                    <a:pt x="140" y="2"/>
                    <a:pt x="140" y="2"/>
                  </a:cubicBezTo>
                  <a:cubicBezTo>
                    <a:pt x="141" y="1"/>
                    <a:pt x="141" y="1"/>
                    <a:pt x="141" y="1"/>
                  </a:cubicBezTo>
                  <a:cubicBezTo>
                    <a:pt x="113" y="1"/>
                    <a:pt x="113" y="1"/>
                    <a:pt x="113" y="1"/>
                  </a:cubicBezTo>
                  <a:cubicBezTo>
                    <a:pt x="113" y="0"/>
                    <a:pt x="113" y="0"/>
                    <a:pt x="112" y="0"/>
                  </a:cubicBezTo>
                </a:path>
              </a:pathLst>
            </a:custGeom>
            <a:solidFill>
              <a:srgbClr val="3865C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32" name="Google Shape;232;p1"/>
            <p:cNvSpPr/>
            <p:nvPr/>
          </p:nvSpPr>
          <p:spPr>
            <a:xfrm>
              <a:off x="8199438" y="1317626"/>
              <a:ext cx="739775" cy="782638"/>
            </a:xfrm>
            <a:custGeom>
              <a:rect b="b" l="l" r="r" t="t"/>
              <a:pathLst>
                <a:path extrusionOk="0" h="184" w="174">
                  <a:moveTo>
                    <a:pt x="168" y="44"/>
                  </a:moveTo>
                  <a:cubicBezTo>
                    <a:pt x="165" y="49"/>
                    <a:pt x="163" y="54"/>
                    <a:pt x="160" y="60"/>
                  </a:cubicBezTo>
                  <a:cubicBezTo>
                    <a:pt x="158" y="65"/>
                    <a:pt x="155" y="70"/>
                    <a:pt x="152" y="75"/>
                  </a:cubicBezTo>
                  <a:cubicBezTo>
                    <a:pt x="146" y="85"/>
                    <a:pt x="140" y="94"/>
                    <a:pt x="133" y="104"/>
                  </a:cubicBezTo>
                  <a:cubicBezTo>
                    <a:pt x="130" y="109"/>
                    <a:pt x="126" y="114"/>
                    <a:pt x="123" y="118"/>
                  </a:cubicBezTo>
                  <a:cubicBezTo>
                    <a:pt x="119" y="123"/>
                    <a:pt x="116" y="128"/>
                    <a:pt x="112" y="132"/>
                  </a:cubicBezTo>
                  <a:cubicBezTo>
                    <a:pt x="105" y="141"/>
                    <a:pt x="96" y="150"/>
                    <a:pt x="88" y="159"/>
                  </a:cubicBezTo>
                  <a:cubicBezTo>
                    <a:pt x="85" y="161"/>
                    <a:pt x="83" y="163"/>
                    <a:pt x="81" y="165"/>
                  </a:cubicBezTo>
                  <a:cubicBezTo>
                    <a:pt x="78" y="167"/>
                    <a:pt x="76" y="169"/>
                    <a:pt x="73" y="171"/>
                  </a:cubicBezTo>
                  <a:cubicBezTo>
                    <a:pt x="66" y="177"/>
                    <a:pt x="66" y="177"/>
                    <a:pt x="66" y="177"/>
                  </a:cubicBezTo>
                  <a:cubicBezTo>
                    <a:pt x="66" y="177"/>
                    <a:pt x="64" y="178"/>
                    <a:pt x="63" y="178"/>
                  </a:cubicBezTo>
                  <a:cubicBezTo>
                    <a:pt x="62" y="179"/>
                    <a:pt x="61" y="180"/>
                    <a:pt x="60" y="180"/>
                  </a:cubicBezTo>
                  <a:cubicBezTo>
                    <a:pt x="58" y="181"/>
                    <a:pt x="56" y="182"/>
                    <a:pt x="53" y="183"/>
                  </a:cubicBezTo>
                  <a:cubicBezTo>
                    <a:pt x="49" y="184"/>
                    <a:pt x="44" y="184"/>
                    <a:pt x="39" y="183"/>
                  </a:cubicBezTo>
                  <a:cubicBezTo>
                    <a:pt x="34" y="182"/>
                    <a:pt x="30" y="180"/>
                    <a:pt x="26" y="177"/>
                  </a:cubicBezTo>
                  <a:cubicBezTo>
                    <a:pt x="24" y="175"/>
                    <a:pt x="22" y="174"/>
                    <a:pt x="21" y="172"/>
                  </a:cubicBezTo>
                  <a:cubicBezTo>
                    <a:pt x="20" y="170"/>
                    <a:pt x="20" y="170"/>
                    <a:pt x="20" y="170"/>
                  </a:cubicBezTo>
                  <a:cubicBezTo>
                    <a:pt x="19" y="170"/>
                    <a:pt x="19" y="170"/>
                    <a:pt x="19" y="170"/>
                  </a:cubicBezTo>
                  <a:cubicBezTo>
                    <a:pt x="19" y="169"/>
                    <a:pt x="19" y="169"/>
                    <a:pt x="19" y="169"/>
                  </a:cubicBezTo>
                  <a:cubicBezTo>
                    <a:pt x="18" y="168"/>
                    <a:pt x="18" y="168"/>
                    <a:pt x="18" y="168"/>
                  </a:cubicBezTo>
                  <a:cubicBezTo>
                    <a:pt x="15" y="163"/>
                    <a:pt x="15" y="163"/>
                    <a:pt x="15" y="163"/>
                  </a:cubicBezTo>
                  <a:cubicBezTo>
                    <a:pt x="15" y="161"/>
                    <a:pt x="14" y="159"/>
                    <a:pt x="13" y="158"/>
                  </a:cubicBezTo>
                  <a:cubicBezTo>
                    <a:pt x="10" y="151"/>
                    <a:pt x="9" y="145"/>
                    <a:pt x="7" y="139"/>
                  </a:cubicBezTo>
                  <a:cubicBezTo>
                    <a:pt x="4" y="127"/>
                    <a:pt x="2" y="116"/>
                    <a:pt x="1" y="104"/>
                  </a:cubicBezTo>
                  <a:cubicBezTo>
                    <a:pt x="0" y="92"/>
                    <a:pt x="0" y="81"/>
                    <a:pt x="0" y="69"/>
                  </a:cubicBezTo>
                  <a:cubicBezTo>
                    <a:pt x="0" y="62"/>
                    <a:pt x="6" y="56"/>
                    <a:pt x="14" y="56"/>
                  </a:cubicBezTo>
                  <a:cubicBezTo>
                    <a:pt x="20" y="56"/>
                    <a:pt x="25" y="60"/>
                    <a:pt x="27" y="66"/>
                  </a:cubicBezTo>
                  <a:cubicBezTo>
                    <a:pt x="27" y="66"/>
                    <a:pt x="27" y="66"/>
                    <a:pt x="27" y="66"/>
                  </a:cubicBezTo>
                  <a:cubicBezTo>
                    <a:pt x="33" y="87"/>
                    <a:pt x="39" y="108"/>
                    <a:pt x="47" y="126"/>
                  </a:cubicBezTo>
                  <a:cubicBezTo>
                    <a:pt x="49" y="131"/>
                    <a:pt x="51" y="135"/>
                    <a:pt x="53" y="138"/>
                  </a:cubicBezTo>
                  <a:cubicBezTo>
                    <a:pt x="53" y="139"/>
                    <a:pt x="54" y="140"/>
                    <a:pt x="54" y="141"/>
                  </a:cubicBezTo>
                  <a:cubicBezTo>
                    <a:pt x="55" y="141"/>
                    <a:pt x="55" y="142"/>
                    <a:pt x="56" y="143"/>
                  </a:cubicBezTo>
                  <a:cubicBezTo>
                    <a:pt x="56" y="143"/>
                    <a:pt x="56" y="143"/>
                    <a:pt x="56" y="143"/>
                  </a:cubicBezTo>
                  <a:cubicBezTo>
                    <a:pt x="56" y="143"/>
                    <a:pt x="56" y="143"/>
                    <a:pt x="56" y="143"/>
                  </a:cubicBezTo>
                  <a:cubicBezTo>
                    <a:pt x="56" y="143"/>
                    <a:pt x="56" y="143"/>
                    <a:pt x="56" y="143"/>
                  </a:cubicBezTo>
                  <a:cubicBezTo>
                    <a:pt x="56" y="142"/>
                    <a:pt x="56" y="142"/>
                    <a:pt x="56" y="142"/>
                  </a:cubicBezTo>
                  <a:cubicBezTo>
                    <a:pt x="55" y="142"/>
                    <a:pt x="54" y="141"/>
                    <a:pt x="53" y="140"/>
                  </a:cubicBezTo>
                  <a:cubicBezTo>
                    <a:pt x="52" y="139"/>
                    <a:pt x="50" y="138"/>
                    <a:pt x="48" y="137"/>
                  </a:cubicBezTo>
                  <a:cubicBezTo>
                    <a:pt x="46" y="137"/>
                    <a:pt x="44" y="137"/>
                    <a:pt x="42" y="137"/>
                  </a:cubicBezTo>
                  <a:cubicBezTo>
                    <a:pt x="41" y="138"/>
                    <a:pt x="40" y="138"/>
                    <a:pt x="39" y="138"/>
                  </a:cubicBezTo>
                  <a:cubicBezTo>
                    <a:pt x="38" y="139"/>
                    <a:pt x="38" y="139"/>
                    <a:pt x="38" y="139"/>
                  </a:cubicBezTo>
                  <a:cubicBezTo>
                    <a:pt x="37" y="139"/>
                    <a:pt x="36" y="140"/>
                    <a:pt x="37" y="139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4" y="133"/>
                    <a:pt x="45" y="131"/>
                    <a:pt x="47" y="129"/>
                  </a:cubicBezTo>
                  <a:cubicBezTo>
                    <a:pt x="48" y="128"/>
                    <a:pt x="50" y="126"/>
                    <a:pt x="52" y="124"/>
                  </a:cubicBezTo>
                  <a:cubicBezTo>
                    <a:pt x="65" y="109"/>
                    <a:pt x="76" y="92"/>
                    <a:pt x="87" y="74"/>
                  </a:cubicBezTo>
                  <a:cubicBezTo>
                    <a:pt x="93" y="65"/>
                    <a:pt x="98" y="56"/>
                    <a:pt x="104" y="47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19" y="20"/>
                    <a:pt x="119" y="20"/>
                    <a:pt x="119" y="20"/>
                  </a:cubicBezTo>
                  <a:cubicBezTo>
                    <a:pt x="119" y="19"/>
                    <a:pt x="119" y="19"/>
                    <a:pt x="119" y="19"/>
                  </a:cubicBezTo>
                  <a:cubicBezTo>
                    <a:pt x="126" y="5"/>
                    <a:pt x="143" y="0"/>
                    <a:pt x="156" y="8"/>
                  </a:cubicBezTo>
                  <a:cubicBezTo>
                    <a:pt x="169" y="15"/>
                    <a:pt x="174" y="30"/>
                    <a:pt x="168" y="44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33" name="Google Shape;233;p1"/>
            <p:cNvSpPr/>
            <p:nvPr/>
          </p:nvSpPr>
          <p:spPr>
            <a:xfrm>
              <a:off x="8131175" y="1465263"/>
              <a:ext cx="182563" cy="153988"/>
            </a:xfrm>
            <a:custGeom>
              <a:rect b="b" l="l" r="r" t="t"/>
              <a:pathLst>
                <a:path extrusionOk="0" h="36" w="43">
                  <a:moveTo>
                    <a:pt x="19" y="33"/>
                  </a:moveTo>
                  <a:cubicBezTo>
                    <a:pt x="0" y="22"/>
                    <a:pt x="0" y="22"/>
                    <a:pt x="0" y="22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1" y="0"/>
                    <a:pt x="30" y="6"/>
                    <a:pt x="38" y="15"/>
                  </a:cubicBezTo>
                  <a:cubicBezTo>
                    <a:pt x="43" y="21"/>
                    <a:pt x="42" y="30"/>
                    <a:pt x="35" y="33"/>
                  </a:cubicBezTo>
                  <a:cubicBezTo>
                    <a:pt x="30" y="36"/>
                    <a:pt x="24" y="35"/>
                    <a:pt x="19" y="33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34" name="Google Shape;234;p1"/>
            <p:cNvSpPr/>
            <p:nvPr/>
          </p:nvSpPr>
          <p:spPr>
            <a:xfrm>
              <a:off x="8097838" y="1419226"/>
              <a:ext cx="122238" cy="139700"/>
            </a:xfrm>
            <a:custGeom>
              <a:rect b="b" l="l" r="r" t="t"/>
              <a:pathLst>
                <a:path extrusionOk="0" h="33" w="29">
                  <a:moveTo>
                    <a:pt x="4" y="10"/>
                  </a:moveTo>
                  <a:cubicBezTo>
                    <a:pt x="14" y="2"/>
                    <a:pt x="14" y="2"/>
                    <a:pt x="14" y="2"/>
                  </a:cubicBezTo>
                  <a:cubicBezTo>
                    <a:pt x="17" y="0"/>
                    <a:pt x="21" y="1"/>
                    <a:pt x="23" y="3"/>
                  </a:cubicBezTo>
                  <a:cubicBezTo>
                    <a:pt x="29" y="11"/>
                    <a:pt x="29" y="11"/>
                    <a:pt x="29" y="11"/>
                  </a:cubicBezTo>
                  <a:cubicBezTo>
                    <a:pt x="8" y="33"/>
                    <a:pt x="8" y="33"/>
                    <a:pt x="8" y="33"/>
                  </a:cubicBezTo>
                  <a:cubicBezTo>
                    <a:pt x="1" y="18"/>
                    <a:pt x="1" y="18"/>
                    <a:pt x="1" y="18"/>
                  </a:cubicBezTo>
                  <a:cubicBezTo>
                    <a:pt x="0" y="15"/>
                    <a:pt x="1" y="11"/>
                    <a:pt x="4" y="10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35" name="Google Shape;235;p1"/>
            <p:cNvSpPr/>
            <p:nvPr/>
          </p:nvSpPr>
          <p:spPr>
            <a:xfrm>
              <a:off x="8632825" y="1317626"/>
              <a:ext cx="838200" cy="1147763"/>
            </a:xfrm>
            <a:custGeom>
              <a:rect b="b" l="l" r="r" t="t"/>
              <a:pathLst>
                <a:path extrusionOk="0" h="270" w="197">
                  <a:moveTo>
                    <a:pt x="24" y="26"/>
                  </a:moveTo>
                  <a:cubicBezTo>
                    <a:pt x="27" y="15"/>
                    <a:pt x="36" y="7"/>
                    <a:pt x="47" y="5"/>
                  </a:cubicBezTo>
                  <a:cubicBezTo>
                    <a:pt x="56" y="4"/>
                    <a:pt x="60" y="2"/>
                    <a:pt x="71" y="2"/>
                  </a:cubicBezTo>
                  <a:cubicBezTo>
                    <a:pt x="90" y="0"/>
                    <a:pt x="121" y="1"/>
                    <a:pt x="142" y="3"/>
                  </a:cubicBezTo>
                  <a:cubicBezTo>
                    <a:pt x="155" y="4"/>
                    <a:pt x="168" y="5"/>
                    <a:pt x="178" y="7"/>
                  </a:cubicBezTo>
                  <a:cubicBezTo>
                    <a:pt x="178" y="7"/>
                    <a:pt x="178" y="7"/>
                    <a:pt x="178" y="7"/>
                  </a:cubicBezTo>
                  <a:cubicBezTo>
                    <a:pt x="189" y="9"/>
                    <a:pt x="197" y="20"/>
                    <a:pt x="195" y="31"/>
                  </a:cubicBezTo>
                  <a:cubicBezTo>
                    <a:pt x="190" y="60"/>
                    <a:pt x="176" y="110"/>
                    <a:pt x="174" y="157"/>
                  </a:cubicBezTo>
                  <a:cubicBezTo>
                    <a:pt x="172" y="220"/>
                    <a:pt x="173" y="255"/>
                    <a:pt x="172" y="270"/>
                  </a:cubicBezTo>
                  <a:cubicBezTo>
                    <a:pt x="11" y="267"/>
                    <a:pt x="11" y="267"/>
                    <a:pt x="11" y="267"/>
                  </a:cubicBezTo>
                  <a:cubicBezTo>
                    <a:pt x="0" y="115"/>
                    <a:pt x="14" y="60"/>
                    <a:pt x="24" y="2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36" name="Google Shape;236;p1"/>
            <p:cNvSpPr/>
            <p:nvPr/>
          </p:nvSpPr>
          <p:spPr>
            <a:xfrm>
              <a:off x="8578850" y="1317626"/>
              <a:ext cx="914400" cy="1190625"/>
            </a:xfrm>
            <a:custGeom>
              <a:rect b="b" l="l" r="r" t="t"/>
              <a:pathLst>
                <a:path extrusionOk="0" h="280" w="215">
                  <a:moveTo>
                    <a:pt x="195" y="5"/>
                  </a:moveTo>
                  <a:cubicBezTo>
                    <a:pt x="195" y="5"/>
                    <a:pt x="195" y="5"/>
                    <a:pt x="195" y="5"/>
                  </a:cubicBezTo>
                  <a:cubicBezTo>
                    <a:pt x="184" y="3"/>
                    <a:pt x="171" y="1"/>
                    <a:pt x="158" y="0"/>
                  </a:cubicBezTo>
                  <a:cubicBezTo>
                    <a:pt x="156" y="0"/>
                    <a:pt x="153" y="0"/>
                    <a:pt x="151" y="0"/>
                  </a:cubicBezTo>
                  <a:cubicBezTo>
                    <a:pt x="144" y="29"/>
                    <a:pt x="102" y="77"/>
                    <a:pt x="89" y="151"/>
                  </a:cubicBezTo>
                  <a:cubicBezTo>
                    <a:pt x="84" y="90"/>
                    <a:pt x="81" y="25"/>
                    <a:pt x="88" y="0"/>
                  </a:cubicBezTo>
                  <a:cubicBezTo>
                    <a:pt x="83" y="0"/>
                    <a:pt x="63" y="1"/>
                    <a:pt x="54" y="3"/>
                  </a:cubicBezTo>
                  <a:cubicBezTo>
                    <a:pt x="43" y="5"/>
                    <a:pt x="33" y="14"/>
                    <a:pt x="29" y="26"/>
                  </a:cubicBezTo>
                  <a:cubicBezTo>
                    <a:pt x="19" y="55"/>
                    <a:pt x="0" y="120"/>
                    <a:pt x="12" y="280"/>
                  </a:cubicBezTo>
                  <a:cubicBezTo>
                    <a:pt x="190" y="280"/>
                    <a:pt x="190" y="280"/>
                    <a:pt x="190" y="280"/>
                  </a:cubicBezTo>
                  <a:cubicBezTo>
                    <a:pt x="191" y="264"/>
                    <a:pt x="187" y="230"/>
                    <a:pt x="193" y="178"/>
                  </a:cubicBezTo>
                  <a:cubicBezTo>
                    <a:pt x="199" y="128"/>
                    <a:pt x="208" y="60"/>
                    <a:pt x="213" y="30"/>
                  </a:cubicBezTo>
                  <a:cubicBezTo>
                    <a:pt x="215" y="18"/>
                    <a:pt x="207" y="7"/>
                    <a:pt x="195" y="5"/>
                  </a:cubicBezTo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37" name="Google Shape;237;p1"/>
            <p:cNvSpPr/>
            <p:nvPr/>
          </p:nvSpPr>
          <p:spPr>
            <a:xfrm>
              <a:off x="8923338" y="1993901"/>
              <a:ext cx="38100" cy="476250"/>
            </a:xfrm>
            <a:custGeom>
              <a:rect b="b" l="l" r="r" t="t"/>
              <a:pathLst>
                <a:path extrusionOk="0" h="112" w="9">
                  <a:moveTo>
                    <a:pt x="8" y="0"/>
                  </a:moveTo>
                  <a:cubicBezTo>
                    <a:pt x="7" y="0"/>
                    <a:pt x="7" y="1"/>
                    <a:pt x="7" y="1"/>
                  </a:cubicBezTo>
                  <a:cubicBezTo>
                    <a:pt x="7" y="2"/>
                    <a:pt x="0" y="66"/>
                    <a:pt x="3" y="111"/>
                  </a:cubicBezTo>
                  <a:cubicBezTo>
                    <a:pt x="3" y="112"/>
                    <a:pt x="4" y="112"/>
                    <a:pt x="4" y="112"/>
                  </a:cubicBezTo>
                  <a:cubicBezTo>
                    <a:pt x="4" y="112"/>
                    <a:pt x="4" y="112"/>
                    <a:pt x="4" y="112"/>
                  </a:cubicBezTo>
                  <a:cubicBezTo>
                    <a:pt x="5" y="112"/>
                    <a:pt x="6" y="112"/>
                    <a:pt x="5" y="111"/>
                  </a:cubicBezTo>
                  <a:cubicBezTo>
                    <a:pt x="2" y="66"/>
                    <a:pt x="9" y="2"/>
                    <a:pt x="9" y="1"/>
                  </a:cubicBezTo>
                  <a:cubicBezTo>
                    <a:pt x="9" y="1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</a:path>
              </a:pathLst>
            </a:custGeom>
            <a:solidFill>
              <a:srgbClr val="515B6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38" name="Google Shape;238;p1"/>
            <p:cNvSpPr/>
            <p:nvPr/>
          </p:nvSpPr>
          <p:spPr>
            <a:xfrm>
              <a:off x="9399588" y="1831976"/>
              <a:ext cx="30163" cy="238125"/>
            </a:xfrm>
            <a:custGeom>
              <a:rect b="b" l="l" r="r" t="t"/>
              <a:pathLst>
                <a:path extrusionOk="0" h="56" w="7">
                  <a:moveTo>
                    <a:pt x="7" y="0"/>
                  </a:moveTo>
                  <a:cubicBezTo>
                    <a:pt x="7" y="0"/>
                    <a:pt x="7" y="0"/>
                    <a:pt x="7" y="0"/>
                  </a:cubicBezTo>
                  <a:cubicBezTo>
                    <a:pt x="5" y="19"/>
                    <a:pt x="2" y="39"/>
                    <a:pt x="0" y="56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2" y="39"/>
                    <a:pt x="5" y="20"/>
                    <a:pt x="7" y="0"/>
                  </a:cubicBezTo>
                </a:path>
              </a:pathLst>
            </a:custGeom>
            <a:solidFill>
              <a:srgbClr val="3A5F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39" name="Google Shape;239;p1"/>
            <p:cNvSpPr/>
            <p:nvPr/>
          </p:nvSpPr>
          <p:spPr>
            <a:xfrm>
              <a:off x="9429750" y="1512888"/>
              <a:ext cx="46038" cy="319088"/>
            </a:xfrm>
            <a:custGeom>
              <a:rect b="b" l="l" r="r" t="t"/>
              <a:pathLst>
                <a:path extrusionOk="0" h="75" w="11">
                  <a:moveTo>
                    <a:pt x="11" y="0"/>
                  </a:moveTo>
                  <a:cubicBezTo>
                    <a:pt x="8" y="20"/>
                    <a:pt x="4" y="47"/>
                    <a:pt x="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4" y="47"/>
                    <a:pt x="8" y="20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</a:path>
              </a:pathLst>
            </a:custGeom>
            <a:solidFill>
              <a:srgbClr val="4767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40" name="Google Shape;240;p1"/>
            <p:cNvSpPr/>
            <p:nvPr/>
          </p:nvSpPr>
          <p:spPr>
            <a:xfrm>
              <a:off x="9356725" y="1503363"/>
              <a:ext cx="119063" cy="566738"/>
            </a:xfrm>
            <a:custGeom>
              <a:rect b="b" l="l" r="r" t="t"/>
              <a:pathLst>
                <a:path extrusionOk="0" h="133" w="28">
                  <a:moveTo>
                    <a:pt x="22" y="0"/>
                  </a:moveTo>
                  <a:cubicBezTo>
                    <a:pt x="16" y="0"/>
                    <a:pt x="10" y="6"/>
                    <a:pt x="6" y="24"/>
                  </a:cubicBezTo>
                  <a:cubicBezTo>
                    <a:pt x="0" y="54"/>
                    <a:pt x="3" y="95"/>
                    <a:pt x="10" y="133"/>
                  </a:cubicBezTo>
                  <a:cubicBezTo>
                    <a:pt x="12" y="116"/>
                    <a:pt x="15" y="96"/>
                    <a:pt x="17" y="77"/>
                  </a:cubicBezTo>
                  <a:cubicBezTo>
                    <a:pt x="21" y="49"/>
                    <a:pt x="25" y="22"/>
                    <a:pt x="28" y="2"/>
                  </a:cubicBezTo>
                  <a:cubicBezTo>
                    <a:pt x="26" y="0"/>
                    <a:pt x="24" y="0"/>
                    <a:pt x="22" y="0"/>
                  </a:cubicBezTo>
                </a:path>
              </a:pathLst>
            </a:custGeom>
            <a:solidFill>
              <a:srgbClr val="1B2327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41" name="Google Shape;241;p1"/>
            <p:cNvSpPr/>
            <p:nvPr/>
          </p:nvSpPr>
          <p:spPr>
            <a:xfrm>
              <a:off x="8918575" y="989013"/>
              <a:ext cx="331788" cy="430213"/>
            </a:xfrm>
            <a:custGeom>
              <a:rect b="b" l="l" r="r" t="t"/>
              <a:pathLst>
                <a:path extrusionOk="0" h="101" w="78">
                  <a:moveTo>
                    <a:pt x="7" y="78"/>
                  </a:moveTo>
                  <a:cubicBezTo>
                    <a:pt x="28" y="74"/>
                    <a:pt x="32" y="61"/>
                    <a:pt x="30" y="47"/>
                  </a:cubicBezTo>
                  <a:cubicBezTo>
                    <a:pt x="30" y="43"/>
                    <a:pt x="29" y="40"/>
                    <a:pt x="28" y="36"/>
                  </a:cubicBezTo>
                  <a:cubicBezTo>
                    <a:pt x="54" y="15"/>
                    <a:pt x="54" y="15"/>
                    <a:pt x="54" y="15"/>
                  </a:cubicBezTo>
                  <a:cubicBezTo>
                    <a:pt x="73" y="0"/>
                    <a:pt x="73" y="0"/>
                    <a:pt x="73" y="0"/>
                  </a:cubicBezTo>
                  <a:cubicBezTo>
                    <a:pt x="68" y="23"/>
                    <a:pt x="63" y="64"/>
                    <a:pt x="78" y="80"/>
                  </a:cubicBezTo>
                  <a:cubicBezTo>
                    <a:pt x="78" y="80"/>
                    <a:pt x="65" y="101"/>
                    <a:pt x="30" y="98"/>
                  </a:cubicBezTo>
                  <a:cubicBezTo>
                    <a:pt x="0" y="96"/>
                    <a:pt x="7" y="78"/>
                    <a:pt x="7" y="78"/>
                  </a:cubicBezTo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42" name="Google Shape;242;p1"/>
            <p:cNvSpPr/>
            <p:nvPr/>
          </p:nvSpPr>
          <p:spPr>
            <a:xfrm>
              <a:off x="9058275" y="1384301"/>
              <a:ext cx="77788" cy="55563"/>
            </a:xfrm>
            <a:custGeom>
              <a:rect b="b" l="l" r="r" t="t"/>
              <a:pathLst>
                <a:path extrusionOk="0" h="35" w="49">
                  <a:moveTo>
                    <a:pt x="16" y="0"/>
                  </a:moveTo>
                  <a:lnTo>
                    <a:pt x="0" y="17"/>
                  </a:lnTo>
                  <a:lnTo>
                    <a:pt x="49" y="35"/>
                  </a:lnTo>
                  <a:lnTo>
                    <a:pt x="43" y="17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43" name="Google Shape;243;p1"/>
            <p:cNvSpPr/>
            <p:nvPr/>
          </p:nvSpPr>
          <p:spPr>
            <a:xfrm>
              <a:off x="9083675" y="1300163"/>
              <a:ext cx="212725" cy="177800"/>
            </a:xfrm>
            <a:custGeom>
              <a:rect b="b" l="l" r="r" t="t"/>
              <a:pathLst>
                <a:path extrusionOk="0" h="42" w="50">
                  <a:moveTo>
                    <a:pt x="14" y="42"/>
                  </a:moveTo>
                  <a:cubicBezTo>
                    <a:pt x="14" y="42"/>
                    <a:pt x="7" y="24"/>
                    <a:pt x="0" y="20"/>
                  </a:cubicBezTo>
                  <a:cubicBezTo>
                    <a:pt x="24" y="14"/>
                    <a:pt x="35" y="0"/>
                    <a:pt x="35" y="0"/>
                  </a:cubicBezTo>
                  <a:cubicBezTo>
                    <a:pt x="46" y="5"/>
                    <a:pt x="46" y="5"/>
                    <a:pt x="46" y="5"/>
                  </a:cubicBezTo>
                  <a:cubicBezTo>
                    <a:pt x="46" y="5"/>
                    <a:pt x="50" y="26"/>
                    <a:pt x="14" y="42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44" name="Google Shape;244;p1"/>
            <p:cNvSpPr/>
            <p:nvPr/>
          </p:nvSpPr>
          <p:spPr>
            <a:xfrm>
              <a:off x="8977313" y="1381126"/>
              <a:ext cx="80963" cy="33338"/>
            </a:xfrm>
            <a:custGeom>
              <a:rect b="b" l="l" r="r" t="t"/>
              <a:pathLst>
                <a:path extrusionOk="0" h="21" w="51">
                  <a:moveTo>
                    <a:pt x="41" y="0"/>
                  </a:moveTo>
                  <a:lnTo>
                    <a:pt x="51" y="19"/>
                  </a:lnTo>
                  <a:lnTo>
                    <a:pt x="0" y="21"/>
                  </a:lnTo>
                  <a:lnTo>
                    <a:pt x="11" y="5"/>
                  </a:lnTo>
                  <a:lnTo>
                    <a:pt x="4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45" name="Google Shape;245;p1"/>
            <p:cNvSpPr/>
            <p:nvPr/>
          </p:nvSpPr>
          <p:spPr>
            <a:xfrm>
              <a:off x="8870950" y="1304926"/>
              <a:ext cx="171450" cy="152400"/>
            </a:xfrm>
            <a:custGeom>
              <a:rect b="b" l="l" r="r" t="t"/>
              <a:pathLst>
                <a:path extrusionOk="0" h="36" w="40">
                  <a:moveTo>
                    <a:pt x="15" y="36"/>
                  </a:moveTo>
                  <a:cubicBezTo>
                    <a:pt x="15" y="36"/>
                    <a:pt x="25" y="25"/>
                    <a:pt x="40" y="18"/>
                  </a:cubicBezTo>
                  <a:cubicBezTo>
                    <a:pt x="29" y="15"/>
                    <a:pt x="29" y="0"/>
                    <a:pt x="29" y="0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8" y="2"/>
                    <a:pt x="0" y="20"/>
                    <a:pt x="15" y="36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46" name="Google Shape;246;p1"/>
            <p:cNvSpPr/>
            <p:nvPr/>
          </p:nvSpPr>
          <p:spPr>
            <a:xfrm>
              <a:off x="9093200" y="1052513"/>
              <a:ext cx="55563" cy="47625"/>
            </a:xfrm>
            <a:custGeom>
              <a:rect b="b" l="l" r="r" t="t"/>
              <a:pathLst>
                <a:path extrusionOk="0" h="30" w="35">
                  <a:moveTo>
                    <a:pt x="35" y="0"/>
                  </a:moveTo>
                  <a:lnTo>
                    <a:pt x="0" y="30"/>
                  </a:lnTo>
                  <a:lnTo>
                    <a:pt x="0" y="30"/>
                  </a:lnTo>
                  <a:lnTo>
                    <a:pt x="35" y="0"/>
                  </a:lnTo>
                  <a:lnTo>
                    <a:pt x="35" y="0"/>
                  </a:lnTo>
                  <a:close/>
                </a:path>
              </a:pathLst>
            </a:custGeom>
            <a:solidFill>
              <a:srgbClr val="426D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47" name="Google Shape;247;p1"/>
            <p:cNvSpPr/>
            <p:nvPr/>
          </p:nvSpPr>
          <p:spPr>
            <a:xfrm>
              <a:off x="9093200" y="1052513"/>
              <a:ext cx="55563" cy="47625"/>
            </a:xfrm>
            <a:custGeom>
              <a:rect b="b" l="l" r="r" t="t"/>
              <a:pathLst>
                <a:path extrusionOk="0" h="30" w="35">
                  <a:moveTo>
                    <a:pt x="35" y="0"/>
                  </a:moveTo>
                  <a:lnTo>
                    <a:pt x="0" y="30"/>
                  </a:lnTo>
                  <a:lnTo>
                    <a:pt x="0" y="30"/>
                  </a:lnTo>
                  <a:lnTo>
                    <a:pt x="35" y="0"/>
                  </a:lnTo>
                  <a:lnTo>
                    <a:pt x="35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48" name="Google Shape;248;p1"/>
            <p:cNvSpPr/>
            <p:nvPr/>
          </p:nvSpPr>
          <p:spPr>
            <a:xfrm>
              <a:off x="9037638" y="1100138"/>
              <a:ext cx="55563" cy="42863"/>
            </a:xfrm>
            <a:custGeom>
              <a:rect b="b" l="l" r="r" t="t"/>
              <a:pathLst>
                <a:path extrusionOk="0" h="10" w="13">
                  <a:moveTo>
                    <a:pt x="13" y="0"/>
                  </a:moveTo>
                  <a:cubicBezTo>
                    <a:pt x="13" y="0"/>
                    <a:pt x="13" y="0"/>
                    <a:pt x="13" y="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13" y="0"/>
                    <a:pt x="13" y="0"/>
                    <a:pt x="13" y="0"/>
                  </a:cubicBezTo>
                </a:path>
              </a:pathLst>
            </a:custGeom>
            <a:solidFill>
              <a:srgbClr val="517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49" name="Google Shape;249;p1"/>
            <p:cNvSpPr/>
            <p:nvPr/>
          </p:nvSpPr>
          <p:spPr>
            <a:xfrm>
              <a:off x="9037638" y="1052513"/>
              <a:ext cx="114300" cy="136525"/>
            </a:xfrm>
            <a:custGeom>
              <a:rect b="b" l="l" r="r" t="t"/>
              <a:pathLst>
                <a:path extrusionOk="0" h="32" w="27">
                  <a:moveTo>
                    <a:pt x="26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1" y="25"/>
                    <a:pt x="2" y="28"/>
                    <a:pt x="2" y="32"/>
                  </a:cubicBezTo>
                  <a:cubicBezTo>
                    <a:pt x="12" y="30"/>
                    <a:pt x="25" y="20"/>
                    <a:pt x="26" y="10"/>
                  </a:cubicBezTo>
                  <a:cubicBezTo>
                    <a:pt x="27" y="6"/>
                    <a:pt x="27" y="3"/>
                    <a:pt x="26" y="0"/>
                  </a:cubicBezTo>
                </a:path>
              </a:pathLst>
            </a:custGeom>
            <a:solidFill>
              <a:srgbClr val="CC9C97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50" name="Google Shape;250;p1"/>
            <p:cNvSpPr/>
            <p:nvPr/>
          </p:nvSpPr>
          <p:spPr>
            <a:xfrm>
              <a:off x="8867775" y="611188"/>
              <a:ext cx="169863" cy="314325"/>
            </a:xfrm>
            <a:custGeom>
              <a:rect b="b" l="l" r="r" t="t"/>
              <a:pathLst>
                <a:path extrusionOk="0" h="74" w="40">
                  <a:moveTo>
                    <a:pt x="9" y="21"/>
                  </a:moveTo>
                  <a:cubicBezTo>
                    <a:pt x="0" y="32"/>
                    <a:pt x="1" y="73"/>
                    <a:pt x="20" y="74"/>
                  </a:cubicBezTo>
                  <a:cubicBezTo>
                    <a:pt x="40" y="74"/>
                    <a:pt x="26" y="0"/>
                    <a:pt x="9" y="2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51" name="Google Shape;251;p1"/>
            <p:cNvSpPr/>
            <p:nvPr/>
          </p:nvSpPr>
          <p:spPr>
            <a:xfrm>
              <a:off x="8867775" y="593726"/>
              <a:ext cx="407988" cy="617538"/>
            </a:xfrm>
            <a:custGeom>
              <a:rect b="b" l="l" r="r" t="t"/>
              <a:pathLst>
                <a:path extrusionOk="0" h="145" w="96">
                  <a:moveTo>
                    <a:pt x="94" y="55"/>
                  </a:moveTo>
                  <a:cubicBezTo>
                    <a:pt x="92" y="86"/>
                    <a:pt x="92" y="104"/>
                    <a:pt x="76" y="120"/>
                  </a:cubicBezTo>
                  <a:cubicBezTo>
                    <a:pt x="53" y="145"/>
                    <a:pt x="14" y="131"/>
                    <a:pt x="7" y="100"/>
                  </a:cubicBezTo>
                  <a:cubicBezTo>
                    <a:pt x="0" y="72"/>
                    <a:pt x="5" y="25"/>
                    <a:pt x="35" y="13"/>
                  </a:cubicBezTo>
                  <a:cubicBezTo>
                    <a:pt x="65" y="0"/>
                    <a:pt x="96" y="23"/>
                    <a:pt x="94" y="55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52" name="Google Shape;252;p1"/>
            <p:cNvSpPr/>
            <p:nvPr/>
          </p:nvSpPr>
          <p:spPr>
            <a:xfrm>
              <a:off x="9118600" y="682626"/>
              <a:ext cx="369888" cy="361950"/>
            </a:xfrm>
            <a:custGeom>
              <a:rect b="b" l="l" r="r" t="t"/>
              <a:pathLst>
                <a:path extrusionOk="0" h="85" w="87">
                  <a:moveTo>
                    <a:pt x="19" y="8"/>
                  </a:moveTo>
                  <a:cubicBezTo>
                    <a:pt x="0" y="27"/>
                    <a:pt x="25" y="41"/>
                    <a:pt x="15" y="52"/>
                  </a:cubicBezTo>
                  <a:cubicBezTo>
                    <a:pt x="34" y="61"/>
                    <a:pt x="27" y="69"/>
                    <a:pt x="27" y="69"/>
                  </a:cubicBezTo>
                  <a:cubicBezTo>
                    <a:pt x="27" y="69"/>
                    <a:pt x="24" y="76"/>
                    <a:pt x="27" y="85"/>
                  </a:cubicBezTo>
                  <a:cubicBezTo>
                    <a:pt x="48" y="80"/>
                    <a:pt x="87" y="10"/>
                    <a:pt x="44" y="0"/>
                  </a:cubicBezTo>
                  <a:cubicBezTo>
                    <a:pt x="19" y="11"/>
                    <a:pt x="19" y="8"/>
                    <a:pt x="19" y="8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53" name="Google Shape;253;p1"/>
            <p:cNvSpPr/>
            <p:nvPr/>
          </p:nvSpPr>
          <p:spPr>
            <a:xfrm>
              <a:off x="8855075" y="538163"/>
              <a:ext cx="496888" cy="247650"/>
            </a:xfrm>
            <a:custGeom>
              <a:rect b="b" l="l" r="r" t="t"/>
              <a:pathLst>
                <a:path extrusionOk="0" h="58" w="117">
                  <a:moveTo>
                    <a:pt x="89" y="56"/>
                  </a:moveTo>
                  <a:cubicBezTo>
                    <a:pt x="71" y="58"/>
                    <a:pt x="47" y="50"/>
                    <a:pt x="33" y="42"/>
                  </a:cubicBezTo>
                  <a:cubicBezTo>
                    <a:pt x="18" y="35"/>
                    <a:pt x="16" y="49"/>
                    <a:pt x="21" y="53"/>
                  </a:cubicBezTo>
                  <a:cubicBezTo>
                    <a:pt x="12" y="53"/>
                    <a:pt x="0" y="46"/>
                    <a:pt x="3" y="30"/>
                  </a:cubicBezTo>
                  <a:cubicBezTo>
                    <a:pt x="6" y="15"/>
                    <a:pt x="26" y="0"/>
                    <a:pt x="54" y="13"/>
                  </a:cubicBezTo>
                  <a:cubicBezTo>
                    <a:pt x="73" y="22"/>
                    <a:pt x="98" y="10"/>
                    <a:pt x="107" y="21"/>
                  </a:cubicBezTo>
                  <a:cubicBezTo>
                    <a:pt x="117" y="31"/>
                    <a:pt x="102" y="54"/>
                    <a:pt x="89" y="56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54" name="Google Shape;254;p1"/>
            <p:cNvSpPr/>
            <p:nvPr/>
          </p:nvSpPr>
          <p:spPr>
            <a:xfrm>
              <a:off x="9288463" y="588963"/>
              <a:ext cx="98425" cy="128588"/>
            </a:xfrm>
            <a:custGeom>
              <a:rect b="b" l="l" r="r" t="t"/>
              <a:pathLst>
                <a:path extrusionOk="0" h="30" w="23">
                  <a:moveTo>
                    <a:pt x="0" y="23"/>
                  </a:moveTo>
                  <a:cubicBezTo>
                    <a:pt x="12" y="22"/>
                    <a:pt x="13" y="14"/>
                    <a:pt x="9" y="0"/>
                  </a:cubicBezTo>
                  <a:cubicBezTo>
                    <a:pt x="23" y="19"/>
                    <a:pt x="18" y="25"/>
                    <a:pt x="9" y="30"/>
                  </a:cubicBezTo>
                  <a:cubicBezTo>
                    <a:pt x="1" y="27"/>
                    <a:pt x="0" y="23"/>
                    <a:pt x="0" y="23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55" name="Google Shape;255;p1"/>
            <p:cNvSpPr/>
            <p:nvPr/>
          </p:nvSpPr>
          <p:spPr>
            <a:xfrm>
              <a:off x="9194800" y="857251"/>
              <a:ext cx="119063" cy="144463"/>
            </a:xfrm>
            <a:custGeom>
              <a:rect b="b" l="l" r="r" t="t"/>
              <a:pathLst>
                <a:path extrusionOk="0" h="34" w="28">
                  <a:moveTo>
                    <a:pt x="25" y="17"/>
                  </a:moveTo>
                  <a:cubicBezTo>
                    <a:pt x="22" y="23"/>
                    <a:pt x="17" y="28"/>
                    <a:pt x="11" y="30"/>
                  </a:cubicBezTo>
                  <a:cubicBezTo>
                    <a:pt x="4" y="34"/>
                    <a:pt x="0" y="27"/>
                    <a:pt x="2" y="18"/>
                  </a:cubicBezTo>
                  <a:cubicBezTo>
                    <a:pt x="4" y="11"/>
                    <a:pt x="10" y="0"/>
                    <a:pt x="18" y="0"/>
                  </a:cubicBezTo>
                  <a:cubicBezTo>
                    <a:pt x="25" y="0"/>
                    <a:pt x="28" y="9"/>
                    <a:pt x="25" y="17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56" name="Google Shape;256;p1"/>
            <p:cNvSpPr/>
            <p:nvPr/>
          </p:nvSpPr>
          <p:spPr>
            <a:xfrm>
              <a:off x="9032875" y="844551"/>
              <a:ext cx="25400" cy="42863"/>
            </a:xfrm>
            <a:custGeom>
              <a:rect b="b" l="l" r="r" t="t"/>
              <a:pathLst>
                <a:path extrusionOk="0" h="10" w="6">
                  <a:moveTo>
                    <a:pt x="6" y="5"/>
                  </a:moveTo>
                  <a:cubicBezTo>
                    <a:pt x="6" y="8"/>
                    <a:pt x="4" y="10"/>
                    <a:pt x="3" y="10"/>
                  </a:cubicBezTo>
                  <a:cubicBezTo>
                    <a:pt x="1" y="10"/>
                    <a:pt x="0" y="8"/>
                    <a:pt x="0" y="5"/>
                  </a:cubicBezTo>
                  <a:cubicBezTo>
                    <a:pt x="0" y="3"/>
                    <a:pt x="1" y="0"/>
                    <a:pt x="3" y="0"/>
                  </a:cubicBezTo>
                  <a:cubicBezTo>
                    <a:pt x="5" y="0"/>
                    <a:pt x="6" y="2"/>
                    <a:pt x="6" y="5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57" name="Google Shape;257;p1"/>
            <p:cNvSpPr/>
            <p:nvPr/>
          </p:nvSpPr>
          <p:spPr>
            <a:xfrm>
              <a:off x="8910638" y="849313"/>
              <a:ext cx="25400" cy="381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58" name="Google Shape;258;p1"/>
            <p:cNvSpPr/>
            <p:nvPr/>
          </p:nvSpPr>
          <p:spPr>
            <a:xfrm>
              <a:off x="8931275" y="869951"/>
              <a:ext cx="50800" cy="111125"/>
            </a:xfrm>
            <a:custGeom>
              <a:rect b="b" l="l" r="r" t="t"/>
              <a:pathLst>
                <a:path extrusionOk="0" h="26" w="12">
                  <a:moveTo>
                    <a:pt x="12" y="0"/>
                  </a:moveTo>
                  <a:cubicBezTo>
                    <a:pt x="12" y="0"/>
                    <a:pt x="6" y="15"/>
                    <a:pt x="0" y="22"/>
                  </a:cubicBezTo>
                  <a:cubicBezTo>
                    <a:pt x="4" y="26"/>
                    <a:pt x="12" y="24"/>
                    <a:pt x="12" y="24"/>
                  </a:cubicBezTo>
                  <a:lnTo>
                    <a:pt x="12" y="0"/>
                  </a:lnTo>
                  <a:close/>
                </a:path>
              </a:pathLst>
            </a:custGeom>
            <a:solidFill>
              <a:srgbClr val="ED847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59" name="Google Shape;259;p1"/>
            <p:cNvSpPr/>
            <p:nvPr/>
          </p:nvSpPr>
          <p:spPr>
            <a:xfrm>
              <a:off x="9007475" y="958851"/>
              <a:ext cx="80963" cy="42863"/>
            </a:xfrm>
            <a:custGeom>
              <a:rect b="b" l="l" r="r" t="t"/>
              <a:pathLst>
                <a:path extrusionOk="0" h="10" w="19">
                  <a:moveTo>
                    <a:pt x="4" y="10"/>
                  </a:moveTo>
                  <a:cubicBezTo>
                    <a:pt x="14" y="9"/>
                    <a:pt x="19" y="2"/>
                    <a:pt x="19" y="1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8" y="1"/>
                    <a:pt x="18" y="1"/>
                    <a:pt x="18" y="1"/>
                  </a:cubicBezTo>
                  <a:cubicBezTo>
                    <a:pt x="17" y="1"/>
                    <a:pt x="12" y="9"/>
                    <a:pt x="1" y="9"/>
                  </a:cubicBezTo>
                  <a:cubicBezTo>
                    <a:pt x="1" y="9"/>
                    <a:pt x="0" y="9"/>
                    <a:pt x="0" y="9"/>
                  </a:cubicBezTo>
                  <a:cubicBezTo>
                    <a:pt x="0" y="10"/>
                    <a:pt x="1" y="10"/>
                    <a:pt x="1" y="10"/>
                  </a:cubicBezTo>
                  <a:cubicBezTo>
                    <a:pt x="2" y="10"/>
                    <a:pt x="3" y="10"/>
                    <a:pt x="4" y="1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60" name="Google Shape;260;p1"/>
            <p:cNvSpPr/>
            <p:nvPr/>
          </p:nvSpPr>
          <p:spPr>
            <a:xfrm>
              <a:off x="9063038" y="785813"/>
              <a:ext cx="60325" cy="38100"/>
            </a:xfrm>
            <a:custGeom>
              <a:rect b="b" l="l" r="r" t="t"/>
              <a:pathLst>
                <a:path extrusionOk="0" h="9" w="14">
                  <a:moveTo>
                    <a:pt x="13" y="9"/>
                  </a:moveTo>
                  <a:cubicBezTo>
                    <a:pt x="13" y="9"/>
                    <a:pt x="13" y="9"/>
                    <a:pt x="13" y="9"/>
                  </a:cubicBezTo>
                  <a:cubicBezTo>
                    <a:pt x="14" y="8"/>
                    <a:pt x="14" y="7"/>
                    <a:pt x="14" y="7"/>
                  </a:cubicBezTo>
                  <a:cubicBezTo>
                    <a:pt x="9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3"/>
                    <a:pt x="2" y="3"/>
                  </a:cubicBezTo>
                  <a:cubicBezTo>
                    <a:pt x="2" y="3"/>
                    <a:pt x="7" y="3"/>
                    <a:pt x="11" y="8"/>
                  </a:cubicBezTo>
                  <a:cubicBezTo>
                    <a:pt x="12" y="9"/>
                    <a:pt x="12" y="9"/>
                    <a:pt x="13" y="9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61" name="Google Shape;261;p1"/>
            <p:cNvSpPr/>
            <p:nvPr/>
          </p:nvSpPr>
          <p:spPr>
            <a:xfrm>
              <a:off x="8880475" y="781051"/>
              <a:ext cx="55563" cy="46038"/>
            </a:xfrm>
            <a:custGeom>
              <a:rect b="b" l="l" r="r" t="t"/>
              <a:pathLst>
                <a:path extrusionOk="0" h="11" w="13">
                  <a:moveTo>
                    <a:pt x="2" y="11"/>
                  </a:moveTo>
                  <a:cubicBezTo>
                    <a:pt x="2" y="11"/>
                    <a:pt x="3" y="11"/>
                    <a:pt x="3" y="10"/>
                  </a:cubicBezTo>
                  <a:cubicBezTo>
                    <a:pt x="6" y="4"/>
                    <a:pt x="11" y="3"/>
                    <a:pt x="11" y="3"/>
                  </a:cubicBezTo>
                  <a:cubicBezTo>
                    <a:pt x="12" y="3"/>
                    <a:pt x="13" y="3"/>
                    <a:pt x="12" y="2"/>
                  </a:cubicBezTo>
                  <a:cubicBezTo>
                    <a:pt x="12" y="1"/>
                    <a:pt x="12" y="0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0" y="1"/>
                    <a:pt x="4" y="2"/>
                    <a:pt x="0" y="9"/>
                  </a:cubicBezTo>
                  <a:cubicBezTo>
                    <a:pt x="0" y="10"/>
                    <a:pt x="0" y="11"/>
                    <a:pt x="1" y="11"/>
                  </a:cubicBezTo>
                  <a:lnTo>
                    <a:pt x="2" y="1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62" name="Google Shape;262;p1"/>
            <p:cNvSpPr/>
            <p:nvPr/>
          </p:nvSpPr>
          <p:spPr>
            <a:xfrm>
              <a:off x="9217025" y="1330326"/>
              <a:ext cx="479425" cy="1003300"/>
            </a:xfrm>
            <a:custGeom>
              <a:rect b="b" l="l" r="r" t="t"/>
              <a:pathLst>
                <a:path extrusionOk="0" h="236" w="113">
                  <a:moveTo>
                    <a:pt x="68" y="20"/>
                  </a:moveTo>
                  <a:cubicBezTo>
                    <a:pt x="73" y="30"/>
                    <a:pt x="77" y="40"/>
                    <a:pt x="81" y="50"/>
                  </a:cubicBezTo>
                  <a:cubicBezTo>
                    <a:pt x="85" y="60"/>
                    <a:pt x="89" y="70"/>
                    <a:pt x="92" y="80"/>
                  </a:cubicBezTo>
                  <a:cubicBezTo>
                    <a:pt x="99" y="101"/>
                    <a:pt x="105" y="122"/>
                    <a:pt x="109" y="144"/>
                  </a:cubicBezTo>
                  <a:cubicBezTo>
                    <a:pt x="110" y="149"/>
                    <a:pt x="111" y="155"/>
                    <a:pt x="112" y="160"/>
                  </a:cubicBezTo>
                  <a:cubicBezTo>
                    <a:pt x="112" y="165"/>
                    <a:pt x="112" y="165"/>
                    <a:pt x="112" y="165"/>
                  </a:cubicBezTo>
                  <a:cubicBezTo>
                    <a:pt x="112" y="167"/>
                    <a:pt x="112" y="167"/>
                    <a:pt x="112" y="167"/>
                  </a:cubicBezTo>
                  <a:cubicBezTo>
                    <a:pt x="113" y="168"/>
                    <a:pt x="113" y="168"/>
                    <a:pt x="113" y="168"/>
                  </a:cubicBezTo>
                  <a:cubicBezTo>
                    <a:pt x="113" y="169"/>
                    <a:pt x="113" y="169"/>
                    <a:pt x="113" y="169"/>
                  </a:cubicBezTo>
                  <a:cubicBezTo>
                    <a:pt x="113" y="173"/>
                    <a:pt x="113" y="177"/>
                    <a:pt x="113" y="182"/>
                  </a:cubicBezTo>
                  <a:cubicBezTo>
                    <a:pt x="112" y="190"/>
                    <a:pt x="109" y="200"/>
                    <a:pt x="104" y="207"/>
                  </a:cubicBezTo>
                  <a:cubicBezTo>
                    <a:pt x="99" y="215"/>
                    <a:pt x="92" y="220"/>
                    <a:pt x="85" y="224"/>
                  </a:cubicBezTo>
                  <a:cubicBezTo>
                    <a:pt x="79" y="228"/>
                    <a:pt x="72" y="231"/>
                    <a:pt x="66" y="232"/>
                  </a:cubicBezTo>
                  <a:cubicBezTo>
                    <a:pt x="60" y="234"/>
                    <a:pt x="54" y="235"/>
                    <a:pt x="48" y="236"/>
                  </a:cubicBezTo>
                  <a:cubicBezTo>
                    <a:pt x="42" y="236"/>
                    <a:pt x="36" y="236"/>
                    <a:pt x="30" y="236"/>
                  </a:cubicBezTo>
                  <a:cubicBezTo>
                    <a:pt x="24" y="236"/>
                    <a:pt x="19" y="235"/>
                    <a:pt x="13" y="234"/>
                  </a:cubicBezTo>
                  <a:cubicBezTo>
                    <a:pt x="5" y="233"/>
                    <a:pt x="0" y="226"/>
                    <a:pt x="1" y="218"/>
                  </a:cubicBezTo>
                  <a:cubicBezTo>
                    <a:pt x="2" y="213"/>
                    <a:pt x="7" y="208"/>
                    <a:pt x="12" y="207"/>
                  </a:cubicBezTo>
                  <a:cubicBezTo>
                    <a:pt x="13" y="207"/>
                    <a:pt x="13" y="207"/>
                    <a:pt x="13" y="207"/>
                  </a:cubicBezTo>
                  <a:cubicBezTo>
                    <a:pt x="17" y="206"/>
                    <a:pt x="23" y="205"/>
                    <a:pt x="27" y="204"/>
                  </a:cubicBezTo>
                  <a:cubicBezTo>
                    <a:pt x="32" y="202"/>
                    <a:pt x="36" y="201"/>
                    <a:pt x="40" y="199"/>
                  </a:cubicBezTo>
                  <a:cubicBezTo>
                    <a:pt x="49" y="196"/>
                    <a:pt x="56" y="192"/>
                    <a:pt x="61" y="188"/>
                  </a:cubicBezTo>
                  <a:cubicBezTo>
                    <a:pt x="63" y="186"/>
                    <a:pt x="64" y="184"/>
                    <a:pt x="64" y="183"/>
                  </a:cubicBezTo>
                  <a:cubicBezTo>
                    <a:pt x="64" y="182"/>
                    <a:pt x="64" y="180"/>
                    <a:pt x="64" y="179"/>
                  </a:cubicBezTo>
                  <a:cubicBezTo>
                    <a:pt x="64" y="178"/>
                    <a:pt x="64" y="177"/>
                    <a:pt x="63" y="175"/>
                  </a:cubicBezTo>
                  <a:cubicBezTo>
                    <a:pt x="62" y="169"/>
                    <a:pt x="62" y="169"/>
                    <a:pt x="62" y="169"/>
                  </a:cubicBezTo>
                  <a:cubicBezTo>
                    <a:pt x="61" y="164"/>
                    <a:pt x="60" y="160"/>
                    <a:pt x="59" y="155"/>
                  </a:cubicBezTo>
                  <a:cubicBezTo>
                    <a:pt x="56" y="146"/>
                    <a:pt x="53" y="136"/>
                    <a:pt x="50" y="127"/>
                  </a:cubicBezTo>
                  <a:cubicBezTo>
                    <a:pt x="47" y="117"/>
                    <a:pt x="44" y="108"/>
                    <a:pt x="40" y="99"/>
                  </a:cubicBezTo>
                  <a:cubicBezTo>
                    <a:pt x="37" y="89"/>
                    <a:pt x="33" y="80"/>
                    <a:pt x="29" y="70"/>
                  </a:cubicBezTo>
                  <a:cubicBezTo>
                    <a:pt x="25" y="61"/>
                    <a:pt x="22" y="52"/>
                    <a:pt x="18" y="43"/>
                  </a:cubicBezTo>
                  <a:cubicBezTo>
                    <a:pt x="18" y="42"/>
                    <a:pt x="18" y="42"/>
                    <a:pt x="18" y="42"/>
                  </a:cubicBezTo>
                  <a:cubicBezTo>
                    <a:pt x="12" y="28"/>
                    <a:pt x="18" y="12"/>
                    <a:pt x="32" y="6"/>
                  </a:cubicBezTo>
                  <a:cubicBezTo>
                    <a:pt x="46" y="0"/>
                    <a:pt x="62" y="6"/>
                    <a:pt x="68" y="2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63" name="Google Shape;263;p1"/>
            <p:cNvSpPr/>
            <p:nvPr/>
          </p:nvSpPr>
          <p:spPr>
            <a:xfrm>
              <a:off x="9139238" y="2244726"/>
              <a:ext cx="217488" cy="96838"/>
            </a:xfrm>
            <a:custGeom>
              <a:rect b="b" l="l" r="r" t="t"/>
              <a:pathLst>
                <a:path extrusionOk="0" h="23" w="51">
                  <a:moveTo>
                    <a:pt x="18" y="4"/>
                  </a:moveTo>
                  <a:cubicBezTo>
                    <a:pt x="0" y="12"/>
                    <a:pt x="0" y="12"/>
                    <a:pt x="0" y="12"/>
                  </a:cubicBezTo>
                  <a:cubicBezTo>
                    <a:pt x="31" y="23"/>
                    <a:pt x="31" y="23"/>
                    <a:pt x="31" y="23"/>
                  </a:cubicBezTo>
                  <a:cubicBezTo>
                    <a:pt x="31" y="23"/>
                    <a:pt x="51" y="16"/>
                    <a:pt x="41" y="5"/>
                  </a:cubicBezTo>
                  <a:cubicBezTo>
                    <a:pt x="36" y="3"/>
                    <a:pt x="36" y="3"/>
                    <a:pt x="36" y="3"/>
                  </a:cubicBezTo>
                  <a:cubicBezTo>
                    <a:pt x="27" y="0"/>
                    <a:pt x="22" y="1"/>
                    <a:pt x="18" y="4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64" name="Google Shape;264;p1"/>
            <p:cNvSpPr/>
            <p:nvPr/>
          </p:nvSpPr>
          <p:spPr>
            <a:xfrm>
              <a:off x="9110663" y="2295526"/>
              <a:ext cx="160338" cy="106363"/>
            </a:xfrm>
            <a:custGeom>
              <a:rect b="b" l="l" r="r" t="t"/>
              <a:pathLst>
                <a:path extrusionOk="0" h="25" w="38">
                  <a:moveTo>
                    <a:pt x="9" y="22"/>
                  </a:moveTo>
                  <a:cubicBezTo>
                    <a:pt x="23" y="24"/>
                    <a:pt x="23" y="24"/>
                    <a:pt x="23" y="24"/>
                  </a:cubicBezTo>
                  <a:cubicBezTo>
                    <a:pt x="27" y="25"/>
                    <a:pt x="31" y="23"/>
                    <a:pt x="33" y="19"/>
                  </a:cubicBezTo>
                  <a:cubicBezTo>
                    <a:pt x="38" y="11"/>
                    <a:pt x="38" y="11"/>
                    <a:pt x="38" y="11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0" y="14"/>
                    <a:pt x="3" y="20"/>
                    <a:pt x="9" y="22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265" name="Google Shape;265;p1"/>
          <p:cNvSpPr txBox="1"/>
          <p:nvPr/>
        </p:nvSpPr>
        <p:spPr>
          <a:xfrm>
            <a:off x="1104900" y="1333022"/>
            <a:ext cx="4563529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s-ES" sz="6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Clase 03.1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1"/>
          <p:cNvSpPr txBox="1"/>
          <p:nvPr/>
        </p:nvSpPr>
        <p:spPr>
          <a:xfrm>
            <a:off x="1104900" y="929147"/>
            <a:ext cx="1193596" cy="3016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ES" sz="12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7" name="Google Shape;267;p1"/>
          <p:cNvGrpSpPr/>
          <p:nvPr/>
        </p:nvGrpSpPr>
        <p:grpSpPr>
          <a:xfrm>
            <a:off x="1067655" y="3842795"/>
            <a:ext cx="3235325" cy="1826757"/>
            <a:chOff x="1067655" y="3842795"/>
            <a:chExt cx="3235325" cy="1826757"/>
          </a:xfrm>
        </p:grpSpPr>
        <p:sp>
          <p:nvSpPr>
            <p:cNvPr id="268" name="Google Shape;268;p1"/>
            <p:cNvSpPr/>
            <p:nvPr/>
          </p:nvSpPr>
          <p:spPr>
            <a:xfrm>
              <a:off x="1067655" y="3842795"/>
              <a:ext cx="3235325" cy="1826757"/>
            </a:xfrm>
            <a:prstGeom prst="roundRect">
              <a:avLst>
                <a:gd fmla="val 12488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254000" rotWithShape="0" algn="ctr" dir="5400000" dist="127000">
                <a:srgbClr val="000000">
                  <a:alpha val="9411"/>
                </a:srgbClr>
              </a:outerShdw>
            </a:effectLst>
          </p:spPr>
          <p:txBody>
            <a:bodyPr anchorCtr="0" anchor="b" bIns="180000" lIns="216000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s-ES" sz="1600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Elementos básicos de la programación: Ciclos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p1"/>
            <p:cNvSpPr txBox="1"/>
            <p:nvPr/>
          </p:nvSpPr>
          <p:spPr>
            <a:xfrm>
              <a:off x="1211178" y="3857269"/>
              <a:ext cx="981039" cy="11387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C0FF"/>
                </a:buClr>
                <a:buSzPts val="6000"/>
                <a:buFont typeface="Poppins"/>
                <a:buNone/>
              </a:pPr>
              <a:r>
                <a:rPr b="1" i="0" lang="es-ES" sz="6000" u="none" cap="none" strike="noStrike">
                  <a:solidFill>
                    <a:srgbClr val="00C0FF"/>
                  </a:solidFill>
                  <a:latin typeface="Poppins"/>
                  <a:ea typeface="Poppins"/>
                  <a:cs typeface="Poppins"/>
                  <a:sym typeface="Poppins"/>
                </a:rPr>
                <a:t>U2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"/>
          <p:cNvSpPr/>
          <p:nvPr/>
        </p:nvSpPr>
        <p:spPr>
          <a:xfrm>
            <a:off x="1112988" y="4033520"/>
            <a:ext cx="9916961" cy="865739"/>
          </a:xfrm>
          <a:prstGeom prst="roundRect">
            <a:avLst>
              <a:gd fmla="val 26635" name="adj"/>
            </a:avLst>
          </a:prstGeom>
          <a:solidFill>
            <a:srgbClr val="FFFFFF"/>
          </a:solidFill>
          <a:ln>
            <a:noFill/>
          </a:ln>
        </p:spPr>
        <p:txBody>
          <a:bodyPr anchorCtr="1" anchor="ctr" bIns="0" lIns="180000" spcFirstLastPara="1" rIns="1800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Aplicar los ciclos para generar control de errores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2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ES"/>
              <a:t>Objetivos</a:t>
            </a:r>
            <a:endParaRPr/>
          </a:p>
        </p:txBody>
      </p:sp>
      <p:sp>
        <p:nvSpPr>
          <p:cNvPr id="276" name="Google Shape;276;p2"/>
          <p:cNvSpPr txBox="1"/>
          <p:nvPr/>
        </p:nvSpPr>
        <p:spPr>
          <a:xfrm>
            <a:off x="1112989" y="615954"/>
            <a:ext cx="1381147" cy="3016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ES" sz="12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03.1: Ciclos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2"/>
          <p:cNvSpPr/>
          <p:nvPr/>
        </p:nvSpPr>
        <p:spPr>
          <a:xfrm>
            <a:off x="1112988" y="2930336"/>
            <a:ext cx="9916961" cy="865739"/>
          </a:xfrm>
          <a:prstGeom prst="roundRect">
            <a:avLst>
              <a:gd fmla="val 26635" name="adj"/>
            </a:avLst>
          </a:prstGeom>
          <a:solidFill>
            <a:srgbClr val="FFFFFF"/>
          </a:solidFill>
          <a:ln>
            <a:noFill/>
          </a:ln>
        </p:spPr>
        <p:txBody>
          <a:bodyPr anchorCtr="1" anchor="ctr" bIns="0" lIns="180000" spcFirstLastPara="1" rIns="1800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Aplicar los ciclos en el desarrollo de problemas de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2"/>
          <p:cNvSpPr/>
          <p:nvPr/>
        </p:nvSpPr>
        <p:spPr>
          <a:xfrm>
            <a:off x="1137519" y="1832850"/>
            <a:ext cx="9916961" cy="865739"/>
          </a:xfrm>
          <a:prstGeom prst="roundRect">
            <a:avLst>
              <a:gd fmla="val 26635" name="adj"/>
            </a:avLst>
          </a:prstGeom>
          <a:solidFill>
            <a:srgbClr val="FFFFFF"/>
          </a:solidFill>
          <a:ln>
            <a:noFill/>
          </a:ln>
        </p:spPr>
        <p:txBody>
          <a:bodyPr anchorCtr="1" anchor="ctr" bIns="0" lIns="180000" spcFirstLastPara="1" rIns="1800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Comprender cómo funcionan los ciclos for y while</a:t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"/>
          <p:cNvSpPr/>
          <p:nvPr/>
        </p:nvSpPr>
        <p:spPr>
          <a:xfrm>
            <a:off x="1112988" y="4033520"/>
            <a:ext cx="9916961" cy="865739"/>
          </a:xfrm>
          <a:prstGeom prst="roundRect">
            <a:avLst>
              <a:gd fmla="val 26635" name="adj"/>
            </a:avLst>
          </a:prstGeom>
          <a:solidFill>
            <a:srgbClr val="FFFFFF"/>
          </a:solidFill>
          <a:ln>
            <a:noFill/>
          </a:ln>
        </p:spPr>
        <p:txBody>
          <a:bodyPr anchorCtr="1" anchor="ctr" bIns="0" lIns="180000" spcFirstLastPara="1" rIns="1800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Estamos hablando de los cometarios, los que se escriben de la siguiente forma.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3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ES"/>
              <a:t>Comentarios</a:t>
            </a:r>
            <a:endParaRPr/>
          </a:p>
        </p:txBody>
      </p:sp>
      <p:sp>
        <p:nvSpPr>
          <p:cNvPr id="285" name="Google Shape;285;p3"/>
          <p:cNvSpPr txBox="1"/>
          <p:nvPr/>
        </p:nvSpPr>
        <p:spPr>
          <a:xfrm>
            <a:off x="1112989" y="615954"/>
            <a:ext cx="1381147" cy="3016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ES" sz="12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03.1: Ciclos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3"/>
          <p:cNvSpPr/>
          <p:nvPr/>
        </p:nvSpPr>
        <p:spPr>
          <a:xfrm>
            <a:off x="1104899" y="1883121"/>
            <a:ext cx="6250941" cy="1998233"/>
          </a:xfrm>
          <a:prstGeom prst="roundRect">
            <a:avLst>
              <a:gd fmla="val 12973" name="adj"/>
            </a:avLst>
          </a:prstGeom>
          <a:solidFill>
            <a:srgbClr val="FFFFFF"/>
          </a:solidFill>
          <a:ln>
            <a:noFill/>
          </a:ln>
        </p:spPr>
        <p:txBody>
          <a:bodyPr anchorCtr="1" anchor="ctr" bIns="0" lIns="252000" spcFirstLastPara="1" rIns="2520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Antes de seguir, necesitamos una forma de describir lo que estamos programando, para que luego no te olvides de qué hacía cada cosa.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3"/>
          <p:cNvSpPr/>
          <p:nvPr/>
        </p:nvSpPr>
        <p:spPr>
          <a:xfrm>
            <a:off x="7548881" y="1883121"/>
            <a:ext cx="3410200" cy="1998233"/>
          </a:xfrm>
          <a:prstGeom prst="roundRect">
            <a:avLst>
              <a:gd fmla="val 11619" name="adj"/>
            </a:avLst>
          </a:prstGeom>
          <a:solidFill>
            <a:srgbClr val="FFFFFF"/>
          </a:solidFill>
          <a:ln>
            <a:noFill/>
          </a:ln>
        </p:spPr>
        <p:txBody>
          <a:bodyPr anchorCtr="1" anchor="ctr" bIns="0" lIns="252000" spcFirstLastPara="1" rIns="2520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También ayuda a tu equipo de trabajo a entender mejor que hizo cada uno.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3"/>
          <p:cNvSpPr/>
          <p:nvPr/>
        </p:nvSpPr>
        <p:spPr>
          <a:xfrm>
            <a:off x="1112989" y="5051425"/>
            <a:ext cx="9916961" cy="960002"/>
          </a:xfrm>
          <a:prstGeom prst="roundRect">
            <a:avLst>
              <a:gd fmla="val 28012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504000" spcFirstLastPara="1" rIns="2743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1" lang="es-ES" sz="2400" u="none" cap="none" strike="noStrike">
                <a:solidFill>
                  <a:srgbClr val="AAAAAA"/>
                </a:solidFill>
                <a:latin typeface="Consolas"/>
                <a:ea typeface="Consolas"/>
                <a:cs typeface="Consolas"/>
                <a:sym typeface="Consolas"/>
              </a:rPr>
              <a:t>#esto es un comentario</a:t>
            </a:r>
            <a:endParaRPr b="0" i="0" sz="24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a </a:t>
            </a:r>
            <a:r>
              <a:rPr b="0" i="0" lang="es-ES" sz="24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s-ES" sz="24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s-ES" sz="2400" u="none" cap="none" strike="noStrik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25</a:t>
            </a:r>
            <a:r>
              <a:rPr b="0" i="0" lang="es-ES" sz="24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1" lang="es-ES" sz="2400" u="none" cap="none" strike="noStrike">
                <a:solidFill>
                  <a:srgbClr val="AAAAAA"/>
                </a:solidFill>
                <a:latin typeface="Consolas"/>
                <a:ea typeface="Consolas"/>
                <a:cs typeface="Consolas"/>
                <a:sym typeface="Consolas"/>
              </a:rPr>
              <a:t>#esta variable guarda mi edad</a:t>
            </a:r>
            <a:endParaRPr b="0" i="0" sz="24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"/>
          <p:cNvSpPr txBox="1"/>
          <p:nvPr/>
        </p:nvSpPr>
        <p:spPr>
          <a:xfrm>
            <a:off x="1112989" y="615954"/>
            <a:ext cx="1381147" cy="3016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ES" sz="12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03.1: Ciclos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4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ES"/>
              <a:t>Programas lineales</a:t>
            </a:r>
            <a:endParaRPr/>
          </a:p>
        </p:txBody>
      </p:sp>
      <p:grpSp>
        <p:nvGrpSpPr>
          <p:cNvPr id="295" name="Google Shape;295;p4"/>
          <p:cNvGrpSpPr/>
          <p:nvPr/>
        </p:nvGrpSpPr>
        <p:grpSpPr>
          <a:xfrm>
            <a:off x="637605" y="2128151"/>
            <a:ext cx="11082720" cy="3470429"/>
            <a:chOff x="637605" y="2128151"/>
            <a:chExt cx="11082720" cy="3470429"/>
          </a:xfrm>
        </p:grpSpPr>
        <p:sp>
          <p:nvSpPr>
            <p:cNvPr id="296" name="Google Shape;296;p4"/>
            <p:cNvSpPr txBox="1"/>
            <p:nvPr/>
          </p:nvSpPr>
          <p:spPr>
            <a:xfrm>
              <a:off x="1647378" y="2304632"/>
              <a:ext cx="65" cy="14773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000"/>
                <a:buFont typeface="Poppins"/>
                <a:buNone/>
              </a:pPr>
              <a:r>
                <a:t/>
              </a:r>
              <a:endParaRPr b="1" i="0" sz="8000" u="none" cap="none" strike="noStrike">
                <a:solidFill>
                  <a:srgbClr val="00C0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97" name="Google Shape;297;p4"/>
            <p:cNvSpPr/>
            <p:nvPr/>
          </p:nvSpPr>
          <p:spPr>
            <a:xfrm>
              <a:off x="637605" y="2128151"/>
              <a:ext cx="1668780" cy="738665"/>
            </a:xfrm>
            <a:prstGeom prst="roundRect">
              <a:avLst>
                <a:gd fmla="val 7961" name="adj"/>
              </a:avLst>
            </a:prstGeom>
            <a:solidFill>
              <a:schemeClr val="accent1"/>
            </a:solidFill>
            <a:ln>
              <a:noFill/>
            </a:ln>
            <a:effectLst>
              <a:outerShdw blurRad="381000" rotWithShape="0" algn="ctr" dir="5400000" dist="127000">
                <a:srgbClr val="000000">
                  <a:alpha val="29411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AF6FF"/>
                </a:buClr>
                <a:buSzPts val="2400"/>
                <a:buFont typeface="Poppins"/>
                <a:buNone/>
              </a:pPr>
              <a:r>
                <a:rPr b="1" i="0" lang="es-ES" sz="2400" u="none" cap="none" strike="noStrike">
                  <a:solidFill>
                    <a:srgbClr val="EAF6FF"/>
                  </a:solidFill>
                  <a:latin typeface="Poppins"/>
                  <a:ea typeface="Poppins"/>
                  <a:cs typeface="Poppins"/>
                  <a:sym typeface="Poppins"/>
                </a:rPr>
                <a:t>Inicio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" name="Google Shape;298;p4"/>
            <p:cNvSpPr/>
            <p:nvPr/>
          </p:nvSpPr>
          <p:spPr>
            <a:xfrm>
              <a:off x="637605" y="3429000"/>
              <a:ext cx="2603370" cy="934930"/>
            </a:xfrm>
            <a:prstGeom prst="roundRect">
              <a:avLst>
                <a:gd fmla="val 7961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C0FF"/>
                </a:buClr>
                <a:buSzPts val="2400"/>
                <a:buFont typeface="Poppins"/>
                <a:buNone/>
              </a:pPr>
              <a:r>
                <a:rPr b="1" i="0" lang="es-ES" sz="2400" u="none" cap="none" strike="noStrike">
                  <a:solidFill>
                    <a:srgbClr val="00C0FF"/>
                  </a:solidFill>
                  <a:latin typeface="Poppins"/>
                  <a:ea typeface="Poppins"/>
                  <a:cs typeface="Poppins"/>
                  <a:sym typeface="Poppins"/>
                </a:rPr>
                <a:t>Instrucción 1</a:t>
              </a:r>
              <a:endParaRPr b="1" i="0" sz="2400" u="none" cap="none" strike="noStrike">
                <a:solidFill>
                  <a:srgbClr val="00C0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99" name="Google Shape;299;p4"/>
            <p:cNvSpPr/>
            <p:nvPr/>
          </p:nvSpPr>
          <p:spPr>
            <a:xfrm>
              <a:off x="3464055" y="3429000"/>
              <a:ext cx="2603370" cy="934930"/>
            </a:xfrm>
            <a:prstGeom prst="roundRect">
              <a:avLst>
                <a:gd fmla="val 7961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C0FF"/>
                </a:buClr>
                <a:buSzPts val="2400"/>
                <a:buFont typeface="Poppins"/>
                <a:buNone/>
              </a:pPr>
              <a:r>
                <a:rPr b="1" i="0" lang="es-ES" sz="2400" u="none" cap="none" strike="noStrike">
                  <a:solidFill>
                    <a:srgbClr val="00C0FF"/>
                  </a:solidFill>
                  <a:latin typeface="Poppins"/>
                  <a:ea typeface="Poppins"/>
                  <a:cs typeface="Poppins"/>
                  <a:sym typeface="Poppins"/>
                </a:rPr>
                <a:t>Instrucción 2</a:t>
              </a:r>
              <a:endParaRPr b="1" i="0" sz="2400" u="none" cap="none" strike="noStrike">
                <a:solidFill>
                  <a:srgbClr val="00C0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00" name="Google Shape;300;p4"/>
            <p:cNvSpPr/>
            <p:nvPr/>
          </p:nvSpPr>
          <p:spPr>
            <a:xfrm>
              <a:off x="6290505" y="3429000"/>
              <a:ext cx="2603370" cy="934930"/>
            </a:xfrm>
            <a:prstGeom prst="roundRect">
              <a:avLst>
                <a:gd fmla="val 7961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C0FF"/>
                </a:buClr>
                <a:buSzPts val="2400"/>
                <a:buFont typeface="Poppins"/>
                <a:buNone/>
              </a:pPr>
              <a:r>
                <a:rPr b="1" i="0" lang="es-ES" sz="2400" u="none" cap="none" strike="noStrike">
                  <a:solidFill>
                    <a:srgbClr val="00C0FF"/>
                  </a:solidFill>
                  <a:latin typeface="Poppins"/>
                  <a:ea typeface="Poppins"/>
                  <a:cs typeface="Poppins"/>
                  <a:sym typeface="Poppins"/>
                </a:rPr>
                <a:t>Instrucción 3</a:t>
              </a:r>
              <a:endParaRPr b="1" i="0" sz="2400" u="none" cap="none" strike="noStrike">
                <a:solidFill>
                  <a:srgbClr val="00C0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01" name="Google Shape;301;p4"/>
            <p:cNvSpPr/>
            <p:nvPr/>
          </p:nvSpPr>
          <p:spPr>
            <a:xfrm>
              <a:off x="9116955" y="3429000"/>
              <a:ext cx="2603370" cy="934930"/>
            </a:xfrm>
            <a:prstGeom prst="roundRect">
              <a:avLst>
                <a:gd fmla="val 7961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C0FF"/>
                </a:buClr>
                <a:buSzPts val="2400"/>
                <a:buFont typeface="Poppins"/>
                <a:buNone/>
              </a:pPr>
              <a:r>
                <a:rPr b="1" i="0" lang="es-ES" sz="2400" u="none" cap="none" strike="noStrike">
                  <a:solidFill>
                    <a:srgbClr val="00C0FF"/>
                  </a:solidFill>
                  <a:latin typeface="Poppins"/>
                  <a:ea typeface="Poppins"/>
                  <a:cs typeface="Poppins"/>
                  <a:sym typeface="Poppins"/>
                </a:rPr>
                <a:t>Instrucción 4</a:t>
              </a:r>
              <a:endParaRPr b="1" i="0" sz="2400" u="none" cap="none" strike="noStrike">
                <a:solidFill>
                  <a:srgbClr val="00C0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02" name="Google Shape;302;p4"/>
            <p:cNvSpPr/>
            <p:nvPr/>
          </p:nvSpPr>
          <p:spPr>
            <a:xfrm>
              <a:off x="10051545" y="4859915"/>
              <a:ext cx="1668780" cy="738665"/>
            </a:xfrm>
            <a:prstGeom prst="roundRect">
              <a:avLst>
                <a:gd fmla="val 7961" name="adj"/>
              </a:avLst>
            </a:prstGeom>
            <a:solidFill>
              <a:schemeClr val="accent1"/>
            </a:solidFill>
            <a:ln>
              <a:noFill/>
            </a:ln>
            <a:effectLst>
              <a:outerShdw blurRad="381000" rotWithShape="0" algn="ctr" dir="5400000" dist="127000">
                <a:srgbClr val="000000">
                  <a:alpha val="29411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AF6FF"/>
                </a:buClr>
                <a:buSzPts val="2400"/>
                <a:buFont typeface="Poppins"/>
                <a:buNone/>
              </a:pPr>
              <a:r>
                <a:rPr b="1" i="0" lang="es-ES" sz="2400" u="none" cap="none" strike="noStrike">
                  <a:solidFill>
                    <a:srgbClr val="EAF6FF"/>
                  </a:solidFill>
                  <a:latin typeface="Poppins"/>
                  <a:ea typeface="Poppins"/>
                  <a:cs typeface="Poppins"/>
                  <a:sym typeface="Poppins"/>
                </a:rPr>
                <a:t>Fin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03" name="Google Shape;303;p4"/>
            <p:cNvCxnSpPr>
              <a:stCxn id="297" idx="2"/>
            </p:cNvCxnSpPr>
            <p:nvPr/>
          </p:nvCxnSpPr>
          <p:spPr>
            <a:xfrm>
              <a:off x="1471995" y="2866816"/>
              <a:ext cx="0" cy="562200"/>
            </a:xfrm>
            <a:prstGeom prst="straightConnector1">
              <a:avLst/>
            </a:prstGeom>
            <a:noFill/>
            <a:ln cap="flat" cmpd="sng" w="57150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04" name="Google Shape;304;p4"/>
            <p:cNvCxnSpPr>
              <a:stCxn id="298" idx="3"/>
              <a:endCxn id="299" idx="1"/>
            </p:cNvCxnSpPr>
            <p:nvPr/>
          </p:nvCxnSpPr>
          <p:spPr>
            <a:xfrm>
              <a:off x="3240975" y="3896465"/>
              <a:ext cx="223200" cy="0"/>
            </a:xfrm>
            <a:prstGeom prst="straightConnector1">
              <a:avLst/>
            </a:prstGeom>
            <a:noFill/>
            <a:ln cap="flat" cmpd="sng" w="57150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05" name="Google Shape;305;p4"/>
            <p:cNvCxnSpPr>
              <a:stCxn id="299" idx="3"/>
              <a:endCxn id="300" idx="1"/>
            </p:cNvCxnSpPr>
            <p:nvPr/>
          </p:nvCxnSpPr>
          <p:spPr>
            <a:xfrm>
              <a:off x="6067425" y="3896465"/>
              <a:ext cx="223200" cy="0"/>
            </a:xfrm>
            <a:prstGeom prst="straightConnector1">
              <a:avLst/>
            </a:prstGeom>
            <a:noFill/>
            <a:ln cap="flat" cmpd="sng" w="57150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06" name="Google Shape;306;p4"/>
            <p:cNvCxnSpPr>
              <a:stCxn id="300" idx="3"/>
              <a:endCxn id="301" idx="1"/>
            </p:cNvCxnSpPr>
            <p:nvPr/>
          </p:nvCxnSpPr>
          <p:spPr>
            <a:xfrm>
              <a:off x="8893875" y="3896465"/>
              <a:ext cx="223200" cy="0"/>
            </a:xfrm>
            <a:prstGeom prst="straightConnector1">
              <a:avLst/>
            </a:prstGeom>
            <a:noFill/>
            <a:ln cap="flat" cmpd="sng" w="57150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07" name="Google Shape;307;p4"/>
            <p:cNvCxnSpPr>
              <a:endCxn id="302" idx="0"/>
            </p:cNvCxnSpPr>
            <p:nvPr/>
          </p:nvCxnSpPr>
          <p:spPr>
            <a:xfrm>
              <a:off x="10885935" y="4364015"/>
              <a:ext cx="0" cy="495900"/>
            </a:xfrm>
            <a:prstGeom prst="straightConnector1">
              <a:avLst/>
            </a:prstGeom>
            <a:noFill/>
            <a:ln cap="flat" cmpd="sng" w="57150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sp>
        <p:nvSpPr>
          <p:cNvPr id="308" name="Google Shape;308;p4"/>
          <p:cNvSpPr/>
          <p:nvPr/>
        </p:nvSpPr>
        <p:spPr>
          <a:xfrm>
            <a:off x="2823212" y="1860143"/>
            <a:ext cx="8897113" cy="1274679"/>
          </a:xfrm>
          <a:prstGeom prst="roundRect">
            <a:avLst>
              <a:gd fmla="val 11619" name="adj"/>
            </a:avLst>
          </a:prstGeom>
          <a:solidFill>
            <a:srgbClr val="FFFFFF"/>
          </a:solidFill>
          <a:ln>
            <a:noFill/>
          </a:ln>
        </p:spPr>
        <p:txBody>
          <a:bodyPr anchorCtr="1" anchor="ctr" bIns="0" lIns="252000" spcFirstLastPara="1" rIns="2520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Hasta ahora, los programas que hemos escrito comienzan al principio, y terminan al final.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5"/>
          <p:cNvSpPr txBox="1"/>
          <p:nvPr/>
        </p:nvSpPr>
        <p:spPr>
          <a:xfrm>
            <a:off x="1112989" y="615954"/>
            <a:ext cx="1381147" cy="3016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ES" sz="12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03.1: Ciclos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5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ES"/>
              <a:t>Programas lineales</a:t>
            </a:r>
            <a:endParaRPr/>
          </a:p>
        </p:txBody>
      </p:sp>
      <p:grpSp>
        <p:nvGrpSpPr>
          <p:cNvPr id="315" name="Google Shape;315;p5"/>
          <p:cNvGrpSpPr/>
          <p:nvPr/>
        </p:nvGrpSpPr>
        <p:grpSpPr>
          <a:xfrm>
            <a:off x="637605" y="2128151"/>
            <a:ext cx="11208702" cy="4059709"/>
            <a:chOff x="637605" y="2128151"/>
            <a:chExt cx="11208702" cy="4059709"/>
          </a:xfrm>
        </p:grpSpPr>
        <p:sp>
          <p:nvSpPr>
            <p:cNvPr id="316" name="Google Shape;316;p5"/>
            <p:cNvSpPr txBox="1"/>
            <p:nvPr/>
          </p:nvSpPr>
          <p:spPr>
            <a:xfrm>
              <a:off x="1647378" y="2304632"/>
              <a:ext cx="65" cy="14773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000"/>
                <a:buFont typeface="Poppins"/>
                <a:buNone/>
              </a:pPr>
              <a:r>
                <a:t/>
              </a:r>
              <a:endParaRPr b="1" i="0" sz="8000" u="none" cap="none" strike="noStrike">
                <a:solidFill>
                  <a:srgbClr val="00C0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17" name="Google Shape;317;p5"/>
            <p:cNvSpPr/>
            <p:nvPr/>
          </p:nvSpPr>
          <p:spPr>
            <a:xfrm>
              <a:off x="637605" y="2128151"/>
              <a:ext cx="1668780" cy="738665"/>
            </a:xfrm>
            <a:prstGeom prst="roundRect">
              <a:avLst>
                <a:gd fmla="val 7961" name="adj"/>
              </a:avLst>
            </a:prstGeom>
            <a:solidFill>
              <a:schemeClr val="accent1"/>
            </a:solidFill>
            <a:ln>
              <a:noFill/>
            </a:ln>
            <a:effectLst>
              <a:outerShdw blurRad="381000" rotWithShape="0" algn="ctr" dir="5400000" dist="127000">
                <a:srgbClr val="000000">
                  <a:alpha val="29411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AF6FF"/>
                </a:buClr>
                <a:buSzPts val="2400"/>
                <a:buFont typeface="Poppins"/>
                <a:buNone/>
              </a:pPr>
              <a:r>
                <a:rPr b="1" i="0" lang="es-ES" sz="2400" u="none" cap="none" strike="noStrike">
                  <a:solidFill>
                    <a:srgbClr val="EAF6FF"/>
                  </a:solidFill>
                  <a:latin typeface="Poppins"/>
                  <a:ea typeface="Poppins"/>
                  <a:cs typeface="Poppins"/>
                  <a:sym typeface="Poppins"/>
                </a:rPr>
                <a:t>Inicio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318;p5"/>
            <p:cNvSpPr/>
            <p:nvPr/>
          </p:nvSpPr>
          <p:spPr>
            <a:xfrm>
              <a:off x="637605" y="3429000"/>
              <a:ext cx="2603370" cy="934930"/>
            </a:xfrm>
            <a:prstGeom prst="roundRect">
              <a:avLst>
                <a:gd fmla="val 7961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C0FF"/>
                </a:buClr>
                <a:buSzPts val="2400"/>
                <a:buFont typeface="Poppins"/>
                <a:buNone/>
              </a:pPr>
              <a:r>
                <a:rPr b="1" i="0" lang="es-ES" sz="2400" u="none" cap="none" strike="noStrike">
                  <a:solidFill>
                    <a:srgbClr val="00C0FF"/>
                  </a:solidFill>
                  <a:latin typeface="Poppins"/>
                  <a:ea typeface="Poppins"/>
                  <a:cs typeface="Poppins"/>
                  <a:sym typeface="Poppins"/>
                </a:rPr>
                <a:t>Instrucción 1</a:t>
              </a:r>
              <a:endParaRPr b="1" i="0" sz="2400" u="none" cap="none" strike="noStrike">
                <a:solidFill>
                  <a:srgbClr val="00C0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19" name="Google Shape;319;p5"/>
            <p:cNvSpPr/>
            <p:nvPr/>
          </p:nvSpPr>
          <p:spPr>
            <a:xfrm>
              <a:off x="3464055" y="3429000"/>
              <a:ext cx="2603370" cy="934930"/>
            </a:xfrm>
            <a:prstGeom prst="roundRect">
              <a:avLst>
                <a:gd fmla="val 7961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C0FF"/>
                </a:buClr>
                <a:buSzPts val="2400"/>
                <a:buFont typeface="Poppins"/>
                <a:buNone/>
              </a:pPr>
              <a:r>
                <a:rPr b="1" i="0" lang="es-ES" sz="2400" u="none" cap="none" strike="noStrike">
                  <a:solidFill>
                    <a:srgbClr val="00C0FF"/>
                  </a:solidFill>
                  <a:latin typeface="Poppins"/>
                  <a:ea typeface="Poppins"/>
                  <a:cs typeface="Poppins"/>
                  <a:sym typeface="Poppins"/>
                </a:rPr>
                <a:t>Instrucción 2</a:t>
              </a:r>
              <a:endParaRPr b="1" i="0" sz="2400" u="none" cap="none" strike="noStrike">
                <a:solidFill>
                  <a:srgbClr val="00C0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20" name="Google Shape;320;p5"/>
            <p:cNvSpPr/>
            <p:nvPr/>
          </p:nvSpPr>
          <p:spPr>
            <a:xfrm>
              <a:off x="6839145" y="5252930"/>
              <a:ext cx="2603370" cy="934930"/>
            </a:xfrm>
            <a:prstGeom prst="roundRect">
              <a:avLst>
                <a:gd fmla="val 7961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C0FF"/>
                </a:buClr>
                <a:buSzPts val="2400"/>
                <a:buFont typeface="Poppins"/>
                <a:buNone/>
              </a:pPr>
              <a:r>
                <a:rPr b="1" i="0" lang="es-ES" sz="2400" u="none" cap="none" strike="noStrike">
                  <a:solidFill>
                    <a:srgbClr val="00C0FF"/>
                  </a:solidFill>
                  <a:latin typeface="Poppins"/>
                  <a:ea typeface="Poppins"/>
                  <a:cs typeface="Poppins"/>
                  <a:sym typeface="Poppins"/>
                </a:rPr>
                <a:t>Instrucción 4</a:t>
              </a:r>
              <a:endParaRPr b="1" i="0" sz="2400" u="none" cap="none" strike="noStrike">
                <a:solidFill>
                  <a:srgbClr val="00C0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21" name="Google Shape;321;p5"/>
            <p:cNvSpPr/>
            <p:nvPr/>
          </p:nvSpPr>
          <p:spPr>
            <a:xfrm>
              <a:off x="9242937" y="3429000"/>
              <a:ext cx="2603370" cy="934930"/>
            </a:xfrm>
            <a:prstGeom prst="roundRect">
              <a:avLst>
                <a:gd fmla="val 7961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C0FF"/>
                </a:buClr>
                <a:buSzPts val="2400"/>
                <a:buFont typeface="Poppins"/>
                <a:buNone/>
              </a:pPr>
              <a:r>
                <a:rPr b="1" i="0" lang="es-ES" sz="2400" u="none" cap="none" strike="noStrike">
                  <a:solidFill>
                    <a:srgbClr val="00C0FF"/>
                  </a:solidFill>
                  <a:latin typeface="Poppins"/>
                  <a:ea typeface="Poppins"/>
                  <a:cs typeface="Poppins"/>
                  <a:sym typeface="Poppins"/>
                </a:rPr>
                <a:t>Instrucción 3</a:t>
              </a:r>
              <a:endParaRPr b="1" i="0" sz="2400" u="none" cap="none" strike="noStrike">
                <a:solidFill>
                  <a:srgbClr val="00C0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22" name="Google Shape;322;p5"/>
            <p:cNvSpPr/>
            <p:nvPr/>
          </p:nvSpPr>
          <p:spPr>
            <a:xfrm>
              <a:off x="9960105" y="5351062"/>
              <a:ext cx="1668780" cy="738665"/>
            </a:xfrm>
            <a:prstGeom prst="roundRect">
              <a:avLst>
                <a:gd fmla="val 7961" name="adj"/>
              </a:avLst>
            </a:prstGeom>
            <a:solidFill>
              <a:schemeClr val="accent1"/>
            </a:solidFill>
            <a:ln>
              <a:noFill/>
            </a:ln>
            <a:effectLst>
              <a:outerShdw blurRad="381000" rotWithShape="0" algn="ctr" dir="5400000" dist="127000">
                <a:srgbClr val="000000">
                  <a:alpha val="29411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AF6FF"/>
                </a:buClr>
                <a:buSzPts val="2400"/>
                <a:buFont typeface="Poppins"/>
                <a:buNone/>
              </a:pPr>
              <a:r>
                <a:rPr b="1" i="0" lang="es-ES" sz="2400" u="none" cap="none" strike="noStrike">
                  <a:solidFill>
                    <a:srgbClr val="EAF6FF"/>
                  </a:solidFill>
                  <a:latin typeface="Poppins"/>
                  <a:ea typeface="Poppins"/>
                  <a:cs typeface="Poppins"/>
                  <a:sym typeface="Poppins"/>
                </a:rPr>
                <a:t>Fin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23" name="Google Shape;323;p5"/>
            <p:cNvCxnSpPr>
              <a:stCxn id="317" idx="2"/>
            </p:cNvCxnSpPr>
            <p:nvPr/>
          </p:nvCxnSpPr>
          <p:spPr>
            <a:xfrm>
              <a:off x="1471995" y="2866816"/>
              <a:ext cx="0" cy="562200"/>
            </a:xfrm>
            <a:prstGeom prst="straightConnector1">
              <a:avLst/>
            </a:prstGeom>
            <a:noFill/>
            <a:ln cap="flat" cmpd="sng" w="57150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24" name="Google Shape;324;p5"/>
            <p:cNvCxnSpPr>
              <a:stCxn id="318" idx="3"/>
              <a:endCxn id="319" idx="1"/>
            </p:cNvCxnSpPr>
            <p:nvPr/>
          </p:nvCxnSpPr>
          <p:spPr>
            <a:xfrm>
              <a:off x="3240975" y="3896465"/>
              <a:ext cx="223200" cy="0"/>
            </a:xfrm>
            <a:prstGeom prst="straightConnector1">
              <a:avLst/>
            </a:prstGeom>
            <a:noFill/>
            <a:ln cap="flat" cmpd="sng" w="57150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25" name="Google Shape;325;p5"/>
            <p:cNvCxnSpPr>
              <a:stCxn id="319" idx="3"/>
              <a:endCxn id="326" idx="1"/>
            </p:cNvCxnSpPr>
            <p:nvPr/>
          </p:nvCxnSpPr>
          <p:spPr>
            <a:xfrm>
              <a:off x="6067425" y="3896465"/>
              <a:ext cx="280500" cy="0"/>
            </a:xfrm>
            <a:prstGeom prst="straightConnector1">
              <a:avLst/>
            </a:prstGeom>
            <a:noFill/>
            <a:ln cap="flat" cmpd="sng" w="57150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27" name="Google Shape;327;p5"/>
            <p:cNvCxnSpPr>
              <a:stCxn id="326" idx="3"/>
              <a:endCxn id="321" idx="1"/>
            </p:cNvCxnSpPr>
            <p:nvPr/>
          </p:nvCxnSpPr>
          <p:spPr>
            <a:xfrm>
              <a:off x="8951027" y="3896465"/>
              <a:ext cx="291900" cy="0"/>
            </a:xfrm>
            <a:prstGeom prst="straightConnector1">
              <a:avLst/>
            </a:prstGeom>
            <a:noFill/>
            <a:ln cap="flat" cmpd="sng" w="57150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28" name="Google Shape;328;p5"/>
            <p:cNvCxnSpPr>
              <a:endCxn id="322" idx="0"/>
            </p:cNvCxnSpPr>
            <p:nvPr/>
          </p:nvCxnSpPr>
          <p:spPr>
            <a:xfrm>
              <a:off x="10794495" y="4364062"/>
              <a:ext cx="0" cy="987000"/>
            </a:xfrm>
            <a:prstGeom prst="straightConnector1">
              <a:avLst/>
            </a:prstGeom>
            <a:noFill/>
            <a:ln cap="flat" cmpd="sng" w="57150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sp>
        <p:nvSpPr>
          <p:cNvPr id="329" name="Google Shape;329;p5"/>
          <p:cNvSpPr/>
          <p:nvPr/>
        </p:nvSpPr>
        <p:spPr>
          <a:xfrm>
            <a:off x="2823212" y="1860144"/>
            <a:ext cx="8897113" cy="830192"/>
          </a:xfrm>
          <a:prstGeom prst="roundRect">
            <a:avLst>
              <a:gd fmla="val 11619" name="adj"/>
            </a:avLst>
          </a:prstGeom>
          <a:solidFill>
            <a:srgbClr val="FFFFFF"/>
          </a:solidFill>
          <a:ln>
            <a:noFill/>
          </a:ln>
        </p:spPr>
        <p:txBody>
          <a:bodyPr anchorCtr="1" anchor="ctr" bIns="0" lIns="252000" spcFirstLastPara="1" rIns="2520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Incluso si usamos condicionales, los programas son igual de lineales.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5"/>
          <p:cNvSpPr/>
          <p:nvPr/>
        </p:nvSpPr>
        <p:spPr>
          <a:xfrm>
            <a:off x="6347849" y="3007465"/>
            <a:ext cx="2603178" cy="1778000"/>
          </a:xfrm>
          <a:prstGeom prst="diamond">
            <a:avLst/>
          </a:prstGeom>
          <a:solidFill>
            <a:srgbClr val="FFFFFF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C0FF"/>
              </a:buClr>
              <a:buSzPts val="1800"/>
              <a:buFont typeface="Poppins"/>
              <a:buNone/>
            </a:pPr>
            <a:r>
              <a:rPr b="1" i="0" lang="es-ES" sz="1800" u="none" cap="none" strike="noStrike">
                <a:solidFill>
                  <a:srgbClr val="00C0FF"/>
                </a:solidFill>
                <a:latin typeface="Poppins"/>
                <a:ea typeface="Poppins"/>
                <a:cs typeface="Poppins"/>
                <a:sym typeface="Poppins"/>
              </a:rPr>
              <a:t>¿cumple la condición?</a:t>
            </a:r>
            <a:endParaRPr b="1" i="0" sz="1800" u="none" cap="none" strike="noStrike">
              <a:solidFill>
                <a:srgbClr val="00C0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330" name="Google Shape;330;p5"/>
          <p:cNvCxnSpPr>
            <a:stCxn id="326" idx="2"/>
          </p:cNvCxnSpPr>
          <p:nvPr/>
        </p:nvCxnSpPr>
        <p:spPr>
          <a:xfrm>
            <a:off x="7649438" y="4785465"/>
            <a:ext cx="0" cy="46740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31" name="Google Shape;331;p5"/>
          <p:cNvCxnSpPr>
            <a:stCxn id="320" idx="3"/>
            <a:endCxn id="322" idx="1"/>
          </p:cNvCxnSpPr>
          <p:nvPr/>
        </p:nvCxnSpPr>
        <p:spPr>
          <a:xfrm>
            <a:off x="9442515" y="5720395"/>
            <a:ext cx="517500" cy="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32" name="Google Shape;332;p5"/>
          <p:cNvSpPr txBox="1"/>
          <p:nvPr/>
        </p:nvSpPr>
        <p:spPr>
          <a:xfrm>
            <a:off x="8591712" y="3310979"/>
            <a:ext cx="639739" cy="4269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C0FF"/>
              </a:buClr>
              <a:buSzPts val="1800"/>
              <a:buFont typeface="Poppins"/>
              <a:buNone/>
            </a:pPr>
            <a:r>
              <a:rPr b="1" i="0" lang="es-ES" sz="1800" u="none" cap="none" strike="noStrike">
                <a:solidFill>
                  <a:srgbClr val="00C0FF"/>
                </a:solidFill>
                <a:latin typeface="Poppins"/>
                <a:ea typeface="Poppins"/>
                <a:cs typeface="Poppins"/>
                <a:sym typeface="Poppins"/>
              </a:rPr>
              <a:t>SI</a:t>
            </a:r>
            <a:endParaRPr b="1" i="0" sz="1800" u="none" cap="none" strike="noStrike">
              <a:solidFill>
                <a:srgbClr val="00C0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33" name="Google Shape;333;p5"/>
          <p:cNvSpPr txBox="1"/>
          <p:nvPr/>
        </p:nvSpPr>
        <p:spPr>
          <a:xfrm>
            <a:off x="7660493" y="4732380"/>
            <a:ext cx="639739" cy="4269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C0FF"/>
              </a:buClr>
              <a:buSzPts val="1800"/>
              <a:buFont typeface="Poppins"/>
              <a:buNone/>
            </a:pPr>
            <a:r>
              <a:rPr b="1" i="0" lang="es-ES" sz="1800" u="none" cap="none" strike="noStrike">
                <a:solidFill>
                  <a:srgbClr val="00C0FF"/>
                </a:solidFill>
                <a:latin typeface="Poppins"/>
                <a:ea typeface="Poppins"/>
                <a:cs typeface="Poppins"/>
                <a:sym typeface="Poppins"/>
              </a:rPr>
              <a:t>NO</a:t>
            </a:r>
            <a:endParaRPr b="1" i="0" sz="1800" u="none" cap="none" strike="noStrike">
              <a:solidFill>
                <a:srgbClr val="00C0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6"/>
          <p:cNvSpPr/>
          <p:nvPr/>
        </p:nvSpPr>
        <p:spPr>
          <a:xfrm>
            <a:off x="6186246" y="3541721"/>
            <a:ext cx="5638338" cy="1996419"/>
          </a:xfrm>
          <a:prstGeom prst="roundRect">
            <a:avLst>
              <a:gd fmla="val 7961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t" bIns="0" lIns="180000" spcFirstLastPara="1" rIns="468000" wrap="square" tIns="360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C0FF"/>
              </a:buClr>
              <a:buSzPts val="2000"/>
              <a:buFont typeface="Poppins"/>
              <a:buNone/>
            </a:pPr>
            <a:r>
              <a:rPr b="1" i="0" lang="es-ES" sz="2000" u="none" cap="none" strike="noStrike">
                <a:solidFill>
                  <a:srgbClr val="00C0FF"/>
                </a:solidFill>
                <a:latin typeface="Poppins"/>
                <a:ea typeface="Poppins"/>
                <a:cs typeface="Poppins"/>
                <a:sym typeface="Poppins"/>
              </a:rPr>
              <a:t>Repetir 5 veces</a:t>
            </a:r>
            <a:endParaRPr b="1" i="0" sz="2000" u="none" cap="none" strike="noStrike">
              <a:solidFill>
                <a:srgbClr val="00C0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39" name="Google Shape;339;p6"/>
          <p:cNvSpPr txBox="1"/>
          <p:nvPr/>
        </p:nvSpPr>
        <p:spPr>
          <a:xfrm>
            <a:off x="1112989" y="615954"/>
            <a:ext cx="1381147" cy="3016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ES" sz="12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03.1: Ciclos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6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ES"/>
              <a:t>Repeticiones</a:t>
            </a:r>
            <a:endParaRPr/>
          </a:p>
        </p:txBody>
      </p:sp>
      <p:grpSp>
        <p:nvGrpSpPr>
          <p:cNvPr id="341" name="Google Shape;341;p6"/>
          <p:cNvGrpSpPr/>
          <p:nvPr/>
        </p:nvGrpSpPr>
        <p:grpSpPr>
          <a:xfrm>
            <a:off x="637605" y="2771617"/>
            <a:ext cx="11082720" cy="3617910"/>
            <a:chOff x="637605" y="2128151"/>
            <a:chExt cx="11082720" cy="3617910"/>
          </a:xfrm>
        </p:grpSpPr>
        <p:sp>
          <p:nvSpPr>
            <p:cNvPr id="342" name="Google Shape;342;p6"/>
            <p:cNvSpPr txBox="1"/>
            <p:nvPr/>
          </p:nvSpPr>
          <p:spPr>
            <a:xfrm>
              <a:off x="1647378" y="2304632"/>
              <a:ext cx="65" cy="14773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000"/>
                <a:buFont typeface="Poppins"/>
                <a:buNone/>
              </a:pPr>
              <a:r>
                <a:t/>
              </a:r>
              <a:endParaRPr b="1" i="0" sz="8000" u="none" cap="none" strike="noStrike">
                <a:solidFill>
                  <a:srgbClr val="00C0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43" name="Google Shape;343;p6"/>
            <p:cNvSpPr/>
            <p:nvPr/>
          </p:nvSpPr>
          <p:spPr>
            <a:xfrm>
              <a:off x="637605" y="2128151"/>
              <a:ext cx="1668780" cy="738665"/>
            </a:xfrm>
            <a:prstGeom prst="roundRect">
              <a:avLst>
                <a:gd fmla="val 7961" name="adj"/>
              </a:avLst>
            </a:prstGeom>
            <a:solidFill>
              <a:schemeClr val="accent1"/>
            </a:solidFill>
            <a:ln>
              <a:noFill/>
            </a:ln>
            <a:effectLst>
              <a:outerShdw blurRad="381000" rotWithShape="0" algn="ctr" dir="5400000" dist="127000">
                <a:srgbClr val="000000">
                  <a:alpha val="29411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AF6FF"/>
                </a:buClr>
                <a:buSzPts val="2400"/>
                <a:buFont typeface="Poppins"/>
                <a:buNone/>
              </a:pPr>
              <a:r>
                <a:rPr b="1" i="0" lang="es-ES" sz="2400" u="none" cap="none" strike="noStrike">
                  <a:solidFill>
                    <a:srgbClr val="EAF6FF"/>
                  </a:solidFill>
                  <a:latin typeface="Poppins"/>
                  <a:ea typeface="Poppins"/>
                  <a:cs typeface="Poppins"/>
                  <a:sym typeface="Poppins"/>
                </a:rPr>
                <a:t>Inicio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" name="Google Shape;344;p6"/>
            <p:cNvSpPr/>
            <p:nvPr/>
          </p:nvSpPr>
          <p:spPr>
            <a:xfrm>
              <a:off x="637605" y="3429000"/>
              <a:ext cx="2603370" cy="934930"/>
            </a:xfrm>
            <a:prstGeom prst="roundRect">
              <a:avLst>
                <a:gd fmla="val 7961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C0FF"/>
                </a:buClr>
                <a:buSzPts val="2400"/>
                <a:buFont typeface="Poppins"/>
                <a:buNone/>
              </a:pPr>
              <a:r>
                <a:rPr b="1" i="0" lang="es-ES" sz="2400" u="none" cap="none" strike="noStrike">
                  <a:solidFill>
                    <a:srgbClr val="00C0FF"/>
                  </a:solidFill>
                  <a:latin typeface="Poppins"/>
                  <a:ea typeface="Poppins"/>
                  <a:cs typeface="Poppins"/>
                  <a:sym typeface="Poppins"/>
                </a:rPr>
                <a:t>Instrucción 1</a:t>
              </a:r>
              <a:endParaRPr b="1" i="0" sz="2400" u="none" cap="none" strike="noStrike">
                <a:solidFill>
                  <a:srgbClr val="00C0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45" name="Google Shape;345;p6"/>
            <p:cNvSpPr/>
            <p:nvPr/>
          </p:nvSpPr>
          <p:spPr>
            <a:xfrm>
              <a:off x="3464055" y="3429000"/>
              <a:ext cx="2603370" cy="934930"/>
            </a:xfrm>
            <a:prstGeom prst="roundRect">
              <a:avLst>
                <a:gd fmla="val 7961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C0FF"/>
                </a:buClr>
                <a:buSzPts val="2400"/>
                <a:buFont typeface="Poppins"/>
                <a:buNone/>
              </a:pPr>
              <a:r>
                <a:rPr b="1" i="0" lang="es-ES" sz="2400" u="none" cap="none" strike="noStrike">
                  <a:solidFill>
                    <a:srgbClr val="00C0FF"/>
                  </a:solidFill>
                  <a:latin typeface="Poppins"/>
                  <a:ea typeface="Poppins"/>
                  <a:cs typeface="Poppins"/>
                  <a:sym typeface="Poppins"/>
                </a:rPr>
                <a:t>Instrucción 2</a:t>
              </a:r>
              <a:endParaRPr b="1" i="0" sz="2400" u="none" cap="none" strike="noStrike">
                <a:solidFill>
                  <a:srgbClr val="00C0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46" name="Google Shape;346;p6"/>
            <p:cNvSpPr/>
            <p:nvPr/>
          </p:nvSpPr>
          <p:spPr>
            <a:xfrm>
              <a:off x="6290505" y="3429000"/>
              <a:ext cx="2603370" cy="934930"/>
            </a:xfrm>
            <a:prstGeom prst="roundRect">
              <a:avLst>
                <a:gd fmla="val 7961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C0FF"/>
                </a:buClr>
                <a:buSzPts val="2400"/>
                <a:buFont typeface="Poppins"/>
                <a:buNone/>
              </a:pPr>
              <a:r>
                <a:rPr b="1" i="0" lang="es-ES" sz="2400" u="none" cap="none" strike="noStrike">
                  <a:solidFill>
                    <a:srgbClr val="00C0FF"/>
                  </a:solidFill>
                  <a:latin typeface="Poppins"/>
                  <a:ea typeface="Poppins"/>
                  <a:cs typeface="Poppins"/>
                  <a:sym typeface="Poppins"/>
                </a:rPr>
                <a:t>Instrucción 3</a:t>
              </a:r>
              <a:endParaRPr b="1" i="0" sz="2400" u="none" cap="none" strike="noStrike">
                <a:solidFill>
                  <a:srgbClr val="00C0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47" name="Google Shape;347;p6"/>
            <p:cNvSpPr/>
            <p:nvPr/>
          </p:nvSpPr>
          <p:spPr>
            <a:xfrm>
              <a:off x="9116955" y="3429000"/>
              <a:ext cx="2603370" cy="934930"/>
            </a:xfrm>
            <a:prstGeom prst="roundRect">
              <a:avLst>
                <a:gd fmla="val 7961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C0FF"/>
                </a:buClr>
                <a:buSzPts val="2400"/>
                <a:buFont typeface="Poppins"/>
                <a:buNone/>
              </a:pPr>
              <a:r>
                <a:rPr b="1" i="0" lang="es-ES" sz="2400" u="none" cap="none" strike="noStrike">
                  <a:solidFill>
                    <a:srgbClr val="00C0FF"/>
                  </a:solidFill>
                  <a:latin typeface="Poppins"/>
                  <a:ea typeface="Poppins"/>
                  <a:cs typeface="Poppins"/>
                  <a:sym typeface="Poppins"/>
                </a:rPr>
                <a:t>Instrucción 4</a:t>
              </a:r>
              <a:endParaRPr b="1" i="0" sz="2400" u="none" cap="none" strike="noStrike">
                <a:solidFill>
                  <a:srgbClr val="00C0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48" name="Google Shape;348;p6"/>
            <p:cNvSpPr/>
            <p:nvPr/>
          </p:nvSpPr>
          <p:spPr>
            <a:xfrm>
              <a:off x="10051545" y="5007396"/>
              <a:ext cx="1668780" cy="738665"/>
            </a:xfrm>
            <a:prstGeom prst="roundRect">
              <a:avLst>
                <a:gd fmla="val 7961" name="adj"/>
              </a:avLst>
            </a:prstGeom>
            <a:solidFill>
              <a:schemeClr val="accent1"/>
            </a:solidFill>
            <a:ln>
              <a:noFill/>
            </a:ln>
            <a:effectLst>
              <a:outerShdw blurRad="381000" rotWithShape="0" algn="ctr" dir="5400000" dist="127000">
                <a:srgbClr val="000000">
                  <a:alpha val="29411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AF6FF"/>
                </a:buClr>
                <a:buSzPts val="2400"/>
                <a:buFont typeface="Poppins"/>
                <a:buNone/>
              </a:pPr>
              <a:r>
                <a:rPr b="1" i="0" lang="es-ES" sz="2400" u="none" cap="none" strike="noStrike">
                  <a:solidFill>
                    <a:srgbClr val="EAF6FF"/>
                  </a:solidFill>
                  <a:latin typeface="Poppins"/>
                  <a:ea typeface="Poppins"/>
                  <a:cs typeface="Poppins"/>
                  <a:sym typeface="Poppins"/>
                </a:rPr>
                <a:t>Fin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49" name="Google Shape;349;p6"/>
            <p:cNvCxnSpPr>
              <a:stCxn id="343" idx="2"/>
            </p:cNvCxnSpPr>
            <p:nvPr/>
          </p:nvCxnSpPr>
          <p:spPr>
            <a:xfrm>
              <a:off x="1471995" y="2866816"/>
              <a:ext cx="0" cy="562200"/>
            </a:xfrm>
            <a:prstGeom prst="straightConnector1">
              <a:avLst/>
            </a:prstGeom>
            <a:noFill/>
            <a:ln cap="flat" cmpd="sng" w="57150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50" name="Google Shape;350;p6"/>
            <p:cNvCxnSpPr>
              <a:stCxn id="344" idx="3"/>
              <a:endCxn id="345" idx="1"/>
            </p:cNvCxnSpPr>
            <p:nvPr/>
          </p:nvCxnSpPr>
          <p:spPr>
            <a:xfrm>
              <a:off x="3240975" y="3896465"/>
              <a:ext cx="223200" cy="0"/>
            </a:xfrm>
            <a:prstGeom prst="straightConnector1">
              <a:avLst/>
            </a:prstGeom>
            <a:noFill/>
            <a:ln cap="flat" cmpd="sng" w="57150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51" name="Google Shape;351;p6"/>
            <p:cNvCxnSpPr>
              <a:stCxn id="345" idx="3"/>
              <a:endCxn id="346" idx="1"/>
            </p:cNvCxnSpPr>
            <p:nvPr/>
          </p:nvCxnSpPr>
          <p:spPr>
            <a:xfrm>
              <a:off x="6067425" y="3896465"/>
              <a:ext cx="223200" cy="0"/>
            </a:xfrm>
            <a:prstGeom prst="straightConnector1">
              <a:avLst/>
            </a:prstGeom>
            <a:noFill/>
            <a:ln cap="flat" cmpd="sng" w="57150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52" name="Google Shape;352;p6"/>
            <p:cNvCxnSpPr>
              <a:stCxn id="346" idx="3"/>
              <a:endCxn id="347" idx="1"/>
            </p:cNvCxnSpPr>
            <p:nvPr/>
          </p:nvCxnSpPr>
          <p:spPr>
            <a:xfrm>
              <a:off x="8893875" y="3896465"/>
              <a:ext cx="223200" cy="0"/>
            </a:xfrm>
            <a:prstGeom prst="straightConnector1">
              <a:avLst/>
            </a:prstGeom>
            <a:noFill/>
            <a:ln cap="flat" cmpd="sng" w="57150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53" name="Google Shape;353;p6"/>
            <p:cNvCxnSpPr>
              <a:endCxn id="348" idx="0"/>
            </p:cNvCxnSpPr>
            <p:nvPr/>
          </p:nvCxnSpPr>
          <p:spPr>
            <a:xfrm>
              <a:off x="10885935" y="4363896"/>
              <a:ext cx="0" cy="643500"/>
            </a:xfrm>
            <a:prstGeom prst="straightConnector1">
              <a:avLst/>
            </a:prstGeom>
            <a:noFill/>
            <a:ln cap="flat" cmpd="sng" w="57150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sp>
        <p:nvSpPr>
          <p:cNvPr id="354" name="Google Shape;354;p6"/>
          <p:cNvSpPr/>
          <p:nvPr/>
        </p:nvSpPr>
        <p:spPr>
          <a:xfrm>
            <a:off x="2823212" y="1860143"/>
            <a:ext cx="8897113" cy="1568856"/>
          </a:xfrm>
          <a:prstGeom prst="roundRect">
            <a:avLst>
              <a:gd fmla="val 11619" name="adj"/>
            </a:avLst>
          </a:prstGeom>
          <a:solidFill>
            <a:srgbClr val="FFFFFF"/>
          </a:solidFill>
          <a:ln>
            <a:noFill/>
          </a:ln>
        </p:spPr>
        <p:txBody>
          <a:bodyPr anchorCtr="1" anchor="ctr" bIns="0" lIns="252000" spcFirstLastPara="1" rIns="2520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Para solucionar muchos de los problemas del mundo real, se necesita una forma de repetir un trozo de código una cierta cantidad de veces, o hasta que una condición se cumpla.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7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ES"/>
              <a:t>El ciclo for</a:t>
            </a:r>
            <a:endParaRPr/>
          </a:p>
        </p:txBody>
      </p:sp>
      <p:sp>
        <p:nvSpPr>
          <p:cNvPr id="360" name="Google Shape;360;p7"/>
          <p:cNvSpPr txBox="1"/>
          <p:nvPr/>
        </p:nvSpPr>
        <p:spPr>
          <a:xfrm>
            <a:off x="1112989" y="615954"/>
            <a:ext cx="1381147" cy="3016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ES" sz="12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03.1: Ciclos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7"/>
          <p:cNvSpPr/>
          <p:nvPr/>
        </p:nvSpPr>
        <p:spPr>
          <a:xfrm>
            <a:off x="1104899" y="1702676"/>
            <a:ext cx="9982202" cy="4931804"/>
          </a:xfrm>
          <a:prstGeom prst="roundRect">
            <a:avLst>
              <a:gd fmla="val 785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504000" spcFirstLastPara="1" rIns="2743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En Python, el ciclo “for” nos permitirá repetir una secuencia de instrucciones una cantidad dada de veces. Su estructura básica es la siguiente: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rgbClr val="4B69C6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i="0" lang="es-ES" sz="24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i </a:t>
            </a:r>
            <a:r>
              <a:rPr b="0" i="0" lang="es-ES" sz="2400" u="none" cap="none" strike="noStrike">
                <a:solidFill>
                  <a:srgbClr val="4B69C6"/>
                </a:solidFill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b="0" i="0" lang="es-ES" sz="24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i="0" lang="es-ES" sz="2400" u="none" cap="none" strike="noStrike">
                <a:solidFill>
                  <a:srgbClr val="AA3731"/>
                </a:solidFill>
                <a:latin typeface="Consolas"/>
                <a:ea typeface="Consolas"/>
                <a:cs typeface="Consolas"/>
                <a:sym typeface="Consolas"/>
              </a:rPr>
              <a:t>range</a:t>
            </a:r>
            <a:r>
              <a:rPr b="0" i="0" lang="es-ES" sz="24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s-ES" sz="24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numero_de_veces</a:t>
            </a:r>
            <a:r>
              <a:rPr b="0" i="0" lang="es-ES" sz="24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):</a:t>
            </a:r>
            <a:endParaRPr b="0" i="0" sz="24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instrucción que se repetirá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instrucción que se repetirá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Las instrucciones se ejecutarán el número de veces correspondiente al valor dentro del </a:t>
            </a:r>
            <a:r>
              <a:rPr b="1" i="0" lang="es-ES" sz="20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range</a:t>
            </a:r>
            <a:r>
              <a:rPr b="0" i="0" lang="es-ES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Y la variable </a:t>
            </a:r>
            <a:r>
              <a:rPr b="1" i="0" lang="es-ES" sz="20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b="0" i="0" lang="es-ES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iterará sobre ese valor, comenzando en </a:t>
            </a:r>
            <a:r>
              <a:rPr b="1" i="0" lang="es-ES" sz="20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b="0" i="0" lang="es-ES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y terminando en </a:t>
            </a:r>
            <a:r>
              <a:rPr b="1" i="0" lang="es-ES" sz="20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numero_de_veces – 1</a:t>
            </a:r>
            <a:r>
              <a:rPr b="0" i="0" lang="es-ES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8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ES"/>
              <a:t>El ciclo for</a:t>
            </a:r>
            <a:endParaRPr/>
          </a:p>
        </p:txBody>
      </p:sp>
      <p:sp>
        <p:nvSpPr>
          <p:cNvPr id="367" name="Google Shape;367;p8"/>
          <p:cNvSpPr txBox="1"/>
          <p:nvPr/>
        </p:nvSpPr>
        <p:spPr>
          <a:xfrm>
            <a:off x="1112989" y="615954"/>
            <a:ext cx="1381147" cy="3016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ES" sz="12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03.1: Ciclos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8"/>
          <p:cNvSpPr/>
          <p:nvPr/>
        </p:nvSpPr>
        <p:spPr>
          <a:xfrm>
            <a:off x="1104899" y="1702676"/>
            <a:ext cx="4107181" cy="2737244"/>
          </a:xfrm>
          <a:prstGeom prst="roundRect">
            <a:avLst>
              <a:gd fmla="val 785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504000" spcFirstLastPara="1" rIns="2743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Veamos un ejemplo: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rgbClr val="4B69C6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i="0" lang="es-ES" sz="24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i </a:t>
            </a:r>
            <a:r>
              <a:rPr b="0" i="0" lang="es-ES" sz="2400" u="none" cap="none" strike="noStrike">
                <a:solidFill>
                  <a:srgbClr val="4B69C6"/>
                </a:solidFill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b="0" i="0" lang="es-ES" sz="24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i="0" lang="es-ES" sz="2400" u="none" cap="none" strike="noStrike">
                <a:solidFill>
                  <a:srgbClr val="AA3731"/>
                </a:solidFill>
                <a:latin typeface="Consolas"/>
                <a:ea typeface="Consolas"/>
                <a:cs typeface="Consolas"/>
                <a:sym typeface="Consolas"/>
              </a:rPr>
              <a:t>range</a:t>
            </a:r>
            <a:r>
              <a:rPr b="0" i="0" lang="es-ES" sz="24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s-ES" sz="2400" u="none" cap="none" strike="noStrik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b="0" i="0" lang="es-ES" sz="24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):</a:t>
            </a:r>
            <a:endParaRPr b="0" i="0" sz="24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1" i="0" lang="es-ES" sz="2400" u="none" cap="none" strike="noStrike">
                <a:solidFill>
                  <a:srgbClr val="AA3731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s-ES" sz="24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s-ES" sz="24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0" i="0" lang="es-ES" sz="24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24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1" i="0" lang="es-ES" sz="2400" u="none" cap="none" strike="noStrike">
                <a:solidFill>
                  <a:srgbClr val="AA3731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s-ES" sz="24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('</a:t>
            </a:r>
            <a:r>
              <a:rPr b="0" i="0" lang="es-ES" sz="2400" u="none" cap="none" strike="noStrike">
                <a:solidFill>
                  <a:srgbClr val="448C27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i="0" lang="es-ES" sz="24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')</a:t>
            </a:r>
            <a:endParaRPr b="0" i="0" sz="24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9" name="Google Shape;369;p8"/>
          <p:cNvSpPr/>
          <p:nvPr/>
        </p:nvSpPr>
        <p:spPr>
          <a:xfrm>
            <a:off x="1112988" y="4715116"/>
            <a:ext cx="9925049" cy="1446924"/>
          </a:xfrm>
          <a:prstGeom prst="roundRect">
            <a:avLst>
              <a:gd fmla="val 1557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504000" spcFirstLastPara="1" rIns="2743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El código dentro del bloque se ejecutará 5 veces.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La variable i tomará valores entre 0 y 4.</a:t>
            </a:r>
            <a:endParaRPr b="0" i="0" sz="20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370" name="Google Shape;370;p8"/>
          <p:cNvGrpSpPr/>
          <p:nvPr/>
        </p:nvGrpSpPr>
        <p:grpSpPr>
          <a:xfrm>
            <a:off x="7957361" y="1901821"/>
            <a:ext cx="2268674" cy="2286000"/>
            <a:chOff x="1351072" y="3890963"/>
            <a:chExt cx="2268674" cy="2286000"/>
          </a:xfrm>
        </p:grpSpPr>
        <p:pic>
          <p:nvPicPr>
            <p:cNvPr id="371" name="Google Shape;371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351072" y="3890963"/>
              <a:ext cx="447675" cy="2286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8"/>
            <p:cNvSpPr/>
            <p:nvPr/>
          </p:nvSpPr>
          <p:spPr>
            <a:xfrm>
              <a:off x="1798744" y="3899309"/>
              <a:ext cx="220553" cy="418278"/>
            </a:xfrm>
            <a:prstGeom prst="rightBrace">
              <a:avLst>
                <a:gd fmla="val 22246" name="adj1"/>
                <a:gd fmla="val 50000" name="adj2"/>
              </a:avLst>
            </a:prstGeom>
            <a:noFill/>
            <a:ln cap="flat" cmpd="sng" w="2857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1" i="0" sz="18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73" name="Google Shape;373;p8"/>
            <p:cNvSpPr/>
            <p:nvPr/>
          </p:nvSpPr>
          <p:spPr>
            <a:xfrm>
              <a:off x="1798745" y="4366336"/>
              <a:ext cx="220553" cy="418278"/>
            </a:xfrm>
            <a:prstGeom prst="rightBrace">
              <a:avLst>
                <a:gd fmla="val 22246" name="adj1"/>
                <a:gd fmla="val 50000" name="adj2"/>
              </a:avLst>
            </a:prstGeom>
            <a:noFill/>
            <a:ln cap="flat" cmpd="sng" w="2857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1" i="0" sz="18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74" name="Google Shape;374;p8"/>
            <p:cNvSpPr/>
            <p:nvPr/>
          </p:nvSpPr>
          <p:spPr>
            <a:xfrm>
              <a:off x="1798745" y="4819314"/>
              <a:ext cx="220553" cy="418278"/>
            </a:xfrm>
            <a:prstGeom prst="rightBrace">
              <a:avLst>
                <a:gd fmla="val 22246" name="adj1"/>
                <a:gd fmla="val 50000" name="adj2"/>
              </a:avLst>
            </a:prstGeom>
            <a:noFill/>
            <a:ln cap="flat" cmpd="sng" w="2857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1" i="0" sz="18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75" name="Google Shape;375;p8"/>
            <p:cNvSpPr/>
            <p:nvPr/>
          </p:nvSpPr>
          <p:spPr>
            <a:xfrm>
              <a:off x="1798745" y="5272292"/>
              <a:ext cx="220553" cy="418278"/>
            </a:xfrm>
            <a:prstGeom prst="rightBrace">
              <a:avLst>
                <a:gd fmla="val 22246" name="adj1"/>
                <a:gd fmla="val 50000" name="adj2"/>
              </a:avLst>
            </a:prstGeom>
            <a:noFill/>
            <a:ln cap="flat" cmpd="sng" w="2857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1" i="0" sz="18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76" name="Google Shape;376;p8"/>
            <p:cNvSpPr/>
            <p:nvPr/>
          </p:nvSpPr>
          <p:spPr>
            <a:xfrm>
              <a:off x="1798744" y="5724997"/>
              <a:ext cx="220553" cy="418278"/>
            </a:xfrm>
            <a:prstGeom prst="rightBrace">
              <a:avLst>
                <a:gd fmla="val 22246" name="adj1"/>
                <a:gd fmla="val 50000" name="adj2"/>
              </a:avLst>
            </a:prstGeom>
            <a:noFill/>
            <a:ln cap="flat" cmpd="sng" w="2857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1" i="0" sz="18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77" name="Google Shape;377;p8"/>
            <p:cNvSpPr txBox="1"/>
            <p:nvPr/>
          </p:nvSpPr>
          <p:spPr>
            <a:xfrm>
              <a:off x="2160692" y="3961818"/>
              <a:ext cx="1390124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s-ES" sz="1800" u="none" cap="none" strike="noStrike">
                  <a:solidFill>
                    <a:schemeClr val="accent1"/>
                  </a:solidFill>
                  <a:latin typeface="Poppins"/>
                  <a:ea typeface="Poppins"/>
                  <a:cs typeface="Poppins"/>
                  <a:sym typeface="Poppins"/>
                </a:rPr>
                <a:t>Iteración 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" name="Google Shape;378;p8"/>
            <p:cNvSpPr txBox="1"/>
            <p:nvPr/>
          </p:nvSpPr>
          <p:spPr>
            <a:xfrm>
              <a:off x="2160692" y="4390809"/>
              <a:ext cx="143500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s-ES" sz="1800" u="none" cap="none" strike="noStrike">
                  <a:solidFill>
                    <a:schemeClr val="accent1"/>
                  </a:solidFill>
                  <a:latin typeface="Poppins"/>
                  <a:ea typeface="Poppins"/>
                  <a:cs typeface="Poppins"/>
                  <a:sym typeface="Poppins"/>
                </a:rPr>
                <a:t>Iteración 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" name="Google Shape;379;p8"/>
            <p:cNvSpPr txBox="1"/>
            <p:nvPr/>
          </p:nvSpPr>
          <p:spPr>
            <a:xfrm>
              <a:off x="2151075" y="4869495"/>
              <a:ext cx="1443024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s-ES" sz="1800" u="none" cap="none" strike="noStrike">
                  <a:solidFill>
                    <a:schemeClr val="accent1"/>
                  </a:solidFill>
                  <a:latin typeface="Poppins"/>
                  <a:ea typeface="Poppins"/>
                  <a:cs typeface="Poppins"/>
                  <a:sym typeface="Poppins"/>
                </a:rPr>
                <a:t>Iteración 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" name="Google Shape;380;p8"/>
            <p:cNvSpPr txBox="1"/>
            <p:nvPr/>
          </p:nvSpPr>
          <p:spPr>
            <a:xfrm>
              <a:off x="2160692" y="5317808"/>
              <a:ext cx="1459054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s-ES" sz="1800" u="none" cap="none" strike="noStrike">
                  <a:solidFill>
                    <a:schemeClr val="accent1"/>
                  </a:solidFill>
                  <a:latin typeface="Poppins"/>
                  <a:ea typeface="Poppins"/>
                  <a:cs typeface="Poppins"/>
                  <a:sym typeface="Poppins"/>
                </a:rPr>
                <a:t>Iteración 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" name="Google Shape;381;p8"/>
            <p:cNvSpPr txBox="1"/>
            <p:nvPr/>
          </p:nvSpPr>
          <p:spPr>
            <a:xfrm>
              <a:off x="2151075" y="5777784"/>
              <a:ext cx="1454244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s-ES" sz="1800" u="none" cap="none" strike="noStrike">
                  <a:solidFill>
                    <a:schemeClr val="accent1"/>
                  </a:solidFill>
                  <a:latin typeface="Poppins"/>
                  <a:ea typeface="Poppins"/>
                  <a:cs typeface="Poppins"/>
                  <a:sym typeface="Poppins"/>
                </a:rPr>
                <a:t>Iteración 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82" name="Google Shape;382;p8"/>
          <p:cNvGrpSpPr/>
          <p:nvPr/>
        </p:nvGrpSpPr>
        <p:grpSpPr>
          <a:xfrm rot="-8100000">
            <a:off x="5927709" y="2633193"/>
            <a:ext cx="966073" cy="965239"/>
            <a:chOff x="6170613" y="1512888"/>
            <a:chExt cx="1838325" cy="1836738"/>
          </a:xfrm>
        </p:grpSpPr>
        <p:sp>
          <p:nvSpPr>
            <p:cNvPr id="383" name="Google Shape;383;p8"/>
            <p:cNvSpPr/>
            <p:nvPr/>
          </p:nvSpPr>
          <p:spPr>
            <a:xfrm>
              <a:off x="6473825" y="1512888"/>
              <a:ext cx="1535113" cy="1535113"/>
            </a:xfrm>
            <a:custGeom>
              <a:rect b="b" l="l" r="r" t="t"/>
              <a:pathLst>
                <a:path extrusionOk="0" h="407" w="407">
                  <a:moveTo>
                    <a:pt x="396" y="197"/>
                  </a:moveTo>
                  <a:cubicBezTo>
                    <a:pt x="210" y="11"/>
                    <a:pt x="210" y="11"/>
                    <a:pt x="210" y="11"/>
                  </a:cubicBezTo>
                  <a:cubicBezTo>
                    <a:pt x="199" y="0"/>
                    <a:pt x="181" y="0"/>
                    <a:pt x="170" y="11"/>
                  </a:cubicBezTo>
                  <a:cubicBezTo>
                    <a:pt x="11" y="170"/>
                    <a:pt x="11" y="170"/>
                    <a:pt x="11" y="170"/>
                  </a:cubicBezTo>
                  <a:cubicBezTo>
                    <a:pt x="0" y="181"/>
                    <a:pt x="0" y="199"/>
                    <a:pt x="11" y="210"/>
                  </a:cubicBezTo>
                  <a:cubicBezTo>
                    <a:pt x="197" y="396"/>
                    <a:pt x="197" y="396"/>
                    <a:pt x="197" y="396"/>
                  </a:cubicBezTo>
                  <a:cubicBezTo>
                    <a:pt x="208" y="407"/>
                    <a:pt x="226" y="407"/>
                    <a:pt x="237" y="396"/>
                  </a:cubicBezTo>
                  <a:cubicBezTo>
                    <a:pt x="396" y="237"/>
                    <a:pt x="396" y="237"/>
                    <a:pt x="396" y="237"/>
                  </a:cubicBezTo>
                  <a:cubicBezTo>
                    <a:pt x="407" y="226"/>
                    <a:pt x="407" y="208"/>
                    <a:pt x="396" y="19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381000" rotWithShape="0" algn="ctr" dir="5400000" dist="127000">
                <a:srgbClr val="000000">
                  <a:alpha val="29411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84" name="Google Shape;384;p8"/>
            <p:cNvSpPr/>
            <p:nvPr/>
          </p:nvSpPr>
          <p:spPr>
            <a:xfrm>
              <a:off x="6170613" y="1617663"/>
              <a:ext cx="1736725" cy="1731963"/>
            </a:xfrm>
            <a:custGeom>
              <a:rect b="b" l="l" r="r" t="t"/>
              <a:pathLst>
                <a:path extrusionOk="0" h="459" w="460">
                  <a:moveTo>
                    <a:pt x="434" y="390"/>
                  </a:moveTo>
                  <a:cubicBezTo>
                    <a:pt x="69" y="25"/>
                    <a:pt x="69" y="25"/>
                    <a:pt x="69" y="25"/>
                  </a:cubicBezTo>
                  <a:cubicBezTo>
                    <a:pt x="44" y="0"/>
                    <a:pt x="0" y="18"/>
                    <a:pt x="0" y="54"/>
                  </a:cubicBezTo>
                  <a:cubicBezTo>
                    <a:pt x="0" y="419"/>
                    <a:pt x="0" y="419"/>
                    <a:pt x="0" y="419"/>
                  </a:cubicBezTo>
                  <a:cubicBezTo>
                    <a:pt x="0" y="441"/>
                    <a:pt x="18" y="459"/>
                    <a:pt x="40" y="459"/>
                  </a:cubicBezTo>
                  <a:cubicBezTo>
                    <a:pt x="406" y="459"/>
                    <a:pt x="406" y="459"/>
                    <a:pt x="406" y="459"/>
                  </a:cubicBezTo>
                  <a:cubicBezTo>
                    <a:pt x="442" y="459"/>
                    <a:pt x="460" y="416"/>
                    <a:pt x="434" y="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381000" rotWithShape="0" algn="ctr" dir="5400000" dist="127000">
                <a:srgbClr val="000000">
                  <a:alpha val="29411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3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9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ES"/>
              <a:t>El ciclo for</a:t>
            </a:r>
            <a:endParaRPr/>
          </a:p>
        </p:txBody>
      </p:sp>
      <p:sp>
        <p:nvSpPr>
          <p:cNvPr id="390" name="Google Shape;390;p9"/>
          <p:cNvSpPr txBox="1"/>
          <p:nvPr/>
        </p:nvSpPr>
        <p:spPr>
          <a:xfrm>
            <a:off x="1112989" y="615954"/>
            <a:ext cx="1381147" cy="3016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ES" sz="12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03.1: Ciclos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9"/>
          <p:cNvSpPr/>
          <p:nvPr/>
        </p:nvSpPr>
        <p:spPr>
          <a:xfrm>
            <a:off x="1104899" y="1702676"/>
            <a:ext cx="9925049" cy="764206"/>
          </a:xfrm>
          <a:prstGeom prst="roundRect">
            <a:avLst>
              <a:gd fmla="val 785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504000" spcFirstLastPara="1" rIns="2743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También puedes modificar el range de esta manera:</a:t>
            </a:r>
            <a:endParaRPr b="0" i="0" sz="20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92" name="Google Shape;392;p9"/>
          <p:cNvSpPr/>
          <p:nvPr/>
        </p:nvSpPr>
        <p:spPr>
          <a:xfrm>
            <a:off x="1104899" y="3956759"/>
            <a:ext cx="9925049" cy="1121791"/>
          </a:xfrm>
          <a:prstGeom prst="roundRect">
            <a:avLst>
              <a:gd fmla="val 1557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504000" spcFirstLastPara="1" rIns="2743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El primer valor del </a:t>
            </a:r>
            <a:r>
              <a:rPr b="1" i="0" lang="es-ES" sz="20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range</a:t>
            </a:r>
            <a:r>
              <a:rPr b="0" i="0" lang="es-ES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indica el inicio, el segundo el fin y el tercero indica cuantos pasos da el iterador </a:t>
            </a:r>
            <a:r>
              <a:rPr b="1" i="0" lang="es-ES" sz="20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b="0" i="0" lang="es-ES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9"/>
          <p:cNvSpPr/>
          <p:nvPr/>
        </p:nvSpPr>
        <p:spPr>
          <a:xfrm>
            <a:off x="1104899" y="2650925"/>
            <a:ext cx="3813609" cy="1121791"/>
          </a:xfrm>
          <a:prstGeom prst="roundRect">
            <a:avLst>
              <a:gd fmla="val 785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504000" spcFirstLastPara="1" rIns="2743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rgbClr val="4B69C6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i="0" lang="es-ES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i </a:t>
            </a:r>
            <a:r>
              <a:rPr b="0" i="0" lang="es-ES" sz="2000" u="none" cap="none" strike="noStrike">
                <a:solidFill>
                  <a:srgbClr val="4B69C6"/>
                </a:solidFill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b="0" i="0" lang="es-ES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i="0" lang="es-ES" sz="2000" u="none" cap="none" strike="noStrike">
                <a:solidFill>
                  <a:srgbClr val="AA3731"/>
                </a:solidFill>
                <a:latin typeface="Consolas"/>
                <a:ea typeface="Consolas"/>
                <a:cs typeface="Consolas"/>
                <a:sym typeface="Consolas"/>
              </a:rPr>
              <a:t>range</a:t>
            </a:r>
            <a:r>
              <a:rPr b="0" i="0" lang="es-ES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s-ES" sz="2000" u="none" cap="none" strike="noStrik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s-ES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i="0" lang="es-ES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s-ES" sz="2000" u="none" cap="none" strike="noStrik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6</a:t>
            </a:r>
            <a:r>
              <a:rPr b="0" i="0" lang="es-ES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):</a:t>
            </a:r>
            <a:endParaRPr b="0" i="0" sz="20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1" i="0" lang="es-ES" sz="2000" u="none" cap="none" strike="noStrike">
                <a:solidFill>
                  <a:srgbClr val="AA3731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s-ES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s-ES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0" i="0" lang="es-ES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20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94" name="Google Shape;394;p9"/>
          <p:cNvSpPr/>
          <p:nvPr/>
        </p:nvSpPr>
        <p:spPr>
          <a:xfrm>
            <a:off x="5800350" y="2650925"/>
            <a:ext cx="4508234" cy="1121791"/>
          </a:xfrm>
          <a:prstGeom prst="roundRect">
            <a:avLst>
              <a:gd fmla="val 785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504000" spcFirstLastPara="1" rIns="2743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rgbClr val="4B69C6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i="0" lang="es-ES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i </a:t>
            </a:r>
            <a:r>
              <a:rPr b="0" i="0" lang="es-ES" sz="2000" u="none" cap="none" strike="noStrike">
                <a:solidFill>
                  <a:srgbClr val="4B69C6"/>
                </a:solidFill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b="0" i="0" lang="es-ES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i="0" lang="es-ES" sz="2000" u="none" cap="none" strike="noStrike">
                <a:solidFill>
                  <a:srgbClr val="AA3731"/>
                </a:solidFill>
                <a:latin typeface="Consolas"/>
                <a:ea typeface="Consolas"/>
                <a:cs typeface="Consolas"/>
                <a:sym typeface="Consolas"/>
              </a:rPr>
              <a:t>range</a:t>
            </a:r>
            <a:r>
              <a:rPr b="0" i="0" lang="es-ES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s-ES" sz="2000" u="none" cap="none" strike="noStrik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s-ES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i="0" lang="es-ES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s-ES" sz="2000" u="none" cap="none" strike="noStrik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9</a:t>
            </a:r>
            <a:r>
              <a:rPr b="0" i="0" lang="es-ES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i="0" lang="es-ES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s-ES" sz="2000" u="none" cap="none" strike="noStrik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0" i="0" lang="es-ES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):</a:t>
            </a:r>
            <a:endParaRPr b="0" i="0" sz="20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1" i="0" lang="es-ES" sz="2000" u="none" cap="none" strike="noStrike">
                <a:solidFill>
                  <a:srgbClr val="AA3731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s-ES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s-ES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0" i="0" lang="es-ES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20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95" name="Google Shape;395;p9"/>
          <p:cNvSpPr/>
          <p:nvPr/>
        </p:nvSpPr>
        <p:spPr>
          <a:xfrm>
            <a:off x="1112989" y="5242706"/>
            <a:ext cx="2938015" cy="1121791"/>
          </a:xfrm>
          <a:prstGeom prst="roundRect">
            <a:avLst>
              <a:gd fmla="val 14488" name="adj"/>
            </a:avLst>
          </a:prstGeom>
          <a:solidFill>
            <a:srgbClr val="FFFFFF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rgbClr val="4B69C6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i="0" lang="es-ES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i </a:t>
            </a:r>
            <a:r>
              <a:rPr b="0" i="0" lang="es-ES" sz="2000" u="none" cap="none" strike="noStrike">
                <a:solidFill>
                  <a:srgbClr val="4B69C6"/>
                </a:solidFill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b="0" i="0" lang="es-ES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i="0" lang="es-ES" sz="2000" u="none" cap="none" strike="noStrike">
                <a:solidFill>
                  <a:srgbClr val="AA3731"/>
                </a:solidFill>
                <a:latin typeface="Consolas"/>
                <a:ea typeface="Consolas"/>
                <a:cs typeface="Consolas"/>
                <a:sym typeface="Consolas"/>
              </a:rPr>
              <a:t>range</a:t>
            </a:r>
            <a:r>
              <a:rPr b="0" i="0" lang="es-ES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s-ES" sz="2000" u="none" cap="none" strike="noStrik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b="0" i="0" lang="es-ES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):</a:t>
            </a:r>
            <a:endParaRPr b="0" i="0" sz="20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1" i="0" lang="es-ES" sz="2000" u="none" cap="none" strike="noStrike">
                <a:solidFill>
                  <a:srgbClr val="AA3731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s-ES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s-ES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0" i="0" lang="es-ES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20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96" name="Google Shape;396;p9"/>
          <p:cNvSpPr/>
          <p:nvPr/>
        </p:nvSpPr>
        <p:spPr>
          <a:xfrm>
            <a:off x="3880884" y="5242705"/>
            <a:ext cx="3583173" cy="1121791"/>
          </a:xfrm>
          <a:prstGeom prst="roundRect">
            <a:avLst>
              <a:gd fmla="val 7853" name="adj"/>
            </a:avLst>
          </a:prstGeom>
          <a:solidFill>
            <a:srgbClr val="FFFFFF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rgbClr val="4B69C6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i="0" lang="es-ES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i </a:t>
            </a:r>
            <a:r>
              <a:rPr b="0" i="0" lang="es-ES" sz="2000" u="none" cap="none" strike="noStrike">
                <a:solidFill>
                  <a:srgbClr val="4B69C6"/>
                </a:solidFill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b="0" i="0" lang="es-ES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i="0" lang="es-ES" sz="2000" u="none" cap="none" strike="noStrike">
                <a:solidFill>
                  <a:srgbClr val="AA3731"/>
                </a:solidFill>
                <a:latin typeface="Consolas"/>
                <a:ea typeface="Consolas"/>
                <a:cs typeface="Consolas"/>
                <a:sym typeface="Consolas"/>
              </a:rPr>
              <a:t>range</a:t>
            </a:r>
            <a:r>
              <a:rPr b="0" i="0" lang="es-ES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s-ES" sz="2000" u="none" cap="none" strike="noStrik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s-ES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i="0" lang="es-ES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s-ES" sz="2000" u="none" cap="none" strike="noStrik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b="0" i="0" lang="es-ES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):</a:t>
            </a:r>
            <a:endParaRPr b="0" i="0" sz="20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1" i="0" lang="es-ES" sz="2000" u="none" cap="none" strike="noStrike">
                <a:solidFill>
                  <a:srgbClr val="AA3731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s-ES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s-ES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0" i="0" lang="es-ES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20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97" name="Google Shape;397;p9"/>
          <p:cNvSpPr/>
          <p:nvPr/>
        </p:nvSpPr>
        <p:spPr>
          <a:xfrm>
            <a:off x="7230139" y="5242704"/>
            <a:ext cx="3799809" cy="1121791"/>
          </a:xfrm>
          <a:prstGeom prst="roundRect">
            <a:avLst>
              <a:gd fmla="val 16383" name="adj"/>
            </a:avLst>
          </a:prstGeom>
          <a:solidFill>
            <a:srgbClr val="FFFFFF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rgbClr val="4B69C6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i="0" lang="es-ES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i </a:t>
            </a:r>
            <a:r>
              <a:rPr b="0" i="0" lang="es-ES" sz="2000" u="none" cap="none" strike="noStrike">
                <a:solidFill>
                  <a:srgbClr val="4B69C6"/>
                </a:solidFill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b="0" i="0" lang="es-ES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i="0" lang="es-ES" sz="2000" u="none" cap="none" strike="noStrike">
                <a:solidFill>
                  <a:srgbClr val="AA3731"/>
                </a:solidFill>
                <a:latin typeface="Consolas"/>
                <a:ea typeface="Consolas"/>
                <a:cs typeface="Consolas"/>
                <a:sym typeface="Consolas"/>
              </a:rPr>
              <a:t>range</a:t>
            </a:r>
            <a:r>
              <a:rPr b="0" i="0" lang="es-ES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s-ES" sz="2000" u="none" cap="none" strike="noStrik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s-ES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i="0" lang="es-ES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s-ES" sz="2000" u="none" cap="none" strike="noStrik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b="0" i="0" lang="es-ES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i="0" lang="es-ES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s-ES" sz="2000" u="none" cap="none" strike="noStrik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s-ES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):</a:t>
            </a:r>
            <a:endParaRPr b="0" i="0" sz="20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1" i="0" lang="es-ES" sz="2000" u="none" cap="none" strike="noStrike">
                <a:solidFill>
                  <a:srgbClr val="AA3731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s-ES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s-ES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0" i="0" lang="es-ES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20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98" name="Google Shape;398;p9"/>
          <p:cNvSpPr/>
          <p:nvPr/>
        </p:nvSpPr>
        <p:spPr>
          <a:xfrm>
            <a:off x="1094356" y="3953148"/>
            <a:ext cx="9925049" cy="1121791"/>
          </a:xfrm>
          <a:prstGeom prst="roundRect">
            <a:avLst>
              <a:gd fmla="val 1557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504000" spcFirstLastPara="1" rIns="2743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Por lo tanto, estas tres notaciones tienen el mismo resultado.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9"/>
          <p:cNvSpPr/>
          <p:nvPr/>
        </p:nvSpPr>
        <p:spPr>
          <a:xfrm>
            <a:off x="5156949" y="2539923"/>
            <a:ext cx="452398" cy="1340183"/>
          </a:xfrm>
          <a:prstGeom prst="roundRect">
            <a:avLst>
              <a:gd fmla="val 11725" name="adj"/>
            </a:avLst>
          </a:prstGeom>
          <a:solidFill>
            <a:srgbClr val="FFFFFF"/>
          </a:solidFill>
          <a:ln>
            <a:noFill/>
          </a:ln>
        </p:spPr>
        <p:txBody>
          <a:bodyPr anchorCtr="1" anchor="ctr" bIns="0" lIns="252000" spcFirstLastPara="1" rIns="252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b="0" i="0" sz="20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b="0" i="0" sz="20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b="0" i="0" sz="20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endParaRPr b="0" i="0" sz="24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400" name="Google Shape;400;p9"/>
          <p:cNvGrpSpPr/>
          <p:nvPr/>
        </p:nvGrpSpPr>
        <p:grpSpPr>
          <a:xfrm rot="-8100000">
            <a:off x="4743575" y="2996441"/>
            <a:ext cx="415894" cy="415535"/>
            <a:chOff x="6170613" y="1512888"/>
            <a:chExt cx="1838325" cy="1836738"/>
          </a:xfrm>
        </p:grpSpPr>
        <p:sp>
          <p:nvSpPr>
            <p:cNvPr id="401" name="Google Shape;401;p9"/>
            <p:cNvSpPr/>
            <p:nvPr/>
          </p:nvSpPr>
          <p:spPr>
            <a:xfrm>
              <a:off x="6473825" y="1512888"/>
              <a:ext cx="1535113" cy="1535113"/>
            </a:xfrm>
            <a:custGeom>
              <a:rect b="b" l="l" r="r" t="t"/>
              <a:pathLst>
                <a:path extrusionOk="0" h="407" w="407">
                  <a:moveTo>
                    <a:pt x="396" y="197"/>
                  </a:moveTo>
                  <a:cubicBezTo>
                    <a:pt x="210" y="11"/>
                    <a:pt x="210" y="11"/>
                    <a:pt x="210" y="11"/>
                  </a:cubicBezTo>
                  <a:cubicBezTo>
                    <a:pt x="199" y="0"/>
                    <a:pt x="181" y="0"/>
                    <a:pt x="170" y="11"/>
                  </a:cubicBezTo>
                  <a:cubicBezTo>
                    <a:pt x="11" y="170"/>
                    <a:pt x="11" y="170"/>
                    <a:pt x="11" y="170"/>
                  </a:cubicBezTo>
                  <a:cubicBezTo>
                    <a:pt x="0" y="181"/>
                    <a:pt x="0" y="199"/>
                    <a:pt x="11" y="210"/>
                  </a:cubicBezTo>
                  <a:cubicBezTo>
                    <a:pt x="197" y="396"/>
                    <a:pt x="197" y="396"/>
                    <a:pt x="197" y="396"/>
                  </a:cubicBezTo>
                  <a:cubicBezTo>
                    <a:pt x="208" y="407"/>
                    <a:pt x="226" y="407"/>
                    <a:pt x="237" y="396"/>
                  </a:cubicBezTo>
                  <a:cubicBezTo>
                    <a:pt x="396" y="237"/>
                    <a:pt x="396" y="237"/>
                    <a:pt x="396" y="237"/>
                  </a:cubicBezTo>
                  <a:cubicBezTo>
                    <a:pt x="407" y="226"/>
                    <a:pt x="407" y="208"/>
                    <a:pt x="396" y="19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381000" rotWithShape="0" algn="ctr" dir="5400000" dist="127000">
                <a:srgbClr val="000000">
                  <a:alpha val="29411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402" name="Google Shape;402;p9"/>
            <p:cNvSpPr/>
            <p:nvPr/>
          </p:nvSpPr>
          <p:spPr>
            <a:xfrm>
              <a:off x="6170613" y="1617663"/>
              <a:ext cx="1736725" cy="1731963"/>
            </a:xfrm>
            <a:custGeom>
              <a:rect b="b" l="l" r="r" t="t"/>
              <a:pathLst>
                <a:path extrusionOk="0" h="459" w="460">
                  <a:moveTo>
                    <a:pt x="434" y="390"/>
                  </a:moveTo>
                  <a:cubicBezTo>
                    <a:pt x="69" y="25"/>
                    <a:pt x="69" y="25"/>
                    <a:pt x="69" y="25"/>
                  </a:cubicBezTo>
                  <a:cubicBezTo>
                    <a:pt x="44" y="0"/>
                    <a:pt x="0" y="18"/>
                    <a:pt x="0" y="54"/>
                  </a:cubicBezTo>
                  <a:cubicBezTo>
                    <a:pt x="0" y="419"/>
                    <a:pt x="0" y="419"/>
                    <a:pt x="0" y="419"/>
                  </a:cubicBezTo>
                  <a:cubicBezTo>
                    <a:pt x="0" y="441"/>
                    <a:pt x="18" y="459"/>
                    <a:pt x="40" y="459"/>
                  </a:cubicBezTo>
                  <a:cubicBezTo>
                    <a:pt x="406" y="459"/>
                    <a:pt x="406" y="459"/>
                    <a:pt x="406" y="459"/>
                  </a:cubicBezTo>
                  <a:cubicBezTo>
                    <a:pt x="442" y="459"/>
                    <a:pt x="460" y="416"/>
                    <a:pt x="434" y="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381000" rotWithShape="0" algn="ctr" dir="5400000" dist="127000">
                <a:srgbClr val="000000">
                  <a:alpha val="29411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403" name="Google Shape;403;p9"/>
          <p:cNvSpPr/>
          <p:nvPr/>
        </p:nvSpPr>
        <p:spPr>
          <a:xfrm>
            <a:off x="10577550" y="2667201"/>
            <a:ext cx="452398" cy="1121791"/>
          </a:xfrm>
          <a:prstGeom prst="roundRect">
            <a:avLst>
              <a:gd fmla="val 11725" name="adj"/>
            </a:avLst>
          </a:prstGeom>
          <a:solidFill>
            <a:srgbClr val="FFFFFF"/>
          </a:solidFill>
          <a:ln>
            <a:noFill/>
          </a:ln>
        </p:spPr>
        <p:txBody>
          <a:bodyPr anchorCtr="1" anchor="ctr" bIns="0" lIns="252000" spcFirstLastPara="1" rIns="252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b="0" i="0" sz="20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8</a:t>
            </a:r>
            <a:endParaRPr b="0" i="0" sz="24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404" name="Google Shape;404;p9"/>
          <p:cNvGrpSpPr/>
          <p:nvPr/>
        </p:nvGrpSpPr>
        <p:grpSpPr>
          <a:xfrm rot="-8100000">
            <a:off x="10139391" y="3026909"/>
            <a:ext cx="415894" cy="415535"/>
            <a:chOff x="6170613" y="1512888"/>
            <a:chExt cx="1838325" cy="1836738"/>
          </a:xfrm>
        </p:grpSpPr>
        <p:sp>
          <p:nvSpPr>
            <p:cNvPr id="405" name="Google Shape;405;p9"/>
            <p:cNvSpPr/>
            <p:nvPr/>
          </p:nvSpPr>
          <p:spPr>
            <a:xfrm>
              <a:off x="6473825" y="1512888"/>
              <a:ext cx="1535113" cy="1535113"/>
            </a:xfrm>
            <a:custGeom>
              <a:rect b="b" l="l" r="r" t="t"/>
              <a:pathLst>
                <a:path extrusionOk="0" h="407" w="407">
                  <a:moveTo>
                    <a:pt x="396" y="197"/>
                  </a:moveTo>
                  <a:cubicBezTo>
                    <a:pt x="210" y="11"/>
                    <a:pt x="210" y="11"/>
                    <a:pt x="210" y="11"/>
                  </a:cubicBezTo>
                  <a:cubicBezTo>
                    <a:pt x="199" y="0"/>
                    <a:pt x="181" y="0"/>
                    <a:pt x="170" y="11"/>
                  </a:cubicBezTo>
                  <a:cubicBezTo>
                    <a:pt x="11" y="170"/>
                    <a:pt x="11" y="170"/>
                    <a:pt x="11" y="170"/>
                  </a:cubicBezTo>
                  <a:cubicBezTo>
                    <a:pt x="0" y="181"/>
                    <a:pt x="0" y="199"/>
                    <a:pt x="11" y="210"/>
                  </a:cubicBezTo>
                  <a:cubicBezTo>
                    <a:pt x="197" y="396"/>
                    <a:pt x="197" y="396"/>
                    <a:pt x="197" y="396"/>
                  </a:cubicBezTo>
                  <a:cubicBezTo>
                    <a:pt x="208" y="407"/>
                    <a:pt x="226" y="407"/>
                    <a:pt x="237" y="396"/>
                  </a:cubicBezTo>
                  <a:cubicBezTo>
                    <a:pt x="396" y="237"/>
                    <a:pt x="396" y="237"/>
                    <a:pt x="396" y="237"/>
                  </a:cubicBezTo>
                  <a:cubicBezTo>
                    <a:pt x="407" y="226"/>
                    <a:pt x="407" y="208"/>
                    <a:pt x="396" y="19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381000" rotWithShape="0" algn="ctr" dir="5400000" dist="127000">
                <a:srgbClr val="000000">
                  <a:alpha val="29411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406" name="Google Shape;406;p9"/>
            <p:cNvSpPr/>
            <p:nvPr/>
          </p:nvSpPr>
          <p:spPr>
            <a:xfrm>
              <a:off x="6170613" y="1617663"/>
              <a:ext cx="1736725" cy="1731963"/>
            </a:xfrm>
            <a:custGeom>
              <a:rect b="b" l="l" r="r" t="t"/>
              <a:pathLst>
                <a:path extrusionOk="0" h="459" w="460">
                  <a:moveTo>
                    <a:pt x="434" y="390"/>
                  </a:moveTo>
                  <a:cubicBezTo>
                    <a:pt x="69" y="25"/>
                    <a:pt x="69" y="25"/>
                    <a:pt x="69" y="25"/>
                  </a:cubicBezTo>
                  <a:cubicBezTo>
                    <a:pt x="44" y="0"/>
                    <a:pt x="0" y="18"/>
                    <a:pt x="0" y="54"/>
                  </a:cubicBezTo>
                  <a:cubicBezTo>
                    <a:pt x="0" y="419"/>
                    <a:pt x="0" y="419"/>
                    <a:pt x="0" y="419"/>
                  </a:cubicBezTo>
                  <a:cubicBezTo>
                    <a:pt x="0" y="441"/>
                    <a:pt x="18" y="459"/>
                    <a:pt x="40" y="459"/>
                  </a:cubicBezTo>
                  <a:cubicBezTo>
                    <a:pt x="406" y="459"/>
                    <a:pt x="406" y="459"/>
                    <a:pt x="406" y="459"/>
                  </a:cubicBezTo>
                  <a:cubicBezTo>
                    <a:pt x="442" y="459"/>
                    <a:pt x="460" y="416"/>
                    <a:pt x="434" y="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381000" rotWithShape="0" algn="ctr" dir="5400000" dist="127000">
                <a:srgbClr val="000000">
                  <a:alpha val="29411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4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4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0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ES"/>
              <a:t>El ciclo for</a:t>
            </a:r>
            <a:endParaRPr/>
          </a:p>
        </p:txBody>
      </p:sp>
      <p:sp>
        <p:nvSpPr>
          <p:cNvPr id="412" name="Google Shape;412;p10"/>
          <p:cNvSpPr txBox="1"/>
          <p:nvPr/>
        </p:nvSpPr>
        <p:spPr>
          <a:xfrm>
            <a:off x="1112989" y="615954"/>
            <a:ext cx="1381147" cy="3016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ES" sz="12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03.1: Ciclos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10"/>
          <p:cNvSpPr/>
          <p:nvPr/>
        </p:nvSpPr>
        <p:spPr>
          <a:xfrm>
            <a:off x="1104899" y="1702676"/>
            <a:ext cx="9925049" cy="764206"/>
          </a:xfrm>
          <a:prstGeom prst="roundRect">
            <a:avLst>
              <a:gd fmla="val 229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504000" spcFirstLastPara="1" rIns="2743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Existe otra manera de escribir el </a:t>
            </a:r>
            <a:r>
              <a:rPr b="1" i="0" lang="es-ES" sz="20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for</a:t>
            </a:r>
            <a:r>
              <a:rPr b="0" i="0" lang="es-ES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10"/>
          <p:cNvSpPr/>
          <p:nvPr/>
        </p:nvSpPr>
        <p:spPr>
          <a:xfrm>
            <a:off x="1104899" y="4935141"/>
            <a:ext cx="9925049" cy="1508189"/>
          </a:xfrm>
          <a:prstGeom prst="roundRect">
            <a:avLst>
              <a:gd fmla="val 1557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504000" spcFirstLastPara="1" rIns="2743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Cuando quieras recorrer los valores de una lista el iterador </a:t>
            </a:r>
            <a:r>
              <a:rPr b="1" i="0" lang="es-ES" sz="20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b="0" i="0" lang="es-ES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tomará el valor de cada elemento de la lista. Esta forma de escribir el </a:t>
            </a:r>
            <a:r>
              <a:rPr b="1" i="0" lang="es-ES" sz="20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for</a:t>
            </a:r>
            <a:r>
              <a:rPr b="0" i="0" lang="es-ES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la veremos mas adelante cuando sepas utilizar listas.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10"/>
          <p:cNvSpPr/>
          <p:nvPr/>
        </p:nvSpPr>
        <p:spPr>
          <a:xfrm>
            <a:off x="1104898" y="2650925"/>
            <a:ext cx="4688467" cy="2101828"/>
          </a:xfrm>
          <a:prstGeom prst="roundRect">
            <a:avLst>
              <a:gd fmla="val 1172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504000" spcFirstLastPara="1" rIns="2743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lista </a:t>
            </a:r>
            <a:r>
              <a:rPr b="0" i="0" lang="es-ES" sz="24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s-ES" sz="24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s-ES" sz="24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i="0" lang="es-ES" sz="2400" u="none" cap="none" strike="noStrik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s-ES" sz="24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i="0" lang="es-ES" sz="24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s-ES" sz="2400" u="none" cap="none" strike="noStrik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b="0" i="0" lang="es-ES" sz="24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i="0" lang="es-ES" sz="24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s-ES" sz="2400" u="none" cap="none" strike="noStrik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6</a:t>
            </a:r>
            <a:r>
              <a:rPr b="0" i="0" lang="es-ES" sz="24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i="0" lang="es-ES" sz="24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s-ES" sz="2400" u="none" cap="none" strike="noStrik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s-ES" sz="24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b="0" i="0" sz="24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br>
              <a:rPr b="0" i="0" lang="es-ES" sz="24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s-ES" sz="2400" u="none" cap="none" strike="noStrike">
                <a:solidFill>
                  <a:srgbClr val="4B69C6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i="0" lang="es-ES" sz="24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i </a:t>
            </a:r>
            <a:r>
              <a:rPr b="0" i="0" lang="es-ES" sz="2400" u="none" cap="none" strike="noStrike">
                <a:solidFill>
                  <a:srgbClr val="4B69C6"/>
                </a:solidFill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b="0" i="0" lang="es-ES" sz="24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lista</a:t>
            </a:r>
            <a:r>
              <a:rPr b="0" i="0" lang="es-ES" sz="24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 b="0" i="0" sz="24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1" i="0" lang="es-ES" sz="2400" u="none" cap="none" strike="noStrike">
                <a:solidFill>
                  <a:srgbClr val="AA3731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s-ES" sz="24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s-ES" sz="24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0" i="0" lang="es-ES" sz="24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24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416" name="Google Shape;416;p10"/>
          <p:cNvGrpSpPr/>
          <p:nvPr/>
        </p:nvGrpSpPr>
        <p:grpSpPr>
          <a:xfrm rot="-8100000">
            <a:off x="6494981" y="3346881"/>
            <a:ext cx="741284" cy="740644"/>
            <a:chOff x="6170613" y="1512888"/>
            <a:chExt cx="1838325" cy="1836738"/>
          </a:xfrm>
        </p:grpSpPr>
        <p:sp>
          <p:nvSpPr>
            <p:cNvPr id="417" name="Google Shape;417;p10"/>
            <p:cNvSpPr/>
            <p:nvPr/>
          </p:nvSpPr>
          <p:spPr>
            <a:xfrm>
              <a:off x="6473825" y="1512888"/>
              <a:ext cx="1535113" cy="1535113"/>
            </a:xfrm>
            <a:custGeom>
              <a:rect b="b" l="l" r="r" t="t"/>
              <a:pathLst>
                <a:path extrusionOk="0" h="407" w="407">
                  <a:moveTo>
                    <a:pt x="396" y="197"/>
                  </a:moveTo>
                  <a:cubicBezTo>
                    <a:pt x="210" y="11"/>
                    <a:pt x="210" y="11"/>
                    <a:pt x="210" y="11"/>
                  </a:cubicBezTo>
                  <a:cubicBezTo>
                    <a:pt x="199" y="0"/>
                    <a:pt x="181" y="0"/>
                    <a:pt x="170" y="11"/>
                  </a:cubicBezTo>
                  <a:cubicBezTo>
                    <a:pt x="11" y="170"/>
                    <a:pt x="11" y="170"/>
                    <a:pt x="11" y="170"/>
                  </a:cubicBezTo>
                  <a:cubicBezTo>
                    <a:pt x="0" y="181"/>
                    <a:pt x="0" y="199"/>
                    <a:pt x="11" y="210"/>
                  </a:cubicBezTo>
                  <a:cubicBezTo>
                    <a:pt x="197" y="396"/>
                    <a:pt x="197" y="396"/>
                    <a:pt x="197" y="396"/>
                  </a:cubicBezTo>
                  <a:cubicBezTo>
                    <a:pt x="208" y="407"/>
                    <a:pt x="226" y="407"/>
                    <a:pt x="237" y="396"/>
                  </a:cubicBezTo>
                  <a:cubicBezTo>
                    <a:pt x="396" y="237"/>
                    <a:pt x="396" y="237"/>
                    <a:pt x="396" y="237"/>
                  </a:cubicBezTo>
                  <a:cubicBezTo>
                    <a:pt x="407" y="226"/>
                    <a:pt x="407" y="208"/>
                    <a:pt x="396" y="19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381000" rotWithShape="0" algn="ctr" dir="5400000" dist="127000">
                <a:srgbClr val="000000">
                  <a:alpha val="29411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418" name="Google Shape;418;p10"/>
            <p:cNvSpPr/>
            <p:nvPr/>
          </p:nvSpPr>
          <p:spPr>
            <a:xfrm>
              <a:off x="6170613" y="1617663"/>
              <a:ext cx="1736725" cy="1731963"/>
            </a:xfrm>
            <a:custGeom>
              <a:rect b="b" l="l" r="r" t="t"/>
              <a:pathLst>
                <a:path extrusionOk="0" h="459" w="460">
                  <a:moveTo>
                    <a:pt x="434" y="390"/>
                  </a:moveTo>
                  <a:cubicBezTo>
                    <a:pt x="69" y="25"/>
                    <a:pt x="69" y="25"/>
                    <a:pt x="69" y="25"/>
                  </a:cubicBezTo>
                  <a:cubicBezTo>
                    <a:pt x="44" y="0"/>
                    <a:pt x="0" y="18"/>
                    <a:pt x="0" y="54"/>
                  </a:cubicBezTo>
                  <a:cubicBezTo>
                    <a:pt x="0" y="419"/>
                    <a:pt x="0" y="419"/>
                    <a:pt x="0" y="419"/>
                  </a:cubicBezTo>
                  <a:cubicBezTo>
                    <a:pt x="0" y="441"/>
                    <a:pt x="18" y="459"/>
                    <a:pt x="40" y="459"/>
                  </a:cubicBezTo>
                  <a:cubicBezTo>
                    <a:pt x="406" y="459"/>
                    <a:pt x="406" y="459"/>
                    <a:pt x="406" y="459"/>
                  </a:cubicBezTo>
                  <a:cubicBezTo>
                    <a:pt x="442" y="459"/>
                    <a:pt x="460" y="416"/>
                    <a:pt x="434" y="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381000" rotWithShape="0" algn="ctr" dir="5400000" dist="127000">
                <a:srgbClr val="000000">
                  <a:alpha val="29411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419" name="Google Shape;419;p10"/>
          <p:cNvSpPr/>
          <p:nvPr/>
        </p:nvSpPr>
        <p:spPr>
          <a:xfrm>
            <a:off x="7996726" y="2649270"/>
            <a:ext cx="751256" cy="2101828"/>
          </a:xfrm>
          <a:prstGeom prst="roundRect">
            <a:avLst>
              <a:gd fmla="val 11725" name="adj"/>
            </a:avLst>
          </a:prstGeom>
          <a:solidFill>
            <a:srgbClr val="FFFFFF"/>
          </a:solidFill>
          <a:ln>
            <a:noFill/>
          </a:ln>
        </p:spPr>
        <p:txBody>
          <a:bodyPr anchorCtr="1" anchor="ctr" bIns="0" lIns="252000" spcFirstLastPara="1" rIns="252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b="0" i="0" sz="24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endParaRPr b="0" i="0" sz="24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6</a:t>
            </a:r>
            <a:endParaRPr b="0" i="0" sz="24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24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4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11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ES"/>
              <a:t>El ciclo while</a:t>
            </a:r>
            <a:endParaRPr/>
          </a:p>
        </p:txBody>
      </p:sp>
      <p:sp>
        <p:nvSpPr>
          <p:cNvPr id="425" name="Google Shape;425;p11"/>
          <p:cNvSpPr txBox="1"/>
          <p:nvPr/>
        </p:nvSpPr>
        <p:spPr>
          <a:xfrm>
            <a:off x="1112989" y="615954"/>
            <a:ext cx="1381147" cy="3016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ES" sz="12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03.1: Ciclos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11"/>
          <p:cNvSpPr/>
          <p:nvPr/>
        </p:nvSpPr>
        <p:spPr>
          <a:xfrm>
            <a:off x="1104899" y="1702676"/>
            <a:ext cx="9982202" cy="4931804"/>
          </a:xfrm>
          <a:prstGeom prst="roundRect">
            <a:avLst>
              <a:gd fmla="val 785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504000" spcFirstLastPara="1" rIns="2743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El ciclo “while” nos permitirá repetir una secuencia de código MIENTRAS una condición se mantenga siendo verdadera: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instrucción1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instrucción2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br>
              <a:rPr b="0" i="0" lang="es-ES" sz="24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s-ES" sz="2400" u="none" cap="none" strike="noStrike">
                <a:solidFill>
                  <a:srgbClr val="4B69C6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b="0" i="0" lang="es-ES" sz="24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condición</a:t>
            </a:r>
            <a:r>
              <a:rPr b="0" i="0" lang="es-ES" sz="24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 b="0" i="0" sz="24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instrucción 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instrucción 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instrucción3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instrucción4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12"/>
          <p:cNvSpPr txBox="1"/>
          <p:nvPr/>
        </p:nvSpPr>
        <p:spPr>
          <a:xfrm>
            <a:off x="1112989" y="615954"/>
            <a:ext cx="1381147" cy="3016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ES" sz="12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03.1: Ciclos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12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ES"/>
              <a:t>El ciclo while</a:t>
            </a:r>
            <a:endParaRPr/>
          </a:p>
        </p:txBody>
      </p:sp>
      <p:sp>
        <p:nvSpPr>
          <p:cNvPr id="433" name="Google Shape;433;p12"/>
          <p:cNvSpPr txBox="1"/>
          <p:nvPr/>
        </p:nvSpPr>
        <p:spPr>
          <a:xfrm>
            <a:off x="1647378" y="2304632"/>
            <a:ext cx="65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Poppins"/>
              <a:buNone/>
            </a:pPr>
            <a:r>
              <a:t/>
            </a:r>
            <a:endParaRPr b="1" i="0" sz="8000" u="none" cap="none" strike="noStrike">
              <a:solidFill>
                <a:srgbClr val="00C0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34" name="Google Shape;434;p12"/>
          <p:cNvSpPr/>
          <p:nvPr/>
        </p:nvSpPr>
        <p:spPr>
          <a:xfrm>
            <a:off x="1112989" y="2165797"/>
            <a:ext cx="1668780" cy="738665"/>
          </a:xfrm>
          <a:prstGeom prst="roundRect">
            <a:avLst>
              <a:gd fmla="val 7961" name="adj"/>
            </a:avLst>
          </a:prstGeom>
          <a:solidFill>
            <a:schemeClr val="accent1"/>
          </a:solidFill>
          <a:ln>
            <a:noFill/>
          </a:ln>
          <a:effectLst>
            <a:outerShdw blurRad="381000" rotWithShape="0" algn="ctr" dir="5400000" dist="127000">
              <a:srgbClr val="000000">
                <a:alpha val="2941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AF6FF"/>
              </a:buClr>
              <a:buSzPts val="2400"/>
              <a:buFont typeface="Poppins"/>
              <a:buNone/>
            </a:pPr>
            <a:r>
              <a:rPr b="1" i="0" lang="es-ES" sz="2400" u="none" cap="none" strike="noStrike">
                <a:solidFill>
                  <a:srgbClr val="EAF6FF"/>
                </a:solidFill>
                <a:latin typeface="Poppins"/>
                <a:ea typeface="Poppins"/>
                <a:cs typeface="Poppins"/>
                <a:sym typeface="Poppins"/>
              </a:rPr>
              <a:t>Inicio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12"/>
          <p:cNvSpPr/>
          <p:nvPr/>
        </p:nvSpPr>
        <p:spPr>
          <a:xfrm>
            <a:off x="637605" y="3429000"/>
            <a:ext cx="2603370" cy="934930"/>
          </a:xfrm>
          <a:prstGeom prst="roundRect">
            <a:avLst>
              <a:gd fmla="val 796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C0FF"/>
              </a:buClr>
              <a:buSzPts val="2400"/>
              <a:buFont typeface="Poppins"/>
              <a:buNone/>
            </a:pPr>
            <a:r>
              <a:rPr b="1" i="0" lang="es-ES" sz="2400" u="none" cap="none" strike="noStrike">
                <a:solidFill>
                  <a:srgbClr val="00C0FF"/>
                </a:solidFill>
                <a:latin typeface="Poppins"/>
                <a:ea typeface="Poppins"/>
                <a:cs typeface="Poppins"/>
                <a:sym typeface="Poppins"/>
              </a:rPr>
              <a:t>Instrucción 1</a:t>
            </a:r>
            <a:endParaRPr b="1" i="0" sz="2400" u="none" cap="none" strike="noStrike">
              <a:solidFill>
                <a:srgbClr val="00C0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36" name="Google Shape;436;p12"/>
          <p:cNvSpPr/>
          <p:nvPr/>
        </p:nvSpPr>
        <p:spPr>
          <a:xfrm>
            <a:off x="637605" y="4785465"/>
            <a:ext cx="2603370" cy="934930"/>
          </a:xfrm>
          <a:prstGeom prst="roundRect">
            <a:avLst>
              <a:gd fmla="val 796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C0FF"/>
              </a:buClr>
              <a:buSzPts val="2400"/>
              <a:buFont typeface="Poppins"/>
              <a:buNone/>
            </a:pPr>
            <a:r>
              <a:rPr b="1" i="0" lang="es-ES" sz="2400" u="none" cap="none" strike="noStrike">
                <a:solidFill>
                  <a:srgbClr val="00C0FF"/>
                </a:solidFill>
                <a:latin typeface="Poppins"/>
                <a:ea typeface="Poppins"/>
                <a:cs typeface="Poppins"/>
                <a:sym typeface="Poppins"/>
              </a:rPr>
              <a:t>Instrucción 2</a:t>
            </a:r>
            <a:endParaRPr b="1" i="0" sz="2400" u="none" cap="none" strike="noStrike">
              <a:solidFill>
                <a:srgbClr val="00C0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37" name="Google Shape;437;p12"/>
          <p:cNvSpPr/>
          <p:nvPr/>
        </p:nvSpPr>
        <p:spPr>
          <a:xfrm>
            <a:off x="6503675" y="2711672"/>
            <a:ext cx="2603370" cy="934930"/>
          </a:xfrm>
          <a:prstGeom prst="roundRect">
            <a:avLst>
              <a:gd fmla="val 796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C0FF"/>
              </a:buClr>
              <a:buSzPts val="2400"/>
              <a:buFont typeface="Poppins"/>
              <a:buNone/>
            </a:pPr>
            <a:r>
              <a:rPr b="1" i="0" lang="es-ES" sz="2400" u="none" cap="none" strike="noStrike">
                <a:solidFill>
                  <a:srgbClr val="00C0FF"/>
                </a:solidFill>
                <a:latin typeface="Poppins"/>
                <a:ea typeface="Poppins"/>
                <a:cs typeface="Poppins"/>
                <a:sym typeface="Poppins"/>
              </a:rPr>
              <a:t>Instrucción 4</a:t>
            </a:r>
            <a:endParaRPr b="1" i="0" sz="2400" u="none" cap="none" strike="noStrike">
              <a:solidFill>
                <a:srgbClr val="00C0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38" name="Google Shape;438;p12"/>
          <p:cNvSpPr/>
          <p:nvPr/>
        </p:nvSpPr>
        <p:spPr>
          <a:xfrm>
            <a:off x="6367783" y="4785465"/>
            <a:ext cx="2603370" cy="934930"/>
          </a:xfrm>
          <a:prstGeom prst="roundRect">
            <a:avLst>
              <a:gd fmla="val 796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C0FF"/>
              </a:buClr>
              <a:buSzPts val="2400"/>
              <a:buFont typeface="Poppins"/>
              <a:buNone/>
            </a:pPr>
            <a:r>
              <a:rPr b="1" i="0" lang="es-ES" sz="2400" u="none" cap="none" strike="noStrike">
                <a:solidFill>
                  <a:srgbClr val="00C0FF"/>
                </a:solidFill>
                <a:latin typeface="Poppins"/>
                <a:ea typeface="Poppins"/>
                <a:cs typeface="Poppins"/>
                <a:sym typeface="Poppins"/>
              </a:rPr>
              <a:t>Instrucción A</a:t>
            </a:r>
            <a:endParaRPr b="1" i="0" sz="2400" u="none" cap="none" strike="noStrike">
              <a:solidFill>
                <a:srgbClr val="00C0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39" name="Google Shape;439;p12"/>
          <p:cNvSpPr/>
          <p:nvPr/>
        </p:nvSpPr>
        <p:spPr>
          <a:xfrm>
            <a:off x="9714219" y="2809804"/>
            <a:ext cx="1668780" cy="738665"/>
          </a:xfrm>
          <a:prstGeom prst="roundRect">
            <a:avLst>
              <a:gd fmla="val 7961" name="adj"/>
            </a:avLst>
          </a:prstGeom>
          <a:solidFill>
            <a:schemeClr val="accent1"/>
          </a:solidFill>
          <a:ln>
            <a:noFill/>
          </a:ln>
          <a:effectLst>
            <a:outerShdw blurRad="381000" rotWithShape="0" algn="ctr" dir="5400000" dist="127000">
              <a:srgbClr val="000000">
                <a:alpha val="2941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AF6FF"/>
              </a:buClr>
              <a:buSzPts val="2400"/>
              <a:buFont typeface="Poppins"/>
              <a:buNone/>
            </a:pPr>
            <a:r>
              <a:rPr b="1" i="0" lang="es-ES" sz="2400" u="none" cap="none" strike="noStrike">
                <a:solidFill>
                  <a:srgbClr val="EAF6FF"/>
                </a:solidFill>
                <a:latin typeface="Poppins"/>
                <a:ea typeface="Poppins"/>
                <a:cs typeface="Poppins"/>
                <a:sym typeface="Poppins"/>
              </a:rPr>
              <a:t>Fin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0" name="Google Shape;440;p12"/>
          <p:cNvCxnSpPr>
            <a:stCxn id="434" idx="2"/>
            <a:endCxn id="435" idx="0"/>
          </p:cNvCxnSpPr>
          <p:nvPr/>
        </p:nvCxnSpPr>
        <p:spPr>
          <a:xfrm flipH="1">
            <a:off x="1939279" y="2904462"/>
            <a:ext cx="8100" cy="52440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41" name="Google Shape;441;p12"/>
          <p:cNvCxnSpPr>
            <a:stCxn id="435" idx="2"/>
            <a:endCxn id="436" idx="0"/>
          </p:cNvCxnSpPr>
          <p:nvPr/>
        </p:nvCxnSpPr>
        <p:spPr>
          <a:xfrm>
            <a:off x="1939290" y="4363930"/>
            <a:ext cx="0" cy="42150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42" name="Google Shape;442;p12"/>
          <p:cNvCxnSpPr>
            <a:stCxn id="436" idx="3"/>
            <a:endCxn id="443" idx="1"/>
          </p:cNvCxnSpPr>
          <p:nvPr/>
        </p:nvCxnSpPr>
        <p:spPr>
          <a:xfrm>
            <a:off x="3240975" y="5252930"/>
            <a:ext cx="251700" cy="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44" name="Google Shape;444;p12"/>
          <p:cNvCxnSpPr>
            <a:stCxn id="443" idx="3"/>
            <a:endCxn id="438" idx="1"/>
          </p:cNvCxnSpPr>
          <p:nvPr/>
        </p:nvCxnSpPr>
        <p:spPr>
          <a:xfrm>
            <a:off x="6096000" y="5252930"/>
            <a:ext cx="271800" cy="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43" name="Google Shape;443;p12"/>
          <p:cNvSpPr/>
          <p:nvPr/>
        </p:nvSpPr>
        <p:spPr>
          <a:xfrm>
            <a:off x="3492822" y="4363930"/>
            <a:ext cx="2603178" cy="1778000"/>
          </a:xfrm>
          <a:prstGeom prst="diamond">
            <a:avLst/>
          </a:prstGeom>
          <a:solidFill>
            <a:srgbClr val="FFFFFF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C0FF"/>
              </a:buClr>
              <a:buSzPts val="1800"/>
              <a:buFont typeface="Poppins"/>
              <a:buNone/>
            </a:pPr>
            <a:r>
              <a:rPr b="1" i="0" lang="es-ES" sz="1800" u="none" cap="none" strike="noStrike">
                <a:solidFill>
                  <a:srgbClr val="00C0FF"/>
                </a:solidFill>
                <a:latin typeface="Poppins"/>
                <a:ea typeface="Poppins"/>
                <a:cs typeface="Poppins"/>
                <a:sym typeface="Poppins"/>
              </a:rPr>
              <a:t>¿cumple la condición?</a:t>
            </a:r>
            <a:endParaRPr b="1" i="0" sz="1800" u="none" cap="none" strike="noStrike">
              <a:solidFill>
                <a:srgbClr val="00C0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445" name="Google Shape;445;p12"/>
          <p:cNvCxnSpPr>
            <a:stCxn id="443" idx="0"/>
            <a:endCxn id="446" idx="2"/>
          </p:cNvCxnSpPr>
          <p:nvPr/>
        </p:nvCxnSpPr>
        <p:spPr>
          <a:xfrm rot="10800000">
            <a:off x="4794411" y="3646630"/>
            <a:ext cx="0" cy="71730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47" name="Google Shape;447;p12"/>
          <p:cNvCxnSpPr>
            <a:stCxn id="437" idx="3"/>
            <a:endCxn id="439" idx="1"/>
          </p:cNvCxnSpPr>
          <p:nvPr/>
        </p:nvCxnSpPr>
        <p:spPr>
          <a:xfrm>
            <a:off x="9107045" y="3179137"/>
            <a:ext cx="607200" cy="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48" name="Google Shape;448;p12"/>
          <p:cNvSpPr/>
          <p:nvPr/>
        </p:nvSpPr>
        <p:spPr>
          <a:xfrm>
            <a:off x="9242937" y="4785465"/>
            <a:ext cx="2603370" cy="934930"/>
          </a:xfrm>
          <a:prstGeom prst="roundRect">
            <a:avLst>
              <a:gd fmla="val 796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C0FF"/>
              </a:buClr>
              <a:buSzPts val="2400"/>
              <a:buFont typeface="Poppins"/>
              <a:buNone/>
            </a:pPr>
            <a:r>
              <a:rPr b="1" i="0" lang="es-ES" sz="2400" u="none" cap="none" strike="noStrike">
                <a:solidFill>
                  <a:srgbClr val="00C0FF"/>
                </a:solidFill>
                <a:latin typeface="Poppins"/>
                <a:ea typeface="Poppins"/>
                <a:cs typeface="Poppins"/>
                <a:sym typeface="Poppins"/>
              </a:rPr>
              <a:t>Instrucción B</a:t>
            </a:r>
            <a:endParaRPr b="1" i="0" sz="2400" u="none" cap="none" strike="noStrike">
              <a:solidFill>
                <a:srgbClr val="00C0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449" name="Google Shape;449;p12"/>
          <p:cNvCxnSpPr>
            <a:stCxn id="438" idx="3"/>
            <a:endCxn id="448" idx="1"/>
          </p:cNvCxnSpPr>
          <p:nvPr/>
        </p:nvCxnSpPr>
        <p:spPr>
          <a:xfrm>
            <a:off x="8971153" y="5252930"/>
            <a:ext cx="271800" cy="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46" name="Google Shape;446;p12"/>
          <p:cNvSpPr/>
          <p:nvPr/>
        </p:nvSpPr>
        <p:spPr>
          <a:xfrm>
            <a:off x="3492822" y="2711672"/>
            <a:ext cx="2603370" cy="934930"/>
          </a:xfrm>
          <a:prstGeom prst="roundRect">
            <a:avLst>
              <a:gd fmla="val 796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C0FF"/>
              </a:buClr>
              <a:buSzPts val="2400"/>
              <a:buFont typeface="Poppins"/>
              <a:buNone/>
            </a:pPr>
            <a:r>
              <a:rPr b="1" i="0" lang="es-ES" sz="2400" u="none" cap="none" strike="noStrike">
                <a:solidFill>
                  <a:srgbClr val="00C0FF"/>
                </a:solidFill>
                <a:latin typeface="Poppins"/>
                <a:ea typeface="Poppins"/>
                <a:cs typeface="Poppins"/>
                <a:sym typeface="Poppins"/>
              </a:rPr>
              <a:t>Instrucción 3</a:t>
            </a:r>
            <a:endParaRPr b="1" i="0" sz="2400" u="none" cap="none" strike="noStrike">
              <a:solidFill>
                <a:srgbClr val="00C0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450" name="Google Shape;450;p12"/>
          <p:cNvCxnSpPr>
            <a:stCxn id="446" idx="3"/>
            <a:endCxn id="437" idx="1"/>
          </p:cNvCxnSpPr>
          <p:nvPr/>
        </p:nvCxnSpPr>
        <p:spPr>
          <a:xfrm>
            <a:off x="6096192" y="3179137"/>
            <a:ext cx="407400" cy="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51" name="Google Shape;451;p12"/>
          <p:cNvCxnSpPr>
            <a:stCxn id="448" idx="2"/>
            <a:endCxn id="443" idx="2"/>
          </p:cNvCxnSpPr>
          <p:nvPr/>
        </p:nvCxnSpPr>
        <p:spPr>
          <a:xfrm rot="5400000">
            <a:off x="7458822" y="3056095"/>
            <a:ext cx="421500" cy="5750100"/>
          </a:xfrm>
          <a:prstGeom prst="bentConnector3">
            <a:avLst>
              <a:gd fmla="val 189559" name="adj1"/>
            </a:avLst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52" name="Google Shape;452;p12"/>
          <p:cNvSpPr txBox="1"/>
          <p:nvPr/>
        </p:nvSpPr>
        <p:spPr>
          <a:xfrm>
            <a:off x="5824218" y="5337412"/>
            <a:ext cx="639739" cy="4269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C0FF"/>
              </a:buClr>
              <a:buSzPts val="1800"/>
              <a:buFont typeface="Poppins"/>
              <a:buNone/>
            </a:pPr>
            <a:r>
              <a:rPr b="1" i="0" lang="es-ES" sz="1800" u="none" cap="none" strike="noStrike">
                <a:solidFill>
                  <a:srgbClr val="00C0FF"/>
                </a:solidFill>
                <a:latin typeface="Poppins"/>
                <a:ea typeface="Poppins"/>
                <a:cs typeface="Poppins"/>
                <a:sym typeface="Poppins"/>
              </a:rPr>
              <a:t>SI</a:t>
            </a:r>
            <a:endParaRPr b="1" i="0" sz="1800" u="none" cap="none" strike="noStrike">
              <a:solidFill>
                <a:srgbClr val="00C0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53" name="Google Shape;453;p12"/>
          <p:cNvSpPr txBox="1"/>
          <p:nvPr/>
        </p:nvSpPr>
        <p:spPr>
          <a:xfrm>
            <a:off x="4794411" y="3979016"/>
            <a:ext cx="639739" cy="4269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C0FF"/>
              </a:buClr>
              <a:buSzPts val="1800"/>
              <a:buFont typeface="Poppins"/>
              <a:buNone/>
            </a:pPr>
            <a:r>
              <a:rPr b="1" i="0" lang="es-ES" sz="1800" u="none" cap="none" strike="noStrike">
                <a:solidFill>
                  <a:srgbClr val="00C0FF"/>
                </a:solidFill>
                <a:latin typeface="Poppins"/>
                <a:ea typeface="Poppins"/>
                <a:cs typeface="Poppins"/>
                <a:sym typeface="Poppins"/>
              </a:rPr>
              <a:t>NO</a:t>
            </a:r>
            <a:endParaRPr b="1" i="0" sz="1800" u="none" cap="none" strike="noStrike">
              <a:solidFill>
                <a:srgbClr val="00C0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13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ES"/>
              <a:t>El concepto de contador</a:t>
            </a:r>
            <a:endParaRPr/>
          </a:p>
        </p:txBody>
      </p:sp>
      <p:sp>
        <p:nvSpPr>
          <p:cNvPr id="459" name="Google Shape;459;p13"/>
          <p:cNvSpPr txBox="1"/>
          <p:nvPr/>
        </p:nvSpPr>
        <p:spPr>
          <a:xfrm>
            <a:off x="1112989" y="615954"/>
            <a:ext cx="1381147" cy="3016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ES" sz="12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03.1: Ciclos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13"/>
          <p:cNvSpPr/>
          <p:nvPr/>
        </p:nvSpPr>
        <p:spPr>
          <a:xfrm>
            <a:off x="1104899" y="1702676"/>
            <a:ext cx="6348524" cy="2737244"/>
          </a:xfrm>
          <a:prstGeom prst="roundRect">
            <a:avLst>
              <a:gd fmla="val 785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504000" spcFirstLastPara="1" rIns="2743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¿Qué pasa si ejecuto el siguiente código?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y </a:t>
            </a:r>
            <a:r>
              <a:rPr b="0" i="0" lang="es-ES" sz="24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s-ES" sz="24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s-ES" sz="2400" u="none" cap="none" strike="noStrik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14</a:t>
            </a:r>
            <a:endParaRPr b="0" i="0" sz="24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y </a:t>
            </a:r>
            <a:r>
              <a:rPr b="0" i="0" lang="es-ES" sz="24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s-ES" sz="24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y </a:t>
            </a:r>
            <a:r>
              <a:rPr b="0" i="0" lang="es-ES" sz="24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+</a:t>
            </a:r>
            <a:r>
              <a:rPr b="0" i="0" lang="es-ES" sz="24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s-ES" sz="2400" u="none" cap="none" strike="noStrik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24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ES" sz="2400" u="none" cap="none" strike="noStrike">
                <a:solidFill>
                  <a:srgbClr val="AA3731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s-ES" sz="24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s-ES" sz="24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y</a:t>
            </a:r>
            <a:r>
              <a:rPr b="0" i="0" lang="es-ES" sz="24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24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14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ES"/>
              <a:t>El ciclo while</a:t>
            </a:r>
            <a:endParaRPr/>
          </a:p>
        </p:txBody>
      </p:sp>
      <p:sp>
        <p:nvSpPr>
          <p:cNvPr id="466" name="Google Shape;466;p14"/>
          <p:cNvSpPr txBox="1"/>
          <p:nvPr/>
        </p:nvSpPr>
        <p:spPr>
          <a:xfrm>
            <a:off x="1112989" y="615954"/>
            <a:ext cx="1381147" cy="3016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ES" sz="12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03.1: Ciclos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14"/>
          <p:cNvSpPr/>
          <p:nvPr/>
        </p:nvSpPr>
        <p:spPr>
          <a:xfrm>
            <a:off x="1104898" y="1702675"/>
            <a:ext cx="6369789" cy="3911315"/>
          </a:xfrm>
          <a:prstGeom prst="roundRect">
            <a:avLst>
              <a:gd fmla="val 785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504000" spcFirstLastPara="1" rIns="2743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¿Qué pasa si ejecuto el siguiente código?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x </a:t>
            </a:r>
            <a:r>
              <a:rPr b="0" i="0" lang="es-ES" sz="24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s-ES" sz="24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s-ES" sz="2400" u="none" cap="none" strike="noStrik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24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br>
              <a:rPr b="0" i="0" lang="es-ES" sz="24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s-ES" sz="2400" u="none" cap="none" strike="noStrike">
                <a:solidFill>
                  <a:srgbClr val="4B69C6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b="0" i="0" lang="es-ES" sz="24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x </a:t>
            </a:r>
            <a:r>
              <a:rPr b="0" i="0" lang="es-ES" sz="24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s-ES" sz="24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s-ES" sz="2400" u="none" cap="none" strike="noStrik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b="0" i="0" lang="es-ES" sz="24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 b="0" i="0" sz="24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x </a:t>
            </a:r>
            <a:r>
              <a:rPr b="0" i="0" lang="es-ES" sz="24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s-ES" sz="24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x </a:t>
            </a:r>
            <a:r>
              <a:rPr b="0" i="0" lang="es-ES" sz="24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+</a:t>
            </a:r>
            <a:r>
              <a:rPr b="0" i="0" lang="es-ES" sz="24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s-ES" sz="2400" u="none" cap="none" strike="noStrik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24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1" i="0" lang="es-ES" sz="2400" u="none" cap="none" strike="noStrike">
                <a:solidFill>
                  <a:srgbClr val="AA3731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s-ES" sz="24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s-ES" sz="24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b="0" i="0" lang="es-ES" sz="24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24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ES" sz="2400" u="none" cap="none" strike="noStrike">
                <a:solidFill>
                  <a:srgbClr val="AA3731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s-ES" sz="24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s-ES" sz="24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b="0" i="0" lang="es-ES" sz="24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24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68" name="Google Shape;468;p14"/>
          <p:cNvSpPr/>
          <p:nvPr/>
        </p:nvSpPr>
        <p:spPr>
          <a:xfrm>
            <a:off x="6067425" y="2654288"/>
            <a:ext cx="999459" cy="2720469"/>
          </a:xfrm>
          <a:prstGeom prst="roundRect">
            <a:avLst>
              <a:gd fmla="val 23511" name="adj"/>
            </a:avLst>
          </a:prstGeom>
          <a:solidFill>
            <a:schemeClr val="accent1"/>
          </a:solidFill>
          <a:ln>
            <a:noFill/>
          </a:ln>
          <a:effectLst>
            <a:outerShdw blurRad="381000" rotWithShape="0" algn="ctr" dir="5400000" dist="127000">
              <a:srgbClr val="000000">
                <a:alpha val="29411"/>
              </a:srgbClr>
            </a:outerShdw>
          </a:effectLst>
        </p:spPr>
        <p:txBody>
          <a:bodyPr anchorCtr="1" anchor="ctr" bIns="0" lIns="360000" spcFirstLastPara="1" rIns="36000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ES" sz="2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ES" sz="2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ES" sz="2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ES" sz="2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ES" sz="2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14"/>
          <p:cNvSpPr/>
          <p:nvPr/>
        </p:nvSpPr>
        <p:spPr>
          <a:xfrm>
            <a:off x="7830882" y="2483434"/>
            <a:ext cx="3912780" cy="2349795"/>
          </a:xfrm>
          <a:prstGeom prst="roundRect">
            <a:avLst>
              <a:gd fmla="val 6490" name="adj"/>
            </a:avLst>
          </a:prstGeom>
          <a:solidFill>
            <a:schemeClr val="accent1"/>
          </a:solidFill>
          <a:ln>
            <a:noFill/>
          </a:ln>
          <a:effectLst>
            <a:outerShdw blurRad="381000" rotWithShape="0" algn="ctr" dir="5400000" dist="127000">
              <a:srgbClr val="000000">
                <a:alpha val="29411"/>
              </a:srgbClr>
            </a:outerShdw>
          </a:effectLst>
        </p:spPr>
        <p:txBody>
          <a:bodyPr anchorCtr="1" anchor="ctr" bIns="0" lIns="360000" spcFirstLastPara="1" rIns="36000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ES" sz="2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 esto le llamaremos un contador, ya que “cuenta” la cantidad de veces que se repite el código.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15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ES"/>
              <a:t>El ciclo while</a:t>
            </a:r>
            <a:endParaRPr/>
          </a:p>
        </p:txBody>
      </p:sp>
      <p:sp>
        <p:nvSpPr>
          <p:cNvPr id="475" name="Google Shape;475;p15"/>
          <p:cNvSpPr txBox="1"/>
          <p:nvPr/>
        </p:nvSpPr>
        <p:spPr>
          <a:xfrm>
            <a:off x="1112989" y="615954"/>
            <a:ext cx="1381147" cy="3016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ES" sz="12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03.1: Ciclos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15"/>
          <p:cNvSpPr/>
          <p:nvPr/>
        </p:nvSpPr>
        <p:spPr>
          <a:xfrm>
            <a:off x="1104898" y="1702675"/>
            <a:ext cx="6369789" cy="4237750"/>
          </a:xfrm>
          <a:prstGeom prst="roundRect">
            <a:avLst>
              <a:gd fmla="val 785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504000" spcFirstLastPara="1" rIns="2743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¿Qué pasa si ejecuto el siguiente código?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x </a:t>
            </a:r>
            <a:r>
              <a:rPr b="0" i="0" lang="es-ES" sz="24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s-ES" sz="24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s-ES" sz="2400" u="none" cap="none" strike="noStrik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24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s </a:t>
            </a:r>
            <a:r>
              <a:rPr b="0" i="0" lang="es-ES" sz="24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s-ES" sz="24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s-ES" sz="2400" u="none" cap="none" strike="noStrik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24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rgbClr val="4B69C6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b="0" i="0" lang="es-ES" sz="24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x </a:t>
            </a:r>
            <a:r>
              <a:rPr b="0" i="0" lang="es-ES" sz="24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s-ES" sz="24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s-ES" sz="2400" u="none" cap="none" strike="noStrik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b="0" i="0" lang="es-ES" sz="24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 b="0" i="0" sz="24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x </a:t>
            </a:r>
            <a:r>
              <a:rPr b="0" i="0" lang="es-ES" sz="24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s-ES" sz="24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x </a:t>
            </a:r>
            <a:r>
              <a:rPr b="0" i="0" lang="es-ES" sz="24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+</a:t>
            </a:r>
            <a:r>
              <a:rPr b="0" i="0" lang="es-ES" sz="24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s-ES" sz="2400" u="none" cap="none" strike="noStrik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24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s </a:t>
            </a:r>
            <a:r>
              <a:rPr b="0" i="0" lang="es-ES" sz="24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s-ES" sz="24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s </a:t>
            </a:r>
            <a:r>
              <a:rPr b="0" i="0" lang="es-ES" sz="24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+</a:t>
            </a:r>
            <a:r>
              <a:rPr b="0" i="0" lang="es-ES" sz="24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s-ES" sz="2400" u="none" cap="none" strike="noStrik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b="0" i="0" sz="24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br>
              <a:rPr b="0" i="0" lang="es-ES" sz="24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1" i="0" lang="es-ES" sz="2400" u="none" cap="none" strike="noStrike">
                <a:solidFill>
                  <a:srgbClr val="AA3731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s-ES" sz="24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s-ES" sz="24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b="0" i="0" lang="es-ES" sz="24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24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ES" sz="2400" u="none" cap="none" strike="noStrike">
                <a:solidFill>
                  <a:srgbClr val="AA3731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s-ES" sz="24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s-ES" sz="24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s</a:t>
            </a:r>
            <a:r>
              <a:rPr b="0" i="0" lang="es-ES" sz="24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24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77" name="Google Shape;477;p15"/>
          <p:cNvSpPr/>
          <p:nvPr/>
        </p:nvSpPr>
        <p:spPr>
          <a:xfrm>
            <a:off x="5794745" y="4123506"/>
            <a:ext cx="1165814" cy="1419445"/>
          </a:xfrm>
          <a:prstGeom prst="roundRect">
            <a:avLst>
              <a:gd fmla="val 23511" name="adj"/>
            </a:avLst>
          </a:prstGeom>
          <a:solidFill>
            <a:schemeClr val="accent1"/>
          </a:solidFill>
          <a:ln>
            <a:noFill/>
          </a:ln>
          <a:effectLst>
            <a:outerShdw blurRad="381000" rotWithShape="0" algn="ctr" dir="5400000" dist="127000">
              <a:srgbClr val="000000">
                <a:alpha val="29411"/>
              </a:srgbClr>
            </a:outerShdw>
          </a:effectLst>
        </p:spPr>
        <p:txBody>
          <a:bodyPr anchorCtr="1" anchor="ctr" bIns="0" lIns="360000" spcFirstLastPara="1" rIns="36000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ES" sz="2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ES" sz="2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15"/>
          <p:cNvSpPr/>
          <p:nvPr/>
        </p:nvSpPr>
        <p:spPr>
          <a:xfrm>
            <a:off x="7830882" y="2483434"/>
            <a:ext cx="3912780" cy="2349795"/>
          </a:xfrm>
          <a:prstGeom prst="roundRect">
            <a:avLst>
              <a:gd fmla="val 6490" name="adj"/>
            </a:avLst>
          </a:prstGeom>
          <a:solidFill>
            <a:schemeClr val="accent1"/>
          </a:solidFill>
          <a:ln>
            <a:noFill/>
          </a:ln>
          <a:effectLst>
            <a:outerShdw blurRad="381000" rotWithShape="0" algn="ctr" dir="5400000" dist="127000">
              <a:srgbClr val="000000">
                <a:alpha val="29411"/>
              </a:srgbClr>
            </a:outerShdw>
          </a:effectLst>
        </p:spPr>
        <p:txBody>
          <a:bodyPr anchorCtr="1" anchor="ctr" bIns="0" lIns="360000" spcFirstLastPara="1" rIns="36000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ES" sz="2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“x” es un contador y “s” es un acumulador, ya que va acumulando algo que queremos sumar.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16"/>
          <p:cNvSpPr txBox="1"/>
          <p:nvPr/>
        </p:nvSpPr>
        <p:spPr>
          <a:xfrm>
            <a:off x="1112989" y="615954"/>
            <a:ext cx="1381147" cy="3016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ES" sz="12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03.1: Ciclos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16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ES"/>
              <a:t>Creando un while más complejo</a:t>
            </a:r>
            <a:endParaRPr/>
          </a:p>
        </p:txBody>
      </p:sp>
      <p:sp>
        <p:nvSpPr>
          <p:cNvPr id="485" name="Google Shape;485;p16"/>
          <p:cNvSpPr txBox="1"/>
          <p:nvPr/>
        </p:nvSpPr>
        <p:spPr>
          <a:xfrm>
            <a:off x="1647378" y="2304632"/>
            <a:ext cx="65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Poppins"/>
              <a:buNone/>
            </a:pPr>
            <a:r>
              <a:t/>
            </a:r>
            <a:endParaRPr b="1" i="0" sz="8000" u="none" cap="none" strike="noStrike">
              <a:solidFill>
                <a:srgbClr val="00C0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86" name="Google Shape;486;p16"/>
          <p:cNvSpPr/>
          <p:nvPr/>
        </p:nvSpPr>
        <p:spPr>
          <a:xfrm>
            <a:off x="1112989" y="2165797"/>
            <a:ext cx="1668780" cy="738665"/>
          </a:xfrm>
          <a:prstGeom prst="roundRect">
            <a:avLst>
              <a:gd fmla="val 7961" name="adj"/>
            </a:avLst>
          </a:prstGeom>
          <a:solidFill>
            <a:schemeClr val="accent1"/>
          </a:solidFill>
          <a:ln>
            <a:noFill/>
          </a:ln>
          <a:effectLst>
            <a:outerShdw blurRad="381000" rotWithShape="0" algn="ctr" dir="5400000" dist="127000">
              <a:srgbClr val="000000">
                <a:alpha val="2941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AF6FF"/>
              </a:buClr>
              <a:buSzPts val="2400"/>
              <a:buFont typeface="Poppins"/>
              <a:buNone/>
            </a:pPr>
            <a:r>
              <a:rPr b="1" i="0" lang="es-ES" sz="2400" u="none" cap="none" strike="noStrike">
                <a:solidFill>
                  <a:srgbClr val="EAF6FF"/>
                </a:solidFill>
                <a:latin typeface="Poppins"/>
                <a:ea typeface="Poppins"/>
                <a:cs typeface="Poppins"/>
                <a:sym typeface="Poppins"/>
              </a:rPr>
              <a:t>Inicio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16"/>
          <p:cNvSpPr/>
          <p:nvPr/>
        </p:nvSpPr>
        <p:spPr>
          <a:xfrm>
            <a:off x="637605" y="3429000"/>
            <a:ext cx="2603370" cy="934930"/>
          </a:xfrm>
          <a:prstGeom prst="roundRect">
            <a:avLst>
              <a:gd fmla="val 796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C0FF"/>
              </a:buClr>
              <a:buSzPts val="2400"/>
              <a:buFont typeface="Poppins"/>
              <a:buNone/>
            </a:pPr>
            <a:r>
              <a:rPr b="1" i="0" lang="es-ES" sz="2400" u="none" cap="none" strike="noStrike">
                <a:solidFill>
                  <a:srgbClr val="00C0FF"/>
                </a:solidFill>
                <a:latin typeface="Poppins"/>
                <a:ea typeface="Poppins"/>
                <a:cs typeface="Poppins"/>
                <a:sym typeface="Poppins"/>
              </a:rPr>
              <a:t>c = 1</a:t>
            </a:r>
            <a:endParaRPr b="1" i="0" sz="2400" u="none" cap="none" strike="noStrike">
              <a:solidFill>
                <a:srgbClr val="00C0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88" name="Google Shape;488;p16"/>
          <p:cNvSpPr/>
          <p:nvPr/>
        </p:nvSpPr>
        <p:spPr>
          <a:xfrm>
            <a:off x="637605" y="4785465"/>
            <a:ext cx="2603370" cy="934930"/>
          </a:xfrm>
          <a:prstGeom prst="roundRect">
            <a:avLst>
              <a:gd fmla="val 796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C0FF"/>
              </a:buClr>
              <a:buSzPts val="1600"/>
              <a:buFont typeface="Poppins"/>
              <a:buNone/>
            </a:pPr>
            <a:r>
              <a:rPr b="1" i="0" lang="es-ES" sz="1600" u="none" cap="none" strike="noStrike">
                <a:solidFill>
                  <a:srgbClr val="00C0FF"/>
                </a:solidFill>
                <a:latin typeface="Poppins"/>
                <a:ea typeface="Poppins"/>
                <a:cs typeface="Poppins"/>
                <a:sym typeface="Poppins"/>
              </a:rPr>
              <a:t>Leer número del teclado y guardarlo en x</a:t>
            </a:r>
            <a:endParaRPr b="1" i="0" sz="1600" u="none" cap="none" strike="noStrike">
              <a:solidFill>
                <a:srgbClr val="00C0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89" name="Google Shape;489;p16"/>
          <p:cNvSpPr/>
          <p:nvPr/>
        </p:nvSpPr>
        <p:spPr>
          <a:xfrm>
            <a:off x="6503675" y="2711672"/>
            <a:ext cx="2603370" cy="934930"/>
          </a:xfrm>
          <a:prstGeom prst="roundRect">
            <a:avLst>
              <a:gd fmla="val 796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C0FF"/>
              </a:buClr>
              <a:buSzPts val="2400"/>
              <a:buFont typeface="Poppins"/>
              <a:buNone/>
            </a:pPr>
            <a:r>
              <a:rPr b="1" i="0" lang="es-ES" sz="2400" u="none" cap="none" strike="noStrike">
                <a:solidFill>
                  <a:srgbClr val="00C0FF"/>
                </a:solidFill>
                <a:latin typeface="Poppins"/>
                <a:ea typeface="Poppins"/>
                <a:cs typeface="Poppins"/>
                <a:sym typeface="Poppins"/>
              </a:rPr>
              <a:t>print(c)</a:t>
            </a:r>
            <a:endParaRPr b="1" i="0" sz="2400" u="none" cap="none" strike="noStrike">
              <a:solidFill>
                <a:srgbClr val="00C0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90" name="Google Shape;490;p16"/>
          <p:cNvSpPr/>
          <p:nvPr/>
        </p:nvSpPr>
        <p:spPr>
          <a:xfrm>
            <a:off x="6367783" y="4785465"/>
            <a:ext cx="2603370" cy="934930"/>
          </a:xfrm>
          <a:prstGeom prst="roundRect">
            <a:avLst>
              <a:gd fmla="val 796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C0FF"/>
              </a:buClr>
              <a:buSzPts val="2400"/>
              <a:buFont typeface="Poppins"/>
              <a:buNone/>
            </a:pPr>
            <a:r>
              <a:rPr b="1" i="0" lang="es-ES" sz="2400" u="none" cap="none" strike="noStrike">
                <a:solidFill>
                  <a:srgbClr val="00C0FF"/>
                </a:solidFill>
                <a:latin typeface="Poppins"/>
                <a:ea typeface="Poppins"/>
                <a:cs typeface="Poppins"/>
                <a:sym typeface="Poppins"/>
              </a:rPr>
              <a:t>c = c + 1</a:t>
            </a:r>
            <a:endParaRPr b="1" i="0" sz="2400" u="none" cap="none" strike="noStrike">
              <a:solidFill>
                <a:srgbClr val="00C0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91" name="Google Shape;491;p16"/>
          <p:cNvSpPr/>
          <p:nvPr/>
        </p:nvSpPr>
        <p:spPr>
          <a:xfrm>
            <a:off x="9714219" y="2809804"/>
            <a:ext cx="1668780" cy="738665"/>
          </a:xfrm>
          <a:prstGeom prst="roundRect">
            <a:avLst>
              <a:gd fmla="val 7961" name="adj"/>
            </a:avLst>
          </a:prstGeom>
          <a:solidFill>
            <a:schemeClr val="accent1"/>
          </a:solidFill>
          <a:ln>
            <a:noFill/>
          </a:ln>
          <a:effectLst>
            <a:outerShdw blurRad="381000" rotWithShape="0" algn="ctr" dir="5400000" dist="127000">
              <a:srgbClr val="000000">
                <a:alpha val="2941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AF6FF"/>
              </a:buClr>
              <a:buSzPts val="2400"/>
              <a:buFont typeface="Poppins"/>
              <a:buNone/>
            </a:pPr>
            <a:r>
              <a:rPr b="1" i="0" lang="es-ES" sz="2400" u="none" cap="none" strike="noStrike">
                <a:solidFill>
                  <a:srgbClr val="EAF6FF"/>
                </a:solidFill>
                <a:latin typeface="Poppins"/>
                <a:ea typeface="Poppins"/>
                <a:cs typeface="Poppins"/>
                <a:sym typeface="Poppins"/>
              </a:rPr>
              <a:t>Fin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2" name="Google Shape;492;p16"/>
          <p:cNvCxnSpPr>
            <a:stCxn id="486" idx="2"/>
            <a:endCxn id="487" idx="0"/>
          </p:cNvCxnSpPr>
          <p:nvPr/>
        </p:nvCxnSpPr>
        <p:spPr>
          <a:xfrm flipH="1">
            <a:off x="1939279" y="2904462"/>
            <a:ext cx="8100" cy="52440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93" name="Google Shape;493;p16"/>
          <p:cNvCxnSpPr>
            <a:stCxn id="487" idx="2"/>
            <a:endCxn id="488" idx="0"/>
          </p:cNvCxnSpPr>
          <p:nvPr/>
        </p:nvCxnSpPr>
        <p:spPr>
          <a:xfrm>
            <a:off x="1939290" y="4363930"/>
            <a:ext cx="0" cy="42150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94" name="Google Shape;494;p16"/>
          <p:cNvCxnSpPr>
            <a:stCxn id="488" idx="3"/>
            <a:endCxn id="495" idx="1"/>
          </p:cNvCxnSpPr>
          <p:nvPr/>
        </p:nvCxnSpPr>
        <p:spPr>
          <a:xfrm>
            <a:off x="3240975" y="5252930"/>
            <a:ext cx="251700" cy="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96" name="Google Shape;496;p16"/>
          <p:cNvCxnSpPr>
            <a:stCxn id="495" idx="3"/>
            <a:endCxn id="490" idx="1"/>
          </p:cNvCxnSpPr>
          <p:nvPr/>
        </p:nvCxnSpPr>
        <p:spPr>
          <a:xfrm>
            <a:off x="6096000" y="5252930"/>
            <a:ext cx="271800" cy="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95" name="Google Shape;495;p16"/>
          <p:cNvSpPr/>
          <p:nvPr/>
        </p:nvSpPr>
        <p:spPr>
          <a:xfrm>
            <a:off x="3492822" y="4363930"/>
            <a:ext cx="2603178" cy="1778000"/>
          </a:xfrm>
          <a:prstGeom prst="diamond">
            <a:avLst/>
          </a:prstGeom>
          <a:solidFill>
            <a:srgbClr val="FFFFFF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C0FF"/>
              </a:buClr>
              <a:buSzPts val="2400"/>
              <a:buFont typeface="Poppins"/>
              <a:buNone/>
            </a:pPr>
            <a:r>
              <a:rPr b="1" i="0" lang="es-ES" sz="2400" u="none" cap="none" strike="noStrike">
                <a:solidFill>
                  <a:srgbClr val="00C0FF"/>
                </a:solidFill>
                <a:latin typeface="Poppins"/>
                <a:ea typeface="Poppins"/>
                <a:cs typeface="Poppins"/>
                <a:sym typeface="Poppins"/>
              </a:rPr>
              <a:t>¿x==4?</a:t>
            </a:r>
            <a:endParaRPr b="1" i="0" sz="2400" u="none" cap="none" strike="noStrike">
              <a:solidFill>
                <a:srgbClr val="00C0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497" name="Google Shape;497;p16"/>
          <p:cNvCxnSpPr>
            <a:stCxn id="495" idx="0"/>
            <a:endCxn id="498" idx="2"/>
          </p:cNvCxnSpPr>
          <p:nvPr/>
        </p:nvCxnSpPr>
        <p:spPr>
          <a:xfrm rot="10800000">
            <a:off x="4794411" y="3646630"/>
            <a:ext cx="0" cy="71730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99" name="Google Shape;499;p16"/>
          <p:cNvCxnSpPr>
            <a:stCxn id="489" idx="3"/>
            <a:endCxn id="491" idx="1"/>
          </p:cNvCxnSpPr>
          <p:nvPr/>
        </p:nvCxnSpPr>
        <p:spPr>
          <a:xfrm>
            <a:off x="9107045" y="3179137"/>
            <a:ext cx="607200" cy="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00" name="Google Shape;500;p16"/>
          <p:cNvSpPr/>
          <p:nvPr/>
        </p:nvSpPr>
        <p:spPr>
          <a:xfrm>
            <a:off x="9242937" y="4785465"/>
            <a:ext cx="2603370" cy="934930"/>
          </a:xfrm>
          <a:prstGeom prst="roundRect">
            <a:avLst>
              <a:gd fmla="val 796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C0FF"/>
              </a:buClr>
              <a:buSzPts val="1600"/>
              <a:buFont typeface="Poppins"/>
              <a:buNone/>
            </a:pPr>
            <a:r>
              <a:rPr b="1" i="0" lang="es-ES" sz="1600" u="none" cap="none" strike="noStrike">
                <a:solidFill>
                  <a:srgbClr val="00C0FF"/>
                </a:solidFill>
                <a:latin typeface="Poppins"/>
                <a:ea typeface="Poppins"/>
                <a:cs typeface="Poppins"/>
                <a:sym typeface="Poppins"/>
              </a:rPr>
              <a:t>Leer número del teclado y guardarlo en x</a:t>
            </a:r>
            <a:endParaRPr b="1" i="0" sz="1600" u="none" cap="none" strike="noStrike">
              <a:solidFill>
                <a:srgbClr val="00C0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501" name="Google Shape;501;p16"/>
          <p:cNvCxnSpPr>
            <a:stCxn id="490" idx="3"/>
            <a:endCxn id="500" idx="1"/>
          </p:cNvCxnSpPr>
          <p:nvPr/>
        </p:nvCxnSpPr>
        <p:spPr>
          <a:xfrm>
            <a:off x="8971153" y="5252930"/>
            <a:ext cx="271800" cy="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98" name="Google Shape;498;p16"/>
          <p:cNvSpPr/>
          <p:nvPr/>
        </p:nvSpPr>
        <p:spPr>
          <a:xfrm>
            <a:off x="3492822" y="2711672"/>
            <a:ext cx="2603370" cy="934930"/>
          </a:xfrm>
          <a:prstGeom prst="roundRect">
            <a:avLst>
              <a:gd fmla="val 796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C0FF"/>
              </a:buClr>
              <a:buSzPts val="1600"/>
              <a:buFont typeface="Poppins"/>
              <a:buNone/>
            </a:pPr>
            <a:r>
              <a:rPr b="1" i="0" lang="es-ES" sz="1600" u="none" cap="none" strike="noStrike">
                <a:solidFill>
                  <a:srgbClr val="00C0FF"/>
                </a:solidFill>
                <a:latin typeface="Poppins"/>
                <a:ea typeface="Poppins"/>
                <a:cs typeface="Poppins"/>
                <a:sym typeface="Poppins"/>
              </a:rPr>
              <a:t>Felicitar al usuario porque ingresó el número 4</a:t>
            </a:r>
            <a:endParaRPr b="1" i="0" sz="1600" u="none" cap="none" strike="noStrike">
              <a:solidFill>
                <a:srgbClr val="00C0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502" name="Google Shape;502;p16"/>
          <p:cNvCxnSpPr>
            <a:stCxn id="498" idx="3"/>
            <a:endCxn id="489" idx="1"/>
          </p:cNvCxnSpPr>
          <p:nvPr/>
        </p:nvCxnSpPr>
        <p:spPr>
          <a:xfrm>
            <a:off x="6096192" y="3179137"/>
            <a:ext cx="407400" cy="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03" name="Google Shape;503;p16"/>
          <p:cNvCxnSpPr>
            <a:stCxn id="500" idx="2"/>
            <a:endCxn id="495" idx="2"/>
          </p:cNvCxnSpPr>
          <p:nvPr/>
        </p:nvCxnSpPr>
        <p:spPr>
          <a:xfrm rot="5400000">
            <a:off x="7458822" y="3056095"/>
            <a:ext cx="421500" cy="5750100"/>
          </a:xfrm>
          <a:prstGeom prst="bentConnector3">
            <a:avLst>
              <a:gd fmla="val 189559" name="adj1"/>
            </a:avLst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04" name="Google Shape;504;p16"/>
          <p:cNvSpPr txBox="1"/>
          <p:nvPr/>
        </p:nvSpPr>
        <p:spPr>
          <a:xfrm>
            <a:off x="4825356" y="4097241"/>
            <a:ext cx="639739" cy="4269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C0FF"/>
              </a:buClr>
              <a:buSzPts val="1800"/>
              <a:buFont typeface="Poppins"/>
              <a:buNone/>
            </a:pPr>
            <a:r>
              <a:rPr b="1" i="0" lang="es-ES" sz="1800" u="none" cap="none" strike="noStrike">
                <a:solidFill>
                  <a:srgbClr val="00C0FF"/>
                </a:solidFill>
                <a:latin typeface="Poppins"/>
                <a:ea typeface="Poppins"/>
                <a:cs typeface="Poppins"/>
                <a:sym typeface="Poppins"/>
              </a:rPr>
              <a:t>SI</a:t>
            </a:r>
            <a:endParaRPr b="1" i="0" sz="1800" u="none" cap="none" strike="noStrike">
              <a:solidFill>
                <a:srgbClr val="00C0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05" name="Google Shape;505;p16"/>
          <p:cNvSpPr txBox="1"/>
          <p:nvPr/>
        </p:nvSpPr>
        <p:spPr>
          <a:xfrm>
            <a:off x="5728044" y="5408585"/>
            <a:ext cx="639739" cy="4269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C0FF"/>
              </a:buClr>
              <a:buSzPts val="1800"/>
              <a:buFont typeface="Poppins"/>
              <a:buNone/>
            </a:pPr>
            <a:r>
              <a:rPr b="1" i="0" lang="es-ES" sz="1800" u="none" cap="none" strike="noStrike">
                <a:solidFill>
                  <a:srgbClr val="00C0FF"/>
                </a:solidFill>
                <a:latin typeface="Poppins"/>
                <a:ea typeface="Poppins"/>
                <a:cs typeface="Poppins"/>
                <a:sym typeface="Poppins"/>
              </a:rPr>
              <a:t>NO</a:t>
            </a:r>
            <a:endParaRPr b="1" i="0" sz="1800" u="none" cap="none" strike="noStrike">
              <a:solidFill>
                <a:srgbClr val="00C0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17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ES"/>
              <a:t>Leyendo números del teclado</a:t>
            </a:r>
            <a:endParaRPr/>
          </a:p>
        </p:txBody>
      </p:sp>
      <p:sp>
        <p:nvSpPr>
          <p:cNvPr id="511" name="Google Shape;511;p17"/>
          <p:cNvSpPr txBox="1"/>
          <p:nvPr/>
        </p:nvSpPr>
        <p:spPr>
          <a:xfrm>
            <a:off x="1112989" y="615954"/>
            <a:ext cx="1381147" cy="3016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ES" sz="12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03.1: Ciclos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17"/>
          <p:cNvSpPr/>
          <p:nvPr/>
        </p:nvSpPr>
        <p:spPr>
          <a:xfrm>
            <a:off x="1104899" y="1702675"/>
            <a:ext cx="9982202" cy="4659623"/>
          </a:xfrm>
          <a:prstGeom prst="roundRect">
            <a:avLst>
              <a:gd fmla="val 785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504000" spcFirstLastPara="1" rIns="2743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Cómo puedo escribir algo que realice lo siguiente: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s-E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Quiero sumar un conjunto de números, y saber el total de dicha suma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s-E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El programa me tiene que preguntar los números uno a uno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s-E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Yo no sé cuántos números se van a ingresar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s-E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Pero si el usuario ingresa un -1 significa que ya no hay más números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18"/>
          <p:cNvSpPr txBox="1"/>
          <p:nvPr/>
        </p:nvSpPr>
        <p:spPr>
          <a:xfrm>
            <a:off x="1112989" y="615954"/>
            <a:ext cx="1872895" cy="3138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ES" sz="12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03.1: Ciclos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18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ES"/>
              <a:t>Leyendo números del teclado</a:t>
            </a:r>
            <a:endParaRPr/>
          </a:p>
        </p:txBody>
      </p:sp>
      <p:sp>
        <p:nvSpPr>
          <p:cNvPr id="519" name="Google Shape;519;p18"/>
          <p:cNvSpPr txBox="1"/>
          <p:nvPr/>
        </p:nvSpPr>
        <p:spPr>
          <a:xfrm>
            <a:off x="1647378" y="2304632"/>
            <a:ext cx="65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Poppins"/>
              <a:buNone/>
            </a:pPr>
            <a:r>
              <a:t/>
            </a:r>
            <a:endParaRPr b="1" i="0" sz="8000" u="none" cap="none" strike="noStrike">
              <a:solidFill>
                <a:srgbClr val="00C0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20" name="Google Shape;520;p18"/>
          <p:cNvSpPr/>
          <p:nvPr/>
        </p:nvSpPr>
        <p:spPr>
          <a:xfrm>
            <a:off x="1112989" y="2165797"/>
            <a:ext cx="1668780" cy="738665"/>
          </a:xfrm>
          <a:prstGeom prst="roundRect">
            <a:avLst>
              <a:gd fmla="val 7961" name="adj"/>
            </a:avLst>
          </a:prstGeom>
          <a:solidFill>
            <a:schemeClr val="accent1"/>
          </a:solidFill>
          <a:ln>
            <a:noFill/>
          </a:ln>
          <a:effectLst>
            <a:outerShdw blurRad="381000" rotWithShape="0" algn="ctr" dir="5400000" dist="127000">
              <a:srgbClr val="000000">
                <a:alpha val="2941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AF6FF"/>
              </a:buClr>
              <a:buSzPts val="2400"/>
              <a:buFont typeface="Poppins"/>
              <a:buNone/>
            </a:pPr>
            <a:r>
              <a:rPr b="1" i="0" lang="es-ES" sz="2400" u="none" cap="none" strike="noStrike">
                <a:solidFill>
                  <a:srgbClr val="EAF6FF"/>
                </a:solidFill>
                <a:latin typeface="Poppins"/>
                <a:ea typeface="Poppins"/>
                <a:cs typeface="Poppins"/>
                <a:sym typeface="Poppins"/>
              </a:rPr>
              <a:t>Inicio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18"/>
          <p:cNvSpPr/>
          <p:nvPr/>
        </p:nvSpPr>
        <p:spPr>
          <a:xfrm>
            <a:off x="637605" y="3429000"/>
            <a:ext cx="2603370" cy="934930"/>
          </a:xfrm>
          <a:prstGeom prst="roundRect">
            <a:avLst>
              <a:gd fmla="val 796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C0FF"/>
              </a:buClr>
              <a:buSzPts val="2400"/>
              <a:buFont typeface="Poppins"/>
              <a:buNone/>
            </a:pPr>
            <a:r>
              <a:rPr b="1" i="0" lang="es-ES" sz="2400" u="none" cap="none" strike="noStrike">
                <a:solidFill>
                  <a:srgbClr val="00C0FF"/>
                </a:solidFill>
                <a:latin typeface="Poppins"/>
                <a:ea typeface="Poppins"/>
                <a:cs typeface="Poppins"/>
                <a:sym typeface="Poppins"/>
              </a:rPr>
              <a:t>s = 0</a:t>
            </a:r>
            <a:endParaRPr b="1" i="0" sz="2400" u="none" cap="none" strike="noStrike">
              <a:solidFill>
                <a:srgbClr val="00C0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22" name="Google Shape;522;p18"/>
          <p:cNvSpPr/>
          <p:nvPr/>
        </p:nvSpPr>
        <p:spPr>
          <a:xfrm>
            <a:off x="637605" y="4785465"/>
            <a:ext cx="2603370" cy="934930"/>
          </a:xfrm>
          <a:prstGeom prst="roundRect">
            <a:avLst>
              <a:gd fmla="val 796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C0FF"/>
              </a:buClr>
              <a:buSzPts val="1600"/>
              <a:buFont typeface="Poppins"/>
              <a:buNone/>
            </a:pPr>
            <a:r>
              <a:rPr b="1" i="0" lang="es-ES" sz="1600" u="none" cap="none" strike="noStrike">
                <a:solidFill>
                  <a:srgbClr val="00C0FF"/>
                </a:solidFill>
                <a:latin typeface="Poppins"/>
                <a:ea typeface="Poppins"/>
                <a:cs typeface="Poppins"/>
                <a:sym typeface="Poppins"/>
              </a:rPr>
              <a:t>Leer número del teclado y guardarlo en x</a:t>
            </a:r>
            <a:endParaRPr b="1" i="0" sz="1600" u="none" cap="none" strike="noStrike">
              <a:solidFill>
                <a:srgbClr val="00C0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23" name="Google Shape;523;p18"/>
          <p:cNvSpPr/>
          <p:nvPr/>
        </p:nvSpPr>
        <p:spPr>
          <a:xfrm>
            <a:off x="6503675" y="2711672"/>
            <a:ext cx="2603370" cy="934930"/>
          </a:xfrm>
          <a:prstGeom prst="roundRect">
            <a:avLst>
              <a:gd fmla="val 796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C0FF"/>
              </a:buClr>
              <a:buSzPts val="2400"/>
              <a:buFont typeface="Poppins"/>
              <a:buNone/>
            </a:pPr>
            <a:r>
              <a:rPr b="1" i="0" lang="es-ES" sz="2400" u="none" cap="none" strike="noStrike">
                <a:solidFill>
                  <a:srgbClr val="00C0FF"/>
                </a:solidFill>
                <a:latin typeface="Poppins"/>
                <a:ea typeface="Poppins"/>
                <a:cs typeface="Poppins"/>
                <a:sym typeface="Poppins"/>
              </a:rPr>
              <a:t>print(s)</a:t>
            </a:r>
            <a:endParaRPr b="1" i="0" sz="2400" u="none" cap="none" strike="noStrike">
              <a:solidFill>
                <a:srgbClr val="00C0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24" name="Google Shape;524;p18"/>
          <p:cNvSpPr/>
          <p:nvPr/>
        </p:nvSpPr>
        <p:spPr>
          <a:xfrm>
            <a:off x="6367783" y="4785465"/>
            <a:ext cx="2603370" cy="934930"/>
          </a:xfrm>
          <a:prstGeom prst="roundRect">
            <a:avLst>
              <a:gd fmla="val 796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C0FF"/>
              </a:buClr>
              <a:buSzPts val="2400"/>
              <a:buFont typeface="Poppins"/>
              <a:buNone/>
            </a:pPr>
            <a:r>
              <a:rPr b="1" i="0" lang="es-ES" sz="2400" u="none" cap="none" strike="noStrike">
                <a:solidFill>
                  <a:srgbClr val="00C0FF"/>
                </a:solidFill>
                <a:latin typeface="Poppins"/>
                <a:ea typeface="Poppins"/>
                <a:cs typeface="Poppins"/>
                <a:sym typeface="Poppins"/>
              </a:rPr>
              <a:t>s = s + x</a:t>
            </a:r>
            <a:endParaRPr b="1" i="0" sz="2400" u="none" cap="none" strike="noStrike">
              <a:solidFill>
                <a:srgbClr val="00C0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25" name="Google Shape;525;p18"/>
          <p:cNvSpPr/>
          <p:nvPr/>
        </p:nvSpPr>
        <p:spPr>
          <a:xfrm>
            <a:off x="9714219" y="2809804"/>
            <a:ext cx="1668780" cy="738665"/>
          </a:xfrm>
          <a:prstGeom prst="roundRect">
            <a:avLst>
              <a:gd fmla="val 7961" name="adj"/>
            </a:avLst>
          </a:prstGeom>
          <a:solidFill>
            <a:schemeClr val="accent1"/>
          </a:solidFill>
          <a:ln>
            <a:noFill/>
          </a:ln>
          <a:effectLst>
            <a:outerShdw blurRad="381000" rotWithShape="0" algn="ctr" dir="5400000" dist="127000">
              <a:srgbClr val="000000">
                <a:alpha val="2941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AF6FF"/>
              </a:buClr>
              <a:buSzPts val="2400"/>
              <a:buFont typeface="Poppins"/>
              <a:buNone/>
            </a:pPr>
            <a:r>
              <a:rPr b="1" i="0" lang="es-ES" sz="2400" u="none" cap="none" strike="noStrike">
                <a:solidFill>
                  <a:srgbClr val="EAF6FF"/>
                </a:solidFill>
                <a:latin typeface="Poppins"/>
                <a:ea typeface="Poppins"/>
                <a:cs typeface="Poppins"/>
                <a:sym typeface="Poppins"/>
              </a:rPr>
              <a:t>Fin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26" name="Google Shape;526;p18"/>
          <p:cNvCxnSpPr>
            <a:stCxn id="520" idx="2"/>
            <a:endCxn id="521" idx="0"/>
          </p:cNvCxnSpPr>
          <p:nvPr/>
        </p:nvCxnSpPr>
        <p:spPr>
          <a:xfrm flipH="1">
            <a:off x="1939279" y="2904462"/>
            <a:ext cx="8100" cy="52440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27" name="Google Shape;527;p18"/>
          <p:cNvCxnSpPr>
            <a:stCxn id="521" idx="2"/>
            <a:endCxn id="522" idx="0"/>
          </p:cNvCxnSpPr>
          <p:nvPr/>
        </p:nvCxnSpPr>
        <p:spPr>
          <a:xfrm>
            <a:off x="1939290" y="4363930"/>
            <a:ext cx="0" cy="42150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28" name="Google Shape;528;p18"/>
          <p:cNvCxnSpPr>
            <a:stCxn id="522" idx="3"/>
            <a:endCxn id="529" idx="1"/>
          </p:cNvCxnSpPr>
          <p:nvPr/>
        </p:nvCxnSpPr>
        <p:spPr>
          <a:xfrm>
            <a:off x="3240975" y="5252930"/>
            <a:ext cx="251700" cy="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30" name="Google Shape;530;p18"/>
          <p:cNvCxnSpPr>
            <a:stCxn id="529" idx="3"/>
            <a:endCxn id="524" idx="1"/>
          </p:cNvCxnSpPr>
          <p:nvPr/>
        </p:nvCxnSpPr>
        <p:spPr>
          <a:xfrm>
            <a:off x="6096000" y="5252930"/>
            <a:ext cx="271800" cy="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29" name="Google Shape;529;p18"/>
          <p:cNvSpPr/>
          <p:nvPr/>
        </p:nvSpPr>
        <p:spPr>
          <a:xfrm>
            <a:off x="3492822" y="4363930"/>
            <a:ext cx="2603178" cy="1778000"/>
          </a:xfrm>
          <a:prstGeom prst="diamond">
            <a:avLst/>
          </a:prstGeom>
          <a:solidFill>
            <a:srgbClr val="FFFFFF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C0FF"/>
              </a:buClr>
              <a:buSzPts val="2400"/>
              <a:buFont typeface="Poppins"/>
              <a:buNone/>
            </a:pPr>
            <a:r>
              <a:rPr b="1" i="0" lang="es-ES" sz="2400" u="none" cap="none" strike="noStrike">
                <a:solidFill>
                  <a:srgbClr val="00C0FF"/>
                </a:solidFill>
                <a:latin typeface="Poppins"/>
                <a:ea typeface="Poppins"/>
                <a:cs typeface="Poppins"/>
                <a:sym typeface="Poppins"/>
              </a:rPr>
              <a:t>¿x==-1?</a:t>
            </a:r>
            <a:endParaRPr b="1" i="0" sz="2400" u="none" cap="none" strike="noStrike">
              <a:solidFill>
                <a:srgbClr val="00C0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531" name="Google Shape;531;p18"/>
          <p:cNvCxnSpPr>
            <a:stCxn id="529" idx="0"/>
            <a:endCxn id="532" idx="2"/>
          </p:cNvCxnSpPr>
          <p:nvPr/>
        </p:nvCxnSpPr>
        <p:spPr>
          <a:xfrm rot="10800000">
            <a:off x="4794411" y="3646630"/>
            <a:ext cx="0" cy="71730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33" name="Google Shape;533;p18"/>
          <p:cNvCxnSpPr>
            <a:stCxn id="523" idx="3"/>
            <a:endCxn id="525" idx="1"/>
          </p:cNvCxnSpPr>
          <p:nvPr/>
        </p:nvCxnSpPr>
        <p:spPr>
          <a:xfrm>
            <a:off x="9107045" y="3179137"/>
            <a:ext cx="607200" cy="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34" name="Google Shape;534;p18"/>
          <p:cNvSpPr/>
          <p:nvPr/>
        </p:nvSpPr>
        <p:spPr>
          <a:xfrm>
            <a:off x="9242937" y="4785465"/>
            <a:ext cx="2603370" cy="934930"/>
          </a:xfrm>
          <a:prstGeom prst="roundRect">
            <a:avLst>
              <a:gd fmla="val 796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C0FF"/>
              </a:buClr>
              <a:buSzPts val="1600"/>
              <a:buFont typeface="Poppins"/>
              <a:buNone/>
            </a:pPr>
            <a:r>
              <a:rPr b="1" i="0" lang="es-ES" sz="1600" u="none" cap="none" strike="noStrike">
                <a:solidFill>
                  <a:srgbClr val="00C0FF"/>
                </a:solidFill>
                <a:latin typeface="Poppins"/>
                <a:ea typeface="Poppins"/>
                <a:cs typeface="Poppins"/>
                <a:sym typeface="Poppins"/>
              </a:rPr>
              <a:t>Leer número del teclado y guardarlo en x</a:t>
            </a:r>
            <a:endParaRPr b="1" i="0" sz="1600" u="none" cap="none" strike="noStrike">
              <a:solidFill>
                <a:srgbClr val="00C0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535" name="Google Shape;535;p18"/>
          <p:cNvCxnSpPr>
            <a:stCxn id="524" idx="3"/>
            <a:endCxn id="534" idx="1"/>
          </p:cNvCxnSpPr>
          <p:nvPr/>
        </p:nvCxnSpPr>
        <p:spPr>
          <a:xfrm>
            <a:off x="8971153" y="5252930"/>
            <a:ext cx="271800" cy="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32" name="Google Shape;532;p18"/>
          <p:cNvSpPr/>
          <p:nvPr/>
        </p:nvSpPr>
        <p:spPr>
          <a:xfrm>
            <a:off x="3492822" y="2711672"/>
            <a:ext cx="2603370" cy="934930"/>
          </a:xfrm>
          <a:prstGeom prst="roundRect">
            <a:avLst>
              <a:gd fmla="val 796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C0FF"/>
              </a:buClr>
              <a:buSzPts val="1800"/>
              <a:buFont typeface="Poppins"/>
              <a:buNone/>
            </a:pPr>
            <a:r>
              <a:rPr b="1" i="0" lang="es-ES" sz="1800" u="none" cap="none" strike="noStrike">
                <a:solidFill>
                  <a:srgbClr val="00C0FF"/>
                </a:solidFill>
                <a:latin typeface="Poppins"/>
                <a:ea typeface="Poppins"/>
                <a:cs typeface="Poppins"/>
                <a:sym typeface="Poppins"/>
              </a:rPr>
              <a:t>Felicitar al usuario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36" name="Google Shape;536;p18"/>
          <p:cNvCxnSpPr>
            <a:stCxn id="532" idx="3"/>
            <a:endCxn id="523" idx="1"/>
          </p:cNvCxnSpPr>
          <p:nvPr/>
        </p:nvCxnSpPr>
        <p:spPr>
          <a:xfrm>
            <a:off x="6096192" y="3179137"/>
            <a:ext cx="407400" cy="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37" name="Google Shape;537;p18"/>
          <p:cNvCxnSpPr>
            <a:stCxn id="534" idx="2"/>
            <a:endCxn id="529" idx="2"/>
          </p:cNvCxnSpPr>
          <p:nvPr/>
        </p:nvCxnSpPr>
        <p:spPr>
          <a:xfrm rot="5400000">
            <a:off x="7458822" y="3056095"/>
            <a:ext cx="421500" cy="5750100"/>
          </a:xfrm>
          <a:prstGeom prst="bentConnector3">
            <a:avLst>
              <a:gd fmla="val 189559" name="adj1"/>
            </a:avLst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38" name="Google Shape;538;p18"/>
          <p:cNvSpPr txBox="1"/>
          <p:nvPr/>
        </p:nvSpPr>
        <p:spPr>
          <a:xfrm>
            <a:off x="4825356" y="4097241"/>
            <a:ext cx="639739" cy="4269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C0FF"/>
              </a:buClr>
              <a:buSzPts val="1800"/>
              <a:buFont typeface="Poppins"/>
              <a:buNone/>
            </a:pPr>
            <a:r>
              <a:rPr b="1" i="0" lang="es-ES" sz="1800" u="none" cap="none" strike="noStrike">
                <a:solidFill>
                  <a:srgbClr val="00C0FF"/>
                </a:solidFill>
                <a:latin typeface="Poppins"/>
                <a:ea typeface="Poppins"/>
                <a:cs typeface="Poppins"/>
                <a:sym typeface="Poppins"/>
              </a:rPr>
              <a:t>SI</a:t>
            </a:r>
            <a:endParaRPr b="1" i="0" sz="1800" u="none" cap="none" strike="noStrike">
              <a:solidFill>
                <a:srgbClr val="00C0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39" name="Google Shape;539;p18"/>
          <p:cNvSpPr txBox="1"/>
          <p:nvPr/>
        </p:nvSpPr>
        <p:spPr>
          <a:xfrm>
            <a:off x="5728044" y="5408585"/>
            <a:ext cx="639739" cy="4269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C0FF"/>
              </a:buClr>
              <a:buSzPts val="1800"/>
              <a:buFont typeface="Poppins"/>
              <a:buNone/>
            </a:pPr>
            <a:r>
              <a:rPr b="1" i="0" lang="es-ES" sz="1800" u="none" cap="none" strike="noStrike">
                <a:solidFill>
                  <a:srgbClr val="00C0FF"/>
                </a:solidFill>
                <a:latin typeface="Poppins"/>
                <a:ea typeface="Poppins"/>
                <a:cs typeface="Poppins"/>
                <a:sym typeface="Poppins"/>
              </a:rPr>
              <a:t>NO</a:t>
            </a:r>
            <a:endParaRPr b="1" i="0" sz="1800" u="none" cap="none" strike="noStrike">
              <a:solidFill>
                <a:srgbClr val="00C0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19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ES"/>
              <a:t>Leyendo números del teclado</a:t>
            </a:r>
            <a:endParaRPr/>
          </a:p>
        </p:txBody>
      </p:sp>
      <p:sp>
        <p:nvSpPr>
          <p:cNvPr id="545" name="Google Shape;545;p19"/>
          <p:cNvSpPr txBox="1"/>
          <p:nvPr/>
        </p:nvSpPr>
        <p:spPr>
          <a:xfrm>
            <a:off x="1112989" y="615954"/>
            <a:ext cx="1381147" cy="3016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ES" sz="12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03.1: Ciclos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19"/>
          <p:cNvSpPr/>
          <p:nvPr/>
        </p:nvSpPr>
        <p:spPr>
          <a:xfrm>
            <a:off x="1104899" y="1702675"/>
            <a:ext cx="9982202" cy="4237749"/>
          </a:xfrm>
          <a:prstGeom prst="roundRect">
            <a:avLst>
              <a:gd fmla="val 735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504000" spcFirstLastPara="1" rIns="2743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Cómo puedo escribir algo que realice lo siguiente: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s-E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Queremos contar cuantos estudiantes varones son mayores de 18 años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s-E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También queremos desplegar la suma de las edades de los alumnos menores a 18 años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s-E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Hay 15 estudiantes en el curso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20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ES"/>
              <a:t>Comparando ambos ciclos</a:t>
            </a:r>
            <a:endParaRPr/>
          </a:p>
        </p:txBody>
      </p:sp>
      <p:sp>
        <p:nvSpPr>
          <p:cNvPr id="552" name="Google Shape;552;p20"/>
          <p:cNvSpPr txBox="1"/>
          <p:nvPr/>
        </p:nvSpPr>
        <p:spPr>
          <a:xfrm>
            <a:off x="1112989" y="615954"/>
            <a:ext cx="1381147" cy="3016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ES" sz="12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03.1: Ciclos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20"/>
          <p:cNvSpPr/>
          <p:nvPr/>
        </p:nvSpPr>
        <p:spPr>
          <a:xfrm>
            <a:off x="1104898" y="1702675"/>
            <a:ext cx="5209275" cy="3911315"/>
          </a:xfrm>
          <a:prstGeom prst="roundRect">
            <a:avLst>
              <a:gd fmla="val 785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504000" spcFirstLastPara="1" rIns="2743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rgbClr val="4B69C6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i="0" lang="es-ES" sz="24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i </a:t>
            </a:r>
            <a:r>
              <a:rPr b="0" i="0" lang="es-ES" sz="2400" u="none" cap="none" strike="noStrike">
                <a:solidFill>
                  <a:srgbClr val="4B69C6"/>
                </a:solidFill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b="0" i="0" lang="es-ES" sz="24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i="0" lang="es-ES" sz="2400" u="none" cap="none" strike="noStrike">
                <a:solidFill>
                  <a:srgbClr val="AA3731"/>
                </a:solidFill>
                <a:latin typeface="Consolas"/>
                <a:ea typeface="Consolas"/>
                <a:cs typeface="Consolas"/>
                <a:sym typeface="Consolas"/>
              </a:rPr>
              <a:t>range</a:t>
            </a:r>
            <a:r>
              <a:rPr b="0" i="0" lang="es-ES" sz="24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s-ES" sz="2400" u="none" cap="none" strike="noStrik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s-ES" sz="24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i="0" lang="es-ES" sz="24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s-ES" sz="2400" u="none" cap="none" strike="noStrik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b="0" i="0" lang="es-ES" sz="24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i="0" lang="es-ES" sz="24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s-ES" sz="2400" u="none" cap="none" strike="noStrik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s-ES" sz="24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):</a:t>
            </a:r>
            <a:endParaRPr b="0" i="0" sz="24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1" i="0" lang="es-ES" sz="2400" u="none" cap="none" strike="noStrike">
                <a:solidFill>
                  <a:srgbClr val="AA3731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s-ES" sz="24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s-ES" sz="24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0" i="0" lang="es-ES" sz="24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24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br>
              <a:rPr b="0" i="0" lang="es-ES" sz="24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s-ES" sz="24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i </a:t>
            </a:r>
            <a:r>
              <a:rPr b="0" i="0" lang="es-ES" sz="24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s-ES" sz="24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s-ES" sz="2400" u="none" cap="none" strike="noStrik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24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rgbClr val="4B69C6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b="0" i="0" lang="es-ES" sz="24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i </a:t>
            </a:r>
            <a:r>
              <a:rPr b="0" i="0" lang="es-ES" sz="24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s-ES" sz="24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s-ES" sz="2400" u="none" cap="none" strike="noStrik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b="0" i="0" lang="es-ES" sz="24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 b="0" i="0" sz="24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1" i="0" lang="es-ES" sz="2400" u="none" cap="none" strike="noStrike">
                <a:solidFill>
                  <a:srgbClr val="AA3731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s-ES" sz="24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s-ES" sz="24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0" i="0" lang="es-ES" sz="24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24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i </a:t>
            </a:r>
            <a:r>
              <a:rPr b="0" i="0" lang="es-ES" sz="24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+=</a:t>
            </a:r>
            <a:r>
              <a:rPr b="0" i="0" lang="es-ES" sz="24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s-ES" sz="2400" u="none" cap="none" strike="noStrike">
                <a:solidFill>
                  <a:srgbClr val="9C5D27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24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54" name="Google Shape;554;p20"/>
          <p:cNvSpPr/>
          <p:nvPr/>
        </p:nvSpPr>
        <p:spPr>
          <a:xfrm>
            <a:off x="6631806" y="1702675"/>
            <a:ext cx="4543125" cy="3911315"/>
          </a:xfrm>
          <a:prstGeom prst="roundRect">
            <a:avLst>
              <a:gd fmla="val 6490" name="adj"/>
            </a:avLst>
          </a:prstGeom>
          <a:solidFill>
            <a:schemeClr val="accent1"/>
          </a:solidFill>
          <a:ln>
            <a:noFill/>
          </a:ln>
          <a:effectLst>
            <a:outerShdw blurRad="381000" rotWithShape="0" algn="ctr" dir="5400000" dist="127000">
              <a:srgbClr val="000000">
                <a:alpha val="29411"/>
              </a:srgbClr>
            </a:outerShdw>
          </a:effectLst>
        </p:spPr>
        <p:txBody>
          <a:bodyPr anchorCtr="1" anchor="ctr" bIns="0" lIns="360000" spcFirstLastPara="1" rIns="36000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E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Como puedes observar, puedes transformar un ciclo for en un ciclo while y viceversa.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E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Dependerá de la situación cuando usar uno u otro.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55" name="Google Shape;555;p20"/>
          <p:cNvGrpSpPr/>
          <p:nvPr/>
        </p:nvGrpSpPr>
        <p:grpSpPr>
          <a:xfrm>
            <a:off x="1484146" y="2753998"/>
            <a:ext cx="3780914" cy="2254145"/>
            <a:chOff x="1099135" y="2870909"/>
            <a:chExt cx="3780914" cy="2254145"/>
          </a:xfrm>
        </p:grpSpPr>
        <p:sp>
          <p:nvSpPr>
            <p:cNvPr id="556" name="Google Shape;556;p20"/>
            <p:cNvSpPr/>
            <p:nvPr/>
          </p:nvSpPr>
          <p:spPr>
            <a:xfrm>
              <a:off x="1099135" y="3609234"/>
              <a:ext cx="1195388" cy="361950"/>
            </a:xfrm>
            <a:prstGeom prst="ellipse">
              <a:avLst/>
            </a:prstGeom>
            <a:noFill/>
            <a:ln cap="flat" cmpd="sng" w="28575">
              <a:solidFill>
                <a:schemeClr val="accen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557" name="Google Shape;557;p20"/>
            <p:cNvSpPr/>
            <p:nvPr/>
          </p:nvSpPr>
          <p:spPr>
            <a:xfrm>
              <a:off x="1794960" y="4653564"/>
              <a:ext cx="1423989" cy="471490"/>
            </a:xfrm>
            <a:prstGeom prst="ellipse">
              <a:avLst/>
            </a:prstGeom>
            <a:noFill/>
            <a:ln cap="flat" cmpd="sng" w="28575">
              <a:solidFill>
                <a:schemeClr val="accen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558" name="Google Shape;558;p20"/>
            <p:cNvSpPr/>
            <p:nvPr/>
          </p:nvSpPr>
          <p:spPr>
            <a:xfrm>
              <a:off x="2154281" y="3902136"/>
              <a:ext cx="1423988" cy="471490"/>
            </a:xfrm>
            <a:prstGeom prst="ellipse">
              <a:avLst/>
            </a:prstGeom>
            <a:noFill/>
            <a:ln cap="flat" cmpd="sng" w="28575">
              <a:solidFill>
                <a:schemeClr val="accen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cxnSp>
          <p:nvCxnSpPr>
            <p:cNvPr id="559" name="Google Shape;559;p20"/>
            <p:cNvCxnSpPr>
              <a:stCxn id="556" idx="6"/>
            </p:cNvCxnSpPr>
            <p:nvPr/>
          </p:nvCxnSpPr>
          <p:spPr>
            <a:xfrm flipH="1" rot="10800000">
              <a:off x="2294523" y="2877609"/>
              <a:ext cx="1520100" cy="912600"/>
            </a:xfrm>
            <a:prstGeom prst="straightConnector1">
              <a:avLst/>
            </a:prstGeom>
            <a:noFill/>
            <a:ln cap="flat" cmpd="sng" w="28575">
              <a:solidFill>
                <a:schemeClr val="accent2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cxnSp>
          <p:nvCxnSpPr>
            <p:cNvPr id="560" name="Google Shape;560;p20"/>
            <p:cNvCxnSpPr>
              <a:stCxn id="558" idx="7"/>
            </p:cNvCxnSpPr>
            <p:nvPr/>
          </p:nvCxnSpPr>
          <p:spPr>
            <a:xfrm flipH="1" rot="10800000">
              <a:off x="3369731" y="2877684"/>
              <a:ext cx="1029000" cy="1093500"/>
            </a:xfrm>
            <a:prstGeom prst="straightConnector1">
              <a:avLst/>
            </a:prstGeom>
            <a:noFill/>
            <a:ln cap="flat" cmpd="sng" w="28575">
              <a:solidFill>
                <a:schemeClr val="accent2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cxnSp>
          <p:nvCxnSpPr>
            <p:cNvPr id="561" name="Google Shape;561;p20"/>
            <p:cNvCxnSpPr>
              <a:stCxn id="557" idx="6"/>
            </p:cNvCxnSpPr>
            <p:nvPr/>
          </p:nvCxnSpPr>
          <p:spPr>
            <a:xfrm flipH="1" rot="10800000">
              <a:off x="3218949" y="2870909"/>
              <a:ext cx="1661100" cy="2018400"/>
            </a:xfrm>
            <a:prstGeom prst="straightConnector1">
              <a:avLst/>
            </a:prstGeom>
            <a:noFill/>
            <a:ln cap="flat" cmpd="sng" w="28575">
              <a:solidFill>
                <a:schemeClr val="accent2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</p:grp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21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ES"/>
              <a:t>Control de errores</a:t>
            </a:r>
            <a:endParaRPr/>
          </a:p>
        </p:txBody>
      </p:sp>
      <p:sp>
        <p:nvSpPr>
          <p:cNvPr id="567" name="Google Shape;567;p21"/>
          <p:cNvSpPr txBox="1"/>
          <p:nvPr/>
        </p:nvSpPr>
        <p:spPr>
          <a:xfrm>
            <a:off x="1112989" y="615954"/>
            <a:ext cx="1381147" cy="3016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ES" sz="12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03.1: Ciclos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21"/>
          <p:cNvSpPr/>
          <p:nvPr/>
        </p:nvSpPr>
        <p:spPr>
          <a:xfrm>
            <a:off x="1104899" y="1702676"/>
            <a:ext cx="9982202" cy="2975202"/>
          </a:xfrm>
          <a:prstGeom prst="roundRect">
            <a:avLst>
              <a:gd fmla="val 785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504000" spcFirstLastPara="1" rIns="2743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 veces necesitas que el usuario ingrese un tipo especifico de información, y que en caso de un ingreso erróneo se vuelva a preguntar por el valor requerido.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Esto se puede hacer fácilmente con el uso de ciclos while.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Solo necesitas pensar bien en las condiciones de término de cada ciclo. </a:t>
            </a:r>
            <a:endParaRPr b="0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69" name="Google Shape;569;p21"/>
          <p:cNvSpPr/>
          <p:nvPr/>
        </p:nvSpPr>
        <p:spPr>
          <a:xfrm>
            <a:off x="1112989" y="4847732"/>
            <a:ext cx="9982202" cy="1625067"/>
          </a:xfrm>
          <a:prstGeom prst="roundRect">
            <a:avLst>
              <a:gd fmla="val 1555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504000" spcFirstLastPara="1" rIns="2743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Probemos con un ejemplo simple. Necesitamos que el usuario nos diga si quiere su orden para llevar en un sistema de ventas. La respuesta solo puede ser </a:t>
            </a:r>
            <a:r>
              <a:rPr b="1" i="0" lang="es-ES" sz="20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Si</a:t>
            </a:r>
            <a:r>
              <a:rPr b="1" i="0" lang="es-ES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0" i="0" lang="es-ES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 </a:t>
            </a:r>
            <a:r>
              <a:rPr b="1" i="0" lang="es-ES" sz="20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No</a:t>
            </a:r>
            <a:r>
              <a:rPr b="0" i="0" lang="es-ES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22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ES"/>
              <a:t>Control de errores</a:t>
            </a:r>
            <a:endParaRPr/>
          </a:p>
        </p:txBody>
      </p:sp>
      <p:sp>
        <p:nvSpPr>
          <p:cNvPr id="575" name="Google Shape;575;p22"/>
          <p:cNvSpPr txBox="1"/>
          <p:nvPr/>
        </p:nvSpPr>
        <p:spPr>
          <a:xfrm>
            <a:off x="1112989" y="615954"/>
            <a:ext cx="1381147" cy="3016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ES" sz="12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03.1: Ciclos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p22"/>
          <p:cNvSpPr/>
          <p:nvPr/>
        </p:nvSpPr>
        <p:spPr>
          <a:xfrm>
            <a:off x="1104899" y="1702677"/>
            <a:ext cx="9982202" cy="1726324"/>
          </a:xfrm>
          <a:prstGeom prst="roundRect">
            <a:avLst>
              <a:gd fmla="val 1404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108000" spcFirstLastPara="1" rIns="108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opcion </a:t>
            </a:r>
            <a:r>
              <a:rPr b="0" i="0" lang="es-ES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s-ES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i="0" lang="es-ES" sz="2000" u="none" cap="none" strike="noStrike">
                <a:solidFill>
                  <a:srgbClr val="AA3731"/>
                </a:solidFill>
                <a:latin typeface="Consolas"/>
                <a:ea typeface="Consolas"/>
                <a:cs typeface="Consolas"/>
                <a:sym typeface="Consolas"/>
              </a:rPr>
              <a:t>input</a:t>
            </a:r>
            <a:r>
              <a:rPr b="0" i="0" lang="es-ES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('</a:t>
            </a:r>
            <a:r>
              <a:rPr b="0" i="0" lang="es-ES" sz="2000" u="none" cap="none" strike="noStrike">
                <a:solidFill>
                  <a:srgbClr val="448C27"/>
                </a:solidFill>
                <a:latin typeface="Consolas"/>
                <a:ea typeface="Consolas"/>
                <a:cs typeface="Consolas"/>
                <a:sym typeface="Consolas"/>
              </a:rPr>
              <a:t>¿Pedido para llevar? (Si, No): </a:t>
            </a:r>
            <a:r>
              <a:rPr b="0" i="0" lang="es-ES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').</a:t>
            </a:r>
            <a:r>
              <a:rPr b="0" i="0" lang="es-ES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lower</a:t>
            </a:r>
            <a:r>
              <a:rPr b="0" i="0" lang="es-ES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endParaRPr b="0" i="0" sz="20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br>
              <a:rPr b="0" i="0" lang="es-ES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s-ES" sz="2000" u="none" cap="none" strike="noStrike">
                <a:solidFill>
                  <a:srgbClr val="4B69C6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b="0" i="0" lang="es-ES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opcion </a:t>
            </a:r>
            <a:r>
              <a:rPr b="0" i="0" lang="es-ES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!=</a:t>
            </a:r>
            <a:r>
              <a:rPr b="0" i="0" lang="es-ES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s-ES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'</a:t>
            </a:r>
            <a:r>
              <a:rPr b="0" i="0" lang="es-ES" sz="2000" u="none" cap="none" strike="noStrike">
                <a:solidFill>
                  <a:srgbClr val="448C27"/>
                </a:solidFill>
                <a:latin typeface="Consolas"/>
                <a:ea typeface="Consolas"/>
                <a:cs typeface="Consolas"/>
                <a:sym typeface="Consolas"/>
              </a:rPr>
              <a:t>si</a:t>
            </a:r>
            <a:r>
              <a:rPr b="0" i="0" lang="es-ES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'</a:t>
            </a:r>
            <a:r>
              <a:rPr b="0" i="0" lang="es-ES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s-ES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and</a:t>
            </a:r>
            <a:r>
              <a:rPr b="0" i="0" lang="es-ES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opcion </a:t>
            </a:r>
            <a:r>
              <a:rPr b="0" i="0" lang="es-ES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!=</a:t>
            </a:r>
            <a:r>
              <a:rPr b="0" i="0" lang="es-ES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s-ES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'</a:t>
            </a:r>
            <a:r>
              <a:rPr b="0" i="0" lang="es-ES" sz="2000" u="none" cap="none" strike="noStrike">
                <a:solidFill>
                  <a:srgbClr val="448C27"/>
                </a:solidFill>
                <a:latin typeface="Consolas"/>
                <a:ea typeface="Consolas"/>
                <a:cs typeface="Consolas"/>
                <a:sym typeface="Consolas"/>
              </a:rPr>
              <a:t>no</a:t>
            </a:r>
            <a:r>
              <a:rPr b="0" i="0" lang="es-ES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':</a:t>
            </a:r>
            <a:endParaRPr b="0" i="0" sz="20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    opcion </a:t>
            </a:r>
            <a:r>
              <a:rPr b="0" i="0" lang="es-ES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s-ES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i="0" lang="es-ES" sz="2000" u="none" cap="none" strike="noStrike">
                <a:solidFill>
                  <a:srgbClr val="AA3731"/>
                </a:solidFill>
                <a:latin typeface="Consolas"/>
                <a:ea typeface="Consolas"/>
                <a:cs typeface="Consolas"/>
                <a:sym typeface="Consolas"/>
              </a:rPr>
              <a:t>input</a:t>
            </a:r>
            <a:r>
              <a:rPr b="0" i="0" lang="es-ES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('</a:t>
            </a:r>
            <a:r>
              <a:rPr b="0" i="0" lang="es-ES" sz="2000" u="none" cap="none" strike="noStrike">
                <a:solidFill>
                  <a:srgbClr val="448C27"/>
                </a:solidFill>
                <a:latin typeface="Consolas"/>
                <a:ea typeface="Consolas"/>
                <a:cs typeface="Consolas"/>
                <a:sym typeface="Consolas"/>
              </a:rPr>
              <a:t>Error, ¿Pedido para llevar? (Si, No): </a:t>
            </a:r>
            <a:r>
              <a:rPr b="0" i="0" lang="es-ES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').</a:t>
            </a:r>
            <a:r>
              <a:rPr b="0" i="0" lang="es-ES" sz="2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lower</a:t>
            </a:r>
            <a:r>
              <a:rPr b="0" i="0" lang="es-ES" sz="2000" u="none" cap="none" strike="noStrike">
                <a:solidFill>
                  <a:srgbClr val="777777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endParaRPr b="0" i="0" sz="2000" u="none" cap="none" strike="noStrike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77" name="Google Shape;577;p22"/>
          <p:cNvSpPr/>
          <p:nvPr/>
        </p:nvSpPr>
        <p:spPr>
          <a:xfrm>
            <a:off x="1112989" y="3678865"/>
            <a:ext cx="9982202" cy="2793935"/>
          </a:xfrm>
          <a:prstGeom prst="roundRect">
            <a:avLst>
              <a:gd fmla="val 1060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504000" spcFirstLastPara="1" rIns="2743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Mientras las entradas de texto no sean ni si, ni no, el ciclo seguirá preguntando por una opción.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 el comando lower() o upper() transformas los textos en minúsculas o mayúsculas respectivamente. Con esto te evitas crear opciones para todas las combinaciones.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22"/>
          <p:cNvSpPr/>
          <p:nvPr/>
        </p:nvSpPr>
        <p:spPr>
          <a:xfrm>
            <a:off x="5773479" y="291323"/>
            <a:ext cx="6034094" cy="1935127"/>
          </a:xfrm>
          <a:prstGeom prst="roundRect">
            <a:avLst>
              <a:gd fmla="val 9091" name="adj"/>
            </a:avLst>
          </a:prstGeom>
          <a:solidFill>
            <a:schemeClr val="accent1"/>
          </a:solidFill>
          <a:ln>
            <a:noFill/>
          </a:ln>
          <a:effectLst>
            <a:outerShdw blurRad="381000" rotWithShape="0" algn="ctr" dir="5400000" dist="127000">
              <a:srgbClr val="000000">
                <a:alpha val="29411"/>
              </a:srgbClr>
            </a:outerShdw>
          </a:effectLst>
        </p:spPr>
        <p:txBody>
          <a:bodyPr anchorCtr="1" anchor="ctr" bIns="0" lIns="360000" spcFirstLastPara="1" rIns="3600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¿Pedido para llevar? (Si, No): dfshg</a:t>
            </a:r>
            <a:endParaRPr b="0" i="0" sz="20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Error, ¿Pedido para llevar? (Si, No): gdfsh</a:t>
            </a:r>
            <a:endParaRPr b="0" i="0" sz="20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Error, ¿Pedido para llevar? (Si, No): si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3" name="Google Shape;583;p23"/>
          <p:cNvGrpSpPr/>
          <p:nvPr/>
        </p:nvGrpSpPr>
        <p:grpSpPr>
          <a:xfrm>
            <a:off x="5957405" y="620387"/>
            <a:ext cx="5603412" cy="6419046"/>
            <a:chOff x="5494338" y="449263"/>
            <a:chExt cx="5202237" cy="5959476"/>
          </a:xfrm>
        </p:grpSpPr>
        <p:sp>
          <p:nvSpPr>
            <p:cNvPr id="584" name="Google Shape;584;p23"/>
            <p:cNvSpPr/>
            <p:nvPr/>
          </p:nvSpPr>
          <p:spPr>
            <a:xfrm>
              <a:off x="5618163" y="3698876"/>
              <a:ext cx="4832350" cy="115888"/>
            </a:xfrm>
            <a:custGeom>
              <a:rect b="b" l="l" r="r" t="t"/>
              <a:pathLst>
                <a:path extrusionOk="0" h="27" w="1136">
                  <a:moveTo>
                    <a:pt x="1122" y="27"/>
                  </a:moveTo>
                  <a:cubicBezTo>
                    <a:pt x="13" y="27"/>
                    <a:pt x="13" y="27"/>
                    <a:pt x="13" y="27"/>
                  </a:cubicBezTo>
                  <a:cubicBezTo>
                    <a:pt x="6" y="27"/>
                    <a:pt x="0" y="21"/>
                    <a:pt x="0" y="14"/>
                  </a:cubicBezTo>
                  <a:cubicBezTo>
                    <a:pt x="0" y="6"/>
                    <a:pt x="6" y="0"/>
                    <a:pt x="13" y="0"/>
                  </a:cubicBezTo>
                  <a:cubicBezTo>
                    <a:pt x="1122" y="0"/>
                    <a:pt x="1122" y="0"/>
                    <a:pt x="1122" y="0"/>
                  </a:cubicBezTo>
                  <a:cubicBezTo>
                    <a:pt x="1130" y="0"/>
                    <a:pt x="1136" y="6"/>
                    <a:pt x="1136" y="14"/>
                  </a:cubicBezTo>
                  <a:cubicBezTo>
                    <a:pt x="1136" y="21"/>
                    <a:pt x="1130" y="27"/>
                    <a:pt x="1122" y="27"/>
                  </a:cubicBezTo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585" name="Google Shape;585;p23"/>
            <p:cNvSpPr/>
            <p:nvPr/>
          </p:nvSpPr>
          <p:spPr>
            <a:xfrm>
              <a:off x="9229725" y="3698876"/>
              <a:ext cx="1220788" cy="115888"/>
            </a:xfrm>
            <a:custGeom>
              <a:rect b="b" l="l" r="r" t="t"/>
              <a:pathLst>
                <a:path extrusionOk="0" h="27" w="287">
                  <a:moveTo>
                    <a:pt x="273" y="0"/>
                  </a:moveTo>
                  <a:cubicBezTo>
                    <a:pt x="14" y="0"/>
                    <a:pt x="14" y="0"/>
                    <a:pt x="14" y="0"/>
                  </a:cubicBezTo>
                  <a:cubicBezTo>
                    <a:pt x="6" y="0"/>
                    <a:pt x="0" y="6"/>
                    <a:pt x="0" y="14"/>
                  </a:cubicBezTo>
                  <a:cubicBezTo>
                    <a:pt x="0" y="21"/>
                    <a:pt x="6" y="27"/>
                    <a:pt x="14" y="27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65" y="27"/>
                    <a:pt x="65" y="27"/>
                    <a:pt x="65" y="27"/>
                  </a:cubicBezTo>
                  <a:cubicBezTo>
                    <a:pt x="222" y="27"/>
                    <a:pt x="222" y="27"/>
                    <a:pt x="222" y="27"/>
                  </a:cubicBezTo>
                  <a:cubicBezTo>
                    <a:pt x="257" y="27"/>
                    <a:pt x="257" y="27"/>
                    <a:pt x="257" y="27"/>
                  </a:cubicBezTo>
                  <a:cubicBezTo>
                    <a:pt x="273" y="27"/>
                    <a:pt x="273" y="27"/>
                    <a:pt x="273" y="27"/>
                  </a:cubicBezTo>
                  <a:cubicBezTo>
                    <a:pt x="281" y="27"/>
                    <a:pt x="287" y="21"/>
                    <a:pt x="287" y="14"/>
                  </a:cubicBezTo>
                  <a:cubicBezTo>
                    <a:pt x="287" y="6"/>
                    <a:pt x="281" y="0"/>
                    <a:pt x="273" y="0"/>
                  </a:cubicBezTo>
                </a:path>
              </a:pathLst>
            </a:custGeom>
            <a:solidFill>
              <a:srgbClr val="3865C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586" name="Google Shape;586;p23"/>
            <p:cNvSpPr/>
            <p:nvPr/>
          </p:nvSpPr>
          <p:spPr>
            <a:xfrm>
              <a:off x="6642100" y="3954463"/>
              <a:ext cx="3629025" cy="395288"/>
            </a:xfrm>
            <a:prstGeom prst="rect">
              <a:avLst/>
            </a:pr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587" name="Google Shape;587;p23"/>
            <p:cNvSpPr/>
            <p:nvPr/>
          </p:nvSpPr>
          <p:spPr>
            <a:xfrm>
              <a:off x="6642100" y="3954463"/>
              <a:ext cx="3629025" cy="395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588" name="Google Shape;588;p23"/>
            <p:cNvSpPr/>
            <p:nvPr/>
          </p:nvSpPr>
          <p:spPr>
            <a:xfrm>
              <a:off x="10172700" y="3814763"/>
              <a:ext cx="153988" cy="2505075"/>
            </a:xfrm>
            <a:custGeom>
              <a:rect b="b" l="l" r="r" t="t"/>
              <a:pathLst>
                <a:path extrusionOk="0" h="1578" w="97">
                  <a:moveTo>
                    <a:pt x="30" y="1578"/>
                  </a:moveTo>
                  <a:lnTo>
                    <a:pt x="97" y="1578"/>
                  </a:lnTo>
                  <a:lnTo>
                    <a:pt x="94" y="0"/>
                  </a:lnTo>
                  <a:lnTo>
                    <a:pt x="0" y="0"/>
                  </a:lnTo>
                  <a:lnTo>
                    <a:pt x="30" y="1578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589" name="Google Shape;589;p23"/>
            <p:cNvSpPr/>
            <p:nvPr/>
          </p:nvSpPr>
          <p:spPr>
            <a:xfrm>
              <a:off x="10172700" y="3814763"/>
              <a:ext cx="153988" cy="2505075"/>
            </a:xfrm>
            <a:custGeom>
              <a:rect b="b" l="l" r="r" t="t"/>
              <a:pathLst>
                <a:path extrusionOk="0" h="1578" w="97">
                  <a:moveTo>
                    <a:pt x="30" y="1578"/>
                  </a:moveTo>
                  <a:lnTo>
                    <a:pt x="97" y="1578"/>
                  </a:lnTo>
                  <a:lnTo>
                    <a:pt x="94" y="0"/>
                  </a:lnTo>
                  <a:lnTo>
                    <a:pt x="0" y="0"/>
                  </a:lnTo>
                  <a:lnTo>
                    <a:pt x="30" y="1578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590" name="Google Shape;590;p23"/>
            <p:cNvSpPr/>
            <p:nvPr/>
          </p:nvSpPr>
          <p:spPr>
            <a:xfrm>
              <a:off x="10172700" y="3814763"/>
              <a:ext cx="153988" cy="2505075"/>
            </a:xfrm>
            <a:custGeom>
              <a:rect b="b" l="l" r="r" t="t"/>
              <a:pathLst>
                <a:path extrusionOk="0" h="1578" w="97">
                  <a:moveTo>
                    <a:pt x="94" y="0"/>
                  </a:moveTo>
                  <a:lnTo>
                    <a:pt x="0" y="0"/>
                  </a:lnTo>
                  <a:lnTo>
                    <a:pt x="30" y="1578"/>
                  </a:lnTo>
                  <a:lnTo>
                    <a:pt x="97" y="1578"/>
                  </a:lnTo>
                  <a:lnTo>
                    <a:pt x="94" y="0"/>
                  </a:lnTo>
                  <a:close/>
                </a:path>
              </a:pathLst>
            </a:custGeom>
            <a:solidFill>
              <a:srgbClr val="3C474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591" name="Google Shape;591;p23"/>
            <p:cNvSpPr/>
            <p:nvPr/>
          </p:nvSpPr>
          <p:spPr>
            <a:xfrm>
              <a:off x="9110663" y="3814763"/>
              <a:ext cx="395288" cy="2505075"/>
            </a:xfrm>
            <a:custGeom>
              <a:rect b="b" l="l" r="r" t="t"/>
              <a:pathLst>
                <a:path extrusionOk="0" h="1578" w="249">
                  <a:moveTo>
                    <a:pt x="69" y="1578"/>
                  </a:moveTo>
                  <a:lnTo>
                    <a:pt x="0" y="1578"/>
                  </a:lnTo>
                  <a:lnTo>
                    <a:pt x="155" y="0"/>
                  </a:lnTo>
                  <a:lnTo>
                    <a:pt x="249" y="0"/>
                  </a:lnTo>
                  <a:lnTo>
                    <a:pt x="69" y="1578"/>
                  </a:lnTo>
                  <a:close/>
                </a:path>
              </a:pathLst>
            </a:custGeom>
            <a:solidFill>
              <a:srgbClr val="263238">
                <a:alpha val="8000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592" name="Google Shape;592;p23"/>
            <p:cNvSpPr/>
            <p:nvPr/>
          </p:nvSpPr>
          <p:spPr>
            <a:xfrm>
              <a:off x="9110663" y="3814763"/>
              <a:ext cx="395288" cy="2505075"/>
            </a:xfrm>
            <a:custGeom>
              <a:rect b="b" l="l" r="r" t="t"/>
              <a:pathLst>
                <a:path extrusionOk="0" h="1578" w="249">
                  <a:moveTo>
                    <a:pt x="69" y="1578"/>
                  </a:moveTo>
                  <a:lnTo>
                    <a:pt x="0" y="1578"/>
                  </a:lnTo>
                  <a:lnTo>
                    <a:pt x="155" y="0"/>
                  </a:lnTo>
                  <a:lnTo>
                    <a:pt x="249" y="0"/>
                  </a:lnTo>
                  <a:lnTo>
                    <a:pt x="69" y="1578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593" name="Google Shape;593;p23"/>
            <p:cNvSpPr/>
            <p:nvPr/>
          </p:nvSpPr>
          <p:spPr>
            <a:xfrm>
              <a:off x="9110663" y="3814763"/>
              <a:ext cx="395288" cy="2505075"/>
            </a:xfrm>
            <a:custGeom>
              <a:rect b="b" l="l" r="r" t="t"/>
              <a:pathLst>
                <a:path extrusionOk="0" h="1578" w="249">
                  <a:moveTo>
                    <a:pt x="249" y="0"/>
                  </a:moveTo>
                  <a:lnTo>
                    <a:pt x="155" y="0"/>
                  </a:lnTo>
                  <a:lnTo>
                    <a:pt x="0" y="1578"/>
                  </a:lnTo>
                  <a:lnTo>
                    <a:pt x="69" y="1578"/>
                  </a:lnTo>
                  <a:lnTo>
                    <a:pt x="249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594" name="Google Shape;594;p23"/>
            <p:cNvSpPr/>
            <p:nvPr/>
          </p:nvSpPr>
          <p:spPr>
            <a:xfrm>
              <a:off x="6557963" y="3814763"/>
              <a:ext cx="157163" cy="2505075"/>
            </a:xfrm>
            <a:custGeom>
              <a:rect b="b" l="l" r="r" t="t"/>
              <a:pathLst>
                <a:path extrusionOk="0" h="1578" w="99">
                  <a:moveTo>
                    <a:pt x="29" y="1578"/>
                  </a:moveTo>
                  <a:lnTo>
                    <a:pt x="99" y="1578"/>
                  </a:lnTo>
                  <a:lnTo>
                    <a:pt x="96" y="0"/>
                  </a:lnTo>
                  <a:lnTo>
                    <a:pt x="0" y="0"/>
                  </a:lnTo>
                  <a:lnTo>
                    <a:pt x="29" y="1578"/>
                  </a:lnTo>
                  <a:close/>
                </a:path>
              </a:pathLst>
            </a:custGeom>
            <a:solidFill>
              <a:srgbClr val="263238">
                <a:alpha val="8000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595" name="Google Shape;595;p23"/>
            <p:cNvSpPr/>
            <p:nvPr/>
          </p:nvSpPr>
          <p:spPr>
            <a:xfrm>
              <a:off x="6557963" y="3814763"/>
              <a:ext cx="157163" cy="2505075"/>
            </a:xfrm>
            <a:custGeom>
              <a:rect b="b" l="l" r="r" t="t"/>
              <a:pathLst>
                <a:path extrusionOk="0" h="1578" w="99">
                  <a:moveTo>
                    <a:pt x="29" y="1578"/>
                  </a:moveTo>
                  <a:lnTo>
                    <a:pt x="99" y="1578"/>
                  </a:lnTo>
                  <a:lnTo>
                    <a:pt x="96" y="0"/>
                  </a:lnTo>
                  <a:lnTo>
                    <a:pt x="0" y="0"/>
                  </a:lnTo>
                  <a:lnTo>
                    <a:pt x="29" y="1578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596" name="Google Shape;596;p23"/>
            <p:cNvSpPr/>
            <p:nvPr/>
          </p:nvSpPr>
          <p:spPr>
            <a:xfrm>
              <a:off x="6573838" y="4660901"/>
              <a:ext cx="136525" cy="1658938"/>
            </a:xfrm>
            <a:custGeom>
              <a:rect b="b" l="l" r="r" t="t"/>
              <a:pathLst>
                <a:path extrusionOk="0" h="1045" w="86">
                  <a:moveTo>
                    <a:pt x="86" y="0"/>
                  </a:moveTo>
                  <a:lnTo>
                    <a:pt x="0" y="0"/>
                  </a:lnTo>
                  <a:lnTo>
                    <a:pt x="19" y="1045"/>
                  </a:lnTo>
                  <a:lnTo>
                    <a:pt x="70" y="1045"/>
                  </a:lnTo>
                  <a:lnTo>
                    <a:pt x="86" y="536"/>
                  </a:lnTo>
                  <a:lnTo>
                    <a:pt x="86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597" name="Google Shape;597;p23"/>
            <p:cNvSpPr/>
            <p:nvPr/>
          </p:nvSpPr>
          <p:spPr>
            <a:xfrm>
              <a:off x="5494338" y="3814763"/>
              <a:ext cx="400050" cy="2505075"/>
            </a:xfrm>
            <a:custGeom>
              <a:rect b="b" l="l" r="r" t="t"/>
              <a:pathLst>
                <a:path extrusionOk="0" h="1578" w="252">
                  <a:moveTo>
                    <a:pt x="69" y="1578"/>
                  </a:moveTo>
                  <a:lnTo>
                    <a:pt x="0" y="1578"/>
                  </a:lnTo>
                  <a:lnTo>
                    <a:pt x="155" y="0"/>
                  </a:lnTo>
                  <a:lnTo>
                    <a:pt x="252" y="0"/>
                  </a:lnTo>
                  <a:lnTo>
                    <a:pt x="69" y="1578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598" name="Google Shape;598;p23"/>
            <p:cNvSpPr/>
            <p:nvPr/>
          </p:nvSpPr>
          <p:spPr>
            <a:xfrm>
              <a:off x="5494338" y="3814763"/>
              <a:ext cx="400050" cy="2505075"/>
            </a:xfrm>
            <a:custGeom>
              <a:rect b="b" l="l" r="r" t="t"/>
              <a:pathLst>
                <a:path extrusionOk="0" h="1578" w="252">
                  <a:moveTo>
                    <a:pt x="69" y="1578"/>
                  </a:moveTo>
                  <a:lnTo>
                    <a:pt x="0" y="1578"/>
                  </a:lnTo>
                  <a:lnTo>
                    <a:pt x="155" y="0"/>
                  </a:lnTo>
                  <a:lnTo>
                    <a:pt x="252" y="0"/>
                  </a:lnTo>
                  <a:lnTo>
                    <a:pt x="69" y="1578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599" name="Google Shape;599;p23"/>
            <p:cNvSpPr/>
            <p:nvPr/>
          </p:nvSpPr>
          <p:spPr>
            <a:xfrm>
              <a:off x="5494338" y="3814763"/>
              <a:ext cx="400050" cy="2505075"/>
            </a:xfrm>
            <a:custGeom>
              <a:rect b="b" l="l" r="r" t="t"/>
              <a:pathLst>
                <a:path extrusionOk="0" h="1578" w="252">
                  <a:moveTo>
                    <a:pt x="252" y="0"/>
                  </a:moveTo>
                  <a:lnTo>
                    <a:pt x="155" y="0"/>
                  </a:lnTo>
                  <a:lnTo>
                    <a:pt x="0" y="1578"/>
                  </a:lnTo>
                  <a:lnTo>
                    <a:pt x="69" y="1578"/>
                  </a:lnTo>
                  <a:lnTo>
                    <a:pt x="252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00" name="Google Shape;600;p23"/>
            <p:cNvSpPr/>
            <p:nvPr/>
          </p:nvSpPr>
          <p:spPr>
            <a:xfrm>
              <a:off x="8310563" y="3209926"/>
              <a:ext cx="349250" cy="488950"/>
            </a:xfrm>
            <a:custGeom>
              <a:rect b="b" l="l" r="r" t="t"/>
              <a:pathLst>
                <a:path extrusionOk="0" h="308" w="220">
                  <a:moveTo>
                    <a:pt x="220" y="308"/>
                  </a:moveTo>
                  <a:lnTo>
                    <a:pt x="64" y="308"/>
                  </a:lnTo>
                  <a:lnTo>
                    <a:pt x="0" y="0"/>
                  </a:lnTo>
                  <a:lnTo>
                    <a:pt x="158" y="0"/>
                  </a:lnTo>
                  <a:lnTo>
                    <a:pt x="220" y="308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01" name="Google Shape;601;p23"/>
            <p:cNvSpPr/>
            <p:nvPr/>
          </p:nvSpPr>
          <p:spPr>
            <a:xfrm>
              <a:off x="7842250" y="2779713"/>
              <a:ext cx="1263650" cy="822325"/>
            </a:xfrm>
            <a:custGeom>
              <a:rect b="b" l="l" r="r" t="t"/>
              <a:pathLst>
                <a:path extrusionOk="0" h="193" w="297">
                  <a:moveTo>
                    <a:pt x="271" y="193"/>
                  </a:moveTo>
                  <a:cubicBezTo>
                    <a:pt x="15" y="193"/>
                    <a:pt x="15" y="193"/>
                    <a:pt x="15" y="193"/>
                  </a:cubicBezTo>
                  <a:cubicBezTo>
                    <a:pt x="7" y="193"/>
                    <a:pt x="0" y="186"/>
                    <a:pt x="1" y="177"/>
                  </a:cubicBezTo>
                  <a:cubicBezTo>
                    <a:pt x="10" y="15"/>
                    <a:pt x="10" y="15"/>
                    <a:pt x="10" y="15"/>
                  </a:cubicBezTo>
                  <a:cubicBezTo>
                    <a:pt x="11" y="7"/>
                    <a:pt x="18" y="0"/>
                    <a:pt x="27" y="0"/>
                  </a:cubicBezTo>
                  <a:cubicBezTo>
                    <a:pt x="282" y="0"/>
                    <a:pt x="282" y="0"/>
                    <a:pt x="282" y="0"/>
                  </a:cubicBezTo>
                  <a:cubicBezTo>
                    <a:pt x="291" y="0"/>
                    <a:pt x="297" y="7"/>
                    <a:pt x="297" y="15"/>
                  </a:cubicBezTo>
                  <a:cubicBezTo>
                    <a:pt x="287" y="177"/>
                    <a:pt x="287" y="177"/>
                    <a:pt x="287" y="177"/>
                  </a:cubicBezTo>
                  <a:cubicBezTo>
                    <a:pt x="286" y="186"/>
                    <a:pt x="279" y="193"/>
                    <a:pt x="271" y="193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02" name="Google Shape;602;p23"/>
            <p:cNvSpPr/>
            <p:nvPr/>
          </p:nvSpPr>
          <p:spPr>
            <a:xfrm>
              <a:off x="7862888" y="2814638"/>
              <a:ext cx="1192213" cy="752475"/>
            </a:xfrm>
            <a:custGeom>
              <a:rect b="b" l="l" r="r" t="t"/>
              <a:pathLst>
                <a:path extrusionOk="0" h="177" w="280">
                  <a:moveTo>
                    <a:pt x="6" y="177"/>
                  </a:moveTo>
                  <a:cubicBezTo>
                    <a:pt x="4" y="177"/>
                    <a:pt x="3" y="176"/>
                    <a:pt x="1" y="175"/>
                  </a:cubicBezTo>
                  <a:cubicBezTo>
                    <a:pt x="0" y="173"/>
                    <a:pt x="0" y="171"/>
                    <a:pt x="0" y="170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10" y="4"/>
                    <a:pt x="13" y="0"/>
                    <a:pt x="18" y="0"/>
                  </a:cubicBezTo>
                  <a:cubicBezTo>
                    <a:pt x="273" y="0"/>
                    <a:pt x="273" y="0"/>
                    <a:pt x="273" y="0"/>
                  </a:cubicBezTo>
                  <a:cubicBezTo>
                    <a:pt x="275" y="0"/>
                    <a:pt x="277" y="1"/>
                    <a:pt x="278" y="2"/>
                  </a:cubicBezTo>
                  <a:cubicBezTo>
                    <a:pt x="279" y="3"/>
                    <a:pt x="280" y="5"/>
                    <a:pt x="280" y="7"/>
                  </a:cubicBezTo>
                  <a:cubicBezTo>
                    <a:pt x="270" y="169"/>
                    <a:pt x="270" y="169"/>
                    <a:pt x="270" y="169"/>
                  </a:cubicBezTo>
                  <a:cubicBezTo>
                    <a:pt x="270" y="173"/>
                    <a:pt x="266" y="177"/>
                    <a:pt x="262" y="177"/>
                  </a:cubicBezTo>
                  <a:lnTo>
                    <a:pt x="6" y="17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03" name="Google Shape;603;p23"/>
            <p:cNvSpPr/>
            <p:nvPr/>
          </p:nvSpPr>
          <p:spPr>
            <a:xfrm>
              <a:off x="8366125" y="2779713"/>
              <a:ext cx="279400" cy="242888"/>
            </a:xfrm>
            <a:custGeom>
              <a:rect b="b" l="l" r="r" t="t"/>
              <a:pathLst>
                <a:path extrusionOk="0" h="153" w="176">
                  <a:moveTo>
                    <a:pt x="0" y="0"/>
                  </a:moveTo>
                  <a:lnTo>
                    <a:pt x="45" y="153"/>
                  </a:lnTo>
                  <a:lnTo>
                    <a:pt x="17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04" name="Google Shape;604;p23"/>
            <p:cNvSpPr/>
            <p:nvPr/>
          </p:nvSpPr>
          <p:spPr>
            <a:xfrm>
              <a:off x="6677025" y="2168526"/>
              <a:ext cx="33338" cy="46038"/>
            </a:xfrm>
            <a:custGeom>
              <a:rect b="b" l="l" r="r" t="t"/>
              <a:pathLst>
                <a:path extrusionOk="0" h="11" w="8">
                  <a:moveTo>
                    <a:pt x="0" y="6"/>
                  </a:moveTo>
                  <a:cubicBezTo>
                    <a:pt x="1" y="9"/>
                    <a:pt x="3" y="11"/>
                    <a:pt x="5" y="11"/>
                  </a:cubicBezTo>
                  <a:cubicBezTo>
                    <a:pt x="7" y="11"/>
                    <a:pt x="8" y="9"/>
                    <a:pt x="7" y="5"/>
                  </a:cubicBezTo>
                  <a:cubicBezTo>
                    <a:pt x="7" y="2"/>
                    <a:pt x="5" y="0"/>
                    <a:pt x="3" y="0"/>
                  </a:cubicBezTo>
                  <a:cubicBezTo>
                    <a:pt x="1" y="0"/>
                    <a:pt x="0" y="3"/>
                    <a:pt x="0" y="6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05" name="Google Shape;605;p23"/>
            <p:cNvSpPr/>
            <p:nvPr/>
          </p:nvSpPr>
          <p:spPr>
            <a:xfrm>
              <a:off x="6692900" y="2214563"/>
              <a:ext cx="55563" cy="111125"/>
            </a:xfrm>
            <a:custGeom>
              <a:rect b="b" l="l" r="r" t="t"/>
              <a:pathLst>
                <a:path extrusionOk="0" h="26" w="13">
                  <a:moveTo>
                    <a:pt x="0" y="0"/>
                  </a:moveTo>
                  <a:cubicBezTo>
                    <a:pt x="0" y="0"/>
                    <a:pt x="6" y="15"/>
                    <a:pt x="13" y="22"/>
                  </a:cubicBezTo>
                  <a:cubicBezTo>
                    <a:pt x="9" y="26"/>
                    <a:pt x="1" y="24"/>
                    <a:pt x="1" y="2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A0272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06" name="Google Shape;606;p23"/>
            <p:cNvSpPr/>
            <p:nvPr/>
          </p:nvSpPr>
          <p:spPr>
            <a:xfrm>
              <a:off x="6626225" y="2087563"/>
              <a:ext cx="63500" cy="53975"/>
            </a:xfrm>
            <a:custGeom>
              <a:rect b="b" l="l" r="r" t="t"/>
              <a:pathLst>
                <a:path extrusionOk="0" h="13" w="15">
                  <a:moveTo>
                    <a:pt x="2" y="13"/>
                  </a:moveTo>
                  <a:cubicBezTo>
                    <a:pt x="1" y="13"/>
                    <a:pt x="1" y="13"/>
                    <a:pt x="1" y="13"/>
                  </a:cubicBezTo>
                  <a:cubicBezTo>
                    <a:pt x="0" y="13"/>
                    <a:pt x="0" y="12"/>
                    <a:pt x="0" y="11"/>
                  </a:cubicBezTo>
                  <a:cubicBezTo>
                    <a:pt x="4" y="2"/>
                    <a:pt x="12" y="0"/>
                    <a:pt x="13" y="0"/>
                  </a:cubicBezTo>
                  <a:cubicBezTo>
                    <a:pt x="14" y="0"/>
                    <a:pt x="15" y="1"/>
                    <a:pt x="15" y="1"/>
                  </a:cubicBezTo>
                  <a:cubicBezTo>
                    <a:pt x="15" y="2"/>
                    <a:pt x="14" y="3"/>
                    <a:pt x="13" y="4"/>
                  </a:cubicBezTo>
                  <a:cubicBezTo>
                    <a:pt x="13" y="4"/>
                    <a:pt x="7" y="5"/>
                    <a:pt x="4" y="12"/>
                  </a:cubicBezTo>
                  <a:cubicBezTo>
                    <a:pt x="3" y="13"/>
                    <a:pt x="3" y="13"/>
                    <a:pt x="2" y="13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07" name="Google Shape;607;p23"/>
            <p:cNvSpPr/>
            <p:nvPr/>
          </p:nvSpPr>
          <p:spPr>
            <a:xfrm>
              <a:off x="6281738" y="2397126"/>
              <a:ext cx="357188" cy="447675"/>
            </a:xfrm>
            <a:custGeom>
              <a:rect b="b" l="l" r="r" t="t"/>
              <a:pathLst>
                <a:path extrusionOk="0" h="105" w="84">
                  <a:moveTo>
                    <a:pt x="3" y="0"/>
                  </a:moveTo>
                  <a:cubicBezTo>
                    <a:pt x="27" y="19"/>
                    <a:pt x="27" y="19"/>
                    <a:pt x="27" y="19"/>
                  </a:cubicBezTo>
                  <a:cubicBezTo>
                    <a:pt x="59" y="44"/>
                    <a:pt x="59" y="44"/>
                    <a:pt x="59" y="44"/>
                  </a:cubicBezTo>
                  <a:cubicBezTo>
                    <a:pt x="58" y="45"/>
                    <a:pt x="57" y="51"/>
                    <a:pt x="56" y="56"/>
                  </a:cubicBezTo>
                  <a:cubicBezTo>
                    <a:pt x="55" y="65"/>
                    <a:pt x="54" y="72"/>
                    <a:pt x="74" y="77"/>
                  </a:cubicBezTo>
                  <a:cubicBezTo>
                    <a:pt x="79" y="79"/>
                    <a:pt x="82" y="82"/>
                    <a:pt x="83" y="86"/>
                  </a:cubicBezTo>
                  <a:cubicBezTo>
                    <a:pt x="84" y="92"/>
                    <a:pt x="80" y="99"/>
                    <a:pt x="62" y="102"/>
                  </a:cubicBezTo>
                  <a:cubicBezTo>
                    <a:pt x="40" y="105"/>
                    <a:pt x="22" y="99"/>
                    <a:pt x="8" y="93"/>
                  </a:cubicBezTo>
                  <a:cubicBezTo>
                    <a:pt x="0" y="89"/>
                    <a:pt x="0" y="84"/>
                    <a:pt x="4" y="76"/>
                  </a:cubicBezTo>
                  <a:cubicBezTo>
                    <a:pt x="14" y="53"/>
                    <a:pt x="9" y="23"/>
                    <a:pt x="3" y="0"/>
                  </a:cubicBezTo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08" name="Google Shape;608;p23"/>
            <p:cNvSpPr/>
            <p:nvPr/>
          </p:nvSpPr>
          <p:spPr>
            <a:xfrm>
              <a:off x="6175375" y="2619376"/>
              <a:ext cx="531813" cy="160338"/>
            </a:xfrm>
            <a:custGeom>
              <a:rect b="b" l="l" r="r" t="t"/>
              <a:pathLst>
                <a:path extrusionOk="0" h="38" w="125">
                  <a:moveTo>
                    <a:pt x="0" y="31"/>
                  </a:moveTo>
                  <a:cubicBezTo>
                    <a:pt x="8" y="15"/>
                    <a:pt x="11" y="3"/>
                    <a:pt x="11" y="3"/>
                  </a:cubicBezTo>
                  <a:cubicBezTo>
                    <a:pt x="11" y="3"/>
                    <a:pt x="72" y="0"/>
                    <a:pt x="92" y="6"/>
                  </a:cubicBezTo>
                  <a:cubicBezTo>
                    <a:pt x="112" y="12"/>
                    <a:pt x="125" y="38"/>
                    <a:pt x="125" y="38"/>
                  </a:cubicBezTo>
                  <a:cubicBezTo>
                    <a:pt x="0" y="31"/>
                    <a:pt x="0" y="31"/>
                    <a:pt x="0" y="31"/>
                  </a:cubicBezTo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09" name="Google Shape;609;p23"/>
            <p:cNvSpPr/>
            <p:nvPr/>
          </p:nvSpPr>
          <p:spPr>
            <a:xfrm>
              <a:off x="5949950" y="2860676"/>
              <a:ext cx="611188" cy="876300"/>
            </a:xfrm>
            <a:custGeom>
              <a:rect b="b" l="l" r="r" t="t"/>
              <a:pathLst>
                <a:path extrusionOk="0" h="206" w="144">
                  <a:moveTo>
                    <a:pt x="78" y="19"/>
                  </a:moveTo>
                  <a:cubicBezTo>
                    <a:pt x="77" y="24"/>
                    <a:pt x="75" y="29"/>
                    <a:pt x="74" y="34"/>
                  </a:cubicBezTo>
                  <a:cubicBezTo>
                    <a:pt x="69" y="50"/>
                    <a:pt x="69" y="50"/>
                    <a:pt x="69" y="50"/>
                  </a:cubicBezTo>
                  <a:cubicBezTo>
                    <a:pt x="66" y="60"/>
                    <a:pt x="64" y="71"/>
                    <a:pt x="62" y="81"/>
                  </a:cubicBezTo>
                  <a:cubicBezTo>
                    <a:pt x="59" y="91"/>
                    <a:pt x="58" y="102"/>
                    <a:pt x="56" y="112"/>
                  </a:cubicBezTo>
                  <a:cubicBezTo>
                    <a:pt x="55" y="122"/>
                    <a:pt x="55" y="132"/>
                    <a:pt x="56" y="141"/>
                  </a:cubicBezTo>
                  <a:cubicBezTo>
                    <a:pt x="56" y="145"/>
                    <a:pt x="57" y="149"/>
                    <a:pt x="57" y="152"/>
                  </a:cubicBezTo>
                  <a:cubicBezTo>
                    <a:pt x="58" y="153"/>
                    <a:pt x="58" y="154"/>
                    <a:pt x="58" y="155"/>
                  </a:cubicBezTo>
                  <a:cubicBezTo>
                    <a:pt x="58" y="156"/>
                    <a:pt x="59" y="156"/>
                    <a:pt x="59" y="157"/>
                  </a:cubicBezTo>
                  <a:cubicBezTo>
                    <a:pt x="59" y="157"/>
                    <a:pt x="59" y="157"/>
                    <a:pt x="59" y="157"/>
                  </a:cubicBezTo>
                  <a:cubicBezTo>
                    <a:pt x="59" y="157"/>
                    <a:pt x="59" y="157"/>
                    <a:pt x="59" y="157"/>
                  </a:cubicBezTo>
                  <a:cubicBezTo>
                    <a:pt x="59" y="157"/>
                    <a:pt x="58" y="156"/>
                    <a:pt x="58" y="156"/>
                  </a:cubicBezTo>
                  <a:cubicBezTo>
                    <a:pt x="58" y="155"/>
                    <a:pt x="57" y="155"/>
                    <a:pt x="57" y="154"/>
                  </a:cubicBezTo>
                  <a:cubicBezTo>
                    <a:pt x="56" y="153"/>
                    <a:pt x="55" y="153"/>
                    <a:pt x="55" y="153"/>
                  </a:cubicBezTo>
                  <a:cubicBezTo>
                    <a:pt x="54" y="152"/>
                    <a:pt x="54" y="152"/>
                    <a:pt x="54" y="152"/>
                  </a:cubicBezTo>
                  <a:cubicBezTo>
                    <a:pt x="55" y="153"/>
                    <a:pt x="56" y="154"/>
                    <a:pt x="58" y="154"/>
                  </a:cubicBezTo>
                  <a:cubicBezTo>
                    <a:pt x="60" y="155"/>
                    <a:pt x="62" y="156"/>
                    <a:pt x="64" y="157"/>
                  </a:cubicBezTo>
                  <a:cubicBezTo>
                    <a:pt x="69" y="158"/>
                    <a:pt x="74" y="160"/>
                    <a:pt x="79" y="161"/>
                  </a:cubicBezTo>
                  <a:cubicBezTo>
                    <a:pt x="100" y="166"/>
                    <a:pt x="122" y="170"/>
                    <a:pt x="144" y="175"/>
                  </a:cubicBezTo>
                  <a:cubicBezTo>
                    <a:pt x="143" y="203"/>
                    <a:pt x="143" y="203"/>
                    <a:pt x="143" y="203"/>
                  </a:cubicBezTo>
                  <a:cubicBezTo>
                    <a:pt x="131" y="204"/>
                    <a:pt x="120" y="205"/>
                    <a:pt x="108" y="206"/>
                  </a:cubicBezTo>
                  <a:cubicBezTo>
                    <a:pt x="96" y="206"/>
                    <a:pt x="84" y="206"/>
                    <a:pt x="72" y="205"/>
                  </a:cubicBezTo>
                  <a:cubicBezTo>
                    <a:pt x="66" y="205"/>
                    <a:pt x="60" y="204"/>
                    <a:pt x="53" y="203"/>
                  </a:cubicBezTo>
                  <a:cubicBezTo>
                    <a:pt x="50" y="202"/>
                    <a:pt x="46" y="201"/>
                    <a:pt x="43" y="200"/>
                  </a:cubicBezTo>
                  <a:cubicBezTo>
                    <a:pt x="39" y="199"/>
                    <a:pt x="35" y="198"/>
                    <a:pt x="31" y="196"/>
                  </a:cubicBezTo>
                  <a:cubicBezTo>
                    <a:pt x="28" y="195"/>
                    <a:pt x="26" y="193"/>
                    <a:pt x="23" y="191"/>
                  </a:cubicBezTo>
                  <a:cubicBezTo>
                    <a:pt x="21" y="190"/>
                    <a:pt x="20" y="188"/>
                    <a:pt x="18" y="186"/>
                  </a:cubicBezTo>
                  <a:cubicBezTo>
                    <a:pt x="17" y="185"/>
                    <a:pt x="16" y="184"/>
                    <a:pt x="16" y="183"/>
                  </a:cubicBezTo>
                  <a:cubicBezTo>
                    <a:pt x="15" y="182"/>
                    <a:pt x="15" y="182"/>
                    <a:pt x="14" y="181"/>
                  </a:cubicBezTo>
                  <a:cubicBezTo>
                    <a:pt x="14" y="180"/>
                    <a:pt x="14" y="180"/>
                    <a:pt x="14" y="180"/>
                  </a:cubicBezTo>
                  <a:cubicBezTo>
                    <a:pt x="11" y="174"/>
                    <a:pt x="11" y="174"/>
                    <a:pt x="11" y="174"/>
                  </a:cubicBezTo>
                  <a:cubicBezTo>
                    <a:pt x="10" y="172"/>
                    <a:pt x="10" y="171"/>
                    <a:pt x="9" y="169"/>
                  </a:cubicBezTo>
                  <a:cubicBezTo>
                    <a:pt x="6" y="161"/>
                    <a:pt x="4" y="154"/>
                    <a:pt x="3" y="147"/>
                  </a:cubicBezTo>
                  <a:cubicBezTo>
                    <a:pt x="0" y="119"/>
                    <a:pt x="3" y="94"/>
                    <a:pt x="7" y="70"/>
                  </a:cubicBezTo>
                  <a:cubicBezTo>
                    <a:pt x="9" y="58"/>
                    <a:pt x="12" y="47"/>
                    <a:pt x="15" y="35"/>
                  </a:cubicBezTo>
                  <a:cubicBezTo>
                    <a:pt x="16" y="29"/>
                    <a:pt x="18" y="23"/>
                    <a:pt x="20" y="18"/>
                  </a:cubicBezTo>
                  <a:cubicBezTo>
                    <a:pt x="22" y="12"/>
                    <a:pt x="24" y="6"/>
                    <a:pt x="26" y="0"/>
                  </a:cubicBezTo>
                  <a:cubicBezTo>
                    <a:pt x="78" y="19"/>
                    <a:pt x="78" y="19"/>
                    <a:pt x="78" y="19"/>
                  </a:cubicBezTo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10" name="Google Shape;610;p23"/>
            <p:cNvSpPr/>
            <p:nvPr/>
          </p:nvSpPr>
          <p:spPr>
            <a:xfrm>
              <a:off x="5922963" y="2686051"/>
              <a:ext cx="460375" cy="574675"/>
            </a:xfrm>
            <a:custGeom>
              <a:rect b="b" l="l" r="r" t="t"/>
              <a:pathLst>
                <a:path extrusionOk="0" h="135" w="108">
                  <a:moveTo>
                    <a:pt x="47" y="10"/>
                  </a:moveTo>
                  <a:cubicBezTo>
                    <a:pt x="85" y="0"/>
                    <a:pt x="108" y="31"/>
                    <a:pt x="95" y="82"/>
                  </a:cubicBezTo>
                  <a:cubicBezTo>
                    <a:pt x="82" y="133"/>
                    <a:pt x="78" y="135"/>
                    <a:pt x="78" y="135"/>
                  </a:cubicBezTo>
                  <a:cubicBezTo>
                    <a:pt x="0" y="122"/>
                    <a:pt x="0" y="122"/>
                    <a:pt x="0" y="122"/>
                  </a:cubicBezTo>
                  <a:cubicBezTo>
                    <a:pt x="9" y="72"/>
                    <a:pt x="9" y="20"/>
                    <a:pt x="47" y="10"/>
                  </a:cubicBezTo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11" name="Google Shape;611;p23"/>
            <p:cNvSpPr/>
            <p:nvPr/>
          </p:nvSpPr>
          <p:spPr>
            <a:xfrm>
              <a:off x="6477000" y="3559176"/>
              <a:ext cx="280988" cy="203200"/>
            </a:xfrm>
            <a:custGeom>
              <a:rect b="b" l="l" r="r" t="t"/>
              <a:pathLst>
                <a:path extrusionOk="0" h="48" w="66">
                  <a:moveTo>
                    <a:pt x="40" y="0"/>
                  </a:moveTo>
                  <a:cubicBezTo>
                    <a:pt x="34" y="0"/>
                    <a:pt x="34" y="0"/>
                    <a:pt x="34" y="0"/>
                  </a:cubicBezTo>
                  <a:cubicBezTo>
                    <a:pt x="17" y="0"/>
                    <a:pt x="14" y="4"/>
                    <a:pt x="4" y="14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27" y="48"/>
                    <a:pt x="41" y="33"/>
                    <a:pt x="41" y="33"/>
                  </a:cubicBezTo>
                  <a:cubicBezTo>
                    <a:pt x="66" y="33"/>
                    <a:pt x="66" y="33"/>
                    <a:pt x="66" y="33"/>
                  </a:cubicBezTo>
                  <a:cubicBezTo>
                    <a:pt x="58" y="13"/>
                    <a:pt x="58" y="13"/>
                    <a:pt x="58" y="13"/>
                  </a:cubicBezTo>
                  <a:cubicBezTo>
                    <a:pt x="54" y="6"/>
                    <a:pt x="48" y="1"/>
                    <a:pt x="40" y="0"/>
                  </a:cubicBezTo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12" name="Google Shape;612;p23"/>
            <p:cNvSpPr/>
            <p:nvPr/>
          </p:nvSpPr>
          <p:spPr>
            <a:xfrm>
              <a:off x="6216650" y="1933576"/>
              <a:ext cx="511175" cy="714375"/>
            </a:xfrm>
            <a:custGeom>
              <a:rect b="b" l="l" r="r" t="t"/>
              <a:pathLst>
                <a:path extrusionOk="0" h="168" w="120">
                  <a:moveTo>
                    <a:pt x="7" y="69"/>
                  </a:moveTo>
                  <a:cubicBezTo>
                    <a:pt x="14" y="106"/>
                    <a:pt x="16" y="128"/>
                    <a:pt x="37" y="144"/>
                  </a:cubicBezTo>
                  <a:cubicBezTo>
                    <a:pt x="68" y="168"/>
                    <a:pt x="112" y="145"/>
                    <a:pt x="116" y="107"/>
                  </a:cubicBezTo>
                  <a:cubicBezTo>
                    <a:pt x="120" y="73"/>
                    <a:pt x="108" y="19"/>
                    <a:pt x="70" y="10"/>
                  </a:cubicBezTo>
                  <a:cubicBezTo>
                    <a:pt x="33" y="0"/>
                    <a:pt x="0" y="33"/>
                    <a:pt x="7" y="69"/>
                  </a:cubicBez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13" name="Google Shape;613;p23"/>
            <p:cNvSpPr/>
            <p:nvPr/>
          </p:nvSpPr>
          <p:spPr>
            <a:xfrm>
              <a:off x="6046788" y="1806576"/>
              <a:ext cx="638175" cy="696913"/>
            </a:xfrm>
            <a:custGeom>
              <a:rect b="b" l="l" r="r" t="t"/>
              <a:pathLst>
                <a:path extrusionOk="0" h="164" w="150">
                  <a:moveTo>
                    <a:pt x="119" y="112"/>
                  </a:moveTo>
                  <a:cubicBezTo>
                    <a:pt x="145" y="110"/>
                    <a:pt x="138" y="83"/>
                    <a:pt x="130" y="77"/>
                  </a:cubicBezTo>
                  <a:cubicBezTo>
                    <a:pt x="142" y="72"/>
                    <a:pt x="150" y="53"/>
                    <a:pt x="139" y="40"/>
                  </a:cubicBezTo>
                  <a:cubicBezTo>
                    <a:pt x="146" y="22"/>
                    <a:pt x="126" y="0"/>
                    <a:pt x="91" y="3"/>
                  </a:cubicBezTo>
                  <a:cubicBezTo>
                    <a:pt x="66" y="6"/>
                    <a:pt x="63" y="19"/>
                    <a:pt x="63" y="19"/>
                  </a:cubicBezTo>
                  <a:cubicBezTo>
                    <a:pt x="63" y="19"/>
                    <a:pt x="33" y="16"/>
                    <a:pt x="21" y="41"/>
                  </a:cubicBezTo>
                  <a:cubicBezTo>
                    <a:pt x="10" y="62"/>
                    <a:pt x="23" y="74"/>
                    <a:pt x="23" y="74"/>
                  </a:cubicBezTo>
                  <a:cubicBezTo>
                    <a:pt x="23" y="74"/>
                    <a:pt x="0" y="80"/>
                    <a:pt x="6" y="110"/>
                  </a:cubicBezTo>
                  <a:cubicBezTo>
                    <a:pt x="13" y="141"/>
                    <a:pt x="38" y="134"/>
                    <a:pt x="38" y="134"/>
                  </a:cubicBezTo>
                  <a:cubicBezTo>
                    <a:pt x="38" y="134"/>
                    <a:pt x="32" y="163"/>
                    <a:pt x="65" y="164"/>
                  </a:cubicBezTo>
                  <a:cubicBezTo>
                    <a:pt x="94" y="164"/>
                    <a:pt x="94" y="143"/>
                    <a:pt x="94" y="143"/>
                  </a:cubicBezTo>
                  <a:cubicBezTo>
                    <a:pt x="94" y="143"/>
                    <a:pt x="131" y="139"/>
                    <a:pt x="119" y="112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14" name="Google Shape;614;p23"/>
            <p:cNvSpPr/>
            <p:nvPr/>
          </p:nvSpPr>
          <p:spPr>
            <a:xfrm>
              <a:off x="6459538" y="2206626"/>
              <a:ext cx="153988" cy="182563"/>
            </a:xfrm>
            <a:custGeom>
              <a:rect b="b" l="l" r="r" t="t"/>
              <a:pathLst>
                <a:path extrusionOk="0" h="43" w="36">
                  <a:moveTo>
                    <a:pt x="3" y="20"/>
                  </a:moveTo>
                  <a:cubicBezTo>
                    <a:pt x="6" y="29"/>
                    <a:pt x="13" y="35"/>
                    <a:pt x="19" y="38"/>
                  </a:cubicBezTo>
                  <a:cubicBezTo>
                    <a:pt x="28" y="43"/>
                    <a:pt x="36" y="33"/>
                    <a:pt x="34" y="23"/>
                  </a:cubicBezTo>
                  <a:cubicBezTo>
                    <a:pt x="33" y="14"/>
                    <a:pt x="24" y="2"/>
                    <a:pt x="14" y="1"/>
                  </a:cubicBezTo>
                  <a:cubicBezTo>
                    <a:pt x="4" y="0"/>
                    <a:pt x="0" y="11"/>
                    <a:pt x="3" y="20"/>
                  </a:cubicBez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15" name="Google Shape;615;p23"/>
            <p:cNvSpPr/>
            <p:nvPr/>
          </p:nvSpPr>
          <p:spPr>
            <a:xfrm>
              <a:off x="8016875" y="5702301"/>
              <a:ext cx="255588" cy="425450"/>
            </a:xfrm>
            <a:custGeom>
              <a:rect b="b" l="l" r="r" t="t"/>
              <a:pathLst>
                <a:path extrusionOk="0" h="268" w="161">
                  <a:moveTo>
                    <a:pt x="67" y="268"/>
                  </a:moveTo>
                  <a:lnTo>
                    <a:pt x="161" y="228"/>
                  </a:lnTo>
                  <a:lnTo>
                    <a:pt x="94" y="0"/>
                  </a:lnTo>
                  <a:lnTo>
                    <a:pt x="0" y="38"/>
                  </a:lnTo>
                  <a:lnTo>
                    <a:pt x="67" y="268"/>
                  </a:ln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16" name="Google Shape;616;p23"/>
            <p:cNvSpPr/>
            <p:nvPr/>
          </p:nvSpPr>
          <p:spPr>
            <a:xfrm>
              <a:off x="8016875" y="5702301"/>
              <a:ext cx="255588" cy="425450"/>
            </a:xfrm>
            <a:custGeom>
              <a:rect b="b" l="l" r="r" t="t"/>
              <a:pathLst>
                <a:path extrusionOk="0" h="268" w="161">
                  <a:moveTo>
                    <a:pt x="67" y="268"/>
                  </a:moveTo>
                  <a:lnTo>
                    <a:pt x="161" y="228"/>
                  </a:lnTo>
                  <a:lnTo>
                    <a:pt x="94" y="0"/>
                  </a:lnTo>
                  <a:lnTo>
                    <a:pt x="0" y="38"/>
                  </a:lnTo>
                  <a:lnTo>
                    <a:pt x="67" y="268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17" name="Google Shape;617;p23"/>
            <p:cNvSpPr/>
            <p:nvPr/>
          </p:nvSpPr>
          <p:spPr>
            <a:xfrm>
              <a:off x="8191500" y="5792788"/>
              <a:ext cx="28575" cy="88900"/>
            </a:xfrm>
            <a:custGeom>
              <a:rect b="b" l="l" r="r" t="t"/>
              <a:pathLst>
                <a:path extrusionOk="0" h="56" w="18">
                  <a:moveTo>
                    <a:pt x="0" y="0"/>
                  </a:moveTo>
                  <a:lnTo>
                    <a:pt x="0" y="0"/>
                  </a:lnTo>
                  <a:lnTo>
                    <a:pt x="18" y="56"/>
                  </a:lnTo>
                  <a:lnTo>
                    <a:pt x="18" y="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18" name="Google Shape;618;p23"/>
            <p:cNvSpPr/>
            <p:nvPr/>
          </p:nvSpPr>
          <p:spPr>
            <a:xfrm>
              <a:off x="8191500" y="5792788"/>
              <a:ext cx="28575" cy="88900"/>
            </a:xfrm>
            <a:custGeom>
              <a:rect b="b" l="l" r="r" t="t"/>
              <a:pathLst>
                <a:path extrusionOk="0" h="56" w="18">
                  <a:moveTo>
                    <a:pt x="0" y="0"/>
                  </a:moveTo>
                  <a:lnTo>
                    <a:pt x="0" y="0"/>
                  </a:lnTo>
                  <a:lnTo>
                    <a:pt x="18" y="56"/>
                  </a:lnTo>
                  <a:lnTo>
                    <a:pt x="18" y="56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19" name="Google Shape;619;p23"/>
            <p:cNvSpPr/>
            <p:nvPr/>
          </p:nvSpPr>
          <p:spPr>
            <a:xfrm>
              <a:off x="8042275" y="5792788"/>
              <a:ext cx="177800" cy="147638"/>
            </a:xfrm>
            <a:custGeom>
              <a:rect b="b" l="l" r="r" t="t"/>
              <a:pathLst>
                <a:path extrusionOk="0" h="93" w="112">
                  <a:moveTo>
                    <a:pt x="94" y="0"/>
                  </a:moveTo>
                  <a:lnTo>
                    <a:pt x="0" y="34"/>
                  </a:lnTo>
                  <a:lnTo>
                    <a:pt x="16" y="93"/>
                  </a:lnTo>
                  <a:lnTo>
                    <a:pt x="112" y="56"/>
                  </a:lnTo>
                  <a:lnTo>
                    <a:pt x="94" y="0"/>
                  </a:lnTo>
                  <a:close/>
                </a:path>
              </a:pathLst>
            </a:custGeom>
            <a:solidFill>
              <a:srgbClr val="91494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20" name="Google Shape;620;p23"/>
            <p:cNvSpPr/>
            <p:nvPr/>
          </p:nvSpPr>
          <p:spPr>
            <a:xfrm>
              <a:off x="8042275" y="5792788"/>
              <a:ext cx="177800" cy="147638"/>
            </a:xfrm>
            <a:custGeom>
              <a:rect b="b" l="l" r="r" t="t"/>
              <a:pathLst>
                <a:path extrusionOk="0" h="93" w="112">
                  <a:moveTo>
                    <a:pt x="94" y="0"/>
                  </a:moveTo>
                  <a:lnTo>
                    <a:pt x="0" y="34"/>
                  </a:lnTo>
                  <a:lnTo>
                    <a:pt x="16" y="93"/>
                  </a:lnTo>
                  <a:lnTo>
                    <a:pt x="112" y="56"/>
                  </a:lnTo>
                  <a:lnTo>
                    <a:pt x="94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21" name="Google Shape;621;p23"/>
            <p:cNvSpPr/>
            <p:nvPr/>
          </p:nvSpPr>
          <p:spPr>
            <a:xfrm>
              <a:off x="8075613" y="5975351"/>
              <a:ext cx="506413" cy="268288"/>
            </a:xfrm>
            <a:custGeom>
              <a:rect b="b" l="l" r="r" t="t"/>
              <a:pathLst>
                <a:path extrusionOk="0" h="63" w="119">
                  <a:moveTo>
                    <a:pt x="43" y="7"/>
                  </a:moveTo>
                  <a:cubicBezTo>
                    <a:pt x="3" y="21"/>
                    <a:pt x="3" y="21"/>
                    <a:pt x="3" y="21"/>
                  </a:cubicBezTo>
                  <a:cubicBezTo>
                    <a:pt x="1" y="21"/>
                    <a:pt x="0" y="23"/>
                    <a:pt x="1" y="24"/>
                  </a:cubicBezTo>
                  <a:cubicBezTo>
                    <a:pt x="10" y="57"/>
                    <a:pt x="10" y="57"/>
                    <a:pt x="10" y="57"/>
                  </a:cubicBezTo>
                  <a:cubicBezTo>
                    <a:pt x="11" y="61"/>
                    <a:pt x="15" y="63"/>
                    <a:pt x="19" y="61"/>
                  </a:cubicBezTo>
                  <a:cubicBezTo>
                    <a:pt x="33" y="56"/>
                    <a:pt x="38" y="53"/>
                    <a:pt x="56" y="46"/>
                  </a:cubicBezTo>
                  <a:cubicBezTo>
                    <a:pt x="66" y="41"/>
                    <a:pt x="92" y="30"/>
                    <a:pt x="106" y="22"/>
                  </a:cubicBezTo>
                  <a:cubicBezTo>
                    <a:pt x="119" y="14"/>
                    <a:pt x="111" y="0"/>
                    <a:pt x="105" y="3"/>
                  </a:cubicBezTo>
                  <a:cubicBezTo>
                    <a:pt x="89" y="8"/>
                    <a:pt x="63" y="11"/>
                    <a:pt x="50" y="7"/>
                  </a:cubicBezTo>
                  <a:cubicBezTo>
                    <a:pt x="48" y="6"/>
                    <a:pt x="46" y="6"/>
                    <a:pt x="43" y="7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22" name="Google Shape;622;p23"/>
            <p:cNvSpPr/>
            <p:nvPr/>
          </p:nvSpPr>
          <p:spPr>
            <a:xfrm>
              <a:off x="6254750" y="4005263"/>
              <a:ext cx="1974850" cy="1854200"/>
            </a:xfrm>
            <a:custGeom>
              <a:rect b="b" l="l" r="r" t="t"/>
              <a:pathLst>
                <a:path extrusionOk="0" h="436" w="464">
                  <a:moveTo>
                    <a:pt x="153" y="6"/>
                  </a:moveTo>
                  <a:cubicBezTo>
                    <a:pt x="153" y="6"/>
                    <a:pt x="422" y="30"/>
                    <a:pt x="429" y="107"/>
                  </a:cubicBezTo>
                  <a:cubicBezTo>
                    <a:pt x="443" y="265"/>
                    <a:pt x="464" y="416"/>
                    <a:pt x="464" y="416"/>
                  </a:cubicBezTo>
                  <a:cubicBezTo>
                    <a:pt x="410" y="436"/>
                    <a:pt x="410" y="436"/>
                    <a:pt x="410" y="436"/>
                  </a:cubicBezTo>
                  <a:cubicBezTo>
                    <a:pt x="410" y="436"/>
                    <a:pt x="343" y="263"/>
                    <a:pt x="344" y="140"/>
                  </a:cubicBezTo>
                  <a:cubicBezTo>
                    <a:pt x="266" y="118"/>
                    <a:pt x="62" y="150"/>
                    <a:pt x="29" y="91"/>
                  </a:cubicBezTo>
                  <a:cubicBezTo>
                    <a:pt x="0" y="38"/>
                    <a:pt x="25" y="0"/>
                    <a:pt x="25" y="0"/>
                  </a:cubicBezTo>
                  <a:cubicBezTo>
                    <a:pt x="153" y="6"/>
                    <a:pt x="153" y="6"/>
                    <a:pt x="153" y="6"/>
                  </a:cubicBezTo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23" name="Google Shape;623;p23"/>
            <p:cNvSpPr/>
            <p:nvPr/>
          </p:nvSpPr>
          <p:spPr>
            <a:xfrm>
              <a:off x="7931150" y="5686426"/>
              <a:ext cx="341313" cy="228600"/>
            </a:xfrm>
            <a:custGeom>
              <a:rect b="b" l="l" r="r" t="t"/>
              <a:pathLst>
                <a:path extrusionOk="0" h="144" w="215">
                  <a:moveTo>
                    <a:pt x="32" y="144"/>
                  </a:moveTo>
                  <a:lnTo>
                    <a:pt x="215" y="83"/>
                  </a:lnTo>
                  <a:lnTo>
                    <a:pt x="207" y="0"/>
                  </a:lnTo>
                  <a:lnTo>
                    <a:pt x="0" y="64"/>
                  </a:lnTo>
                  <a:lnTo>
                    <a:pt x="32" y="144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24" name="Google Shape;624;p23"/>
            <p:cNvSpPr/>
            <p:nvPr/>
          </p:nvSpPr>
          <p:spPr>
            <a:xfrm>
              <a:off x="8275638" y="5965826"/>
              <a:ext cx="77788" cy="55563"/>
            </a:xfrm>
            <a:custGeom>
              <a:rect b="b" l="l" r="r" t="t"/>
              <a:pathLst>
                <a:path extrusionOk="0" h="13" w="18">
                  <a:moveTo>
                    <a:pt x="11" y="11"/>
                  </a:moveTo>
                  <a:cubicBezTo>
                    <a:pt x="8" y="12"/>
                    <a:pt x="4" y="12"/>
                    <a:pt x="1" y="13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1" y="10"/>
                    <a:pt x="9" y="0"/>
                    <a:pt x="14" y="0"/>
                  </a:cubicBezTo>
                  <a:cubicBezTo>
                    <a:pt x="15" y="0"/>
                    <a:pt x="16" y="0"/>
                    <a:pt x="17" y="1"/>
                  </a:cubicBezTo>
                  <a:cubicBezTo>
                    <a:pt x="18" y="3"/>
                    <a:pt x="18" y="5"/>
                    <a:pt x="17" y="6"/>
                  </a:cubicBezTo>
                  <a:cubicBezTo>
                    <a:pt x="17" y="8"/>
                    <a:pt x="14" y="10"/>
                    <a:pt x="11" y="11"/>
                  </a:cubicBezTo>
                  <a:close/>
                  <a:moveTo>
                    <a:pt x="3" y="11"/>
                  </a:moveTo>
                  <a:cubicBezTo>
                    <a:pt x="10" y="10"/>
                    <a:pt x="15" y="8"/>
                    <a:pt x="16" y="6"/>
                  </a:cubicBezTo>
                  <a:cubicBezTo>
                    <a:pt x="16" y="5"/>
                    <a:pt x="16" y="4"/>
                    <a:pt x="15" y="2"/>
                  </a:cubicBezTo>
                  <a:cubicBezTo>
                    <a:pt x="15" y="2"/>
                    <a:pt x="15" y="2"/>
                    <a:pt x="14" y="1"/>
                  </a:cubicBezTo>
                  <a:cubicBezTo>
                    <a:pt x="11" y="1"/>
                    <a:pt x="6" y="7"/>
                    <a:pt x="3" y="1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25" name="Google Shape;625;p23"/>
            <p:cNvSpPr/>
            <p:nvPr/>
          </p:nvSpPr>
          <p:spPr>
            <a:xfrm>
              <a:off x="8259763" y="5940426"/>
              <a:ext cx="46038" cy="80963"/>
            </a:xfrm>
            <a:custGeom>
              <a:rect b="b" l="l" r="r" t="t"/>
              <a:pathLst>
                <a:path extrusionOk="0" h="19" w="11">
                  <a:moveTo>
                    <a:pt x="5" y="19"/>
                  </a:moveTo>
                  <a:cubicBezTo>
                    <a:pt x="5" y="19"/>
                    <a:pt x="5" y="19"/>
                    <a:pt x="5" y="19"/>
                  </a:cubicBezTo>
                  <a:cubicBezTo>
                    <a:pt x="4" y="18"/>
                    <a:pt x="4" y="18"/>
                    <a:pt x="4" y="18"/>
                  </a:cubicBezTo>
                  <a:cubicBezTo>
                    <a:pt x="4" y="18"/>
                    <a:pt x="0" y="8"/>
                    <a:pt x="2" y="3"/>
                  </a:cubicBezTo>
                  <a:cubicBezTo>
                    <a:pt x="3" y="2"/>
                    <a:pt x="4" y="1"/>
                    <a:pt x="5" y="0"/>
                  </a:cubicBezTo>
                  <a:cubicBezTo>
                    <a:pt x="7" y="0"/>
                    <a:pt x="8" y="1"/>
                    <a:pt x="9" y="2"/>
                  </a:cubicBezTo>
                  <a:cubicBezTo>
                    <a:pt x="11" y="6"/>
                    <a:pt x="9" y="15"/>
                    <a:pt x="6" y="18"/>
                  </a:cubicBezTo>
                  <a:lnTo>
                    <a:pt x="5" y="19"/>
                  </a:lnTo>
                  <a:close/>
                  <a:moveTo>
                    <a:pt x="5" y="2"/>
                  </a:moveTo>
                  <a:cubicBezTo>
                    <a:pt x="5" y="2"/>
                    <a:pt x="4" y="3"/>
                    <a:pt x="4" y="4"/>
                  </a:cubicBezTo>
                  <a:cubicBezTo>
                    <a:pt x="2" y="6"/>
                    <a:pt x="4" y="13"/>
                    <a:pt x="5" y="16"/>
                  </a:cubicBezTo>
                  <a:cubicBezTo>
                    <a:pt x="8" y="12"/>
                    <a:pt x="9" y="5"/>
                    <a:pt x="8" y="3"/>
                  </a:cubicBezTo>
                  <a:cubicBezTo>
                    <a:pt x="7" y="2"/>
                    <a:pt x="7" y="2"/>
                    <a:pt x="6" y="2"/>
                  </a:cubicBezTo>
                  <a:lnTo>
                    <a:pt x="5" y="2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26" name="Google Shape;626;p23"/>
            <p:cNvSpPr/>
            <p:nvPr/>
          </p:nvSpPr>
          <p:spPr>
            <a:xfrm>
              <a:off x="7315200" y="5846763"/>
              <a:ext cx="187325" cy="387350"/>
            </a:xfrm>
            <a:custGeom>
              <a:rect b="b" l="l" r="r" t="t"/>
              <a:pathLst>
                <a:path extrusionOk="0" h="244" w="118">
                  <a:moveTo>
                    <a:pt x="0" y="244"/>
                  </a:moveTo>
                  <a:lnTo>
                    <a:pt x="102" y="239"/>
                  </a:lnTo>
                  <a:lnTo>
                    <a:pt x="118" y="0"/>
                  </a:lnTo>
                  <a:lnTo>
                    <a:pt x="16" y="3"/>
                  </a:lnTo>
                  <a:lnTo>
                    <a:pt x="0" y="244"/>
                  </a:ln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27" name="Google Shape;627;p23"/>
            <p:cNvSpPr/>
            <p:nvPr/>
          </p:nvSpPr>
          <p:spPr>
            <a:xfrm>
              <a:off x="7315200" y="5846763"/>
              <a:ext cx="187325" cy="387350"/>
            </a:xfrm>
            <a:custGeom>
              <a:rect b="b" l="l" r="r" t="t"/>
              <a:pathLst>
                <a:path extrusionOk="0" h="244" w="118">
                  <a:moveTo>
                    <a:pt x="0" y="244"/>
                  </a:moveTo>
                  <a:lnTo>
                    <a:pt x="102" y="239"/>
                  </a:lnTo>
                  <a:lnTo>
                    <a:pt x="118" y="0"/>
                  </a:lnTo>
                  <a:lnTo>
                    <a:pt x="16" y="3"/>
                  </a:lnTo>
                  <a:lnTo>
                    <a:pt x="0" y="244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28" name="Google Shape;628;p23"/>
            <p:cNvSpPr/>
            <p:nvPr/>
          </p:nvSpPr>
          <p:spPr>
            <a:xfrm>
              <a:off x="7267575" y="6191251"/>
              <a:ext cx="485775" cy="196850"/>
            </a:xfrm>
            <a:custGeom>
              <a:rect b="b" l="l" r="r" t="t"/>
              <a:pathLst>
                <a:path extrusionOk="0" h="46" w="114">
                  <a:moveTo>
                    <a:pt x="49" y="2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5" y="0"/>
                    <a:pt x="4" y="1"/>
                    <a:pt x="4" y="3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40"/>
                    <a:pt x="3" y="44"/>
                    <a:pt x="7" y="44"/>
                  </a:cubicBezTo>
                  <a:cubicBezTo>
                    <a:pt x="22" y="44"/>
                    <a:pt x="29" y="44"/>
                    <a:pt x="48" y="44"/>
                  </a:cubicBezTo>
                  <a:cubicBezTo>
                    <a:pt x="60" y="44"/>
                    <a:pt x="82" y="46"/>
                    <a:pt x="98" y="44"/>
                  </a:cubicBezTo>
                  <a:cubicBezTo>
                    <a:pt x="114" y="42"/>
                    <a:pt x="112" y="26"/>
                    <a:pt x="105" y="26"/>
                  </a:cubicBezTo>
                  <a:cubicBezTo>
                    <a:pt x="89" y="25"/>
                    <a:pt x="67" y="13"/>
                    <a:pt x="56" y="4"/>
                  </a:cubicBezTo>
                  <a:cubicBezTo>
                    <a:pt x="54" y="3"/>
                    <a:pt x="52" y="2"/>
                    <a:pt x="49" y="2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29" name="Google Shape;629;p23"/>
            <p:cNvSpPr/>
            <p:nvPr/>
          </p:nvSpPr>
          <p:spPr>
            <a:xfrm>
              <a:off x="7489825" y="6183313"/>
              <a:ext cx="84138" cy="47625"/>
            </a:xfrm>
            <a:custGeom>
              <a:rect b="b" l="l" r="r" t="t"/>
              <a:pathLst>
                <a:path extrusionOk="0" h="11" w="20">
                  <a:moveTo>
                    <a:pt x="11" y="11"/>
                  </a:moveTo>
                  <a:cubicBezTo>
                    <a:pt x="7" y="11"/>
                    <a:pt x="3" y="10"/>
                    <a:pt x="1" y="9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2" y="7"/>
                    <a:pt x="13" y="0"/>
                    <a:pt x="17" y="2"/>
                  </a:cubicBezTo>
                  <a:cubicBezTo>
                    <a:pt x="18" y="2"/>
                    <a:pt x="19" y="3"/>
                    <a:pt x="19" y="4"/>
                  </a:cubicBezTo>
                  <a:cubicBezTo>
                    <a:pt x="20" y="6"/>
                    <a:pt x="19" y="8"/>
                    <a:pt x="18" y="9"/>
                  </a:cubicBezTo>
                  <a:cubicBezTo>
                    <a:pt x="17" y="11"/>
                    <a:pt x="14" y="11"/>
                    <a:pt x="11" y="11"/>
                  </a:cubicBezTo>
                  <a:close/>
                  <a:moveTo>
                    <a:pt x="3" y="8"/>
                  </a:moveTo>
                  <a:cubicBezTo>
                    <a:pt x="10" y="10"/>
                    <a:pt x="15" y="10"/>
                    <a:pt x="17" y="8"/>
                  </a:cubicBezTo>
                  <a:cubicBezTo>
                    <a:pt x="18" y="7"/>
                    <a:pt x="18" y="6"/>
                    <a:pt x="18" y="5"/>
                  </a:cubicBezTo>
                  <a:cubicBezTo>
                    <a:pt x="17" y="4"/>
                    <a:pt x="17" y="4"/>
                    <a:pt x="17" y="3"/>
                  </a:cubicBezTo>
                  <a:cubicBezTo>
                    <a:pt x="14" y="2"/>
                    <a:pt x="8" y="5"/>
                    <a:pt x="3" y="8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30" name="Google Shape;630;p23"/>
            <p:cNvSpPr/>
            <p:nvPr/>
          </p:nvSpPr>
          <p:spPr>
            <a:xfrm>
              <a:off x="7485063" y="6149976"/>
              <a:ext cx="50800" cy="71438"/>
            </a:xfrm>
            <a:custGeom>
              <a:rect b="b" l="l" r="r" t="t"/>
              <a:pathLst>
                <a:path extrusionOk="0" h="17" w="12">
                  <a:moveTo>
                    <a:pt x="2" y="17"/>
                  </a:moveTo>
                  <a:cubicBezTo>
                    <a:pt x="1" y="17"/>
                    <a:pt x="1" y="17"/>
                    <a:pt x="1" y="17"/>
                  </a:cubicBezTo>
                  <a:cubicBezTo>
                    <a:pt x="1" y="16"/>
                    <a:pt x="1" y="16"/>
                    <a:pt x="1" y="16"/>
                  </a:cubicBezTo>
                  <a:cubicBezTo>
                    <a:pt x="1" y="16"/>
                    <a:pt x="0" y="5"/>
                    <a:pt x="4" y="1"/>
                  </a:cubicBezTo>
                  <a:cubicBezTo>
                    <a:pt x="6" y="0"/>
                    <a:pt x="7" y="0"/>
                    <a:pt x="8" y="0"/>
                  </a:cubicBezTo>
                  <a:cubicBezTo>
                    <a:pt x="10" y="0"/>
                    <a:pt x="11" y="1"/>
                    <a:pt x="11" y="3"/>
                  </a:cubicBezTo>
                  <a:cubicBezTo>
                    <a:pt x="12" y="7"/>
                    <a:pt x="6" y="15"/>
                    <a:pt x="2" y="17"/>
                  </a:cubicBezTo>
                  <a:close/>
                  <a:moveTo>
                    <a:pt x="8" y="2"/>
                  </a:moveTo>
                  <a:cubicBezTo>
                    <a:pt x="7" y="2"/>
                    <a:pt x="6" y="2"/>
                    <a:pt x="6" y="3"/>
                  </a:cubicBezTo>
                  <a:cubicBezTo>
                    <a:pt x="3" y="5"/>
                    <a:pt x="3" y="11"/>
                    <a:pt x="3" y="15"/>
                  </a:cubicBezTo>
                  <a:cubicBezTo>
                    <a:pt x="6" y="12"/>
                    <a:pt x="10" y="6"/>
                    <a:pt x="10" y="3"/>
                  </a:cubicBezTo>
                  <a:cubicBezTo>
                    <a:pt x="10" y="3"/>
                    <a:pt x="9" y="2"/>
                    <a:pt x="8" y="2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31" name="Google Shape;631;p23"/>
            <p:cNvSpPr/>
            <p:nvPr/>
          </p:nvSpPr>
          <p:spPr>
            <a:xfrm>
              <a:off x="7323138" y="5995988"/>
              <a:ext cx="4763" cy="68263"/>
            </a:xfrm>
            <a:custGeom>
              <a:rect b="b" l="l" r="r" t="t"/>
              <a:pathLst>
                <a:path extrusionOk="0" h="43" w="3">
                  <a:moveTo>
                    <a:pt x="3" y="0"/>
                  </a:moveTo>
                  <a:lnTo>
                    <a:pt x="3" y="0"/>
                  </a:lnTo>
                  <a:lnTo>
                    <a:pt x="0" y="43"/>
                  </a:lnTo>
                  <a:lnTo>
                    <a:pt x="0" y="43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32" name="Google Shape;632;p23"/>
            <p:cNvSpPr/>
            <p:nvPr/>
          </p:nvSpPr>
          <p:spPr>
            <a:xfrm>
              <a:off x="7323138" y="5995988"/>
              <a:ext cx="4763" cy="68263"/>
            </a:xfrm>
            <a:custGeom>
              <a:rect b="b" l="l" r="r" t="t"/>
              <a:pathLst>
                <a:path extrusionOk="0" h="43" w="3">
                  <a:moveTo>
                    <a:pt x="3" y="0"/>
                  </a:moveTo>
                  <a:lnTo>
                    <a:pt x="3" y="0"/>
                  </a:lnTo>
                  <a:lnTo>
                    <a:pt x="0" y="43"/>
                  </a:lnTo>
                  <a:lnTo>
                    <a:pt x="0" y="43"/>
                  </a:lnTo>
                  <a:lnTo>
                    <a:pt x="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33" name="Google Shape;633;p23"/>
            <p:cNvSpPr/>
            <p:nvPr/>
          </p:nvSpPr>
          <p:spPr>
            <a:xfrm>
              <a:off x="7323138" y="5992813"/>
              <a:ext cx="166688" cy="71438"/>
            </a:xfrm>
            <a:custGeom>
              <a:rect b="b" l="l" r="r" t="t"/>
              <a:pathLst>
                <a:path extrusionOk="0" h="45" w="105">
                  <a:moveTo>
                    <a:pt x="105" y="0"/>
                  </a:moveTo>
                  <a:lnTo>
                    <a:pt x="3" y="2"/>
                  </a:lnTo>
                  <a:lnTo>
                    <a:pt x="0" y="45"/>
                  </a:lnTo>
                  <a:lnTo>
                    <a:pt x="102" y="45"/>
                  </a:lnTo>
                  <a:lnTo>
                    <a:pt x="105" y="0"/>
                  </a:lnTo>
                  <a:close/>
                </a:path>
              </a:pathLst>
            </a:custGeom>
            <a:solidFill>
              <a:srgbClr val="91494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34" name="Google Shape;634;p23"/>
            <p:cNvSpPr/>
            <p:nvPr/>
          </p:nvSpPr>
          <p:spPr>
            <a:xfrm>
              <a:off x="7323138" y="5992813"/>
              <a:ext cx="166688" cy="71438"/>
            </a:xfrm>
            <a:custGeom>
              <a:rect b="b" l="l" r="r" t="t"/>
              <a:pathLst>
                <a:path extrusionOk="0" h="45" w="105">
                  <a:moveTo>
                    <a:pt x="105" y="0"/>
                  </a:moveTo>
                  <a:lnTo>
                    <a:pt x="3" y="2"/>
                  </a:lnTo>
                  <a:lnTo>
                    <a:pt x="0" y="45"/>
                  </a:lnTo>
                  <a:lnTo>
                    <a:pt x="102" y="45"/>
                  </a:lnTo>
                  <a:lnTo>
                    <a:pt x="105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35" name="Google Shape;635;p23"/>
            <p:cNvSpPr/>
            <p:nvPr/>
          </p:nvSpPr>
          <p:spPr>
            <a:xfrm>
              <a:off x="5919788" y="3992563"/>
              <a:ext cx="1841500" cy="2003425"/>
            </a:xfrm>
            <a:custGeom>
              <a:rect b="b" l="l" r="r" t="t"/>
              <a:pathLst>
                <a:path extrusionOk="0" h="471" w="433">
                  <a:moveTo>
                    <a:pt x="143" y="5"/>
                  </a:moveTo>
                  <a:cubicBezTo>
                    <a:pt x="143" y="5"/>
                    <a:pt x="433" y="49"/>
                    <a:pt x="428" y="116"/>
                  </a:cubicBezTo>
                  <a:cubicBezTo>
                    <a:pt x="420" y="236"/>
                    <a:pt x="379" y="470"/>
                    <a:pt x="379" y="470"/>
                  </a:cubicBezTo>
                  <a:cubicBezTo>
                    <a:pt x="322" y="471"/>
                    <a:pt x="322" y="471"/>
                    <a:pt x="322" y="471"/>
                  </a:cubicBezTo>
                  <a:cubicBezTo>
                    <a:pt x="322" y="471"/>
                    <a:pt x="309" y="230"/>
                    <a:pt x="330" y="143"/>
                  </a:cubicBezTo>
                  <a:cubicBezTo>
                    <a:pt x="259" y="143"/>
                    <a:pt x="58" y="140"/>
                    <a:pt x="31" y="104"/>
                  </a:cubicBezTo>
                  <a:cubicBezTo>
                    <a:pt x="0" y="63"/>
                    <a:pt x="32" y="0"/>
                    <a:pt x="32" y="0"/>
                  </a:cubicBezTo>
                  <a:cubicBezTo>
                    <a:pt x="143" y="5"/>
                    <a:pt x="143" y="5"/>
                    <a:pt x="143" y="5"/>
                  </a:cubicBezTo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36" name="Google Shape;636;p23"/>
            <p:cNvSpPr/>
            <p:nvPr/>
          </p:nvSpPr>
          <p:spPr>
            <a:xfrm>
              <a:off x="7246938" y="5856288"/>
              <a:ext cx="322263" cy="157163"/>
            </a:xfrm>
            <a:custGeom>
              <a:rect b="b" l="l" r="r" t="t"/>
              <a:pathLst>
                <a:path extrusionOk="0" h="99" w="203">
                  <a:moveTo>
                    <a:pt x="11" y="99"/>
                  </a:moveTo>
                  <a:lnTo>
                    <a:pt x="195" y="96"/>
                  </a:lnTo>
                  <a:lnTo>
                    <a:pt x="203" y="0"/>
                  </a:lnTo>
                  <a:lnTo>
                    <a:pt x="0" y="8"/>
                  </a:lnTo>
                  <a:lnTo>
                    <a:pt x="11" y="99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37" name="Google Shape;637;p23"/>
            <p:cNvSpPr/>
            <p:nvPr/>
          </p:nvSpPr>
          <p:spPr>
            <a:xfrm>
              <a:off x="6000750" y="2690813"/>
              <a:ext cx="904875" cy="1339850"/>
            </a:xfrm>
            <a:custGeom>
              <a:rect b="b" l="l" r="r" t="t"/>
              <a:pathLst>
                <a:path extrusionOk="0" h="315" w="213">
                  <a:moveTo>
                    <a:pt x="175" y="5"/>
                  </a:moveTo>
                  <a:cubicBezTo>
                    <a:pt x="152" y="0"/>
                    <a:pt x="47" y="2"/>
                    <a:pt x="47" y="2"/>
                  </a:cubicBezTo>
                  <a:cubicBezTo>
                    <a:pt x="25" y="1"/>
                    <a:pt x="6" y="17"/>
                    <a:pt x="4" y="39"/>
                  </a:cubicBezTo>
                  <a:cubicBezTo>
                    <a:pt x="0" y="71"/>
                    <a:pt x="21" y="144"/>
                    <a:pt x="21" y="181"/>
                  </a:cubicBezTo>
                  <a:cubicBezTo>
                    <a:pt x="22" y="226"/>
                    <a:pt x="13" y="245"/>
                    <a:pt x="13" y="306"/>
                  </a:cubicBezTo>
                  <a:cubicBezTo>
                    <a:pt x="213" y="315"/>
                    <a:pt x="213" y="315"/>
                    <a:pt x="213" y="315"/>
                  </a:cubicBezTo>
                  <a:cubicBezTo>
                    <a:pt x="213" y="192"/>
                    <a:pt x="208" y="90"/>
                    <a:pt x="203" y="41"/>
                  </a:cubicBezTo>
                  <a:cubicBezTo>
                    <a:pt x="201" y="24"/>
                    <a:pt x="198" y="10"/>
                    <a:pt x="175" y="5"/>
                  </a:cubicBezTo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38" name="Google Shape;638;p23"/>
            <p:cNvSpPr/>
            <p:nvPr/>
          </p:nvSpPr>
          <p:spPr>
            <a:xfrm>
              <a:off x="6013450" y="2698751"/>
              <a:ext cx="892175" cy="1331913"/>
            </a:xfrm>
            <a:custGeom>
              <a:rect b="b" l="l" r="r" t="t"/>
              <a:pathLst>
                <a:path extrusionOk="0" h="313" w="210">
                  <a:moveTo>
                    <a:pt x="76" y="0"/>
                  </a:moveTo>
                  <a:cubicBezTo>
                    <a:pt x="57" y="0"/>
                    <a:pt x="44" y="0"/>
                    <a:pt x="44" y="0"/>
                  </a:cubicBezTo>
                  <a:cubicBezTo>
                    <a:pt x="43" y="0"/>
                    <a:pt x="43" y="0"/>
                    <a:pt x="42" y="0"/>
                  </a:cubicBezTo>
                  <a:cubicBezTo>
                    <a:pt x="21" y="0"/>
                    <a:pt x="3" y="16"/>
                    <a:pt x="1" y="37"/>
                  </a:cubicBezTo>
                  <a:cubicBezTo>
                    <a:pt x="0" y="40"/>
                    <a:pt x="0" y="42"/>
                    <a:pt x="0" y="46"/>
                  </a:cubicBezTo>
                  <a:cubicBezTo>
                    <a:pt x="0" y="81"/>
                    <a:pt x="18" y="145"/>
                    <a:pt x="18" y="179"/>
                  </a:cubicBezTo>
                  <a:cubicBezTo>
                    <a:pt x="18" y="181"/>
                    <a:pt x="18" y="183"/>
                    <a:pt x="18" y="185"/>
                  </a:cubicBezTo>
                  <a:cubicBezTo>
                    <a:pt x="18" y="226"/>
                    <a:pt x="10" y="245"/>
                    <a:pt x="10" y="304"/>
                  </a:cubicBezTo>
                  <a:cubicBezTo>
                    <a:pt x="210" y="313"/>
                    <a:pt x="210" y="313"/>
                    <a:pt x="210" y="313"/>
                  </a:cubicBezTo>
                  <a:cubicBezTo>
                    <a:pt x="210" y="307"/>
                    <a:pt x="210" y="301"/>
                    <a:pt x="210" y="295"/>
                  </a:cubicBezTo>
                  <a:cubicBezTo>
                    <a:pt x="210" y="295"/>
                    <a:pt x="210" y="295"/>
                    <a:pt x="210" y="295"/>
                  </a:cubicBezTo>
                  <a:cubicBezTo>
                    <a:pt x="210" y="284"/>
                    <a:pt x="210" y="273"/>
                    <a:pt x="210" y="262"/>
                  </a:cubicBezTo>
                  <a:cubicBezTo>
                    <a:pt x="210" y="253"/>
                    <a:pt x="210" y="244"/>
                    <a:pt x="210" y="235"/>
                  </a:cubicBezTo>
                  <a:cubicBezTo>
                    <a:pt x="208" y="148"/>
                    <a:pt x="204" y="77"/>
                    <a:pt x="200" y="39"/>
                  </a:cubicBezTo>
                  <a:cubicBezTo>
                    <a:pt x="198" y="22"/>
                    <a:pt x="195" y="8"/>
                    <a:pt x="172" y="3"/>
                  </a:cubicBezTo>
                  <a:cubicBezTo>
                    <a:pt x="157" y="0"/>
                    <a:pt x="109" y="0"/>
                    <a:pt x="76" y="0"/>
                  </a:cubicBezTo>
                </a:path>
              </a:pathLst>
            </a:custGeom>
            <a:solidFill>
              <a:srgbClr val="7AA3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39" name="Google Shape;639;p23"/>
            <p:cNvSpPr/>
            <p:nvPr/>
          </p:nvSpPr>
          <p:spPr>
            <a:xfrm>
              <a:off x="6629400" y="2878138"/>
              <a:ext cx="804863" cy="858838"/>
            </a:xfrm>
            <a:custGeom>
              <a:rect b="b" l="l" r="r" t="t"/>
              <a:pathLst>
                <a:path extrusionOk="0" h="202" w="189">
                  <a:moveTo>
                    <a:pt x="54" y="0"/>
                  </a:moveTo>
                  <a:cubicBezTo>
                    <a:pt x="61" y="21"/>
                    <a:pt x="67" y="44"/>
                    <a:pt x="74" y="65"/>
                  </a:cubicBezTo>
                  <a:cubicBezTo>
                    <a:pt x="80" y="87"/>
                    <a:pt x="87" y="109"/>
                    <a:pt x="94" y="129"/>
                  </a:cubicBezTo>
                  <a:cubicBezTo>
                    <a:pt x="96" y="135"/>
                    <a:pt x="98" y="139"/>
                    <a:pt x="100" y="144"/>
                  </a:cubicBezTo>
                  <a:cubicBezTo>
                    <a:pt x="103" y="152"/>
                    <a:pt x="103" y="152"/>
                    <a:pt x="103" y="152"/>
                  </a:cubicBezTo>
                  <a:cubicBezTo>
                    <a:pt x="104" y="152"/>
                    <a:pt x="104" y="152"/>
                    <a:pt x="104" y="152"/>
                  </a:cubicBezTo>
                  <a:cubicBezTo>
                    <a:pt x="104" y="153"/>
                    <a:pt x="104" y="153"/>
                    <a:pt x="104" y="153"/>
                  </a:cubicBezTo>
                  <a:cubicBezTo>
                    <a:pt x="104" y="153"/>
                    <a:pt x="104" y="153"/>
                    <a:pt x="104" y="153"/>
                  </a:cubicBezTo>
                  <a:cubicBezTo>
                    <a:pt x="104" y="153"/>
                    <a:pt x="104" y="153"/>
                    <a:pt x="104" y="153"/>
                  </a:cubicBezTo>
                  <a:cubicBezTo>
                    <a:pt x="104" y="153"/>
                    <a:pt x="104" y="153"/>
                    <a:pt x="104" y="153"/>
                  </a:cubicBezTo>
                  <a:cubicBezTo>
                    <a:pt x="103" y="151"/>
                    <a:pt x="102" y="150"/>
                    <a:pt x="101" y="150"/>
                  </a:cubicBezTo>
                  <a:cubicBezTo>
                    <a:pt x="100" y="148"/>
                    <a:pt x="99" y="148"/>
                    <a:pt x="99" y="148"/>
                  </a:cubicBezTo>
                  <a:cubicBezTo>
                    <a:pt x="99" y="148"/>
                    <a:pt x="100" y="149"/>
                    <a:pt x="102" y="150"/>
                  </a:cubicBezTo>
                  <a:cubicBezTo>
                    <a:pt x="104" y="151"/>
                    <a:pt x="106" y="152"/>
                    <a:pt x="108" y="152"/>
                  </a:cubicBezTo>
                  <a:cubicBezTo>
                    <a:pt x="113" y="154"/>
                    <a:pt x="118" y="155"/>
                    <a:pt x="123" y="157"/>
                  </a:cubicBezTo>
                  <a:cubicBezTo>
                    <a:pt x="144" y="162"/>
                    <a:pt x="167" y="166"/>
                    <a:pt x="189" y="171"/>
                  </a:cubicBezTo>
                  <a:cubicBezTo>
                    <a:pt x="188" y="199"/>
                    <a:pt x="188" y="199"/>
                    <a:pt x="188" y="199"/>
                  </a:cubicBezTo>
                  <a:cubicBezTo>
                    <a:pt x="176" y="200"/>
                    <a:pt x="164" y="201"/>
                    <a:pt x="152" y="202"/>
                  </a:cubicBezTo>
                  <a:cubicBezTo>
                    <a:pt x="140" y="202"/>
                    <a:pt x="128" y="202"/>
                    <a:pt x="116" y="201"/>
                  </a:cubicBezTo>
                  <a:cubicBezTo>
                    <a:pt x="110" y="200"/>
                    <a:pt x="103" y="200"/>
                    <a:pt x="97" y="198"/>
                  </a:cubicBezTo>
                  <a:cubicBezTo>
                    <a:pt x="93" y="198"/>
                    <a:pt x="90" y="197"/>
                    <a:pt x="86" y="196"/>
                  </a:cubicBezTo>
                  <a:cubicBezTo>
                    <a:pt x="82" y="195"/>
                    <a:pt x="78" y="193"/>
                    <a:pt x="73" y="191"/>
                  </a:cubicBezTo>
                  <a:cubicBezTo>
                    <a:pt x="71" y="189"/>
                    <a:pt x="68" y="187"/>
                    <a:pt x="64" y="184"/>
                  </a:cubicBezTo>
                  <a:cubicBezTo>
                    <a:pt x="63" y="182"/>
                    <a:pt x="61" y="180"/>
                    <a:pt x="59" y="177"/>
                  </a:cubicBezTo>
                  <a:cubicBezTo>
                    <a:pt x="58" y="174"/>
                    <a:pt x="58" y="174"/>
                    <a:pt x="58" y="174"/>
                  </a:cubicBezTo>
                  <a:cubicBezTo>
                    <a:pt x="53" y="166"/>
                    <a:pt x="53" y="166"/>
                    <a:pt x="53" y="166"/>
                  </a:cubicBezTo>
                  <a:cubicBezTo>
                    <a:pt x="51" y="160"/>
                    <a:pt x="48" y="155"/>
                    <a:pt x="46" y="149"/>
                  </a:cubicBezTo>
                  <a:cubicBezTo>
                    <a:pt x="41" y="138"/>
                    <a:pt x="36" y="127"/>
                    <a:pt x="32" y="116"/>
                  </a:cubicBezTo>
                  <a:cubicBezTo>
                    <a:pt x="28" y="104"/>
                    <a:pt x="24" y="93"/>
                    <a:pt x="20" y="82"/>
                  </a:cubicBezTo>
                  <a:cubicBezTo>
                    <a:pt x="13" y="60"/>
                    <a:pt x="6" y="37"/>
                    <a:pt x="0" y="14"/>
                  </a:cubicBezTo>
                  <a:lnTo>
                    <a:pt x="54" y="0"/>
                  </a:ln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40" name="Google Shape;640;p23"/>
            <p:cNvSpPr/>
            <p:nvPr/>
          </p:nvSpPr>
          <p:spPr>
            <a:xfrm>
              <a:off x="6497638" y="2665413"/>
              <a:ext cx="514350" cy="630238"/>
            </a:xfrm>
            <a:custGeom>
              <a:rect b="b" l="l" r="r" t="t"/>
              <a:pathLst>
                <a:path extrusionOk="0" h="148" w="121">
                  <a:moveTo>
                    <a:pt x="28" y="27"/>
                  </a:moveTo>
                  <a:cubicBezTo>
                    <a:pt x="56" y="0"/>
                    <a:pt x="91" y="15"/>
                    <a:pt x="106" y="65"/>
                  </a:cubicBezTo>
                  <a:cubicBezTo>
                    <a:pt x="121" y="116"/>
                    <a:pt x="118" y="120"/>
                    <a:pt x="118" y="120"/>
                  </a:cubicBezTo>
                  <a:cubicBezTo>
                    <a:pt x="45" y="148"/>
                    <a:pt x="45" y="148"/>
                    <a:pt x="45" y="148"/>
                  </a:cubicBezTo>
                  <a:cubicBezTo>
                    <a:pt x="27" y="100"/>
                    <a:pt x="0" y="56"/>
                    <a:pt x="28" y="27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41" name="Google Shape;641;p23"/>
            <p:cNvSpPr/>
            <p:nvPr/>
          </p:nvSpPr>
          <p:spPr>
            <a:xfrm>
              <a:off x="7348538" y="3559176"/>
              <a:ext cx="280988" cy="207963"/>
            </a:xfrm>
            <a:custGeom>
              <a:rect b="b" l="l" r="r" t="t"/>
              <a:pathLst>
                <a:path extrusionOk="0" h="49" w="66">
                  <a:moveTo>
                    <a:pt x="39" y="0"/>
                  </a:moveTo>
                  <a:cubicBezTo>
                    <a:pt x="34" y="0"/>
                    <a:pt x="34" y="0"/>
                    <a:pt x="34" y="0"/>
                  </a:cubicBezTo>
                  <a:cubicBezTo>
                    <a:pt x="17" y="0"/>
                    <a:pt x="14" y="4"/>
                    <a:pt x="4" y="14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27" y="49"/>
                    <a:pt x="41" y="33"/>
                    <a:pt x="41" y="33"/>
                  </a:cubicBezTo>
                  <a:cubicBezTo>
                    <a:pt x="66" y="33"/>
                    <a:pt x="66" y="33"/>
                    <a:pt x="66" y="33"/>
                  </a:cubicBezTo>
                  <a:cubicBezTo>
                    <a:pt x="58" y="13"/>
                    <a:pt x="58" y="13"/>
                    <a:pt x="58" y="13"/>
                  </a:cubicBezTo>
                  <a:cubicBezTo>
                    <a:pt x="54" y="6"/>
                    <a:pt x="47" y="1"/>
                    <a:pt x="39" y="0"/>
                  </a:cubicBez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42" name="Google Shape;642;p23"/>
            <p:cNvSpPr/>
            <p:nvPr/>
          </p:nvSpPr>
          <p:spPr>
            <a:xfrm>
              <a:off x="6046788" y="4503738"/>
              <a:ext cx="1177925" cy="157163"/>
            </a:xfrm>
            <a:custGeom>
              <a:rect b="b" l="l" r="r" t="t"/>
              <a:pathLst>
                <a:path extrusionOk="0" h="37" w="277">
                  <a:moveTo>
                    <a:pt x="10" y="37"/>
                  </a:moveTo>
                  <a:cubicBezTo>
                    <a:pt x="267" y="37"/>
                    <a:pt x="267" y="37"/>
                    <a:pt x="267" y="37"/>
                  </a:cubicBezTo>
                  <a:cubicBezTo>
                    <a:pt x="272" y="37"/>
                    <a:pt x="277" y="33"/>
                    <a:pt x="277" y="27"/>
                  </a:cubicBezTo>
                  <a:cubicBezTo>
                    <a:pt x="277" y="11"/>
                    <a:pt x="277" y="11"/>
                    <a:pt x="277" y="11"/>
                  </a:cubicBezTo>
                  <a:cubicBezTo>
                    <a:pt x="277" y="5"/>
                    <a:pt x="272" y="0"/>
                    <a:pt x="267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33"/>
                    <a:pt x="5" y="37"/>
                    <a:pt x="10" y="37"/>
                  </a:cubicBezTo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43" name="Google Shape;643;p23"/>
            <p:cNvSpPr/>
            <p:nvPr/>
          </p:nvSpPr>
          <p:spPr>
            <a:xfrm>
              <a:off x="6046788" y="4660901"/>
              <a:ext cx="123825" cy="1747838"/>
            </a:xfrm>
            <a:custGeom>
              <a:rect b="b" l="l" r="r" t="t"/>
              <a:pathLst>
                <a:path extrusionOk="0" h="1101" w="78">
                  <a:moveTo>
                    <a:pt x="32" y="1101"/>
                  </a:moveTo>
                  <a:lnTo>
                    <a:pt x="0" y="1101"/>
                  </a:lnTo>
                  <a:lnTo>
                    <a:pt x="35" y="0"/>
                  </a:lnTo>
                  <a:lnTo>
                    <a:pt x="78" y="0"/>
                  </a:lnTo>
                  <a:lnTo>
                    <a:pt x="32" y="110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44" name="Google Shape;644;p23"/>
            <p:cNvSpPr/>
            <p:nvPr/>
          </p:nvSpPr>
          <p:spPr>
            <a:xfrm>
              <a:off x="6046788" y="4660901"/>
              <a:ext cx="123825" cy="1747838"/>
            </a:xfrm>
            <a:custGeom>
              <a:rect b="b" l="l" r="r" t="t"/>
              <a:pathLst>
                <a:path extrusionOk="0" h="1101" w="78">
                  <a:moveTo>
                    <a:pt x="32" y="1101"/>
                  </a:moveTo>
                  <a:lnTo>
                    <a:pt x="0" y="1101"/>
                  </a:lnTo>
                  <a:lnTo>
                    <a:pt x="35" y="0"/>
                  </a:lnTo>
                  <a:lnTo>
                    <a:pt x="78" y="0"/>
                  </a:lnTo>
                  <a:lnTo>
                    <a:pt x="32" y="110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45" name="Google Shape;645;p23"/>
            <p:cNvSpPr/>
            <p:nvPr/>
          </p:nvSpPr>
          <p:spPr>
            <a:xfrm>
              <a:off x="6467475" y="4660901"/>
              <a:ext cx="119063" cy="1747838"/>
            </a:xfrm>
            <a:custGeom>
              <a:rect b="b" l="l" r="r" t="t"/>
              <a:pathLst>
                <a:path extrusionOk="0" h="1101" w="75">
                  <a:moveTo>
                    <a:pt x="46" y="1101"/>
                  </a:moveTo>
                  <a:lnTo>
                    <a:pt x="75" y="1101"/>
                  </a:lnTo>
                  <a:lnTo>
                    <a:pt x="41" y="0"/>
                  </a:lnTo>
                  <a:lnTo>
                    <a:pt x="0" y="0"/>
                  </a:lnTo>
                  <a:lnTo>
                    <a:pt x="46" y="110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46" name="Google Shape;646;p23"/>
            <p:cNvSpPr/>
            <p:nvPr/>
          </p:nvSpPr>
          <p:spPr>
            <a:xfrm>
              <a:off x="6467475" y="4660901"/>
              <a:ext cx="119063" cy="1747838"/>
            </a:xfrm>
            <a:custGeom>
              <a:rect b="b" l="l" r="r" t="t"/>
              <a:pathLst>
                <a:path extrusionOk="0" h="1101" w="75">
                  <a:moveTo>
                    <a:pt x="46" y="1101"/>
                  </a:moveTo>
                  <a:lnTo>
                    <a:pt x="75" y="1101"/>
                  </a:lnTo>
                  <a:lnTo>
                    <a:pt x="41" y="0"/>
                  </a:lnTo>
                  <a:lnTo>
                    <a:pt x="0" y="0"/>
                  </a:lnTo>
                  <a:lnTo>
                    <a:pt x="46" y="110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47" name="Google Shape;647;p23"/>
            <p:cNvSpPr/>
            <p:nvPr/>
          </p:nvSpPr>
          <p:spPr>
            <a:xfrm>
              <a:off x="6684963" y="4660901"/>
              <a:ext cx="123825" cy="1747838"/>
            </a:xfrm>
            <a:custGeom>
              <a:rect b="b" l="l" r="r" t="t"/>
              <a:pathLst>
                <a:path extrusionOk="0" h="1101" w="78">
                  <a:moveTo>
                    <a:pt x="30" y="1101"/>
                  </a:moveTo>
                  <a:lnTo>
                    <a:pt x="0" y="1101"/>
                  </a:lnTo>
                  <a:lnTo>
                    <a:pt x="35" y="0"/>
                  </a:lnTo>
                  <a:lnTo>
                    <a:pt x="78" y="0"/>
                  </a:lnTo>
                  <a:lnTo>
                    <a:pt x="30" y="110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48" name="Google Shape;648;p23"/>
            <p:cNvSpPr/>
            <p:nvPr/>
          </p:nvSpPr>
          <p:spPr>
            <a:xfrm>
              <a:off x="6684963" y="4660901"/>
              <a:ext cx="123825" cy="1747838"/>
            </a:xfrm>
            <a:custGeom>
              <a:rect b="b" l="l" r="r" t="t"/>
              <a:pathLst>
                <a:path extrusionOk="0" h="1101" w="78">
                  <a:moveTo>
                    <a:pt x="30" y="1101"/>
                  </a:moveTo>
                  <a:lnTo>
                    <a:pt x="0" y="1101"/>
                  </a:lnTo>
                  <a:lnTo>
                    <a:pt x="35" y="0"/>
                  </a:lnTo>
                  <a:lnTo>
                    <a:pt x="78" y="0"/>
                  </a:lnTo>
                  <a:lnTo>
                    <a:pt x="30" y="110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49" name="Google Shape;649;p23"/>
            <p:cNvSpPr/>
            <p:nvPr/>
          </p:nvSpPr>
          <p:spPr>
            <a:xfrm>
              <a:off x="6804025" y="4660901"/>
              <a:ext cx="4763" cy="68263"/>
            </a:xfrm>
            <a:custGeom>
              <a:rect b="b" l="l" r="r" t="t"/>
              <a:pathLst>
                <a:path extrusionOk="0" h="43" w="3">
                  <a:moveTo>
                    <a:pt x="3" y="0"/>
                  </a:moveTo>
                  <a:lnTo>
                    <a:pt x="0" y="0"/>
                  </a:lnTo>
                  <a:lnTo>
                    <a:pt x="0" y="43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8CB0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50" name="Google Shape;650;p23"/>
            <p:cNvSpPr/>
            <p:nvPr/>
          </p:nvSpPr>
          <p:spPr>
            <a:xfrm>
              <a:off x="6804025" y="4660901"/>
              <a:ext cx="4763" cy="68263"/>
            </a:xfrm>
            <a:custGeom>
              <a:rect b="b" l="l" r="r" t="t"/>
              <a:pathLst>
                <a:path extrusionOk="0" h="43" w="3">
                  <a:moveTo>
                    <a:pt x="3" y="0"/>
                  </a:moveTo>
                  <a:lnTo>
                    <a:pt x="0" y="0"/>
                  </a:lnTo>
                  <a:lnTo>
                    <a:pt x="0" y="43"/>
                  </a:lnTo>
                  <a:lnTo>
                    <a:pt x="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51" name="Google Shape;651;p23"/>
            <p:cNvSpPr/>
            <p:nvPr/>
          </p:nvSpPr>
          <p:spPr>
            <a:xfrm>
              <a:off x="7102475" y="4660901"/>
              <a:ext cx="122238" cy="1747838"/>
            </a:xfrm>
            <a:custGeom>
              <a:rect b="b" l="l" r="r" t="t"/>
              <a:pathLst>
                <a:path extrusionOk="0" h="1101" w="77">
                  <a:moveTo>
                    <a:pt x="48" y="1101"/>
                  </a:moveTo>
                  <a:lnTo>
                    <a:pt x="77" y="1101"/>
                  </a:lnTo>
                  <a:lnTo>
                    <a:pt x="43" y="0"/>
                  </a:lnTo>
                  <a:lnTo>
                    <a:pt x="0" y="0"/>
                  </a:lnTo>
                  <a:lnTo>
                    <a:pt x="48" y="110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52" name="Google Shape;652;p23"/>
            <p:cNvSpPr/>
            <p:nvPr/>
          </p:nvSpPr>
          <p:spPr>
            <a:xfrm>
              <a:off x="7102475" y="4660901"/>
              <a:ext cx="122238" cy="1747838"/>
            </a:xfrm>
            <a:custGeom>
              <a:rect b="b" l="l" r="r" t="t"/>
              <a:pathLst>
                <a:path extrusionOk="0" h="1101" w="77">
                  <a:moveTo>
                    <a:pt x="48" y="1101"/>
                  </a:moveTo>
                  <a:lnTo>
                    <a:pt x="77" y="1101"/>
                  </a:lnTo>
                  <a:lnTo>
                    <a:pt x="43" y="0"/>
                  </a:lnTo>
                  <a:lnTo>
                    <a:pt x="0" y="0"/>
                  </a:lnTo>
                  <a:lnTo>
                    <a:pt x="48" y="110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53" name="Google Shape;653;p23"/>
            <p:cNvSpPr/>
            <p:nvPr/>
          </p:nvSpPr>
          <p:spPr>
            <a:xfrm>
              <a:off x="7105650" y="4737101"/>
              <a:ext cx="119063" cy="1671638"/>
            </a:xfrm>
            <a:custGeom>
              <a:rect b="b" l="l" r="r" t="t"/>
              <a:pathLst>
                <a:path extrusionOk="0" h="1053" w="75">
                  <a:moveTo>
                    <a:pt x="41" y="0"/>
                  </a:moveTo>
                  <a:lnTo>
                    <a:pt x="0" y="0"/>
                  </a:lnTo>
                  <a:lnTo>
                    <a:pt x="46" y="1053"/>
                  </a:lnTo>
                  <a:lnTo>
                    <a:pt x="75" y="1053"/>
                  </a:lnTo>
                  <a:lnTo>
                    <a:pt x="4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54" name="Google Shape;654;p23"/>
            <p:cNvSpPr/>
            <p:nvPr/>
          </p:nvSpPr>
          <p:spPr>
            <a:xfrm>
              <a:off x="6102350" y="4660901"/>
              <a:ext cx="68263" cy="76200"/>
            </a:xfrm>
            <a:custGeom>
              <a:rect b="b" l="l" r="r" t="t"/>
              <a:pathLst>
                <a:path extrusionOk="0" h="48" w="43">
                  <a:moveTo>
                    <a:pt x="0" y="0"/>
                  </a:move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0" y="0"/>
                  </a:lnTo>
                  <a:close/>
                  <a:moveTo>
                    <a:pt x="43" y="0"/>
                  </a:moveTo>
                  <a:lnTo>
                    <a:pt x="43" y="0"/>
                  </a:lnTo>
                  <a:lnTo>
                    <a:pt x="40" y="48"/>
                  </a:lnTo>
                  <a:lnTo>
                    <a:pt x="40" y="48"/>
                  </a:lnTo>
                  <a:lnTo>
                    <a:pt x="43" y="0"/>
                  </a:lnTo>
                  <a:close/>
                </a:path>
              </a:pathLst>
            </a:custGeom>
            <a:solidFill>
              <a:srgbClr val="C5D7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55" name="Google Shape;655;p23"/>
            <p:cNvSpPr/>
            <p:nvPr/>
          </p:nvSpPr>
          <p:spPr>
            <a:xfrm>
              <a:off x="6102350" y="4660901"/>
              <a:ext cx="68263" cy="76200"/>
            </a:xfrm>
            <a:custGeom>
              <a:rect b="b" l="l" r="r" t="t"/>
              <a:pathLst>
                <a:path extrusionOk="0" h="48" w="43">
                  <a:moveTo>
                    <a:pt x="0" y="0"/>
                  </a:move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0" y="0"/>
                  </a:lnTo>
                  <a:moveTo>
                    <a:pt x="43" y="0"/>
                  </a:moveTo>
                  <a:lnTo>
                    <a:pt x="43" y="0"/>
                  </a:lnTo>
                  <a:lnTo>
                    <a:pt x="40" y="48"/>
                  </a:lnTo>
                  <a:lnTo>
                    <a:pt x="40" y="48"/>
                  </a:lnTo>
                  <a:lnTo>
                    <a:pt x="4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56" name="Google Shape;656;p23"/>
            <p:cNvSpPr/>
            <p:nvPr/>
          </p:nvSpPr>
          <p:spPr>
            <a:xfrm>
              <a:off x="6102350" y="4660901"/>
              <a:ext cx="68263" cy="0"/>
            </a:xfrm>
            <a:custGeom>
              <a:rect b="b" l="l" r="r" t="t"/>
              <a:pathLst>
                <a:path extrusionOk="0" h="120000" w="43">
                  <a:moveTo>
                    <a:pt x="43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43" y="0"/>
                  </a:lnTo>
                  <a:lnTo>
                    <a:pt x="43" y="0"/>
                  </a:lnTo>
                  <a:lnTo>
                    <a:pt x="43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57" name="Google Shape;657;p23"/>
            <p:cNvSpPr/>
            <p:nvPr/>
          </p:nvSpPr>
          <p:spPr>
            <a:xfrm>
              <a:off x="6102350" y="4660901"/>
              <a:ext cx="68263" cy="0"/>
            </a:xfrm>
            <a:custGeom>
              <a:rect b="b" l="l" r="r" t="t"/>
              <a:pathLst>
                <a:path extrusionOk="0" h="120000" w="43">
                  <a:moveTo>
                    <a:pt x="43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43" y="0"/>
                  </a:lnTo>
                  <a:lnTo>
                    <a:pt x="43" y="0"/>
                  </a:lnTo>
                  <a:lnTo>
                    <a:pt x="4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58" name="Google Shape;658;p23"/>
            <p:cNvSpPr/>
            <p:nvPr/>
          </p:nvSpPr>
          <p:spPr>
            <a:xfrm>
              <a:off x="6102350" y="4660901"/>
              <a:ext cx="68263" cy="76200"/>
            </a:xfrm>
            <a:custGeom>
              <a:rect b="b" l="l" r="r" t="t"/>
              <a:pathLst>
                <a:path extrusionOk="0" h="48" w="43">
                  <a:moveTo>
                    <a:pt x="43" y="0"/>
                  </a:moveTo>
                  <a:lnTo>
                    <a:pt x="0" y="0"/>
                  </a:lnTo>
                  <a:lnTo>
                    <a:pt x="0" y="48"/>
                  </a:lnTo>
                  <a:lnTo>
                    <a:pt x="40" y="48"/>
                  </a:lnTo>
                  <a:lnTo>
                    <a:pt x="4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59" name="Google Shape;659;p23"/>
            <p:cNvSpPr/>
            <p:nvPr/>
          </p:nvSpPr>
          <p:spPr>
            <a:xfrm>
              <a:off x="6467475" y="4660901"/>
              <a:ext cx="68263" cy="76200"/>
            </a:xfrm>
            <a:custGeom>
              <a:rect b="b" l="l" r="r" t="t"/>
              <a:pathLst>
                <a:path extrusionOk="0" h="48" w="43">
                  <a:moveTo>
                    <a:pt x="0" y="45"/>
                  </a:moveTo>
                  <a:lnTo>
                    <a:pt x="0" y="48"/>
                  </a:lnTo>
                  <a:lnTo>
                    <a:pt x="0" y="45"/>
                  </a:lnTo>
                  <a:close/>
                  <a:moveTo>
                    <a:pt x="41" y="0"/>
                  </a:moveTo>
                  <a:lnTo>
                    <a:pt x="41" y="0"/>
                  </a:lnTo>
                  <a:lnTo>
                    <a:pt x="43" y="48"/>
                  </a:lnTo>
                  <a:lnTo>
                    <a:pt x="43" y="48"/>
                  </a:lnTo>
                  <a:lnTo>
                    <a:pt x="41" y="0"/>
                  </a:lnTo>
                  <a:close/>
                </a:path>
              </a:pathLst>
            </a:custGeom>
            <a:solidFill>
              <a:srgbClr val="C5D7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60" name="Google Shape;660;p23"/>
            <p:cNvSpPr/>
            <p:nvPr/>
          </p:nvSpPr>
          <p:spPr>
            <a:xfrm>
              <a:off x="6467475" y="4660901"/>
              <a:ext cx="68263" cy="76200"/>
            </a:xfrm>
            <a:custGeom>
              <a:rect b="b" l="l" r="r" t="t"/>
              <a:pathLst>
                <a:path extrusionOk="0" h="48" w="43">
                  <a:moveTo>
                    <a:pt x="0" y="45"/>
                  </a:moveTo>
                  <a:lnTo>
                    <a:pt x="0" y="48"/>
                  </a:lnTo>
                  <a:lnTo>
                    <a:pt x="0" y="45"/>
                  </a:lnTo>
                  <a:moveTo>
                    <a:pt x="41" y="0"/>
                  </a:moveTo>
                  <a:lnTo>
                    <a:pt x="41" y="0"/>
                  </a:lnTo>
                  <a:lnTo>
                    <a:pt x="43" y="48"/>
                  </a:lnTo>
                  <a:lnTo>
                    <a:pt x="43" y="48"/>
                  </a:lnTo>
                  <a:lnTo>
                    <a:pt x="4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61" name="Google Shape;661;p23"/>
            <p:cNvSpPr/>
            <p:nvPr/>
          </p:nvSpPr>
          <p:spPr>
            <a:xfrm>
              <a:off x="6467475" y="4660901"/>
              <a:ext cx="65088" cy="1588"/>
            </a:xfrm>
            <a:prstGeom prst="rect">
              <a:avLst/>
            </a:pr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62" name="Google Shape;662;p23"/>
            <p:cNvSpPr/>
            <p:nvPr/>
          </p:nvSpPr>
          <p:spPr>
            <a:xfrm>
              <a:off x="6467475" y="4660901"/>
              <a:ext cx="65088" cy="15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63" name="Google Shape;663;p23"/>
            <p:cNvSpPr/>
            <p:nvPr/>
          </p:nvSpPr>
          <p:spPr>
            <a:xfrm>
              <a:off x="6467475" y="4660901"/>
              <a:ext cx="68263" cy="76200"/>
            </a:xfrm>
            <a:custGeom>
              <a:rect b="b" l="l" r="r" t="t"/>
              <a:pathLst>
                <a:path extrusionOk="0" h="48" w="43">
                  <a:moveTo>
                    <a:pt x="41" y="0"/>
                  </a:moveTo>
                  <a:lnTo>
                    <a:pt x="0" y="0"/>
                  </a:lnTo>
                  <a:lnTo>
                    <a:pt x="0" y="45"/>
                  </a:lnTo>
                  <a:lnTo>
                    <a:pt x="0" y="48"/>
                  </a:lnTo>
                  <a:lnTo>
                    <a:pt x="43" y="48"/>
                  </a:lnTo>
                  <a:lnTo>
                    <a:pt x="4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64" name="Google Shape;664;p23"/>
            <p:cNvSpPr/>
            <p:nvPr/>
          </p:nvSpPr>
          <p:spPr>
            <a:xfrm>
              <a:off x="6740525" y="4660901"/>
              <a:ext cx="63500" cy="1588"/>
            </a:xfrm>
            <a:prstGeom prst="rect">
              <a:avLst/>
            </a:pr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65" name="Google Shape;665;p23"/>
            <p:cNvSpPr/>
            <p:nvPr/>
          </p:nvSpPr>
          <p:spPr>
            <a:xfrm>
              <a:off x="6740525" y="4660901"/>
              <a:ext cx="63500" cy="15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66" name="Google Shape;666;p23"/>
            <p:cNvSpPr/>
            <p:nvPr/>
          </p:nvSpPr>
          <p:spPr>
            <a:xfrm>
              <a:off x="6735763" y="4660901"/>
              <a:ext cx="68263" cy="76200"/>
            </a:xfrm>
            <a:custGeom>
              <a:rect b="b" l="l" r="r" t="t"/>
              <a:pathLst>
                <a:path extrusionOk="0" h="48" w="43">
                  <a:moveTo>
                    <a:pt x="43" y="0"/>
                  </a:moveTo>
                  <a:lnTo>
                    <a:pt x="3" y="0"/>
                  </a:lnTo>
                  <a:lnTo>
                    <a:pt x="0" y="48"/>
                  </a:lnTo>
                  <a:lnTo>
                    <a:pt x="43" y="48"/>
                  </a:lnTo>
                  <a:lnTo>
                    <a:pt x="43" y="43"/>
                  </a:lnTo>
                  <a:lnTo>
                    <a:pt x="4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67" name="Google Shape;667;p23"/>
            <p:cNvSpPr/>
            <p:nvPr/>
          </p:nvSpPr>
          <p:spPr>
            <a:xfrm>
              <a:off x="7102475" y="4660901"/>
              <a:ext cx="68263" cy="76200"/>
            </a:xfrm>
            <a:custGeom>
              <a:rect b="b" l="l" r="r" t="t"/>
              <a:pathLst>
                <a:path extrusionOk="0" h="48" w="43">
                  <a:moveTo>
                    <a:pt x="0" y="0"/>
                  </a:moveTo>
                  <a:lnTo>
                    <a:pt x="0" y="0"/>
                  </a:lnTo>
                  <a:lnTo>
                    <a:pt x="2" y="48"/>
                  </a:lnTo>
                  <a:lnTo>
                    <a:pt x="2" y="48"/>
                  </a:lnTo>
                  <a:lnTo>
                    <a:pt x="0" y="0"/>
                  </a:lnTo>
                  <a:close/>
                  <a:moveTo>
                    <a:pt x="43" y="0"/>
                  </a:moveTo>
                  <a:lnTo>
                    <a:pt x="43" y="0"/>
                  </a:lnTo>
                  <a:lnTo>
                    <a:pt x="43" y="48"/>
                  </a:lnTo>
                  <a:lnTo>
                    <a:pt x="43" y="48"/>
                  </a:lnTo>
                  <a:lnTo>
                    <a:pt x="43" y="0"/>
                  </a:lnTo>
                  <a:close/>
                </a:path>
              </a:pathLst>
            </a:custGeom>
            <a:solidFill>
              <a:srgbClr val="C5D7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68" name="Google Shape;668;p23"/>
            <p:cNvSpPr/>
            <p:nvPr/>
          </p:nvSpPr>
          <p:spPr>
            <a:xfrm>
              <a:off x="7102475" y="4660901"/>
              <a:ext cx="68263" cy="76200"/>
            </a:xfrm>
            <a:custGeom>
              <a:rect b="b" l="l" r="r" t="t"/>
              <a:pathLst>
                <a:path extrusionOk="0" h="48" w="43">
                  <a:moveTo>
                    <a:pt x="0" y="0"/>
                  </a:moveTo>
                  <a:lnTo>
                    <a:pt x="0" y="0"/>
                  </a:lnTo>
                  <a:lnTo>
                    <a:pt x="2" y="48"/>
                  </a:lnTo>
                  <a:lnTo>
                    <a:pt x="2" y="48"/>
                  </a:lnTo>
                  <a:lnTo>
                    <a:pt x="0" y="0"/>
                  </a:lnTo>
                  <a:moveTo>
                    <a:pt x="43" y="0"/>
                  </a:moveTo>
                  <a:lnTo>
                    <a:pt x="43" y="0"/>
                  </a:lnTo>
                  <a:lnTo>
                    <a:pt x="43" y="48"/>
                  </a:lnTo>
                  <a:lnTo>
                    <a:pt x="43" y="48"/>
                  </a:lnTo>
                  <a:lnTo>
                    <a:pt x="4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69" name="Google Shape;669;p23"/>
            <p:cNvSpPr/>
            <p:nvPr/>
          </p:nvSpPr>
          <p:spPr>
            <a:xfrm>
              <a:off x="7102475" y="4660901"/>
              <a:ext cx="68263" cy="0"/>
            </a:xfrm>
            <a:custGeom>
              <a:rect b="b" l="l" r="r" t="t"/>
              <a:pathLst>
                <a:path extrusionOk="0" h="120000" w="43">
                  <a:moveTo>
                    <a:pt x="43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43" y="0"/>
                  </a:lnTo>
                  <a:lnTo>
                    <a:pt x="43" y="0"/>
                  </a:lnTo>
                  <a:lnTo>
                    <a:pt x="43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70" name="Google Shape;670;p23"/>
            <p:cNvSpPr/>
            <p:nvPr/>
          </p:nvSpPr>
          <p:spPr>
            <a:xfrm>
              <a:off x="7102475" y="4660901"/>
              <a:ext cx="68263" cy="0"/>
            </a:xfrm>
            <a:custGeom>
              <a:rect b="b" l="l" r="r" t="t"/>
              <a:pathLst>
                <a:path extrusionOk="0" h="120000" w="43">
                  <a:moveTo>
                    <a:pt x="43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43" y="0"/>
                  </a:lnTo>
                  <a:lnTo>
                    <a:pt x="43" y="0"/>
                  </a:lnTo>
                  <a:lnTo>
                    <a:pt x="4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71" name="Google Shape;671;p23"/>
            <p:cNvSpPr/>
            <p:nvPr/>
          </p:nvSpPr>
          <p:spPr>
            <a:xfrm>
              <a:off x="7102475" y="4660901"/>
              <a:ext cx="68263" cy="76200"/>
            </a:xfrm>
            <a:custGeom>
              <a:rect b="b" l="l" r="r" t="t"/>
              <a:pathLst>
                <a:path extrusionOk="0" h="48" w="43">
                  <a:moveTo>
                    <a:pt x="43" y="0"/>
                  </a:moveTo>
                  <a:lnTo>
                    <a:pt x="0" y="0"/>
                  </a:lnTo>
                  <a:lnTo>
                    <a:pt x="2" y="48"/>
                  </a:lnTo>
                  <a:lnTo>
                    <a:pt x="43" y="48"/>
                  </a:lnTo>
                  <a:lnTo>
                    <a:pt x="4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72" name="Google Shape;672;p23"/>
            <p:cNvSpPr/>
            <p:nvPr/>
          </p:nvSpPr>
          <p:spPr>
            <a:xfrm>
              <a:off x="7527925" y="474663"/>
              <a:ext cx="3168650" cy="2051050"/>
            </a:xfrm>
            <a:custGeom>
              <a:rect b="b" l="l" r="r" t="t"/>
              <a:pathLst>
                <a:path extrusionOk="0" h="482" w="745">
                  <a:moveTo>
                    <a:pt x="678" y="482"/>
                  </a:moveTo>
                  <a:cubicBezTo>
                    <a:pt x="37" y="482"/>
                    <a:pt x="37" y="482"/>
                    <a:pt x="37" y="482"/>
                  </a:cubicBezTo>
                  <a:cubicBezTo>
                    <a:pt x="16" y="482"/>
                    <a:pt x="0" y="465"/>
                    <a:pt x="1" y="444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7" y="17"/>
                    <a:pt x="45" y="0"/>
                    <a:pt x="66" y="0"/>
                  </a:cubicBezTo>
                  <a:cubicBezTo>
                    <a:pt x="707" y="0"/>
                    <a:pt x="707" y="0"/>
                    <a:pt x="707" y="0"/>
                  </a:cubicBezTo>
                  <a:cubicBezTo>
                    <a:pt x="728" y="0"/>
                    <a:pt x="745" y="17"/>
                    <a:pt x="743" y="38"/>
                  </a:cubicBezTo>
                  <a:cubicBezTo>
                    <a:pt x="719" y="444"/>
                    <a:pt x="719" y="444"/>
                    <a:pt x="719" y="444"/>
                  </a:cubicBezTo>
                  <a:cubicBezTo>
                    <a:pt x="717" y="465"/>
                    <a:pt x="699" y="482"/>
                    <a:pt x="678" y="482"/>
                  </a:cubicBezTo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73" name="Google Shape;673;p23"/>
            <p:cNvSpPr/>
            <p:nvPr/>
          </p:nvSpPr>
          <p:spPr>
            <a:xfrm>
              <a:off x="8050213" y="2163763"/>
              <a:ext cx="995363" cy="858838"/>
            </a:xfrm>
            <a:custGeom>
              <a:rect b="b" l="l" r="r" t="t"/>
              <a:pathLst>
                <a:path extrusionOk="0" h="541" w="627">
                  <a:moveTo>
                    <a:pt x="0" y="0"/>
                  </a:moveTo>
                  <a:lnTo>
                    <a:pt x="158" y="541"/>
                  </a:lnTo>
                  <a:lnTo>
                    <a:pt x="62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74" name="Google Shape;674;p23"/>
            <p:cNvSpPr/>
            <p:nvPr/>
          </p:nvSpPr>
          <p:spPr>
            <a:xfrm>
              <a:off x="8050213" y="2163763"/>
              <a:ext cx="995363" cy="858838"/>
            </a:xfrm>
            <a:custGeom>
              <a:rect b="b" l="l" r="r" t="t"/>
              <a:pathLst>
                <a:path extrusionOk="0" h="541" w="627">
                  <a:moveTo>
                    <a:pt x="0" y="0"/>
                  </a:moveTo>
                  <a:lnTo>
                    <a:pt x="158" y="541"/>
                  </a:lnTo>
                  <a:lnTo>
                    <a:pt x="627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75" name="Google Shape;675;p23"/>
            <p:cNvSpPr/>
            <p:nvPr/>
          </p:nvSpPr>
          <p:spPr>
            <a:xfrm>
              <a:off x="8701088" y="682626"/>
              <a:ext cx="1736725" cy="1149350"/>
            </a:xfrm>
            <a:custGeom>
              <a:rect b="b" l="l" r="r" t="t"/>
              <a:pathLst>
                <a:path extrusionOk="0" h="270" w="408">
                  <a:moveTo>
                    <a:pt x="387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16" y="0"/>
                    <a:pt x="6" y="9"/>
                    <a:pt x="5" y="21"/>
                  </a:cubicBezTo>
                  <a:cubicBezTo>
                    <a:pt x="0" y="98"/>
                    <a:pt x="0" y="98"/>
                    <a:pt x="0" y="98"/>
                  </a:cubicBezTo>
                  <a:cubicBezTo>
                    <a:pt x="92" y="98"/>
                    <a:pt x="92" y="98"/>
                    <a:pt x="92" y="98"/>
                  </a:cubicBezTo>
                  <a:cubicBezTo>
                    <a:pt x="105" y="87"/>
                    <a:pt x="105" y="87"/>
                    <a:pt x="105" y="87"/>
                  </a:cubicBezTo>
                  <a:cubicBezTo>
                    <a:pt x="105" y="87"/>
                    <a:pt x="105" y="87"/>
                    <a:pt x="105" y="87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3" y="79"/>
                    <a:pt x="121" y="88"/>
                    <a:pt x="120" y="98"/>
                  </a:cubicBezTo>
                  <a:cubicBezTo>
                    <a:pt x="195" y="98"/>
                    <a:pt x="195" y="98"/>
                    <a:pt x="195" y="98"/>
                  </a:cubicBezTo>
                  <a:cubicBezTo>
                    <a:pt x="207" y="98"/>
                    <a:pt x="216" y="107"/>
                    <a:pt x="215" y="119"/>
                  </a:cubicBezTo>
                  <a:cubicBezTo>
                    <a:pt x="206" y="270"/>
                    <a:pt x="206" y="270"/>
                    <a:pt x="206" y="270"/>
                  </a:cubicBezTo>
                  <a:cubicBezTo>
                    <a:pt x="371" y="270"/>
                    <a:pt x="371" y="270"/>
                    <a:pt x="371" y="270"/>
                  </a:cubicBezTo>
                  <a:cubicBezTo>
                    <a:pt x="383" y="270"/>
                    <a:pt x="393" y="261"/>
                    <a:pt x="394" y="249"/>
                  </a:cubicBezTo>
                  <a:cubicBezTo>
                    <a:pt x="407" y="21"/>
                    <a:pt x="407" y="21"/>
                    <a:pt x="407" y="21"/>
                  </a:cubicBezTo>
                  <a:cubicBezTo>
                    <a:pt x="408" y="9"/>
                    <a:pt x="399" y="0"/>
                    <a:pt x="387" y="0"/>
                  </a:cubicBezTo>
                </a:path>
              </a:pathLst>
            </a:custGeom>
            <a:solidFill>
              <a:srgbClr val="5388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76" name="Google Shape;676;p23"/>
            <p:cNvSpPr/>
            <p:nvPr/>
          </p:nvSpPr>
          <p:spPr>
            <a:xfrm>
              <a:off x="7847013" y="1100138"/>
              <a:ext cx="1730375" cy="1147763"/>
            </a:xfrm>
            <a:custGeom>
              <a:rect b="b" l="l" r="r" t="t"/>
              <a:pathLst>
                <a:path extrusionOk="0" h="270" w="407">
                  <a:moveTo>
                    <a:pt x="407" y="172"/>
                  </a:moveTo>
                  <a:cubicBezTo>
                    <a:pt x="372" y="172"/>
                    <a:pt x="372" y="172"/>
                    <a:pt x="372" y="172"/>
                  </a:cubicBezTo>
                  <a:cubicBezTo>
                    <a:pt x="370" y="192"/>
                    <a:pt x="367" y="211"/>
                    <a:pt x="365" y="228"/>
                  </a:cubicBezTo>
                  <a:cubicBezTo>
                    <a:pt x="365" y="228"/>
                    <a:pt x="365" y="228"/>
                    <a:pt x="365" y="228"/>
                  </a:cubicBezTo>
                  <a:cubicBezTo>
                    <a:pt x="365" y="229"/>
                    <a:pt x="365" y="229"/>
                    <a:pt x="365" y="229"/>
                  </a:cubicBezTo>
                  <a:cubicBezTo>
                    <a:pt x="363" y="245"/>
                    <a:pt x="362" y="258"/>
                    <a:pt x="362" y="270"/>
                  </a:cubicBezTo>
                  <a:cubicBezTo>
                    <a:pt x="380" y="270"/>
                    <a:pt x="380" y="270"/>
                    <a:pt x="380" y="270"/>
                  </a:cubicBezTo>
                  <a:cubicBezTo>
                    <a:pt x="392" y="270"/>
                    <a:pt x="402" y="261"/>
                    <a:pt x="403" y="249"/>
                  </a:cubicBezTo>
                  <a:cubicBezTo>
                    <a:pt x="407" y="172"/>
                    <a:pt x="407" y="172"/>
                    <a:pt x="407" y="172"/>
                  </a:cubicBezTo>
                  <a:moveTo>
                    <a:pt x="201" y="0"/>
                  </a:moveTo>
                  <a:cubicBezTo>
                    <a:pt x="37" y="0"/>
                    <a:pt x="37" y="0"/>
                    <a:pt x="37" y="0"/>
                  </a:cubicBezTo>
                  <a:cubicBezTo>
                    <a:pt x="25" y="0"/>
                    <a:pt x="15" y="9"/>
                    <a:pt x="14" y="21"/>
                  </a:cubicBezTo>
                  <a:cubicBezTo>
                    <a:pt x="0" y="249"/>
                    <a:pt x="0" y="249"/>
                    <a:pt x="0" y="249"/>
                  </a:cubicBezTo>
                  <a:cubicBezTo>
                    <a:pt x="0" y="261"/>
                    <a:pt x="9" y="270"/>
                    <a:pt x="21" y="270"/>
                  </a:cubicBezTo>
                  <a:cubicBezTo>
                    <a:pt x="54" y="270"/>
                    <a:pt x="54" y="270"/>
                    <a:pt x="54" y="270"/>
                  </a:cubicBezTo>
                  <a:cubicBezTo>
                    <a:pt x="48" y="250"/>
                    <a:pt x="48" y="250"/>
                    <a:pt x="48" y="250"/>
                  </a:cubicBezTo>
                  <a:cubicBezTo>
                    <a:pt x="180" y="250"/>
                    <a:pt x="180" y="250"/>
                    <a:pt x="180" y="250"/>
                  </a:cubicBezTo>
                  <a:cubicBezTo>
                    <a:pt x="179" y="166"/>
                    <a:pt x="188" y="119"/>
                    <a:pt x="196" y="92"/>
                  </a:cubicBezTo>
                  <a:cubicBezTo>
                    <a:pt x="201" y="0"/>
                    <a:pt x="201" y="0"/>
                    <a:pt x="201" y="0"/>
                  </a:cubicBezTo>
                </a:path>
              </a:pathLst>
            </a:custGeom>
            <a:solidFill>
              <a:srgbClr val="5388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77" name="Google Shape;677;p23"/>
            <p:cNvSpPr/>
            <p:nvPr/>
          </p:nvSpPr>
          <p:spPr>
            <a:xfrm>
              <a:off x="8050213" y="2163763"/>
              <a:ext cx="561975" cy="84138"/>
            </a:xfrm>
            <a:custGeom>
              <a:rect b="b" l="l" r="r" t="t"/>
              <a:pathLst>
                <a:path extrusionOk="0" h="20" w="132">
                  <a:moveTo>
                    <a:pt x="132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6" y="20"/>
                    <a:pt x="6" y="20"/>
                    <a:pt x="6" y="20"/>
                  </a:cubicBezTo>
                  <a:cubicBezTo>
                    <a:pt x="132" y="20"/>
                    <a:pt x="132" y="20"/>
                    <a:pt x="132" y="20"/>
                  </a:cubicBezTo>
                  <a:cubicBezTo>
                    <a:pt x="132" y="13"/>
                    <a:pt x="132" y="6"/>
                    <a:pt x="132" y="0"/>
                  </a:cubicBezTo>
                </a:path>
              </a:pathLst>
            </a:custGeom>
            <a:solidFill>
              <a:srgbClr val="5388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78" name="Google Shape;678;p23"/>
            <p:cNvSpPr/>
            <p:nvPr/>
          </p:nvSpPr>
          <p:spPr>
            <a:xfrm>
              <a:off x="8680450" y="1100138"/>
              <a:ext cx="939800" cy="731838"/>
            </a:xfrm>
            <a:custGeom>
              <a:rect b="b" l="l" r="r" t="t"/>
              <a:pathLst>
                <a:path extrusionOk="0" h="172" w="221">
                  <a:moveTo>
                    <a:pt x="97" y="0"/>
                  </a:moveTo>
                  <a:cubicBezTo>
                    <a:pt x="5" y="0"/>
                    <a:pt x="5" y="0"/>
                    <a:pt x="5" y="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2" y="86"/>
                    <a:pt x="3" y="82"/>
                    <a:pt x="5" y="77"/>
                  </a:cubicBezTo>
                  <a:cubicBezTo>
                    <a:pt x="9" y="65"/>
                    <a:pt x="19" y="56"/>
                    <a:pt x="30" y="54"/>
                  </a:cubicBezTo>
                  <a:cubicBezTo>
                    <a:pt x="38" y="52"/>
                    <a:pt x="58" y="51"/>
                    <a:pt x="63" y="51"/>
                  </a:cubicBezTo>
                  <a:cubicBezTo>
                    <a:pt x="64" y="51"/>
                    <a:pt x="64" y="51"/>
                    <a:pt x="64" y="51"/>
                  </a:cubicBezTo>
                  <a:cubicBezTo>
                    <a:pt x="64" y="51"/>
                    <a:pt x="64" y="52"/>
                    <a:pt x="63" y="52"/>
                  </a:cubicBezTo>
                  <a:cubicBezTo>
                    <a:pt x="84" y="48"/>
                    <a:pt x="88" y="35"/>
                    <a:pt x="86" y="21"/>
                  </a:cubicBezTo>
                  <a:cubicBezTo>
                    <a:pt x="86" y="17"/>
                    <a:pt x="85" y="14"/>
                    <a:pt x="84" y="10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97" y="0"/>
                    <a:pt x="97" y="0"/>
                    <a:pt x="97" y="0"/>
                  </a:cubicBezTo>
                  <a:moveTo>
                    <a:pt x="200" y="0"/>
                  </a:moveTo>
                  <a:cubicBezTo>
                    <a:pt x="125" y="0"/>
                    <a:pt x="125" y="0"/>
                    <a:pt x="125" y="0"/>
                  </a:cubicBezTo>
                  <a:cubicBezTo>
                    <a:pt x="123" y="19"/>
                    <a:pt x="123" y="39"/>
                    <a:pt x="132" y="51"/>
                  </a:cubicBezTo>
                  <a:cubicBezTo>
                    <a:pt x="132" y="51"/>
                    <a:pt x="133" y="51"/>
                    <a:pt x="134" y="51"/>
                  </a:cubicBezTo>
                  <a:cubicBezTo>
                    <a:pt x="147" y="52"/>
                    <a:pt x="160" y="54"/>
                    <a:pt x="171" y="56"/>
                  </a:cubicBezTo>
                  <a:cubicBezTo>
                    <a:pt x="171" y="56"/>
                    <a:pt x="171" y="56"/>
                    <a:pt x="171" y="56"/>
                  </a:cubicBezTo>
                  <a:cubicBezTo>
                    <a:pt x="183" y="58"/>
                    <a:pt x="191" y="69"/>
                    <a:pt x="189" y="81"/>
                  </a:cubicBezTo>
                  <a:cubicBezTo>
                    <a:pt x="189" y="85"/>
                    <a:pt x="188" y="91"/>
                    <a:pt x="187" y="97"/>
                  </a:cubicBezTo>
                  <a:cubicBezTo>
                    <a:pt x="187" y="97"/>
                    <a:pt x="187" y="97"/>
                    <a:pt x="187" y="97"/>
                  </a:cubicBezTo>
                  <a:cubicBezTo>
                    <a:pt x="184" y="117"/>
                    <a:pt x="180" y="144"/>
                    <a:pt x="176" y="172"/>
                  </a:cubicBezTo>
                  <a:cubicBezTo>
                    <a:pt x="211" y="172"/>
                    <a:pt x="211" y="172"/>
                    <a:pt x="211" y="172"/>
                  </a:cubicBezTo>
                  <a:cubicBezTo>
                    <a:pt x="220" y="21"/>
                    <a:pt x="220" y="21"/>
                    <a:pt x="220" y="21"/>
                  </a:cubicBezTo>
                  <a:cubicBezTo>
                    <a:pt x="221" y="9"/>
                    <a:pt x="212" y="0"/>
                    <a:pt x="200" y="0"/>
                  </a:cubicBezTo>
                </a:path>
              </a:pathLst>
            </a:custGeom>
            <a:solidFill>
              <a:srgbClr val="6594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79" name="Google Shape;679;p23"/>
            <p:cNvSpPr/>
            <p:nvPr/>
          </p:nvSpPr>
          <p:spPr>
            <a:xfrm>
              <a:off x="7821613" y="573088"/>
              <a:ext cx="93663" cy="101600"/>
            </a:xfrm>
            <a:custGeom>
              <a:rect b="b" l="l" r="r" t="t"/>
              <a:pathLst>
                <a:path extrusionOk="0" h="24" w="22">
                  <a:moveTo>
                    <a:pt x="12" y="0"/>
                  </a:moveTo>
                  <a:cubicBezTo>
                    <a:pt x="6" y="0"/>
                    <a:pt x="1" y="5"/>
                    <a:pt x="1" y="12"/>
                  </a:cubicBezTo>
                  <a:cubicBezTo>
                    <a:pt x="0" y="19"/>
                    <a:pt x="5" y="24"/>
                    <a:pt x="10" y="24"/>
                  </a:cubicBezTo>
                  <a:cubicBezTo>
                    <a:pt x="16" y="24"/>
                    <a:pt x="21" y="19"/>
                    <a:pt x="22" y="12"/>
                  </a:cubicBezTo>
                  <a:cubicBezTo>
                    <a:pt x="22" y="5"/>
                    <a:pt x="18" y="0"/>
                    <a:pt x="12" y="0"/>
                  </a:cubicBezTo>
                </a:path>
              </a:pathLst>
            </a:custGeom>
            <a:solidFill>
              <a:srgbClr val="A0BD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80" name="Google Shape;680;p23"/>
            <p:cNvSpPr/>
            <p:nvPr/>
          </p:nvSpPr>
          <p:spPr>
            <a:xfrm>
              <a:off x="7986713" y="573088"/>
              <a:ext cx="98425" cy="101600"/>
            </a:xfrm>
            <a:custGeom>
              <a:rect b="b" l="l" r="r" t="t"/>
              <a:pathLst>
                <a:path extrusionOk="0" h="24" w="23">
                  <a:moveTo>
                    <a:pt x="12" y="0"/>
                  </a:moveTo>
                  <a:cubicBezTo>
                    <a:pt x="7" y="0"/>
                    <a:pt x="1" y="5"/>
                    <a:pt x="1" y="12"/>
                  </a:cubicBezTo>
                  <a:cubicBezTo>
                    <a:pt x="0" y="19"/>
                    <a:pt x="5" y="24"/>
                    <a:pt x="11" y="24"/>
                  </a:cubicBezTo>
                  <a:cubicBezTo>
                    <a:pt x="17" y="24"/>
                    <a:pt x="22" y="19"/>
                    <a:pt x="22" y="12"/>
                  </a:cubicBezTo>
                  <a:cubicBezTo>
                    <a:pt x="23" y="5"/>
                    <a:pt x="18" y="0"/>
                    <a:pt x="12" y="0"/>
                  </a:cubicBezTo>
                </a:path>
              </a:pathLst>
            </a:custGeom>
            <a:solidFill>
              <a:srgbClr val="A0BD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81" name="Google Shape;681;p23"/>
            <p:cNvSpPr/>
            <p:nvPr/>
          </p:nvSpPr>
          <p:spPr>
            <a:xfrm>
              <a:off x="8156575" y="573088"/>
              <a:ext cx="93663" cy="101600"/>
            </a:xfrm>
            <a:custGeom>
              <a:rect b="b" l="l" r="r" t="t"/>
              <a:pathLst>
                <a:path extrusionOk="0" h="24" w="22">
                  <a:moveTo>
                    <a:pt x="12" y="0"/>
                  </a:moveTo>
                  <a:cubicBezTo>
                    <a:pt x="6" y="0"/>
                    <a:pt x="1" y="5"/>
                    <a:pt x="0" y="12"/>
                  </a:cubicBezTo>
                  <a:cubicBezTo>
                    <a:pt x="0" y="19"/>
                    <a:pt x="4" y="24"/>
                    <a:pt x="10" y="24"/>
                  </a:cubicBezTo>
                  <a:cubicBezTo>
                    <a:pt x="16" y="24"/>
                    <a:pt x="21" y="19"/>
                    <a:pt x="21" y="12"/>
                  </a:cubicBezTo>
                  <a:cubicBezTo>
                    <a:pt x="22" y="5"/>
                    <a:pt x="18" y="0"/>
                    <a:pt x="12" y="0"/>
                  </a:cubicBezTo>
                </a:path>
              </a:pathLst>
            </a:custGeom>
            <a:solidFill>
              <a:srgbClr val="A0BD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82" name="Google Shape;682;p23"/>
            <p:cNvSpPr/>
            <p:nvPr/>
          </p:nvSpPr>
          <p:spPr>
            <a:xfrm>
              <a:off x="7505700" y="449263"/>
              <a:ext cx="3144838" cy="2036763"/>
            </a:xfrm>
            <a:custGeom>
              <a:rect b="b" l="l" r="r" t="t"/>
              <a:pathLst>
                <a:path extrusionOk="0" h="479" w="739">
                  <a:moveTo>
                    <a:pt x="707" y="0"/>
                  </a:moveTo>
                  <a:cubicBezTo>
                    <a:pt x="67" y="0"/>
                    <a:pt x="67" y="0"/>
                    <a:pt x="67" y="0"/>
                  </a:cubicBezTo>
                  <a:cubicBezTo>
                    <a:pt x="45" y="0"/>
                    <a:pt x="26" y="18"/>
                    <a:pt x="25" y="40"/>
                  </a:cubicBezTo>
                  <a:cubicBezTo>
                    <a:pt x="0" y="445"/>
                    <a:pt x="0" y="445"/>
                    <a:pt x="0" y="445"/>
                  </a:cubicBezTo>
                  <a:cubicBezTo>
                    <a:pt x="0" y="456"/>
                    <a:pt x="3" y="466"/>
                    <a:pt x="10" y="473"/>
                  </a:cubicBezTo>
                  <a:cubicBezTo>
                    <a:pt x="13" y="476"/>
                    <a:pt x="15" y="478"/>
                    <a:pt x="18" y="479"/>
                  </a:cubicBezTo>
                  <a:cubicBezTo>
                    <a:pt x="15" y="477"/>
                    <a:pt x="13" y="474"/>
                    <a:pt x="11" y="471"/>
                  </a:cubicBezTo>
                  <a:cubicBezTo>
                    <a:pt x="5" y="464"/>
                    <a:pt x="2" y="455"/>
                    <a:pt x="2" y="445"/>
                  </a:cubicBezTo>
                  <a:cubicBezTo>
                    <a:pt x="27" y="40"/>
                    <a:pt x="27" y="40"/>
                    <a:pt x="27" y="40"/>
                  </a:cubicBezTo>
                  <a:cubicBezTo>
                    <a:pt x="28" y="19"/>
                    <a:pt x="46" y="2"/>
                    <a:pt x="67" y="2"/>
                  </a:cubicBezTo>
                  <a:cubicBezTo>
                    <a:pt x="707" y="2"/>
                    <a:pt x="707" y="2"/>
                    <a:pt x="707" y="2"/>
                  </a:cubicBezTo>
                  <a:cubicBezTo>
                    <a:pt x="716" y="2"/>
                    <a:pt x="724" y="5"/>
                    <a:pt x="731" y="11"/>
                  </a:cubicBezTo>
                  <a:cubicBezTo>
                    <a:pt x="734" y="13"/>
                    <a:pt x="737" y="15"/>
                    <a:pt x="739" y="18"/>
                  </a:cubicBezTo>
                  <a:cubicBezTo>
                    <a:pt x="738" y="16"/>
                    <a:pt x="736" y="14"/>
                    <a:pt x="734" y="12"/>
                  </a:cubicBezTo>
                  <a:cubicBezTo>
                    <a:pt x="727" y="4"/>
                    <a:pt x="718" y="0"/>
                    <a:pt x="707" y="0"/>
                  </a:cubicBezTo>
                </a:path>
              </a:pathLst>
            </a:custGeom>
            <a:solidFill>
              <a:srgbClr val="BDC1C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83" name="Google Shape;683;p23"/>
            <p:cNvSpPr/>
            <p:nvPr/>
          </p:nvSpPr>
          <p:spPr>
            <a:xfrm>
              <a:off x="8148638" y="2503488"/>
              <a:ext cx="600075" cy="9525"/>
            </a:xfrm>
            <a:custGeom>
              <a:rect b="b" l="l" r="r" t="t"/>
              <a:pathLst>
                <a:path extrusionOk="0" h="2" w="141">
                  <a:moveTo>
                    <a:pt x="112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40" y="2"/>
                    <a:pt x="140" y="2"/>
                    <a:pt x="140" y="2"/>
                  </a:cubicBezTo>
                  <a:cubicBezTo>
                    <a:pt x="141" y="1"/>
                    <a:pt x="141" y="1"/>
                    <a:pt x="141" y="1"/>
                  </a:cubicBezTo>
                  <a:cubicBezTo>
                    <a:pt x="113" y="1"/>
                    <a:pt x="113" y="1"/>
                    <a:pt x="113" y="1"/>
                  </a:cubicBezTo>
                  <a:cubicBezTo>
                    <a:pt x="113" y="0"/>
                    <a:pt x="113" y="0"/>
                    <a:pt x="112" y="0"/>
                  </a:cubicBezTo>
                </a:path>
              </a:pathLst>
            </a:custGeom>
            <a:solidFill>
              <a:srgbClr val="3865C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84" name="Google Shape;684;p23"/>
            <p:cNvSpPr/>
            <p:nvPr/>
          </p:nvSpPr>
          <p:spPr>
            <a:xfrm>
              <a:off x="8199438" y="1317626"/>
              <a:ext cx="739775" cy="782638"/>
            </a:xfrm>
            <a:custGeom>
              <a:rect b="b" l="l" r="r" t="t"/>
              <a:pathLst>
                <a:path extrusionOk="0" h="184" w="174">
                  <a:moveTo>
                    <a:pt x="168" y="44"/>
                  </a:moveTo>
                  <a:cubicBezTo>
                    <a:pt x="165" y="49"/>
                    <a:pt x="163" y="54"/>
                    <a:pt x="160" y="60"/>
                  </a:cubicBezTo>
                  <a:cubicBezTo>
                    <a:pt x="158" y="65"/>
                    <a:pt x="155" y="70"/>
                    <a:pt x="152" y="75"/>
                  </a:cubicBezTo>
                  <a:cubicBezTo>
                    <a:pt x="146" y="85"/>
                    <a:pt x="140" y="94"/>
                    <a:pt x="133" y="104"/>
                  </a:cubicBezTo>
                  <a:cubicBezTo>
                    <a:pt x="130" y="109"/>
                    <a:pt x="126" y="114"/>
                    <a:pt x="123" y="118"/>
                  </a:cubicBezTo>
                  <a:cubicBezTo>
                    <a:pt x="119" y="123"/>
                    <a:pt x="116" y="128"/>
                    <a:pt x="112" y="132"/>
                  </a:cubicBezTo>
                  <a:cubicBezTo>
                    <a:pt x="105" y="141"/>
                    <a:pt x="96" y="150"/>
                    <a:pt x="88" y="159"/>
                  </a:cubicBezTo>
                  <a:cubicBezTo>
                    <a:pt x="85" y="161"/>
                    <a:pt x="83" y="163"/>
                    <a:pt x="81" y="165"/>
                  </a:cubicBezTo>
                  <a:cubicBezTo>
                    <a:pt x="78" y="167"/>
                    <a:pt x="76" y="169"/>
                    <a:pt x="73" y="171"/>
                  </a:cubicBezTo>
                  <a:cubicBezTo>
                    <a:pt x="66" y="177"/>
                    <a:pt x="66" y="177"/>
                    <a:pt x="66" y="177"/>
                  </a:cubicBezTo>
                  <a:cubicBezTo>
                    <a:pt x="66" y="177"/>
                    <a:pt x="64" y="178"/>
                    <a:pt x="63" y="178"/>
                  </a:cubicBezTo>
                  <a:cubicBezTo>
                    <a:pt x="62" y="179"/>
                    <a:pt x="61" y="180"/>
                    <a:pt x="60" y="180"/>
                  </a:cubicBezTo>
                  <a:cubicBezTo>
                    <a:pt x="58" y="181"/>
                    <a:pt x="56" y="182"/>
                    <a:pt x="53" y="183"/>
                  </a:cubicBezTo>
                  <a:cubicBezTo>
                    <a:pt x="49" y="184"/>
                    <a:pt x="44" y="184"/>
                    <a:pt x="39" y="183"/>
                  </a:cubicBezTo>
                  <a:cubicBezTo>
                    <a:pt x="34" y="182"/>
                    <a:pt x="30" y="180"/>
                    <a:pt x="26" y="177"/>
                  </a:cubicBezTo>
                  <a:cubicBezTo>
                    <a:pt x="24" y="175"/>
                    <a:pt x="22" y="174"/>
                    <a:pt x="21" y="172"/>
                  </a:cubicBezTo>
                  <a:cubicBezTo>
                    <a:pt x="20" y="170"/>
                    <a:pt x="20" y="170"/>
                    <a:pt x="20" y="170"/>
                  </a:cubicBezTo>
                  <a:cubicBezTo>
                    <a:pt x="19" y="170"/>
                    <a:pt x="19" y="170"/>
                    <a:pt x="19" y="170"/>
                  </a:cubicBezTo>
                  <a:cubicBezTo>
                    <a:pt x="19" y="169"/>
                    <a:pt x="19" y="169"/>
                    <a:pt x="19" y="169"/>
                  </a:cubicBezTo>
                  <a:cubicBezTo>
                    <a:pt x="18" y="168"/>
                    <a:pt x="18" y="168"/>
                    <a:pt x="18" y="168"/>
                  </a:cubicBezTo>
                  <a:cubicBezTo>
                    <a:pt x="15" y="163"/>
                    <a:pt x="15" y="163"/>
                    <a:pt x="15" y="163"/>
                  </a:cubicBezTo>
                  <a:cubicBezTo>
                    <a:pt x="15" y="161"/>
                    <a:pt x="14" y="159"/>
                    <a:pt x="13" y="158"/>
                  </a:cubicBezTo>
                  <a:cubicBezTo>
                    <a:pt x="10" y="151"/>
                    <a:pt x="9" y="145"/>
                    <a:pt x="7" y="139"/>
                  </a:cubicBezTo>
                  <a:cubicBezTo>
                    <a:pt x="4" y="127"/>
                    <a:pt x="2" y="116"/>
                    <a:pt x="1" y="104"/>
                  </a:cubicBezTo>
                  <a:cubicBezTo>
                    <a:pt x="0" y="92"/>
                    <a:pt x="0" y="81"/>
                    <a:pt x="0" y="69"/>
                  </a:cubicBezTo>
                  <a:cubicBezTo>
                    <a:pt x="0" y="62"/>
                    <a:pt x="6" y="56"/>
                    <a:pt x="14" y="56"/>
                  </a:cubicBezTo>
                  <a:cubicBezTo>
                    <a:pt x="20" y="56"/>
                    <a:pt x="25" y="60"/>
                    <a:pt x="27" y="66"/>
                  </a:cubicBezTo>
                  <a:cubicBezTo>
                    <a:pt x="27" y="66"/>
                    <a:pt x="27" y="66"/>
                    <a:pt x="27" y="66"/>
                  </a:cubicBezTo>
                  <a:cubicBezTo>
                    <a:pt x="33" y="87"/>
                    <a:pt x="39" y="108"/>
                    <a:pt x="47" y="126"/>
                  </a:cubicBezTo>
                  <a:cubicBezTo>
                    <a:pt x="49" y="131"/>
                    <a:pt x="51" y="135"/>
                    <a:pt x="53" y="138"/>
                  </a:cubicBezTo>
                  <a:cubicBezTo>
                    <a:pt x="53" y="139"/>
                    <a:pt x="54" y="140"/>
                    <a:pt x="54" y="141"/>
                  </a:cubicBezTo>
                  <a:cubicBezTo>
                    <a:pt x="55" y="141"/>
                    <a:pt x="55" y="142"/>
                    <a:pt x="56" y="143"/>
                  </a:cubicBezTo>
                  <a:cubicBezTo>
                    <a:pt x="56" y="143"/>
                    <a:pt x="56" y="143"/>
                    <a:pt x="56" y="143"/>
                  </a:cubicBezTo>
                  <a:cubicBezTo>
                    <a:pt x="56" y="143"/>
                    <a:pt x="56" y="143"/>
                    <a:pt x="56" y="143"/>
                  </a:cubicBezTo>
                  <a:cubicBezTo>
                    <a:pt x="56" y="143"/>
                    <a:pt x="56" y="143"/>
                    <a:pt x="56" y="143"/>
                  </a:cubicBezTo>
                  <a:cubicBezTo>
                    <a:pt x="56" y="142"/>
                    <a:pt x="56" y="142"/>
                    <a:pt x="56" y="142"/>
                  </a:cubicBezTo>
                  <a:cubicBezTo>
                    <a:pt x="55" y="142"/>
                    <a:pt x="54" y="141"/>
                    <a:pt x="53" y="140"/>
                  </a:cubicBezTo>
                  <a:cubicBezTo>
                    <a:pt x="52" y="139"/>
                    <a:pt x="50" y="138"/>
                    <a:pt x="48" y="137"/>
                  </a:cubicBezTo>
                  <a:cubicBezTo>
                    <a:pt x="46" y="137"/>
                    <a:pt x="44" y="137"/>
                    <a:pt x="42" y="137"/>
                  </a:cubicBezTo>
                  <a:cubicBezTo>
                    <a:pt x="41" y="138"/>
                    <a:pt x="40" y="138"/>
                    <a:pt x="39" y="138"/>
                  </a:cubicBezTo>
                  <a:cubicBezTo>
                    <a:pt x="38" y="139"/>
                    <a:pt x="38" y="139"/>
                    <a:pt x="38" y="139"/>
                  </a:cubicBezTo>
                  <a:cubicBezTo>
                    <a:pt x="37" y="139"/>
                    <a:pt x="36" y="140"/>
                    <a:pt x="37" y="139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4" y="133"/>
                    <a:pt x="45" y="131"/>
                    <a:pt x="47" y="129"/>
                  </a:cubicBezTo>
                  <a:cubicBezTo>
                    <a:pt x="48" y="128"/>
                    <a:pt x="50" y="126"/>
                    <a:pt x="52" y="124"/>
                  </a:cubicBezTo>
                  <a:cubicBezTo>
                    <a:pt x="65" y="109"/>
                    <a:pt x="76" y="92"/>
                    <a:pt x="87" y="74"/>
                  </a:cubicBezTo>
                  <a:cubicBezTo>
                    <a:pt x="93" y="65"/>
                    <a:pt x="98" y="56"/>
                    <a:pt x="104" y="47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19" y="20"/>
                    <a:pt x="119" y="20"/>
                    <a:pt x="119" y="20"/>
                  </a:cubicBezTo>
                  <a:cubicBezTo>
                    <a:pt x="119" y="19"/>
                    <a:pt x="119" y="19"/>
                    <a:pt x="119" y="19"/>
                  </a:cubicBezTo>
                  <a:cubicBezTo>
                    <a:pt x="126" y="5"/>
                    <a:pt x="143" y="0"/>
                    <a:pt x="156" y="8"/>
                  </a:cubicBezTo>
                  <a:cubicBezTo>
                    <a:pt x="169" y="15"/>
                    <a:pt x="174" y="30"/>
                    <a:pt x="168" y="44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85" name="Google Shape;685;p23"/>
            <p:cNvSpPr/>
            <p:nvPr/>
          </p:nvSpPr>
          <p:spPr>
            <a:xfrm>
              <a:off x="8131175" y="1465263"/>
              <a:ext cx="182563" cy="153988"/>
            </a:xfrm>
            <a:custGeom>
              <a:rect b="b" l="l" r="r" t="t"/>
              <a:pathLst>
                <a:path extrusionOk="0" h="36" w="43">
                  <a:moveTo>
                    <a:pt x="19" y="33"/>
                  </a:moveTo>
                  <a:cubicBezTo>
                    <a:pt x="0" y="22"/>
                    <a:pt x="0" y="22"/>
                    <a:pt x="0" y="22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1" y="0"/>
                    <a:pt x="30" y="6"/>
                    <a:pt x="38" y="15"/>
                  </a:cubicBezTo>
                  <a:cubicBezTo>
                    <a:pt x="43" y="21"/>
                    <a:pt x="42" y="30"/>
                    <a:pt x="35" y="33"/>
                  </a:cubicBezTo>
                  <a:cubicBezTo>
                    <a:pt x="30" y="36"/>
                    <a:pt x="24" y="35"/>
                    <a:pt x="19" y="33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86" name="Google Shape;686;p23"/>
            <p:cNvSpPr/>
            <p:nvPr/>
          </p:nvSpPr>
          <p:spPr>
            <a:xfrm>
              <a:off x="8097838" y="1419226"/>
              <a:ext cx="122238" cy="139700"/>
            </a:xfrm>
            <a:custGeom>
              <a:rect b="b" l="l" r="r" t="t"/>
              <a:pathLst>
                <a:path extrusionOk="0" h="33" w="29">
                  <a:moveTo>
                    <a:pt x="4" y="10"/>
                  </a:moveTo>
                  <a:cubicBezTo>
                    <a:pt x="14" y="2"/>
                    <a:pt x="14" y="2"/>
                    <a:pt x="14" y="2"/>
                  </a:cubicBezTo>
                  <a:cubicBezTo>
                    <a:pt x="17" y="0"/>
                    <a:pt x="21" y="1"/>
                    <a:pt x="23" y="3"/>
                  </a:cubicBezTo>
                  <a:cubicBezTo>
                    <a:pt x="29" y="11"/>
                    <a:pt x="29" y="11"/>
                    <a:pt x="29" y="11"/>
                  </a:cubicBezTo>
                  <a:cubicBezTo>
                    <a:pt x="8" y="33"/>
                    <a:pt x="8" y="33"/>
                    <a:pt x="8" y="33"/>
                  </a:cubicBezTo>
                  <a:cubicBezTo>
                    <a:pt x="1" y="18"/>
                    <a:pt x="1" y="18"/>
                    <a:pt x="1" y="18"/>
                  </a:cubicBezTo>
                  <a:cubicBezTo>
                    <a:pt x="0" y="15"/>
                    <a:pt x="1" y="11"/>
                    <a:pt x="4" y="10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87" name="Google Shape;687;p23"/>
            <p:cNvSpPr/>
            <p:nvPr/>
          </p:nvSpPr>
          <p:spPr>
            <a:xfrm>
              <a:off x="8632825" y="1317626"/>
              <a:ext cx="838200" cy="1147763"/>
            </a:xfrm>
            <a:custGeom>
              <a:rect b="b" l="l" r="r" t="t"/>
              <a:pathLst>
                <a:path extrusionOk="0" h="270" w="197">
                  <a:moveTo>
                    <a:pt x="24" y="26"/>
                  </a:moveTo>
                  <a:cubicBezTo>
                    <a:pt x="27" y="15"/>
                    <a:pt x="36" y="7"/>
                    <a:pt x="47" y="5"/>
                  </a:cubicBezTo>
                  <a:cubicBezTo>
                    <a:pt x="56" y="4"/>
                    <a:pt x="60" y="2"/>
                    <a:pt x="71" y="2"/>
                  </a:cubicBezTo>
                  <a:cubicBezTo>
                    <a:pt x="90" y="0"/>
                    <a:pt x="121" y="1"/>
                    <a:pt x="142" y="3"/>
                  </a:cubicBezTo>
                  <a:cubicBezTo>
                    <a:pt x="155" y="4"/>
                    <a:pt x="168" y="5"/>
                    <a:pt x="178" y="7"/>
                  </a:cubicBezTo>
                  <a:cubicBezTo>
                    <a:pt x="178" y="7"/>
                    <a:pt x="178" y="7"/>
                    <a:pt x="178" y="7"/>
                  </a:cubicBezTo>
                  <a:cubicBezTo>
                    <a:pt x="189" y="9"/>
                    <a:pt x="197" y="20"/>
                    <a:pt x="195" y="31"/>
                  </a:cubicBezTo>
                  <a:cubicBezTo>
                    <a:pt x="190" y="60"/>
                    <a:pt x="176" y="110"/>
                    <a:pt x="174" y="157"/>
                  </a:cubicBezTo>
                  <a:cubicBezTo>
                    <a:pt x="172" y="220"/>
                    <a:pt x="173" y="255"/>
                    <a:pt x="172" y="270"/>
                  </a:cubicBezTo>
                  <a:cubicBezTo>
                    <a:pt x="11" y="267"/>
                    <a:pt x="11" y="267"/>
                    <a:pt x="11" y="267"/>
                  </a:cubicBezTo>
                  <a:cubicBezTo>
                    <a:pt x="0" y="115"/>
                    <a:pt x="14" y="60"/>
                    <a:pt x="24" y="2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88" name="Google Shape;688;p23"/>
            <p:cNvSpPr/>
            <p:nvPr/>
          </p:nvSpPr>
          <p:spPr>
            <a:xfrm>
              <a:off x="8578850" y="1317626"/>
              <a:ext cx="914400" cy="1190625"/>
            </a:xfrm>
            <a:custGeom>
              <a:rect b="b" l="l" r="r" t="t"/>
              <a:pathLst>
                <a:path extrusionOk="0" h="280" w="215">
                  <a:moveTo>
                    <a:pt x="195" y="5"/>
                  </a:moveTo>
                  <a:cubicBezTo>
                    <a:pt x="195" y="5"/>
                    <a:pt x="195" y="5"/>
                    <a:pt x="195" y="5"/>
                  </a:cubicBezTo>
                  <a:cubicBezTo>
                    <a:pt x="184" y="3"/>
                    <a:pt x="171" y="1"/>
                    <a:pt x="158" y="0"/>
                  </a:cubicBezTo>
                  <a:cubicBezTo>
                    <a:pt x="156" y="0"/>
                    <a:pt x="153" y="0"/>
                    <a:pt x="151" y="0"/>
                  </a:cubicBezTo>
                  <a:cubicBezTo>
                    <a:pt x="144" y="29"/>
                    <a:pt x="102" y="77"/>
                    <a:pt x="89" y="151"/>
                  </a:cubicBezTo>
                  <a:cubicBezTo>
                    <a:pt x="84" y="90"/>
                    <a:pt x="81" y="25"/>
                    <a:pt x="88" y="0"/>
                  </a:cubicBezTo>
                  <a:cubicBezTo>
                    <a:pt x="83" y="0"/>
                    <a:pt x="63" y="1"/>
                    <a:pt x="54" y="3"/>
                  </a:cubicBezTo>
                  <a:cubicBezTo>
                    <a:pt x="43" y="5"/>
                    <a:pt x="33" y="14"/>
                    <a:pt x="29" y="26"/>
                  </a:cubicBezTo>
                  <a:cubicBezTo>
                    <a:pt x="19" y="55"/>
                    <a:pt x="0" y="120"/>
                    <a:pt x="12" y="280"/>
                  </a:cubicBezTo>
                  <a:cubicBezTo>
                    <a:pt x="190" y="280"/>
                    <a:pt x="190" y="280"/>
                    <a:pt x="190" y="280"/>
                  </a:cubicBezTo>
                  <a:cubicBezTo>
                    <a:pt x="191" y="264"/>
                    <a:pt x="187" y="230"/>
                    <a:pt x="193" y="178"/>
                  </a:cubicBezTo>
                  <a:cubicBezTo>
                    <a:pt x="199" y="128"/>
                    <a:pt x="208" y="60"/>
                    <a:pt x="213" y="30"/>
                  </a:cubicBezTo>
                  <a:cubicBezTo>
                    <a:pt x="215" y="18"/>
                    <a:pt x="207" y="7"/>
                    <a:pt x="195" y="5"/>
                  </a:cubicBezTo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89" name="Google Shape;689;p23"/>
            <p:cNvSpPr/>
            <p:nvPr/>
          </p:nvSpPr>
          <p:spPr>
            <a:xfrm>
              <a:off x="8923338" y="1993901"/>
              <a:ext cx="38100" cy="476250"/>
            </a:xfrm>
            <a:custGeom>
              <a:rect b="b" l="l" r="r" t="t"/>
              <a:pathLst>
                <a:path extrusionOk="0" h="112" w="9">
                  <a:moveTo>
                    <a:pt x="8" y="0"/>
                  </a:moveTo>
                  <a:cubicBezTo>
                    <a:pt x="7" y="0"/>
                    <a:pt x="7" y="1"/>
                    <a:pt x="7" y="1"/>
                  </a:cubicBezTo>
                  <a:cubicBezTo>
                    <a:pt x="7" y="2"/>
                    <a:pt x="0" y="66"/>
                    <a:pt x="3" y="111"/>
                  </a:cubicBezTo>
                  <a:cubicBezTo>
                    <a:pt x="3" y="112"/>
                    <a:pt x="4" y="112"/>
                    <a:pt x="4" y="112"/>
                  </a:cubicBezTo>
                  <a:cubicBezTo>
                    <a:pt x="4" y="112"/>
                    <a:pt x="4" y="112"/>
                    <a:pt x="4" y="112"/>
                  </a:cubicBezTo>
                  <a:cubicBezTo>
                    <a:pt x="5" y="112"/>
                    <a:pt x="6" y="112"/>
                    <a:pt x="5" y="111"/>
                  </a:cubicBezTo>
                  <a:cubicBezTo>
                    <a:pt x="2" y="66"/>
                    <a:pt x="9" y="2"/>
                    <a:pt x="9" y="1"/>
                  </a:cubicBezTo>
                  <a:cubicBezTo>
                    <a:pt x="9" y="1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</a:path>
              </a:pathLst>
            </a:custGeom>
            <a:solidFill>
              <a:srgbClr val="515B6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90" name="Google Shape;690;p23"/>
            <p:cNvSpPr/>
            <p:nvPr/>
          </p:nvSpPr>
          <p:spPr>
            <a:xfrm>
              <a:off x="9399588" y="1831976"/>
              <a:ext cx="30163" cy="238125"/>
            </a:xfrm>
            <a:custGeom>
              <a:rect b="b" l="l" r="r" t="t"/>
              <a:pathLst>
                <a:path extrusionOk="0" h="56" w="7">
                  <a:moveTo>
                    <a:pt x="7" y="0"/>
                  </a:moveTo>
                  <a:cubicBezTo>
                    <a:pt x="7" y="0"/>
                    <a:pt x="7" y="0"/>
                    <a:pt x="7" y="0"/>
                  </a:cubicBezTo>
                  <a:cubicBezTo>
                    <a:pt x="5" y="19"/>
                    <a:pt x="2" y="39"/>
                    <a:pt x="0" y="56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2" y="39"/>
                    <a:pt x="5" y="20"/>
                    <a:pt x="7" y="0"/>
                  </a:cubicBezTo>
                </a:path>
              </a:pathLst>
            </a:custGeom>
            <a:solidFill>
              <a:srgbClr val="3A5F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91" name="Google Shape;691;p23"/>
            <p:cNvSpPr/>
            <p:nvPr/>
          </p:nvSpPr>
          <p:spPr>
            <a:xfrm>
              <a:off x="9429750" y="1512888"/>
              <a:ext cx="46038" cy="319088"/>
            </a:xfrm>
            <a:custGeom>
              <a:rect b="b" l="l" r="r" t="t"/>
              <a:pathLst>
                <a:path extrusionOk="0" h="75" w="11">
                  <a:moveTo>
                    <a:pt x="11" y="0"/>
                  </a:moveTo>
                  <a:cubicBezTo>
                    <a:pt x="8" y="20"/>
                    <a:pt x="4" y="47"/>
                    <a:pt x="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4" y="47"/>
                    <a:pt x="8" y="20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</a:path>
              </a:pathLst>
            </a:custGeom>
            <a:solidFill>
              <a:srgbClr val="4767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92" name="Google Shape;692;p23"/>
            <p:cNvSpPr/>
            <p:nvPr/>
          </p:nvSpPr>
          <p:spPr>
            <a:xfrm>
              <a:off x="9356725" y="1503363"/>
              <a:ext cx="119063" cy="566738"/>
            </a:xfrm>
            <a:custGeom>
              <a:rect b="b" l="l" r="r" t="t"/>
              <a:pathLst>
                <a:path extrusionOk="0" h="133" w="28">
                  <a:moveTo>
                    <a:pt x="22" y="0"/>
                  </a:moveTo>
                  <a:cubicBezTo>
                    <a:pt x="16" y="0"/>
                    <a:pt x="10" y="6"/>
                    <a:pt x="6" y="24"/>
                  </a:cubicBezTo>
                  <a:cubicBezTo>
                    <a:pt x="0" y="54"/>
                    <a:pt x="3" y="95"/>
                    <a:pt x="10" y="133"/>
                  </a:cubicBezTo>
                  <a:cubicBezTo>
                    <a:pt x="12" y="116"/>
                    <a:pt x="15" y="96"/>
                    <a:pt x="17" y="77"/>
                  </a:cubicBezTo>
                  <a:cubicBezTo>
                    <a:pt x="21" y="49"/>
                    <a:pt x="25" y="22"/>
                    <a:pt x="28" y="2"/>
                  </a:cubicBezTo>
                  <a:cubicBezTo>
                    <a:pt x="26" y="0"/>
                    <a:pt x="24" y="0"/>
                    <a:pt x="22" y="0"/>
                  </a:cubicBezTo>
                </a:path>
              </a:pathLst>
            </a:custGeom>
            <a:solidFill>
              <a:srgbClr val="1B2327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93" name="Google Shape;693;p23"/>
            <p:cNvSpPr/>
            <p:nvPr/>
          </p:nvSpPr>
          <p:spPr>
            <a:xfrm>
              <a:off x="8918575" y="989013"/>
              <a:ext cx="331788" cy="430213"/>
            </a:xfrm>
            <a:custGeom>
              <a:rect b="b" l="l" r="r" t="t"/>
              <a:pathLst>
                <a:path extrusionOk="0" h="101" w="78">
                  <a:moveTo>
                    <a:pt x="7" y="78"/>
                  </a:moveTo>
                  <a:cubicBezTo>
                    <a:pt x="28" y="74"/>
                    <a:pt x="32" y="61"/>
                    <a:pt x="30" y="47"/>
                  </a:cubicBezTo>
                  <a:cubicBezTo>
                    <a:pt x="30" y="43"/>
                    <a:pt x="29" y="40"/>
                    <a:pt x="28" y="36"/>
                  </a:cubicBezTo>
                  <a:cubicBezTo>
                    <a:pt x="54" y="15"/>
                    <a:pt x="54" y="15"/>
                    <a:pt x="54" y="15"/>
                  </a:cubicBezTo>
                  <a:cubicBezTo>
                    <a:pt x="73" y="0"/>
                    <a:pt x="73" y="0"/>
                    <a:pt x="73" y="0"/>
                  </a:cubicBezTo>
                  <a:cubicBezTo>
                    <a:pt x="68" y="23"/>
                    <a:pt x="63" y="64"/>
                    <a:pt x="78" y="80"/>
                  </a:cubicBezTo>
                  <a:cubicBezTo>
                    <a:pt x="78" y="80"/>
                    <a:pt x="65" y="101"/>
                    <a:pt x="30" y="98"/>
                  </a:cubicBezTo>
                  <a:cubicBezTo>
                    <a:pt x="0" y="96"/>
                    <a:pt x="7" y="78"/>
                    <a:pt x="7" y="78"/>
                  </a:cubicBezTo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94" name="Google Shape;694;p23"/>
            <p:cNvSpPr/>
            <p:nvPr/>
          </p:nvSpPr>
          <p:spPr>
            <a:xfrm>
              <a:off x="9058275" y="1384301"/>
              <a:ext cx="77788" cy="55563"/>
            </a:xfrm>
            <a:custGeom>
              <a:rect b="b" l="l" r="r" t="t"/>
              <a:pathLst>
                <a:path extrusionOk="0" h="35" w="49">
                  <a:moveTo>
                    <a:pt x="16" y="0"/>
                  </a:moveTo>
                  <a:lnTo>
                    <a:pt x="0" y="17"/>
                  </a:lnTo>
                  <a:lnTo>
                    <a:pt x="49" y="35"/>
                  </a:lnTo>
                  <a:lnTo>
                    <a:pt x="43" y="17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95" name="Google Shape;695;p23"/>
            <p:cNvSpPr/>
            <p:nvPr/>
          </p:nvSpPr>
          <p:spPr>
            <a:xfrm>
              <a:off x="9083675" y="1300163"/>
              <a:ext cx="212725" cy="177800"/>
            </a:xfrm>
            <a:custGeom>
              <a:rect b="b" l="l" r="r" t="t"/>
              <a:pathLst>
                <a:path extrusionOk="0" h="42" w="50">
                  <a:moveTo>
                    <a:pt x="14" y="42"/>
                  </a:moveTo>
                  <a:cubicBezTo>
                    <a:pt x="14" y="42"/>
                    <a:pt x="7" y="24"/>
                    <a:pt x="0" y="20"/>
                  </a:cubicBezTo>
                  <a:cubicBezTo>
                    <a:pt x="24" y="14"/>
                    <a:pt x="35" y="0"/>
                    <a:pt x="35" y="0"/>
                  </a:cubicBezTo>
                  <a:cubicBezTo>
                    <a:pt x="46" y="5"/>
                    <a:pt x="46" y="5"/>
                    <a:pt x="46" y="5"/>
                  </a:cubicBezTo>
                  <a:cubicBezTo>
                    <a:pt x="46" y="5"/>
                    <a:pt x="50" y="26"/>
                    <a:pt x="14" y="42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96" name="Google Shape;696;p23"/>
            <p:cNvSpPr/>
            <p:nvPr/>
          </p:nvSpPr>
          <p:spPr>
            <a:xfrm>
              <a:off x="8977313" y="1381126"/>
              <a:ext cx="80963" cy="33338"/>
            </a:xfrm>
            <a:custGeom>
              <a:rect b="b" l="l" r="r" t="t"/>
              <a:pathLst>
                <a:path extrusionOk="0" h="21" w="51">
                  <a:moveTo>
                    <a:pt x="41" y="0"/>
                  </a:moveTo>
                  <a:lnTo>
                    <a:pt x="51" y="19"/>
                  </a:lnTo>
                  <a:lnTo>
                    <a:pt x="0" y="21"/>
                  </a:lnTo>
                  <a:lnTo>
                    <a:pt x="11" y="5"/>
                  </a:lnTo>
                  <a:lnTo>
                    <a:pt x="4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97" name="Google Shape;697;p23"/>
            <p:cNvSpPr/>
            <p:nvPr/>
          </p:nvSpPr>
          <p:spPr>
            <a:xfrm>
              <a:off x="8870950" y="1304926"/>
              <a:ext cx="171450" cy="152400"/>
            </a:xfrm>
            <a:custGeom>
              <a:rect b="b" l="l" r="r" t="t"/>
              <a:pathLst>
                <a:path extrusionOk="0" h="36" w="40">
                  <a:moveTo>
                    <a:pt x="15" y="36"/>
                  </a:moveTo>
                  <a:cubicBezTo>
                    <a:pt x="15" y="36"/>
                    <a:pt x="25" y="25"/>
                    <a:pt x="40" y="18"/>
                  </a:cubicBezTo>
                  <a:cubicBezTo>
                    <a:pt x="29" y="15"/>
                    <a:pt x="29" y="0"/>
                    <a:pt x="29" y="0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8" y="2"/>
                    <a:pt x="0" y="20"/>
                    <a:pt x="15" y="36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98" name="Google Shape;698;p23"/>
            <p:cNvSpPr/>
            <p:nvPr/>
          </p:nvSpPr>
          <p:spPr>
            <a:xfrm>
              <a:off x="9093200" y="1052513"/>
              <a:ext cx="55563" cy="47625"/>
            </a:xfrm>
            <a:custGeom>
              <a:rect b="b" l="l" r="r" t="t"/>
              <a:pathLst>
                <a:path extrusionOk="0" h="30" w="35">
                  <a:moveTo>
                    <a:pt x="35" y="0"/>
                  </a:moveTo>
                  <a:lnTo>
                    <a:pt x="0" y="30"/>
                  </a:lnTo>
                  <a:lnTo>
                    <a:pt x="0" y="30"/>
                  </a:lnTo>
                  <a:lnTo>
                    <a:pt x="35" y="0"/>
                  </a:lnTo>
                  <a:lnTo>
                    <a:pt x="35" y="0"/>
                  </a:lnTo>
                  <a:close/>
                </a:path>
              </a:pathLst>
            </a:custGeom>
            <a:solidFill>
              <a:srgbClr val="426D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99" name="Google Shape;699;p23"/>
            <p:cNvSpPr/>
            <p:nvPr/>
          </p:nvSpPr>
          <p:spPr>
            <a:xfrm>
              <a:off x="9093200" y="1052513"/>
              <a:ext cx="55563" cy="47625"/>
            </a:xfrm>
            <a:custGeom>
              <a:rect b="b" l="l" r="r" t="t"/>
              <a:pathLst>
                <a:path extrusionOk="0" h="30" w="35">
                  <a:moveTo>
                    <a:pt x="35" y="0"/>
                  </a:moveTo>
                  <a:lnTo>
                    <a:pt x="0" y="30"/>
                  </a:lnTo>
                  <a:lnTo>
                    <a:pt x="0" y="30"/>
                  </a:lnTo>
                  <a:lnTo>
                    <a:pt x="35" y="0"/>
                  </a:lnTo>
                  <a:lnTo>
                    <a:pt x="35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700" name="Google Shape;700;p23"/>
            <p:cNvSpPr/>
            <p:nvPr/>
          </p:nvSpPr>
          <p:spPr>
            <a:xfrm>
              <a:off x="9037638" y="1100138"/>
              <a:ext cx="55563" cy="42863"/>
            </a:xfrm>
            <a:custGeom>
              <a:rect b="b" l="l" r="r" t="t"/>
              <a:pathLst>
                <a:path extrusionOk="0" h="10" w="13">
                  <a:moveTo>
                    <a:pt x="13" y="0"/>
                  </a:moveTo>
                  <a:cubicBezTo>
                    <a:pt x="13" y="0"/>
                    <a:pt x="13" y="0"/>
                    <a:pt x="13" y="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13" y="0"/>
                    <a:pt x="13" y="0"/>
                    <a:pt x="13" y="0"/>
                  </a:cubicBezTo>
                </a:path>
              </a:pathLst>
            </a:custGeom>
            <a:solidFill>
              <a:srgbClr val="517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701" name="Google Shape;701;p23"/>
            <p:cNvSpPr/>
            <p:nvPr/>
          </p:nvSpPr>
          <p:spPr>
            <a:xfrm>
              <a:off x="9037638" y="1052513"/>
              <a:ext cx="114300" cy="136525"/>
            </a:xfrm>
            <a:custGeom>
              <a:rect b="b" l="l" r="r" t="t"/>
              <a:pathLst>
                <a:path extrusionOk="0" h="32" w="27">
                  <a:moveTo>
                    <a:pt x="26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1" y="25"/>
                    <a:pt x="2" y="28"/>
                    <a:pt x="2" y="32"/>
                  </a:cubicBezTo>
                  <a:cubicBezTo>
                    <a:pt x="12" y="30"/>
                    <a:pt x="25" y="20"/>
                    <a:pt x="26" y="10"/>
                  </a:cubicBezTo>
                  <a:cubicBezTo>
                    <a:pt x="27" y="6"/>
                    <a:pt x="27" y="3"/>
                    <a:pt x="26" y="0"/>
                  </a:cubicBezTo>
                </a:path>
              </a:pathLst>
            </a:custGeom>
            <a:solidFill>
              <a:srgbClr val="CC9C97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702" name="Google Shape;702;p23"/>
            <p:cNvSpPr/>
            <p:nvPr/>
          </p:nvSpPr>
          <p:spPr>
            <a:xfrm>
              <a:off x="8867775" y="611188"/>
              <a:ext cx="169863" cy="314325"/>
            </a:xfrm>
            <a:custGeom>
              <a:rect b="b" l="l" r="r" t="t"/>
              <a:pathLst>
                <a:path extrusionOk="0" h="74" w="40">
                  <a:moveTo>
                    <a:pt x="9" y="21"/>
                  </a:moveTo>
                  <a:cubicBezTo>
                    <a:pt x="0" y="32"/>
                    <a:pt x="1" y="73"/>
                    <a:pt x="20" y="74"/>
                  </a:cubicBezTo>
                  <a:cubicBezTo>
                    <a:pt x="40" y="74"/>
                    <a:pt x="26" y="0"/>
                    <a:pt x="9" y="2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703" name="Google Shape;703;p23"/>
            <p:cNvSpPr/>
            <p:nvPr/>
          </p:nvSpPr>
          <p:spPr>
            <a:xfrm>
              <a:off x="8867775" y="593726"/>
              <a:ext cx="407988" cy="617538"/>
            </a:xfrm>
            <a:custGeom>
              <a:rect b="b" l="l" r="r" t="t"/>
              <a:pathLst>
                <a:path extrusionOk="0" h="145" w="96">
                  <a:moveTo>
                    <a:pt x="94" y="55"/>
                  </a:moveTo>
                  <a:cubicBezTo>
                    <a:pt x="92" y="86"/>
                    <a:pt x="92" y="104"/>
                    <a:pt x="76" y="120"/>
                  </a:cubicBezTo>
                  <a:cubicBezTo>
                    <a:pt x="53" y="145"/>
                    <a:pt x="14" y="131"/>
                    <a:pt x="7" y="100"/>
                  </a:cubicBezTo>
                  <a:cubicBezTo>
                    <a:pt x="0" y="72"/>
                    <a:pt x="5" y="25"/>
                    <a:pt x="35" y="13"/>
                  </a:cubicBezTo>
                  <a:cubicBezTo>
                    <a:pt x="65" y="0"/>
                    <a:pt x="96" y="23"/>
                    <a:pt x="94" y="55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704" name="Google Shape;704;p23"/>
            <p:cNvSpPr/>
            <p:nvPr/>
          </p:nvSpPr>
          <p:spPr>
            <a:xfrm>
              <a:off x="9118600" y="682626"/>
              <a:ext cx="369888" cy="361950"/>
            </a:xfrm>
            <a:custGeom>
              <a:rect b="b" l="l" r="r" t="t"/>
              <a:pathLst>
                <a:path extrusionOk="0" h="85" w="87">
                  <a:moveTo>
                    <a:pt x="19" y="8"/>
                  </a:moveTo>
                  <a:cubicBezTo>
                    <a:pt x="0" y="27"/>
                    <a:pt x="25" y="41"/>
                    <a:pt x="15" y="52"/>
                  </a:cubicBezTo>
                  <a:cubicBezTo>
                    <a:pt x="34" y="61"/>
                    <a:pt x="27" y="69"/>
                    <a:pt x="27" y="69"/>
                  </a:cubicBezTo>
                  <a:cubicBezTo>
                    <a:pt x="27" y="69"/>
                    <a:pt x="24" y="76"/>
                    <a:pt x="27" y="85"/>
                  </a:cubicBezTo>
                  <a:cubicBezTo>
                    <a:pt x="48" y="80"/>
                    <a:pt x="87" y="10"/>
                    <a:pt x="44" y="0"/>
                  </a:cubicBezTo>
                  <a:cubicBezTo>
                    <a:pt x="19" y="11"/>
                    <a:pt x="19" y="8"/>
                    <a:pt x="19" y="8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705" name="Google Shape;705;p23"/>
            <p:cNvSpPr/>
            <p:nvPr/>
          </p:nvSpPr>
          <p:spPr>
            <a:xfrm>
              <a:off x="8855075" y="538163"/>
              <a:ext cx="496888" cy="247650"/>
            </a:xfrm>
            <a:custGeom>
              <a:rect b="b" l="l" r="r" t="t"/>
              <a:pathLst>
                <a:path extrusionOk="0" h="58" w="117">
                  <a:moveTo>
                    <a:pt x="89" y="56"/>
                  </a:moveTo>
                  <a:cubicBezTo>
                    <a:pt x="71" y="58"/>
                    <a:pt x="47" y="50"/>
                    <a:pt x="33" y="42"/>
                  </a:cubicBezTo>
                  <a:cubicBezTo>
                    <a:pt x="18" y="35"/>
                    <a:pt x="16" y="49"/>
                    <a:pt x="21" y="53"/>
                  </a:cubicBezTo>
                  <a:cubicBezTo>
                    <a:pt x="12" y="53"/>
                    <a:pt x="0" y="46"/>
                    <a:pt x="3" y="30"/>
                  </a:cubicBezTo>
                  <a:cubicBezTo>
                    <a:pt x="6" y="15"/>
                    <a:pt x="26" y="0"/>
                    <a:pt x="54" y="13"/>
                  </a:cubicBezTo>
                  <a:cubicBezTo>
                    <a:pt x="73" y="22"/>
                    <a:pt x="98" y="10"/>
                    <a:pt x="107" y="21"/>
                  </a:cubicBezTo>
                  <a:cubicBezTo>
                    <a:pt x="117" y="31"/>
                    <a:pt x="102" y="54"/>
                    <a:pt x="89" y="56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706" name="Google Shape;706;p23"/>
            <p:cNvSpPr/>
            <p:nvPr/>
          </p:nvSpPr>
          <p:spPr>
            <a:xfrm>
              <a:off x="9288463" y="588963"/>
              <a:ext cx="98425" cy="128588"/>
            </a:xfrm>
            <a:custGeom>
              <a:rect b="b" l="l" r="r" t="t"/>
              <a:pathLst>
                <a:path extrusionOk="0" h="30" w="23">
                  <a:moveTo>
                    <a:pt x="0" y="23"/>
                  </a:moveTo>
                  <a:cubicBezTo>
                    <a:pt x="12" y="22"/>
                    <a:pt x="13" y="14"/>
                    <a:pt x="9" y="0"/>
                  </a:cubicBezTo>
                  <a:cubicBezTo>
                    <a:pt x="23" y="19"/>
                    <a:pt x="18" y="25"/>
                    <a:pt x="9" y="30"/>
                  </a:cubicBezTo>
                  <a:cubicBezTo>
                    <a:pt x="1" y="27"/>
                    <a:pt x="0" y="23"/>
                    <a:pt x="0" y="23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707" name="Google Shape;707;p23"/>
            <p:cNvSpPr/>
            <p:nvPr/>
          </p:nvSpPr>
          <p:spPr>
            <a:xfrm>
              <a:off x="9194800" y="857251"/>
              <a:ext cx="119063" cy="144463"/>
            </a:xfrm>
            <a:custGeom>
              <a:rect b="b" l="l" r="r" t="t"/>
              <a:pathLst>
                <a:path extrusionOk="0" h="34" w="28">
                  <a:moveTo>
                    <a:pt x="25" y="17"/>
                  </a:moveTo>
                  <a:cubicBezTo>
                    <a:pt x="22" y="23"/>
                    <a:pt x="17" y="28"/>
                    <a:pt x="11" y="30"/>
                  </a:cubicBezTo>
                  <a:cubicBezTo>
                    <a:pt x="4" y="34"/>
                    <a:pt x="0" y="27"/>
                    <a:pt x="2" y="18"/>
                  </a:cubicBezTo>
                  <a:cubicBezTo>
                    <a:pt x="4" y="11"/>
                    <a:pt x="10" y="0"/>
                    <a:pt x="18" y="0"/>
                  </a:cubicBezTo>
                  <a:cubicBezTo>
                    <a:pt x="25" y="0"/>
                    <a:pt x="28" y="9"/>
                    <a:pt x="25" y="17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708" name="Google Shape;708;p23"/>
            <p:cNvSpPr/>
            <p:nvPr/>
          </p:nvSpPr>
          <p:spPr>
            <a:xfrm>
              <a:off x="9032875" y="844551"/>
              <a:ext cx="25400" cy="42863"/>
            </a:xfrm>
            <a:custGeom>
              <a:rect b="b" l="l" r="r" t="t"/>
              <a:pathLst>
                <a:path extrusionOk="0" h="10" w="6">
                  <a:moveTo>
                    <a:pt x="6" y="5"/>
                  </a:moveTo>
                  <a:cubicBezTo>
                    <a:pt x="6" y="8"/>
                    <a:pt x="4" y="10"/>
                    <a:pt x="3" y="10"/>
                  </a:cubicBezTo>
                  <a:cubicBezTo>
                    <a:pt x="1" y="10"/>
                    <a:pt x="0" y="8"/>
                    <a:pt x="0" y="5"/>
                  </a:cubicBezTo>
                  <a:cubicBezTo>
                    <a:pt x="0" y="3"/>
                    <a:pt x="1" y="0"/>
                    <a:pt x="3" y="0"/>
                  </a:cubicBezTo>
                  <a:cubicBezTo>
                    <a:pt x="5" y="0"/>
                    <a:pt x="6" y="2"/>
                    <a:pt x="6" y="5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709" name="Google Shape;709;p23"/>
            <p:cNvSpPr/>
            <p:nvPr/>
          </p:nvSpPr>
          <p:spPr>
            <a:xfrm>
              <a:off x="8910638" y="849313"/>
              <a:ext cx="25400" cy="381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710" name="Google Shape;710;p23"/>
            <p:cNvSpPr/>
            <p:nvPr/>
          </p:nvSpPr>
          <p:spPr>
            <a:xfrm>
              <a:off x="8931275" y="869951"/>
              <a:ext cx="50800" cy="111125"/>
            </a:xfrm>
            <a:custGeom>
              <a:rect b="b" l="l" r="r" t="t"/>
              <a:pathLst>
                <a:path extrusionOk="0" h="26" w="12">
                  <a:moveTo>
                    <a:pt x="12" y="0"/>
                  </a:moveTo>
                  <a:cubicBezTo>
                    <a:pt x="12" y="0"/>
                    <a:pt x="6" y="15"/>
                    <a:pt x="0" y="22"/>
                  </a:cubicBezTo>
                  <a:cubicBezTo>
                    <a:pt x="4" y="26"/>
                    <a:pt x="12" y="24"/>
                    <a:pt x="12" y="24"/>
                  </a:cubicBezTo>
                  <a:lnTo>
                    <a:pt x="12" y="0"/>
                  </a:lnTo>
                  <a:close/>
                </a:path>
              </a:pathLst>
            </a:custGeom>
            <a:solidFill>
              <a:srgbClr val="ED847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711" name="Google Shape;711;p23"/>
            <p:cNvSpPr/>
            <p:nvPr/>
          </p:nvSpPr>
          <p:spPr>
            <a:xfrm>
              <a:off x="9007475" y="958851"/>
              <a:ext cx="80963" cy="42863"/>
            </a:xfrm>
            <a:custGeom>
              <a:rect b="b" l="l" r="r" t="t"/>
              <a:pathLst>
                <a:path extrusionOk="0" h="10" w="19">
                  <a:moveTo>
                    <a:pt x="4" y="10"/>
                  </a:moveTo>
                  <a:cubicBezTo>
                    <a:pt x="14" y="9"/>
                    <a:pt x="19" y="2"/>
                    <a:pt x="19" y="1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8" y="1"/>
                    <a:pt x="18" y="1"/>
                    <a:pt x="18" y="1"/>
                  </a:cubicBezTo>
                  <a:cubicBezTo>
                    <a:pt x="17" y="1"/>
                    <a:pt x="12" y="9"/>
                    <a:pt x="1" y="9"/>
                  </a:cubicBezTo>
                  <a:cubicBezTo>
                    <a:pt x="1" y="9"/>
                    <a:pt x="0" y="9"/>
                    <a:pt x="0" y="9"/>
                  </a:cubicBezTo>
                  <a:cubicBezTo>
                    <a:pt x="0" y="10"/>
                    <a:pt x="1" y="10"/>
                    <a:pt x="1" y="10"/>
                  </a:cubicBezTo>
                  <a:cubicBezTo>
                    <a:pt x="2" y="10"/>
                    <a:pt x="3" y="10"/>
                    <a:pt x="4" y="1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712" name="Google Shape;712;p23"/>
            <p:cNvSpPr/>
            <p:nvPr/>
          </p:nvSpPr>
          <p:spPr>
            <a:xfrm>
              <a:off x="9063038" y="785813"/>
              <a:ext cx="60325" cy="38100"/>
            </a:xfrm>
            <a:custGeom>
              <a:rect b="b" l="l" r="r" t="t"/>
              <a:pathLst>
                <a:path extrusionOk="0" h="9" w="14">
                  <a:moveTo>
                    <a:pt x="13" y="9"/>
                  </a:moveTo>
                  <a:cubicBezTo>
                    <a:pt x="13" y="9"/>
                    <a:pt x="13" y="9"/>
                    <a:pt x="13" y="9"/>
                  </a:cubicBezTo>
                  <a:cubicBezTo>
                    <a:pt x="14" y="8"/>
                    <a:pt x="14" y="7"/>
                    <a:pt x="14" y="7"/>
                  </a:cubicBezTo>
                  <a:cubicBezTo>
                    <a:pt x="9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3"/>
                    <a:pt x="2" y="3"/>
                  </a:cubicBezTo>
                  <a:cubicBezTo>
                    <a:pt x="2" y="3"/>
                    <a:pt x="7" y="3"/>
                    <a:pt x="11" y="8"/>
                  </a:cubicBezTo>
                  <a:cubicBezTo>
                    <a:pt x="12" y="9"/>
                    <a:pt x="12" y="9"/>
                    <a:pt x="13" y="9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713" name="Google Shape;713;p23"/>
            <p:cNvSpPr/>
            <p:nvPr/>
          </p:nvSpPr>
          <p:spPr>
            <a:xfrm>
              <a:off x="8880475" y="781051"/>
              <a:ext cx="55563" cy="46038"/>
            </a:xfrm>
            <a:custGeom>
              <a:rect b="b" l="l" r="r" t="t"/>
              <a:pathLst>
                <a:path extrusionOk="0" h="11" w="13">
                  <a:moveTo>
                    <a:pt x="2" y="11"/>
                  </a:moveTo>
                  <a:cubicBezTo>
                    <a:pt x="2" y="11"/>
                    <a:pt x="3" y="11"/>
                    <a:pt x="3" y="10"/>
                  </a:cubicBezTo>
                  <a:cubicBezTo>
                    <a:pt x="6" y="4"/>
                    <a:pt x="11" y="3"/>
                    <a:pt x="11" y="3"/>
                  </a:cubicBezTo>
                  <a:cubicBezTo>
                    <a:pt x="12" y="3"/>
                    <a:pt x="13" y="3"/>
                    <a:pt x="12" y="2"/>
                  </a:cubicBezTo>
                  <a:cubicBezTo>
                    <a:pt x="12" y="1"/>
                    <a:pt x="12" y="0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0" y="1"/>
                    <a:pt x="4" y="2"/>
                    <a:pt x="0" y="9"/>
                  </a:cubicBezTo>
                  <a:cubicBezTo>
                    <a:pt x="0" y="10"/>
                    <a:pt x="0" y="11"/>
                    <a:pt x="1" y="11"/>
                  </a:cubicBezTo>
                  <a:lnTo>
                    <a:pt x="2" y="1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714" name="Google Shape;714;p23"/>
            <p:cNvSpPr/>
            <p:nvPr/>
          </p:nvSpPr>
          <p:spPr>
            <a:xfrm>
              <a:off x="9217025" y="1330326"/>
              <a:ext cx="479425" cy="1003300"/>
            </a:xfrm>
            <a:custGeom>
              <a:rect b="b" l="l" r="r" t="t"/>
              <a:pathLst>
                <a:path extrusionOk="0" h="236" w="113">
                  <a:moveTo>
                    <a:pt x="68" y="20"/>
                  </a:moveTo>
                  <a:cubicBezTo>
                    <a:pt x="73" y="30"/>
                    <a:pt x="77" y="40"/>
                    <a:pt x="81" y="50"/>
                  </a:cubicBezTo>
                  <a:cubicBezTo>
                    <a:pt x="85" y="60"/>
                    <a:pt x="89" y="70"/>
                    <a:pt x="92" y="80"/>
                  </a:cubicBezTo>
                  <a:cubicBezTo>
                    <a:pt x="99" y="101"/>
                    <a:pt x="105" y="122"/>
                    <a:pt x="109" y="144"/>
                  </a:cubicBezTo>
                  <a:cubicBezTo>
                    <a:pt x="110" y="149"/>
                    <a:pt x="111" y="155"/>
                    <a:pt x="112" y="160"/>
                  </a:cubicBezTo>
                  <a:cubicBezTo>
                    <a:pt x="112" y="165"/>
                    <a:pt x="112" y="165"/>
                    <a:pt x="112" y="165"/>
                  </a:cubicBezTo>
                  <a:cubicBezTo>
                    <a:pt x="112" y="167"/>
                    <a:pt x="112" y="167"/>
                    <a:pt x="112" y="167"/>
                  </a:cubicBezTo>
                  <a:cubicBezTo>
                    <a:pt x="113" y="168"/>
                    <a:pt x="113" y="168"/>
                    <a:pt x="113" y="168"/>
                  </a:cubicBezTo>
                  <a:cubicBezTo>
                    <a:pt x="113" y="169"/>
                    <a:pt x="113" y="169"/>
                    <a:pt x="113" y="169"/>
                  </a:cubicBezTo>
                  <a:cubicBezTo>
                    <a:pt x="113" y="173"/>
                    <a:pt x="113" y="177"/>
                    <a:pt x="113" y="182"/>
                  </a:cubicBezTo>
                  <a:cubicBezTo>
                    <a:pt x="112" y="190"/>
                    <a:pt x="109" y="200"/>
                    <a:pt x="104" y="207"/>
                  </a:cubicBezTo>
                  <a:cubicBezTo>
                    <a:pt x="99" y="215"/>
                    <a:pt x="92" y="220"/>
                    <a:pt x="85" y="224"/>
                  </a:cubicBezTo>
                  <a:cubicBezTo>
                    <a:pt x="79" y="228"/>
                    <a:pt x="72" y="231"/>
                    <a:pt x="66" y="232"/>
                  </a:cubicBezTo>
                  <a:cubicBezTo>
                    <a:pt x="60" y="234"/>
                    <a:pt x="54" y="235"/>
                    <a:pt x="48" y="236"/>
                  </a:cubicBezTo>
                  <a:cubicBezTo>
                    <a:pt x="42" y="236"/>
                    <a:pt x="36" y="236"/>
                    <a:pt x="30" y="236"/>
                  </a:cubicBezTo>
                  <a:cubicBezTo>
                    <a:pt x="24" y="236"/>
                    <a:pt x="19" y="235"/>
                    <a:pt x="13" y="234"/>
                  </a:cubicBezTo>
                  <a:cubicBezTo>
                    <a:pt x="5" y="233"/>
                    <a:pt x="0" y="226"/>
                    <a:pt x="1" y="218"/>
                  </a:cubicBezTo>
                  <a:cubicBezTo>
                    <a:pt x="2" y="213"/>
                    <a:pt x="7" y="208"/>
                    <a:pt x="12" y="207"/>
                  </a:cubicBezTo>
                  <a:cubicBezTo>
                    <a:pt x="13" y="207"/>
                    <a:pt x="13" y="207"/>
                    <a:pt x="13" y="207"/>
                  </a:cubicBezTo>
                  <a:cubicBezTo>
                    <a:pt x="17" y="206"/>
                    <a:pt x="23" y="205"/>
                    <a:pt x="27" y="204"/>
                  </a:cubicBezTo>
                  <a:cubicBezTo>
                    <a:pt x="32" y="202"/>
                    <a:pt x="36" y="201"/>
                    <a:pt x="40" y="199"/>
                  </a:cubicBezTo>
                  <a:cubicBezTo>
                    <a:pt x="49" y="196"/>
                    <a:pt x="56" y="192"/>
                    <a:pt x="61" y="188"/>
                  </a:cubicBezTo>
                  <a:cubicBezTo>
                    <a:pt x="63" y="186"/>
                    <a:pt x="64" y="184"/>
                    <a:pt x="64" y="183"/>
                  </a:cubicBezTo>
                  <a:cubicBezTo>
                    <a:pt x="64" y="182"/>
                    <a:pt x="64" y="180"/>
                    <a:pt x="64" y="179"/>
                  </a:cubicBezTo>
                  <a:cubicBezTo>
                    <a:pt x="64" y="178"/>
                    <a:pt x="64" y="177"/>
                    <a:pt x="63" y="175"/>
                  </a:cubicBezTo>
                  <a:cubicBezTo>
                    <a:pt x="62" y="169"/>
                    <a:pt x="62" y="169"/>
                    <a:pt x="62" y="169"/>
                  </a:cubicBezTo>
                  <a:cubicBezTo>
                    <a:pt x="61" y="164"/>
                    <a:pt x="60" y="160"/>
                    <a:pt x="59" y="155"/>
                  </a:cubicBezTo>
                  <a:cubicBezTo>
                    <a:pt x="56" y="146"/>
                    <a:pt x="53" y="136"/>
                    <a:pt x="50" y="127"/>
                  </a:cubicBezTo>
                  <a:cubicBezTo>
                    <a:pt x="47" y="117"/>
                    <a:pt x="44" y="108"/>
                    <a:pt x="40" y="99"/>
                  </a:cubicBezTo>
                  <a:cubicBezTo>
                    <a:pt x="37" y="89"/>
                    <a:pt x="33" y="80"/>
                    <a:pt x="29" y="70"/>
                  </a:cubicBezTo>
                  <a:cubicBezTo>
                    <a:pt x="25" y="61"/>
                    <a:pt x="22" y="52"/>
                    <a:pt x="18" y="43"/>
                  </a:cubicBezTo>
                  <a:cubicBezTo>
                    <a:pt x="18" y="42"/>
                    <a:pt x="18" y="42"/>
                    <a:pt x="18" y="42"/>
                  </a:cubicBezTo>
                  <a:cubicBezTo>
                    <a:pt x="12" y="28"/>
                    <a:pt x="18" y="12"/>
                    <a:pt x="32" y="6"/>
                  </a:cubicBezTo>
                  <a:cubicBezTo>
                    <a:pt x="46" y="0"/>
                    <a:pt x="62" y="6"/>
                    <a:pt x="68" y="2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715" name="Google Shape;715;p23"/>
            <p:cNvSpPr/>
            <p:nvPr/>
          </p:nvSpPr>
          <p:spPr>
            <a:xfrm>
              <a:off x="9139238" y="2244726"/>
              <a:ext cx="217488" cy="96838"/>
            </a:xfrm>
            <a:custGeom>
              <a:rect b="b" l="l" r="r" t="t"/>
              <a:pathLst>
                <a:path extrusionOk="0" h="23" w="51">
                  <a:moveTo>
                    <a:pt x="18" y="4"/>
                  </a:moveTo>
                  <a:cubicBezTo>
                    <a:pt x="0" y="12"/>
                    <a:pt x="0" y="12"/>
                    <a:pt x="0" y="12"/>
                  </a:cubicBezTo>
                  <a:cubicBezTo>
                    <a:pt x="31" y="23"/>
                    <a:pt x="31" y="23"/>
                    <a:pt x="31" y="23"/>
                  </a:cubicBezTo>
                  <a:cubicBezTo>
                    <a:pt x="31" y="23"/>
                    <a:pt x="51" y="16"/>
                    <a:pt x="41" y="5"/>
                  </a:cubicBezTo>
                  <a:cubicBezTo>
                    <a:pt x="36" y="3"/>
                    <a:pt x="36" y="3"/>
                    <a:pt x="36" y="3"/>
                  </a:cubicBezTo>
                  <a:cubicBezTo>
                    <a:pt x="27" y="0"/>
                    <a:pt x="22" y="1"/>
                    <a:pt x="18" y="4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716" name="Google Shape;716;p23"/>
            <p:cNvSpPr/>
            <p:nvPr/>
          </p:nvSpPr>
          <p:spPr>
            <a:xfrm>
              <a:off x="9110663" y="2295526"/>
              <a:ext cx="160338" cy="106363"/>
            </a:xfrm>
            <a:custGeom>
              <a:rect b="b" l="l" r="r" t="t"/>
              <a:pathLst>
                <a:path extrusionOk="0" h="25" w="38">
                  <a:moveTo>
                    <a:pt x="9" y="22"/>
                  </a:moveTo>
                  <a:cubicBezTo>
                    <a:pt x="23" y="24"/>
                    <a:pt x="23" y="24"/>
                    <a:pt x="23" y="24"/>
                  </a:cubicBezTo>
                  <a:cubicBezTo>
                    <a:pt x="27" y="25"/>
                    <a:pt x="31" y="23"/>
                    <a:pt x="33" y="19"/>
                  </a:cubicBezTo>
                  <a:cubicBezTo>
                    <a:pt x="38" y="11"/>
                    <a:pt x="38" y="11"/>
                    <a:pt x="38" y="11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0" y="14"/>
                    <a:pt x="3" y="20"/>
                    <a:pt x="9" y="22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717" name="Google Shape;717;p23"/>
          <p:cNvSpPr txBox="1"/>
          <p:nvPr/>
        </p:nvSpPr>
        <p:spPr>
          <a:xfrm>
            <a:off x="1104900" y="1333022"/>
            <a:ext cx="4563529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s-ES" sz="6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Clase 03.1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8" name="Google Shape;718;p23"/>
          <p:cNvSpPr txBox="1"/>
          <p:nvPr/>
        </p:nvSpPr>
        <p:spPr>
          <a:xfrm>
            <a:off x="1104900" y="929147"/>
            <a:ext cx="1193596" cy="3016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ES" sz="12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19" name="Google Shape;719;p23"/>
          <p:cNvGrpSpPr/>
          <p:nvPr/>
        </p:nvGrpSpPr>
        <p:grpSpPr>
          <a:xfrm>
            <a:off x="1409091" y="3842795"/>
            <a:ext cx="4201202" cy="1826757"/>
            <a:chOff x="1067655" y="3842795"/>
            <a:chExt cx="3235325" cy="1826757"/>
          </a:xfrm>
        </p:grpSpPr>
        <p:sp>
          <p:nvSpPr>
            <p:cNvPr id="720" name="Google Shape;720;p23"/>
            <p:cNvSpPr/>
            <p:nvPr/>
          </p:nvSpPr>
          <p:spPr>
            <a:xfrm>
              <a:off x="1067655" y="3842795"/>
              <a:ext cx="3235325" cy="1826757"/>
            </a:xfrm>
            <a:prstGeom prst="roundRect">
              <a:avLst>
                <a:gd fmla="val 12488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254000" rotWithShape="0" algn="ctr" dir="5400000" dist="127000">
                <a:srgbClr val="000000">
                  <a:alpha val="9411"/>
                </a:srgbClr>
              </a:outerShdw>
            </a:effectLst>
          </p:spPr>
          <p:txBody>
            <a:bodyPr anchorCtr="0" anchor="b" bIns="180000" lIns="216000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1" i="0" sz="16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721" name="Google Shape;721;p23"/>
            <p:cNvSpPr txBox="1"/>
            <p:nvPr/>
          </p:nvSpPr>
          <p:spPr>
            <a:xfrm>
              <a:off x="1361797" y="4221499"/>
              <a:ext cx="2738043" cy="108951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C0FF"/>
                </a:buClr>
                <a:buSzPts val="6000"/>
                <a:buFont typeface="Poppins"/>
                <a:buNone/>
              </a:pPr>
              <a:r>
                <a:rPr b="1" i="0" lang="es-ES" sz="5400" u="none" cap="none" strike="noStrike">
                  <a:solidFill>
                    <a:srgbClr val="00C0FF"/>
                  </a:solidFill>
                  <a:latin typeface="Poppins"/>
                  <a:ea typeface="Poppins"/>
                  <a:cs typeface="Poppins"/>
                  <a:sym typeface="Poppins"/>
                </a:rPr>
                <a:t>Ejercicios</a:t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24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ES"/>
              <a:t>Ejercicio 1</a:t>
            </a:r>
            <a:endParaRPr/>
          </a:p>
        </p:txBody>
      </p:sp>
      <p:sp>
        <p:nvSpPr>
          <p:cNvPr id="727" name="Google Shape;727;p24"/>
          <p:cNvSpPr txBox="1"/>
          <p:nvPr/>
        </p:nvSpPr>
        <p:spPr>
          <a:xfrm>
            <a:off x="1112989" y="615954"/>
            <a:ext cx="1626407" cy="3016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ES" sz="12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03.1: Ejercicios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8" name="Google Shape;728;p24"/>
          <p:cNvSpPr/>
          <p:nvPr/>
        </p:nvSpPr>
        <p:spPr>
          <a:xfrm>
            <a:off x="1104900" y="1901821"/>
            <a:ext cx="9925049" cy="3556299"/>
          </a:xfrm>
          <a:prstGeom prst="roundRect">
            <a:avLst>
              <a:gd fmla="val 5915" name="adj"/>
            </a:avLst>
          </a:prstGeom>
          <a:solidFill>
            <a:srgbClr val="FFFFFF"/>
          </a:solidFill>
          <a:ln>
            <a:noFill/>
          </a:ln>
        </p:spPr>
        <p:txBody>
          <a:bodyPr anchorCtr="1" anchor="ctr" bIns="0" lIns="360000" spcFirstLastPara="1" rIns="3600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Comencemos con algo sencillo. Crea un ciclo for que se repita 5 veces y que imprima la variable iteradora.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Luego haz lo mismo con un ciclo while.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Crea un programa que imprima los números impares hasta el 50.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Luego intenta imprimir la suma de los primeros 100 enteros.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25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ES"/>
              <a:t>Ejercicio 2</a:t>
            </a:r>
            <a:endParaRPr/>
          </a:p>
        </p:txBody>
      </p:sp>
      <p:sp>
        <p:nvSpPr>
          <p:cNvPr id="734" name="Google Shape;734;p25"/>
          <p:cNvSpPr txBox="1"/>
          <p:nvPr/>
        </p:nvSpPr>
        <p:spPr>
          <a:xfrm>
            <a:off x="1112989" y="615954"/>
            <a:ext cx="1626407" cy="3016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ES" sz="12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03.1: Ejercicios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5" name="Google Shape;735;p25"/>
          <p:cNvSpPr/>
          <p:nvPr/>
        </p:nvSpPr>
        <p:spPr>
          <a:xfrm>
            <a:off x="1104900" y="1901821"/>
            <a:ext cx="9925049" cy="4602673"/>
          </a:xfrm>
          <a:prstGeom prst="roundRect">
            <a:avLst>
              <a:gd fmla="val 5915" name="adj"/>
            </a:avLst>
          </a:prstGeom>
          <a:solidFill>
            <a:srgbClr val="FFFFFF"/>
          </a:solidFill>
          <a:ln>
            <a:noFill/>
          </a:ln>
        </p:spPr>
        <p:txBody>
          <a:bodyPr anchorCtr="1" anchor="ctr" bIns="0" lIns="360000" spcFirstLastPara="1" rIns="3600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Ahora pregunta por un numero inicial, uno final e imprime la suma de los números que se encuentren entre este rango, excluyendo los extremos.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Ahora pide un tercer numero. Y luego imprime la sucesión de números en el intervalo del tercer numero.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Por ejemplo, si el inicial es 5, el final es 20 y el intervalo es 4, tendrás que imprimir el rango de números de 4 en 4.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E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5, 9, 13, 17.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26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ES"/>
              <a:t>Ejercicio 3</a:t>
            </a:r>
            <a:endParaRPr/>
          </a:p>
        </p:txBody>
      </p:sp>
      <p:sp>
        <p:nvSpPr>
          <p:cNvPr id="741" name="Google Shape;741;p26"/>
          <p:cNvSpPr txBox="1"/>
          <p:nvPr/>
        </p:nvSpPr>
        <p:spPr>
          <a:xfrm>
            <a:off x="1112989" y="615954"/>
            <a:ext cx="1626407" cy="3016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ES" sz="12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03.1: Ejercicios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2" name="Google Shape;742;p26"/>
          <p:cNvSpPr/>
          <p:nvPr/>
        </p:nvSpPr>
        <p:spPr>
          <a:xfrm>
            <a:off x="1104900" y="1668256"/>
            <a:ext cx="6943215" cy="4125271"/>
          </a:xfrm>
          <a:prstGeom prst="roundRect">
            <a:avLst>
              <a:gd fmla="val 5915" name="adj"/>
            </a:avLst>
          </a:prstGeom>
          <a:solidFill>
            <a:srgbClr val="FFFFFF"/>
          </a:solidFill>
          <a:ln>
            <a:noFill/>
          </a:ln>
        </p:spPr>
        <p:txBody>
          <a:bodyPr anchorCtr="1" anchor="ctr" bIns="0" lIns="360000" spcFirstLastPara="1" rIns="3600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Escribe un programa que muestre en pantalla los números del 1 al 100, sustituyendo los múltiplos de 3 por la palabra Fizz y, a su vez, los múltiplos de 5 por Buzz. Para los números que, al mismo tiempo, son múltiplos de 3 y 5, utiliza el combinado FizzBuzz.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3" name="Google Shape;743;p26"/>
          <p:cNvSpPr/>
          <p:nvPr/>
        </p:nvSpPr>
        <p:spPr>
          <a:xfrm>
            <a:off x="8341283" y="400464"/>
            <a:ext cx="2590800" cy="6057072"/>
          </a:xfrm>
          <a:prstGeom prst="roundRect">
            <a:avLst>
              <a:gd fmla="val 5915" name="adj"/>
            </a:avLst>
          </a:prstGeom>
          <a:solidFill>
            <a:srgbClr val="FFFFFF"/>
          </a:solidFill>
          <a:ln>
            <a:noFill/>
          </a:ln>
        </p:spPr>
        <p:txBody>
          <a:bodyPr anchorCtr="1" anchor="ctr" bIns="0" lIns="360000" spcFirstLastPara="1" rIns="3600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Por ejemplo: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Fizz</a:t>
            </a:r>
            <a:endParaRPr b="0" i="0" sz="16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Buzz</a:t>
            </a:r>
            <a:endParaRPr b="0" i="0" sz="16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Fizz</a:t>
            </a:r>
            <a:endParaRPr b="0" i="0" sz="16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Fizz</a:t>
            </a:r>
            <a:endParaRPr b="0" i="0" sz="16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Buzz</a:t>
            </a:r>
            <a:endParaRPr b="0" i="0" sz="16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Fizz</a:t>
            </a:r>
            <a:endParaRPr b="0" i="0" sz="16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13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14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FizzBuzz</a:t>
            </a:r>
            <a:endParaRPr b="0" i="0" sz="16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16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...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27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ES"/>
              <a:t>Trabajo autónomo mínimo</a:t>
            </a:r>
            <a:endParaRPr/>
          </a:p>
        </p:txBody>
      </p:sp>
      <p:sp>
        <p:nvSpPr>
          <p:cNvPr id="749" name="Google Shape;749;p27"/>
          <p:cNvSpPr txBox="1"/>
          <p:nvPr/>
        </p:nvSpPr>
        <p:spPr>
          <a:xfrm>
            <a:off x="1112989" y="615954"/>
            <a:ext cx="1381147" cy="3016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ES" sz="12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03.1: Ciclos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0" name="Google Shape;750;p27"/>
          <p:cNvSpPr/>
          <p:nvPr/>
        </p:nvSpPr>
        <p:spPr>
          <a:xfrm>
            <a:off x="1104899" y="1702676"/>
            <a:ext cx="9982202" cy="1418029"/>
          </a:xfrm>
          <a:prstGeom prst="roundRect">
            <a:avLst>
              <a:gd fmla="val 785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504000" spcFirstLastPara="1" rIns="2743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Revisar capítulo 4 libro guía.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Resolver ejercicios 1, 2, 4, 13, 14 y 20 del capitulo 4</a:t>
            </a:r>
            <a:r>
              <a:rPr b="0" i="0" lang="es-ES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b="0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5" name="Google Shape;755;p28"/>
          <p:cNvGrpSpPr/>
          <p:nvPr/>
        </p:nvGrpSpPr>
        <p:grpSpPr>
          <a:xfrm>
            <a:off x="5957405" y="620387"/>
            <a:ext cx="5603412" cy="6419046"/>
            <a:chOff x="5494338" y="449263"/>
            <a:chExt cx="5202237" cy="5959476"/>
          </a:xfrm>
        </p:grpSpPr>
        <p:sp>
          <p:nvSpPr>
            <p:cNvPr id="756" name="Google Shape;756;p28"/>
            <p:cNvSpPr/>
            <p:nvPr/>
          </p:nvSpPr>
          <p:spPr>
            <a:xfrm>
              <a:off x="5618163" y="3698876"/>
              <a:ext cx="4832350" cy="115888"/>
            </a:xfrm>
            <a:custGeom>
              <a:rect b="b" l="l" r="r" t="t"/>
              <a:pathLst>
                <a:path extrusionOk="0" h="27" w="1136">
                  <a:moveTo>
                    <a:pt x="1122" y="27"/>
                  </a:moveTo>
                  <a:cubicBezTo>
                    <a:pt x="13" y="27"/>
                    <a:pt x="13" y="27"/>
                    <a:pt x="13" y="27"/>
                  </a:cubicBezTo>
                  <a:cubicBezTo>
                    <a:pt x="6" y="27"/>
                    <a:pt x="0" y="21"/>
                    <a:pt x="0" y="14"/>
                  </a:cubicBezTo>
                  <a:cubicBezTo>
                    <a:pt x="0" y="6"/>
                    <a:pt x="6" y="0"/>
                    <a:pt x="13" y="0"/>
                  </a:cubicBezTo>
                  <a:cubicBezTo>
                    <a:pt x="1122" y="0"/>
                    <a:pt x="1122" y="0"/>
                    <a:pt x="1122" y="0"/>
                  </a:cubicBezTo>
                  <a:cubicBezTo>
                    <a:pt x="1130" y="0"/>
                    <a:pt x="1136" y="6"/>
                    <a:pt x="1136" y="14"/>
                  </a:cubicBezTo>
                  <a:cubicBezTo>
                    <a:pt x="1136" y="21"/>
                    <a:pt x="1130" y="27"/>
                    <a:pt x="1122" y="27"/>
                  </a:cubicBezTo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757" name="Google Shape;757;p28"/>
            <p:cNvSpPr/>
            <p:nvPr/>
          </p:nvSpPr>
          <p:spPr>
            <a:xfrm>
              <a:off x="9229725" y="3698876"/>
              <a:ext cx="1220788" cy="115888"/>
            </a:xfrm>
            <a:custGeom>
              <a:rect b="b" l="l" r="r" t="t"/>
              <a:pathLst>
                <a:path extrusionOk="0" h="27" w="287">
                  <a:moveTo>
                    <a:pt x="273" y="0"/>
                  </a:moveTo>
                  <a:cubicBezTo>
                    <a:pt x="14" y="0"/>
                    <a:pt x="14" y="0"/>
                    <a:pt x="14" y="0"/>
                  </a:cubicBezTo>
                  <a:cubicBezTo>
                    <a:pt x="6" y="0"/>
                    <a:pt x="0" y="6"/>
                    <a:pt x="0" y="14"/>
                  </a:cubicBezTo>
                  <a:cubicBezTo>
                    <a:pt x="0" y="21"/>
                    <a:pt x="6" y="27"/>
                    <a:pt x="14" y="27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65" y="27"/>
                    <a:pt x="65" y="27"/>
                    <a:pt x="65" y="27"/>
                  </a:cubicBezTo>
                  <a:cubicBezTo>
                    <a:pt x="222" y="27"/>
                    <a:pt x="222" y="27"/>
                    <a:pt x="222" y="27"/>
                  </a:cubicBezTo>
                  <a:cubicBezTo>
                    <a:pt x="257" y="27"/>
                    <a:pt x="257" y="27"/>
                    <a:pt x="257" y="27"/>
                  </a:cubicBezTo>
                  <a:cubicBezTo>
                    <a:pt x="273" y="27"/>
                    <a:pt x="273" y="27"/>
                    <a:pt x="273" y="27"/>
                  </a:cubicBezTo>
                  <a:cubicBezTo>
                    <a:pt x="281" y="27"/>
                    <a:pt x="287" y="21"/>
                    <a:pt x="287" y="14"/>
                  </a:cubicBezTo>
                  <a:cubicBezTo>
                    <a:pt x="287" y="6"/>
                    <a:pt x="281" y="0"/>
                    <a:pt x="273" y="0"/>
                  </a:cubicBezTo>
                </a:path>
              </a:pathLst>
            </a:custGeom>
            <a:solidFill>
              <a:srgbClr val="3865C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758" name="Google Shape;758;p28"/>
            <p:cNvSpPr/>
            <p:nvPr/>
          </p:nvSpPr>
          <p:spPr>
            <a:xfrm>
              <a:off x="6642100" y="3954463"/>
              <a:ext cx="3629025" cy="395288"/>
            </a:xfrm>
            <a:prstGeom prst="rect">
              <a:avLst/>
            </a:pr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759" name="Google Shape;759;p28"/>
            <p:cNvSpPr/>
            <p:nvPr/>
          </p:nvSpPr>
          <p:spPr>
            <a:xfrm>
              <a:off x="6642100" y="3954463"/>
              <a:ext cx="3629025" cy="395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760" name="Google Shape;760;p28"/>
            <p:cNvSpPr/>
            <p:nvPr/>
          </p:nvSpPr>
          <p:spPr>
            <a:xfrm>
              <a:off x="10172700" y="3814763"/>
              <a:ext cx="153988" cy="2505075"/>
            </a:xfrm>
            <a:custGeom>
              <a:rect b="b" l="l" r="r" t="t"/>
              <a:pathLst>
                <a:path extrusionOk="0" h="1578" w="97">
                  <a:moveTo>
                    <a:pt x="30" y="1578"/>
                  </a:moveTo>
                  <a:lnTo>
                    <a:pt x="97" y="1578"/>
                  </a:lnTo>
                  <a:lnTo>
                    <a:pt x="94" y="0"/>
                  </a:lnTo>
                  <a:lnTo>
                    <a:pt x="0" y="0"/>
                  </a:lnTo>
                  <a:lnTo>
                    <a:pt x="30" y="1578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761" name="Google Shape;761;p28"/>
            <p:cNvSpPr/>
            <p:nvPr/>
          </p:nvSpPr>
          <p:spPr>
            <a:xfrm>
              <a:off x="10172700" y="3814763"/>
              <a:ext cx="153988" cy="2505075"/>
            </a:xfrm>
            <a:custGeom>
              <a:rect b="b" l="l" r="r" t="t"/>
              <a:pathLst>
                <a:path extrusionOk="0" h="1578" w="97">
                  <a:moveTo>
                    <a:pt x="30" y="1578"/>
                  </a:moveTo>
                  <a:lnTo>
                    <a:pt x="97" y="1578"/>
                  </a:lnTo>
                  <a:lnTo>
                    <a:pt x="94" y="0"/>
                  </a:lnTo>
                  <a:lnTo>
                    <a:pt x="0" y="0"/>
                  </a:lnTo>
                  <a:lnTo>
                    <a:pt x="30" y="1578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762" name="Google Shape;762;p28"/>
            <p:cNvSpPr/>
            <p:nvPr/>
          </p:nvSpPr>
          <p:spPr>
            <a:xfrm>
              <a:off x="10172700" y="3814763"/>
              <a:ext cx="153988" cy="2505075"/>
            </a:xfrm>
            <a:custGeom>
              <a:rect b="b" l="l" r="r" t="t"/>
              <a:pathLst>
                <a:path extrusionOk="0" h="1578" w="97">
                  <a:moveTo>
                    <a:pt x="94" y="0"/>
                  </a:moveTo>
                  <a:lnTo>
                    <a:pt x="0" y="0"/>
                  </a:lnTo>
                  <a:lnTo>
                    <a:pt x="30" y="1578"/>
                  </a:lnTo>
                  <a:lnTo>
                    <a:pt x="97" y="1578"/>
                  </a:lnTo>
                  <a:lnTo>
                    <a:pt x="94" y="0"/>
                  </a:lnTo>
                  <a:close/>
                </a:path>
              </a:pathLst>
            </a:custGeom>
            <a:solidFill>
              <a:srgbClr val="3C474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763" name="Google Shape;763;p28"/>
            <p:cNvSpPr/>
            <p:nvPr/>
          </p:nvSpPr>
          <p:spPr>
            <a:xfrm>
              <a:off x="9110663" y="3814763"/>
              <a:ext cx="395288" cy="2505075"/>
            </a:xfrm>
            <a:custGeom>
              <a:rect b="b" l="l" r="r" t="t"/>
              <a:pathLst>
                <a:path extrusionOk="0" h="1578" w="249">
                  <a:moveTo>
                    <a:pt x="69" y="1578"/>
                  </a:moveTo>
                  <a:lnTo>
                    <a:pt x="0" y="1578"/>
                  </a:lnTo>
                  <a:lnTo>
                    <a:pt x="155" y="0"/>
                  </a:lnTo>
                  <a:lnTo>
                    <a:pt x="249" y="0"/>
                  </a:lnTo>
                  <a:lnTo>
                    <a:pt x="69" y="1578"/>
                  </a:lnTo>
                  <a:close/>
                </a:path>
              </a:pathLst>
            </a:custGeom>
            <a:solidFill>
              <a:srgbClr val="263238">
                <a:alpha val="8000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764" name="Google Shape;764;p28"/>
            <p:cNvSpPr/>
            <p:nvPr/>
          </p:nvSpPr>
          <p:spPr>
            <a:xfrm>
              <a:off x="9110663" y="3814763"/>
              <a:ext cx="395288" cy="2505075"/>
            </a:xfrm>
            <a:custGeom>
              <a:rect b="b" l="l" r="r" t="t"/>
              <a:pathLst>
                <a:path extrusionOk="0" h="1578" w="249">
                  <a:moveTo>
                    <a:pt x="69" y="1578"/>
                  </a:moveTo>
                  <a:lnTo>
                    <a:pt x="0" y="1578"/>
                  </a:lnTo>
                  <a:lnTo>
                    <a:pt x="155" y="0"/>
                  </a:lnTo>
                  <a:lnTo>
                    <a:pt x="249" y="0"/>
                  </a:lnTo>
                  <a:lnTo>
                    <a:pt x="69" y="1578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765" name="Google Shape;765;p28"/>
            <p:cNvSpPr/>
            <p:nvPr/>
          </p:nvSpPr>
          <p:spPr>
            <a:xfrm>
              <a:off x="9110663" y="3814763"/>
              <a:ext cx="395288" cy="2505075"/>
            </a:xfrm>
            <a:custGeom>
              <a:rect b="b" l="l" r="r" t="t"/>
              <a:pathLst>
                <a:path extrusionOk="0" h="1578" w="249">
                  <a:moveTo>
                    <a:pt x="249" y="0"/>
                  </a:moveTo>
                  <a:lnTo>
                    <a:pt x="155" y="0"/>
                  </a:lnTo>
                  <a:lnTo>
                    <a:pt x="0" y="1578"/>
                  </a:lnTo>
                  <a:lnTo>
                    <a:pt x="69" y="1578"/>
                  </a:lnTo>
                  <a:lnTo>
                    <a:pt x="249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766" name="Google Shape;766;p28"/>
            <p:cNvSpPr/>
            <p:nvPr/>
          </p:nvSpPr>
          <p:spPr>
            <a:xfrm>
              <a:off x="6557963" y="3814763"/>
              <a:ext cx="157163" cy="2505075"/>
            </a:xfrm>
            <a:custGeom>
              <a:rect b="b" l="l" r="r" t="t"/>
              <a:pathLst>
                <a:path extrusionOk="0" h="1578" w="99">
                  <a:moveTo>
                    <a:pt x="29" y="1578"/>
                  </a:moveTo>
                  <a:lnTo>
                    <a:pt x="99" y="1578"/>
                  </a:lnTo>
                  <a:lnTo>
                    <a:pt x="96" y="0"/>
                  </a:lnTo>
                  <a:lnTo>
                    <a:pt x="0" y="0"/>
                  </a:lnTo>
                  <a:lnTo>
                    <a:pt x="29" y="1578"/>
                  </a:lnTo>
                  <a:close/>
                </a:path>
              </a:pathLst>
            </a:custGeom>
            <a:solidFill>
              <a:srgbClr val="263238">
                <a:alpha val="8000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767" name="Google Shape;767;p28"/>
            <p:cNvSpPr/>
            <p:nvPr/>
          </p:nvSpPr>
          <p:spPr>
            <a:xfrm>
              <a:off x="6557963" y="3814763"/>
              <a:ext cx="157163" cy="2505075"/>
            </a:xfrm>
            <a:custGeom>
              <a:rect b="b" l="l" r="r" t="t"/>
              <a:pathLst>
                <a:path extrusionOk="0" h="1578" w="99">
                  <a:moveTo>
                    <a:pt x="29" y="1578"/>
                  </a:moveTo>
                  <a:lnTo>
                    <a:pt x="99" y="1578"/>
                  </a:lnTo>
                  <a:lnTo>
                    <a:pt x="96" y="0"/>
                  </a:lnTo>
                  <a:lnTo>
                    <a:pt x="0" y="0"/>
                  </a:lnTo>
                  <a:lnTo>
                    <a:pt x="29" y="1578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768" name="Google Shape;768;p28"/>
            <p:cNvSpPr/>
            <p:nvPr/>
          </p:nvSpPr>
          <p:spPr>
            <a:xfrm>
              <a:off x="6573838" y="4660901"/>
              <a:ext cx="136525" cy="1658938"/>
            </a:xfrm>
            <a:custGeom>
              <a:rect b="b" l="l" r="r" t="t"/>
              <a:pathLst>
                <a:path extrusionOk="0" h="1045" w="86">
                  <a:moveTo>
                    <a:pt x="86" y="0"/>
                  </a:moveTo>
                  <a:lnTo>
                    <a:pt x="0" y="0"/>
                  </a:lnTo>
                  <a:lnTo>
                    <a:pt x="19" y="1045"/>
                  </a:lnTo>
                  <a:lnTo>
                    <a:pt x="70" y="1045"/>
                  </a:lnTo>
                  <a:lnTo>
                    <a:pt x="86" y="536"/>
                  </a:lnTo>
                  <a:lnTo>
                    <a:pt x="86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769" name="Google Shape;769;p28"/>
            <p:cNvSpPr/>
            <p:nvPr/>
          </p:nvSpPr>
          <p:spPr>
            <a:xfrm>
              <a:off x="5494338" y="3814763"/>
              <a:ext cx="400050" cy="2505075"/>
            </a:xfrm>
            <a:custGeom>
              <a:rect b="b" l="l" r="r" t="t"/>
              <a:pathLst>
                <a:path extrusionOk="0" h="1578" w="252">
                  <a:moveTo>
                    <a:pt x="69" y="1578"/>
                  </a:moveTo>
                  <a:lnTo>
                    <a:pt x="0" y="1578"/>
                  </a:lnTo>
                  <a:lnTo>
                    <a:pt x="155" y="0"/>
                  </a:lnTo>
                  <a:lnTo>
                    <a:pt x="252" y="0"/>
                  </a:lnTo>
                  <a:lnTo>
                    <a:pt x="69" y="1578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770" name="Google Shape;770;p28"/>
            <p:cNvSpPr/>
            <p:nvPr/>
          </p:nvSpPr>
          <p:spPr>
            <a:xfrm>
              <a:off x="5494338" y="3814763"/>
              <a:ext cx="400050" cy="2505075"/>
            </a:xfrm>
            <a:custGeom>
              <a:rect b="b" l="l" r="r" t="t"/>
              <a:pathLst>
                <a:path extrusionOk="0" h="1578" w="252">
                  <a:moveTo>
                    <a:pt x="69" y="1578"/>
                  </a:moveTo>
                  <a:lnTo>
                    <a:pt x="0" y="1578"/>
                  </a:lnTo>
                  <a:lnTo>
                    <a:pt x="155" y="0"/>
                  </a:lnTo>
                  <a:lnTo>
                    <a:pt x="252" y="0"/>
                  </a:lnTo>
                  <a:lnTo>
                    <a:pt x="69" y="1578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771" name="Google Shape;771;p28"/>
            <p:cNvSpPr/>
            <p:nvPr/>
          </p:nvSpPr>
          <p:spPr>
            <a:xfrm>
              <a:off x="5494338" y="3814763"/>
              <a:ext cx="400050" cy="2505075"/>
            </a:xfrm>
            <a:custGeom>
              <a:rect b="b" l="l" r="r" t="t"/>
              <a:pathLst>
                <a:path extrusionOk="0" h="1578" w="252">
                  <a:moveTo>
                    <a:pt x="252" y="0"/>
                  </a:moveTo>
                  <a:lnTo>
                    <a:pt x="155" y="0"/>
                  </a:lnTo>
                  <a:lnTo>
                    <a:pt x="0" y="1578"/>
                  </a:lnTo>
                  <a:lnTo>
                    <a:pt x="69" y="1578"/>
                  </a:lnTo>
                  <a:lnTo>
                    <a:pt x="252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772" name="Google Shape;772;p28"/>
            <p:cNvSpPr/>
            <p:nvPr/>
          </p:nvSpPr>
          <p:spPr>
            <a:xfrm>
              <a:off x="8310563" y="3209926"/>
              <a:ext cx="349250" cy="488950"/>
            </a:xfrm>
            <a:custGeom>
              <a:rect b="b" l="l" r="r" t="t"/>
              <a:pathLst>
                <a:path extrusionOk="0" h="308" w="220">
                  <a:moveTo>
                    <a:pt x="220" y="308"/>
                  </a:moveTo>
                  <a:lnTo>
                    <a:pt x="64" y="308"/>
                  </a:lnTo>
                  <a:lnTo>
                    <a:pt x="0" y="0"/>
                  </a:lnTo>
                  <a:lnTo>
                    <a:pt x="158" y="0"/>
                  </a:lnTo>
                  <a:lnTo>
                    <a:pt x="220" y="308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773" name="Google Shape;773;p28"/>
            <p:cNvSpPr/>
            <p:nvPr/>
          </p:nvSpPr>
          <p:spPr>
            <a:xfrm>
              <a:off x="7842250" y="2779713"/>
              <a:ext cx="1263650" cy="822325"/>
            </a:xfrm>
            <a:custGeom>
              <a:rect b="b" l="l" r="r" t="t"/>
              <a:pathLst>
                <a:path extrusionOk="0" h="193" w="297">
                  <a:moveTo>
                    <a:pt x="271" y="193"/>
                  </a:moveTo>
                  <a:cubicBezTo>
                    <a:pt x="15" y="193"/>
                    <a:pt x="15" y="193"/>
                    <a:pt x="15" y="193"/>
                  </a:cubicBezTo>
                  <a:cubicBezTo>
                    <a:pt x="7" y="193"/>
                    <a:pt x="0" y="186"/>
                    <a:pt x="1" y="177"/>
                  </a:cubicBezTo>
                  <a:cubicBezTo>
                    <a:pt x="10" y="15"/>
                    <a:pt x="10" y="15"/>
                    <a:pt x="10" y="15"/>
                  </a:cubicBezTo>
                  <a:cubicBezTo>
                    <a:pt x="11" y="7"/>
                    <a:pt x="18" y="0"/>
                    <a:pt x="27" y="0"/>
                  </a:cubicBezTo>
                  <a:cubicBezTo>
                    <a:pt x="282" y="0"/>
                    <a:pt x="282" y="0"/>
                    <a:pt x="282" y="0"/>
                  </a:cubicBezTo>
                  <a:cubicBezTo>
                    <a:pt x="291" y="0"/>
                    <a:pt x="297" y="7"/>
                    <a:pt x="297" y="15"/>
                  </a:cubicBezTo>
                  <a:cubicBezTo>
                    <a:pt x="287" y="177"/>
                    <a:pt x="287" y="177"/>
                    <a:pt x="287" y="177"/>
                  </a:cubicBezTo>
                  <a:cubicBezTo>
                    <a:pt x="286" y="186"/>
                    <a:pt x="279" y="193"/>
                    <a:pt x="271" y="193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774" name="Google Shape;774;p28"/>
            <p:cNvSpPr/>
            <p:nvPr/>
          </p:nvSpPr>
          <p:spPr>
            <a:xfrm>
              <a:off x="7862888" y="2814638"/>
              <a:ext cx="1192213" cy="752475"/>
            </a:xfrm>
            <a:custGeom>
              <a:rect b="b" l="l" r="r" t="t"/>
              <a:pathLst>
                <a:path extrusionOk="0" h="177" w="280">
                  <a:moveTo>
                    <a:pt x="6" y="177"/>
                  </a:moveTo>
                  <a:cubicBezTo>
                    <a:pt x="4" y="177"/>
                    <a:pt x="3" y="176"/>
                    <a:pt x="1" y="175"/>
                  </a:cubicBezTo>
                  <a:cubicBezTo>
                    <a:pt x="0" y="173"/>
                    <a:pt x="0" y="171"/>
                    <a:pt x="0" y="170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10" y="4"/>
                    <a:pt x="13" y="0"/>
                    <a:pt x="18" y="0"/>
                  </a:cubicBezTo>
                  <a:cubicBezTo>
                    <a:pt x="273" y="0"/>
                    <a:pt x="273" y="0"/>
                    <a:pt x="273" y="0"/>
                  </a:cubicBezTo>
                  <a:cubicBezTo>
                    <a:pt x="275" y="0"/>
                    <a:pt x="277" y="1"/>
                    <a:pt x="278" y="2"/>
                  </a:cubicBezTo>
                  <a:cubicBezTo>
                    <a:pt x="279" y="3"/>
                    <a:pt x="280" y="5"/>
                    <a:pt x="280" y="7"/>
                  </a:cubicBezTo>
                  <a:cubicBezTo>
                    <a:pt x="270" y="169"/>
                    <a:pt x="270" y="169"/>
                    <a:pt x="270" y="169"/>
                  </a:cubicBezTo>
                  <a:cubicBezTo>
                    <a:pt x="270" y="173"/>
                    <a:pt x="266" y="177"/>
                    <a:pt x="262" y="177"/>
                  </a:cubicBezTo>
                  <a:lnTo>
                    <a:pt x="6" y="17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775" name="Google Shape;775;p28"/>
            <p:cNvSpPr/>
            <p:nvPr/>
          </p:nvSpPr>
          <p:spPr>
            <a:xfrm>
              <a:off x="8366125" y="2779713"/>
              <a:ext cx="279400" cy="242888"/>
            </a:xfrm>
            <a:custGeom>
              <a:rect b="b" l="l" r="r" t="t"/>
              <a:pathLst>
                <a:path extrusionOk="0" h="153" w="176">
                  <a:moveTo>
                    <a:pt x="0" y="0"/>
                  </a:moveTo>
                  <a:lnTo>
                    <a:pt x="45" y="153"/>
                  </a:lnTo>
                  <a:lnTo>
                    <a:pt x="17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776" name="Google Shape;776;p28"/>
            <p:cNvSpPr/>
            <p:nvPr/>
          </p:nvSpPr>
          <p:spPr>
            <a:xfrm>
              <a:off x="6677025" y="2168526"/>
              <a:ext cx="33338" cy="46038"/>
            </a:xfrm>
            <a:custGeom>
              <a:rect b="b" l="l" r="r" t="t"/>
              <a:pathLst>
                <a:path extrusionOk="0" h="11" w="8">
                  <a:moveTo>
                    <a:pt x="0" y="6"/>
                  </a:moveTo>
                  <a:cubicBezTo>
                    <a:pt x="1" y="9"/>
                    <a:pt x="3" y="11"/>
                    <a:pt x="5" y="11"/>
                  </a:cubicBezTo>
                  <a:cubicBezTo>
                    <a:pt x="7" y="11"/>
                    <a:pt x="8" y="9"/>
                    <a:pt x="7" y="5"/>
                  </a:cubicBezTo>
                  <a:cubicBezTo>
                    <a:pt x="7" y="2"/>
                    <a:pt x="5" y="0"/>
                    <a:pt x="3" y="0"/>
                  </a:cubicBezTo>
                  <a:cubicBezTo>
                    <a:pt x="1" y="0"/>
                    <a:pt x="0" y="3"/>
                    <a:pt x="0" y="6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777" name="Google Shape;777;p28"/>
            <p:cNvSpPr/>
            <p:nvPr/>
          </p:nvSpPr>
          <p:spPr>
            <a:xfrm>
              <a:off x="6692900" y="2214563"/>
              <a:ext cx="55563" cy="111125"/>
            </a:xfrm>
            <a:custGeom>
              <a:rect b="b" l="l" r="r" t="t"/>
              <a:pathLst>
                <a:path extrusionOk="0" h="26" w="13">
                  <a:moveTo>
                    <a:pt x="0" y="0"/>
                  </a:moveTo>
                  <a:cubicBezTo>
                    <a:pt x="0" y="0"/>
                    <a:pt x="6" y="15"/>
                    <a:pt x="13" y="22"/>
                  </a:cubicBezTo>
                  <a:cubicBezTo>
                    <a:pt x="9" y="26"/>
                    <a:pt x="1" y="24"/>
                    <a:pt x="1" y="2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A0272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778" name="Google Shape;778;p28"/>
            <p:cNvSpPr/>
            <p:nvPr/>
          </p:nvSpPr>
          <p:spPr>
            <a:xfrm>
              <a:off x="6626225" y="2087563"/>
              <a:ext cx="63500" cy="53975"/>
            </a:xfrm>
            <a:custGeom>
              <a:rect b="b" l="l" r="r" t="t"/>
              <a:pathLst>
                <a:path extrusionOk="0" h="13" w="15">
                  <a:moveTo>
                    <a:pt x="2" y="13"/>
                  </a:moveTo>
                  <a:cubicBezTo>
                    <a:pt x="1" y="13"/>
                    <a:pt x="1" y="13"/>
                    <a:pt x="1" y="13"/>
                  </a:cubicBezTo>
                  <a:cubicBezTo>
                    <a:pt x="0" y="13"/>
                    <a:pt x="0" y="12"/>
                    <a:pt x="0" y="11"/>
                  </a:cubicBezTo>
                  <a:cubicBezTo>
                    <a:pt x="4" y="2"/>
                    <a:pt x="12" y="0"/>
                    <a:pt x="13" y="0"/>
                  </a:cubicBezTo>
                  <a:cubicBezTo>
                    <a:pt x="14" y="0"/>
                    <a:pt x="15" y="1"/>
                    <a:pt x="15" y="1"/>
                  </a:cubicBezTo>
                  <a:cubicBezTo>
                    <a:pt x="15" y="2"/>
                    <a:pt x="14" y="3"/>
                    <a:pt x="13" y="4"/>
                  </a:cubicBezTo>
                  <a:cubicBezTo>
                    <a:pt x="13" y="4"/>
                    <a:pt x="7" y="5"/>
                    <a:pt x="4" y="12"/>
                  </a:cubicBezTo>
                  <a:cubicBezTo>
                    <a:pt x="3" y="13"/>
                    <a:pt x="3" y="13"/>
                    <a:pt x="2" y="13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779" name="Google Shape;779;p28"/>
            <p:cNvSpPr/>
            <p:nvPr/>
          </p:nvSpPr>
          <p:spPr>
            <a:xfrm>
              <a:off x="6281738" y="2397126"/>
              <a:ext cx="357188" cy="447675"/>
            </a:xfrm>
            <a:custGeom>
              <a:rect b="b" l="l" r="r" t="t"/>
              <a:pathLst>
                <a:path extrusionOk="0" h="105" w="84">
                  <a:moveTo>
                    <a:pt x="3" y="0"/>
                  </a:moveTo>
                  <a:cubicBezTo>
                    <a:pt x="27" y="19"/>
                    <a:pt x="27" y="19"/>
                    <a:pt x="27" y="19"/>
                  </a:cubicBezTo>
                  <a:cubicBezTo>
                    <a:pt x="59" y="44"/>
                    <a:pt x="59" y="44"/>
                    <a:pt x="59" y="44"/>
                  </a:cubicBezTo>
                  <a:cubicBezTo>
                    <a:pt x="58" y="45"/>
                    <a:pt x="57" y="51"/>
                    <a:pt x="56" y="56"/>
                  </a:cubicBezTo>
                  <a:cubicBezTo>
                    <a:pt x="55" y="65"/>
                    <a:pt x="54" y="72"/>
                    <a:pt x="74" y="77"/>
                  </a:cubicBezTo>
                  <a:cubicBezTo>
                    <a:pt x="79" y="79"/>
                    <a:pt x="82" y="82"/>
                    <a:pt x="83" y="86"/>
                  </a:cubicBezTo>
                  <a:cubicBezTo>
                    <a:pt x="84" y="92"/>
                    <a:pt x="80" y="99"/>
                    <a:pt x="62" y="102"/>
                  </a:cubicBezTo>
                  <a:cubicBezTo>
                    <a:pt x="40" y="105"/>
                    <a:pt x="22" y="99"/>
                    <a:pt x="8" y="93"/>
                  </a:cubicBezTo>
                  <a:cubicBezTo>
                    <a:pt x="0" y="89"/>
                    <a:pt x="0" y="84"/>
                    <a:pt x="4" y="76"/>
                  </a:cubicBezTo>
                  <a:cubicBezTo>
                    <a:pt x="14" y="53"/>
                    <a:pt x="9" y="23"/>
                    <a:pt x="3" y="0"/>
                  </a:cubicBezTo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780" name="Google Shape;780;p28"/>
            <p:cNvSpPr/>
            <p:nvPr/>
          </p:nvSpPr>
          <p:spPr>
            <a:xfrm>
              <a:off x="6175375" y="2619376"/>
              <a:ext cx="531813" cy="160338"/>
            </a:xfrm>
            <a:custGeom>
              <a:rect b="b" l="l" r="r" t="t"/>
              <a:pathLst>
                <a:path extrusionOk="0" h="38" w="125">
                  <a:moveTo>
                    <a:pt x="0" y="31"/>
                  </a:moveTo>
                  <a:cubicBezTo>
                    <a:pt x="8" y="15"/>
                    <a:pt x="11" y="3"/>
                    <a:pt x="11" y="3"/>
                  </a:cubicBezTo>
                  <a:cubicBezTo>
                    <a:pt x="11" y="3"/>
                    <a:pt x="72" y="0"/>
                    <a:pt x="92" y="6"/>
                  </a:cubicBezTo>
                  <a:cubicBezTo>
                    <a:pt x="112" y="12"/>
                    <a:pt x="125" y="38"/>
                    <a:pt x="125" y="38"/>
                  </a:cubicBezTo>
                  <a:cubicBezTo>
                    <a:pt x="0" y="31"/>
                    <a:pt x="0" y="31"/>
                    <a:pt x="0" y="31"/>
                  </a:cubicBezTo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781" name="Google Shape;781;p28"/>
            <p:cNvSpPr/>
            <p:nvPr/>
          </p:nvSpPr>
          <p:spPr>
            <a:xfrm>
              <a:off x="5949950" y="2860676"/>
              <a:ext cx="611188" cy="876300"/>
            </a:xfrm>
            <a:custGeom>
              <a:rect b="b" l="l" r="r" t="t"/>
              <a:pathLst>
                <a:path extrusionOk="0" h="206" w="144">
                  <a:moveTo>
                    <a:pt x="78" y="19"/>
                  </a:moveTo>
                  <a:cubicBezTo>
                    <a:pt x="77" y="24"/>
                    <a:pt x="75" y="29"/>
                    <a:pt x="74" y="34"/>
                  </a:cubicBezTo>
                  <a:cubicBezTo>
                    <a:pt x="69" y="50"/>
                    <a:pt x="69" y="50"/>
                    <a:pt x="69" y="50"/>
                  </a:cubicBezTo>
                  <a:cubicBezTo>
                    <a:pt x="66" y="60"/>
                    <a:pt x="64" y="71"/>
                    <a:pt x="62" y="81"/>
                  </a:cubicBezTo>
                  <a:cubicBezTo>
                    <a:pt x="59" y="91"/>
                    <a:pt x="58" y="102"/>
                    <a:pt x="56" y="112"/>
                  </a:cubicBezTo>
                  <a:cubicBezTo>
                    <a:pt x="55" y="122"/>
                    <a:pt x="55" y="132"/>
                    <a:pt x="56" y="141"/>
                  </a:cubicBezTo>
                  <a:cubicBezTo>
                    <a:pt x="56" y="145"/>
                    <a:pt x="57" y="149"/>
                    <a:pt x="57" y="152"/>
                  </a:cubicBezTo>
                  <a:cubicBezTo>
                    <a:pt x="58" y="153"/>
                    <a:pt x="58" y="154"/>
                    <a:pt x="58" y="155"/>
                  </a:cubicBezTo>
                  <a:cubicBezTo>
                    <a:pt x="58" y="156"/>
                    <a:pt x="59" y="156"/>
                    <a:pt x="59" y="157"/>
                  </a:cubicBezTo>
                  <a:cubicBezTo>
                    <a:pt x="59" y="157"/>
                    <a:pt x="59" y="157"/>
                    <a:pt x="59" y="157"/>
                  </a:cubicBezTo>
                  <a:cubicBezTo>
                    <a:pt x="59" y="157"/>
                    <a:pt x="59" y="157"/>
                    <a:pt x="59" y="157"/>
                  </a:cubicBezTo>
                  <a:cubicBezTo>
                    <a:pt x="59" y="157"/>
                    <a:pt x="58" y="156"/>
                    <a:pt x="58" y="156"/>
                  </a:cubicBezTo>
                  <a:cubicBezTo>
                    <a:pt x="58" y="155"/>
                    <a:pt x="57" y="155"/>
                    <a:pt x="57" y="154"/>
                  </a:cubicBezTo>
                  <a:cubicBezTo>
                    <a:pt x="56" y="153"/>
                    <a:pt x="55" y="153"/>
                    <a:pt x="55" y="153"/>
                  </a:cubicBezTo>
                  <a:cubicBezTo>
                    <a:pt x="54" y="152"/>
                    <a:pt x="54" y="152"/>
                    <a:pt x="54" y="152"/>
                  </a:cubicBezTo>
                  <a:cubicBezTo>
                    <a:pt x="55" y="153"/>
                    <a:pt x="56" y="154"/>
                    <a:pt x="58" y="154"/>
                  </a:cubicBezTo>
                  <a:cubicBezTo>
                    <a:pt x="60" y="155"/>
                    <a:pt x="62" y="156"/>
                    <a:pt x="64" y="157"/>
                  </a:cubicBezTo>
                  <a:cubicBezTo>
                    <a:pt x="69" y="158"/>
                    <a:pt x="74" y="160"/>
                    <a:pt x="79" y="161"/>
                  </a:cubicBezTo>
                  <a:cubicBezTo>
                    <a:pt x="100" y="166"/>
                    <a:pt x="122" y="170"/>
                    <a:pt x="144" y="175"/>
                  </a:cubicBezTo>
                  <a:cubicBezTo>
                    <a:pt x="143" y="203"/>
                    <a:pt x="143" y="203"/>
                    <a:pt x="143" y="203"/>
                  </a:cubicBezTo>
                  <a:cubicBezTo>
                    <a:pt x="131" y="204"/>
                    <a:pt x="120" y="205"/>
                    <a:pt x="108" y="206"/>
                  </a:cubicBezTo>
                  <a:cubicBezTo>
                    <a:pt x="96" y="206"/>
                    <a:pt x="84" y="206"/>
                    <a:pt x="72" y="205"/>
                  </a:cubicBezTo>
                  <a:cubicBezTo>
                    <a:pt x="66" y="205"/>
                    <a:pt x="60" y="204"/>
                    <a:pt x="53" y="203"/>
                  </a:cubicBezTo>
                  <a:cubicBezTo>
                    <a:pt x="50" y="202"/>
                    <a:pt x="46" y="201"/>
                    <a:pt x="43" y="200"/>
                  </a:cubicBezTo>
                  <a:cubicBezTo>
                    <a:pt x="39" y="199"/>
                    <a:pt x="35" y="198"/>
                    <a:pt x="31" y="196"/>
                  </a:cubicBezTo>
                  <a:cubicBezTo>
                    <a:pt x="28" y="195"/>
                    <a:pt x="26" y="193"/>
                    <a:pt x="23" y="191"/>
                  </a:cubicBezTo>
                  <a:cubicBezTo>
                    <a:pt x="21" y="190"/>
                    <a:pt x="20" y="188"/>
                    <a:pt x="18" y="186"/>
                  </a:cubicBezTo>
                  <a:cubicBezTo>
                    <a:pt x="17" y="185"/>
                    <a:pt x="16" y="184"/>
                    <a:pt x="16" y="183"/>
                  </a:cubicBezTo>
                  <a:cubicBezTo>
                    <a:pt x="15" y="182"/>
                    <a:pt x="15" y="182"/>
                    <a:pt x="14" y="181"/>
                  </a:cubicBezTo>
                  <a:cubicBezTo>
                    <a:pt x="14" y="180"/>
                    <a:pt x="14" y="180"/>
                    <a:pt x="14" y="180"/>
                  </a:cubicBezTo>
                  <a:cubicBezTo>
                    <a:pt x="11" y="174"/>
                    <a:pt x="11" y="174"/>
                    <a:pt x="11" y="174"/>
                  </a:cubicBezTo>
                  <a:cubicBezTo>
                    <a:pt x="10" y="172"/>
                    <a:pt x="10" y="171"/>
                    <a:pt x="9" y="169"/>
                  </a:cubicBezTo>
                  <a:cubicBezTo>
                    <a:pt x="6" y="161"/>
                    <a:pt x="4" y="154"/>
                    <a:pt x="3" y="147"/>
                  </a:cubicBezTo>
                  <a:cubicBezTo>
                    <a:pt x="0" y="119"/>
                    <a:pt x="3" y="94"/>
                    <a:pt x="7" y="70"/>
                  </a:cubicBezTo>
                  <a:cubicBezTo>
                    <a:pt x="9" y="58"/>
                    <a:pt x="12" y="47"/>
                    <a:pt x="15" y="35"/>
                  </a:cubicBezTo>
                  <a:cubicBezTo>
                    <a:pt x="16" y="29"/>
                    <a:pt x="18" y="23"/>
                    <a:pt x="20" y="18"/>
                  </a:cubicBezTo>
                  <a:cubicBezTo>
                    <a:pt x="22" y="12"/>
                    <a:pt x="24" y="6"/>
                    <a:pt x="26" y="0"/>
                  </a:cubicBezTo>
                  <a:cubicBezTo>
                    <a:pt x="78" y="19"/>
                    <a:pt x="78" y="19"/>
                    <a:pt x="78" y="19"/>
                  </a:cubicBezTo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782" name="Google Shape;782;p28"/>
            <p:cNvSpPr/>
            <p:nvPr/>
          </p:nvSpPr>
          <p:spPr>
            <a:xfrm>
              <a:off x="5922963" y="2686051"/>
              <a:ext cx="460375" cy="574675"/>
            </a:xfrm>
            <a:custGeom>
              <a:rect b="b" l="l" r="r" t="t"/>
              <a:pathLst>
                <a:path extrusionOk="0" h="135" w="108">
                  <a:moveTo>
                    <a:pt x="47" y="10"/>
                  </a:moveTo>
                  <a:cubicBezTo>
                    <a:pt x="85" y="0"/>
                    <a:pt x="108" y="31"/>
                    <a:pt x="95" y="82"/>
                  </a:cubicBezTo>
                  <a:cubicBezTo>
                    <a:pt x="82" y="133"/>
                    <a:pt x="78" y="135"/>
                    <a:pt x="78" y="135"/>
                  </a:cubicBezTo>
                  <a:cubicBezTo>
                    <a:pt x="0" y="122"/>
                    <a:pt x="0" y="122"/>
                    <a:pt x="0" y="122"/>
                  </a:cubicBezTo>
                  <a:cubicBezTo>
                    <a:pt x="9" y="72"/>
                    <a:pt x="9" y="20"/>
                    <a:pt x="47" y="10"/>
                  </a:cubicBezTo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783" name="Google Shape;783;p28"/>
            <p:cNvSpPr/>
            <p:nvPr/>
          </p:nvSpPr>
          <p:spPr>
            <a:xfrm>
              <a:off x="6477000" y="3559176"/>
              <a:ext cx="280988" cy="203200"/>
            </a:xfrm>
            <a:custGeom>
              <a:rect b="b" l="l" r="r" t="t"/>
              <a:pathLst>
                <a:path extrusionOk="0" h="48" w="66">
                  <a:moveTo>
                    <a:pt x="40" y="0"/>
                  </a:moveTo>
                  <a:cubicBezTo>
                    <a:pt x="34" y="0"/>
                    <a:pt x="34" y="0"/>
                    <a:pt x="34" y="0"/>
                  </a:cubicBezTo>
                  <a:cubicBezTo>
                    <a:pt x="17" y="0"/>
                    <a:pt x="14" y="4"/>
                    <a:pt x="4" y="14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27" y="48"/>
                    <a:pt x="41" y="33"/>
                    <a:pt x="41" y="33"/>
                  </a:cubicBezTo>
                  <a:cubicBezTo>
                    <a:pt x="66" y="33"/>
                    <a:pt x="66" y="33"/>
                    <a:pt x="66" y="33"/>
                  </a:cubicBezTo>
                  <a:cubicBezTo>
                    <a:pt x="58" y="13"/>
                    <a:pt x="58" y="13"/>
                    <a:pt x="58" y="13"/>
                  </a:cubicBezTo>
                  <a:cubicBezTo>
                    <a:pt x="54" y="6"/>
                    <a:pt x="48" y="1"/>
                    <a:pt x="40" y="0"/>
                  </a:cubicBezTo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784" name="Google Shape;784;p28"/>
            <p:cNvSpPr/>
            <p:nvPr/>
          </p:nvSpPr>
          <p:spPr>
            <a:xfrm>
              <a:off x="6216650" y="1933576"/>
              <a:ext cx="511175" cy="714375"/>
            </a:xfrm>
            <a:custGeom>
              <a:rect b="b" l="l" r="r" t="t"/>
              <a:pathLst>
                <a:path extrusionOk="0" h="168" w="120">
                  <a:moveTo>
                    <a:pt x="7" y="69"/>
                  </a:moveTo>
                  <a:cubicBezTo>
                    <a:pt x="14" y="106"/>
                    <a:pt x="16" y="128"/>
                    <a:pt x="37" y="144"/>
                  </a:cubicBezTo>
                  <a:cubicBezTo>
                    <a:pt x="68" y="168"/>
                    <a:pt x="112" y="145"/>
                    <a:pt x="116" y="107"/>
                  </a:cubicBezTo>
                  <a:cubicBezTo>
                    <a:pt x="120" y="73"/>
                    <a:pt x="108" y="19"/>
                    <a:pt x="70" y="10"/>
                  </a:cubicBezTo>
                  <a:cubicBezTo>
                    <a:pt x="33" y="0"/>
                    <a:pt x="0" y="33"/>
                    <a:pt x="7" y="69"/>
                  </a:cubicBez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785" name="Google Shape;785;p28"/>
            <p:cNvSpPr/>
            <p:nvPr/>
          </p:nvSpPr>
          <p:spPr>
            <a:xfrm>
              <a:off x="6046788" y="1806576"/>
              <a:ext cx="638175" cy="696913"/>
            </a:xfrm>
            <a:custGeom>
              <a:rect b="b" l="l" r="r" t="t"/>
              <a:pathLst>
                <a:path extrusionOk="0" h="164" w="150">
                  <a:moveTo>
                    <a:pt x="119" y="112"/>
                  </a:moveTo>
                  <a:cubicBezTo>
                    <a:pt x="145" y="110"/>
                    <a:pt x="138" y="83"/>
                    <a:pt x="130" y="77"/>
                  </a:cubicBezTo>
                  <a:cubicBezTo>
                    <a:pt x="142" y="72"/>
                    <a:pt x="150" y="53"/>
                    <a:pt x="139" y="40"/>
                  </a:cubicBezTo>
                  <a:cubicBezTo>
                    <a:pt x="146" y="22"/>
                    <a:pt x="126" y="0"/>
                    <a:pt x="91" y="3"/>
                  </a:cubicBezTo>
                  <a:cubicBezTo>
                    <a:pt x="66" y="6"/>
                    <a:pt x="63" y="19"/>
                    <a:pt x="63" y="19"/>
                  </a:cubicBezTo>
                  <a:cubicBezTo>
                    <a:pt x="63" y="19"/>
                    <a:pt x="33" y="16"/>
                    <a:pt x="21" y="41"/>
                  </a:cubicBezTo>
                  <a:cubicBezTo>
                    <a:pt x="10" y="62"/>
                    <a:pt x="23" y="74"/>
                    <a:pt x="23" y="74"/>
                  </a:cubicBezTo>
                  <a:cubicBezTo>
                    <a:pt x="23" y="74"/>
                    <a:pt x="0" y="80"/>
                    <a:pt x="6" y="110"/>
                  </a:cubicBezTo>
                  <a:cubicBezTo>
                    <a:pt x="13" y="141"/>
                    <a:pt x="38" y="134"/>
                    <a:pt x="38" y="134"/>
                  </a:cubicBezTo>
                  <a:cubicBezTo>
                    <a:pt x="38" y="134"/>
                    <a:pt x="32" y="163"/>
                    <a:pt x="65" y="164"/>
                  </a:cubicBezTo>
                  <a:cubicBezTo>
                    <a:pt x="94" y="164"/>
                    <a:pt x="94" y="143"/>
                    <a:pt x="94" y="143"/>
                  </a:cubicBezTo>
                  <a:cubicBezTo>
                    <a:pt x="94" y="143"/>
                    <a:pt x="131" y="139"/>
                    <a:pt x="119" y="112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786" name="Google Shape;786;p28"/>
            <p:cNvSpPr/>
            <p:nvPr/>
          </p:nvSpPr>
          <p:spPr>
            <a:xfrm>
              <a:off x="6459538" y="2206626"/>
              <a:ext cx="153988" cy="182563"/>
            </a:xfrm>
            <a:custGeom>
              <a:rect b="b" l="l" r="r" t="t"/>
              <a:pathLst>
                <a:path extrusionOk="0" h="43" w="36">
                  <a:moveTo>
                    <a:pt x="3" y="20"/>
                  </a:moveTo>
                  <a:cubicBezTo>
                    <a:pt x="6" y="29"/>
                    <a:pt x="13" y="35"/>
                    <a:pt x="19" y="38"/>
                  </a:cubicBezTo>
                  <a:cubicBezTo>
                    <a:pt x="28" y="43"/>
                    <a:pt x="36" y="33"/>
                    <a:pt x="34" y="23"/>
                  </a:cubicBezTo>
                  <a:cubicBezTo>
                    <a:pt x="33" y="14"/>
                    <a:pt x="24" y="2"/>
                    <a:pt x="14" y="1"/>
                  </a:cubicBezTo>
                  <a:cubicBezTo>
                    <a:pt x="4" y="0"/>
                    <a:pt x="0" y="11"/>
                    <a:pt x="3" y="20"/>
                  </a:cubicBez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787" name="Google Shape;787;p28"/>
            <p:cNvSpPr/>
            <p:nvPr/>
          </p:nvSpPr>
          <p:spPr>
            <a:xfrm>
              <a:off x="8016875" y="5702301"/>
              <a:ext cx="255588" cy="425450"/>
            </a:xfrm>
            <a:custGeom>
              <a:rect b="b" l="l" r="r" t="t"/>
              <a:pathLst>
                <a:path extrusionOk="0" h="268" w="161">
                  <a:moveTo>
                    <a:pt x="67" y="268"/>
                  </a:moveTo>
                  <a:lnTo>
                    <a:pt x="161" y="228"/>
                  </a:lnTo>
                  <a:lnTo>
                    <a:pt x="94" y="0"/>
                  </a:lnTo>
                  <a:lnTo>
                    <a:pt x="0" y="38"/>
                  </a:lnTo>
                  <a:lnTo>
                    <a:pt x="67" y="268"/>
                  </a:ln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788" name="Google Shape;788;p28"/>
            <p:cNvSpPr/>
            <p:nvPr/>
          </p:nvSpPr>
          <p:spPr>
            <a:xfrm>
              <a:off x="8016875" y="5702301"/>
              <a:ext cx="255588" cy="425450"/>
            </a:xfrm>
            <a:custGeom>
              <a:rect b="b" l="l" r="r" t="t"/>
              <a:pathLst>
                <a:path extrusionOk="0" h="268" w="161">
                  <a:moveTo>
                    <a:pt x="67" y="268"/>
                  </a:moveTo>
                  <a:lnTo>
                    <a:pt x="161" y="228"/>
                  </a:lnTo>
                  <a:lnTo>
                    <a:pt x="94" y="0"/>
                  </a:lnTo>
                  <a:lnTo>
                    <a:pt x="0" y="38"/>
                  </a:lnTo>
                  <a:lnTo>
                    <a:pt x="67" y="268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789" name="Google Shape;789;p28"/>
            <p:cNvSpPr/>
            <p:nvPr/>
          </p:nvSpPr>
          <p:spPr>
            <a:xfrm>
              <a:off x="8191500" y="5792788"/>
              <a:ext cx="28575" cy="88900"/>
            </a:xfrm>
            <a:custGeom>
              <a:rect b="b" l="l" r="r" t="t"/>
              <a:pathLst>
                <a:path extrusionOk="0" h="56" w="18">
                  <a:moveTo>
                    <a:pt x="0" y="0"/>
                  </a:moveTo>
                  <a:lnTo>
                    <a:pt x="0" y="0"/>
                  </a:lnTo>
                  <a:lnTo>
                    <a:pt x="18" y="56"/>
                  </a:lnTo>
                  <a:lnTo>
                    <a:pt x="18" y="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790" name="Google Shape;790;p28"/>
            <p:cNvSpPr/>
            <p:nvPr/>
          </p:nvSpPr>
          <p:spPr>
            <a:xfrm>
              <a:off x="8191500" y="5792788"/>
              <a:ext cx="28575" cy="88900"/>
            </a:xfrm>
            <a:custGeom>
              <a:rect b="b" l="l" r="r" t="t"/>
              <a:pathLst>
                <a:path extrusionOk="0" h="56" w="18">
                  <a:moveTo>
                    <a:pt x="0" y="0"/>
                  </a:moveTo>
                  <a:lnTo>
                    <a:pt x="0" y="0"/>
                  </a:lnTo>
                  <a:lnTo>
                    <a:pt x="18" y="56"/>
                  </a:lnTo>
                  <a:lnTo>
                    <a:pt x="18" y="56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791" name="Google Shape;791;p28"/>
            <p:cNvSpPr/>
            <p:nvPr/>
          </p:nvSpPr>
          <p:spPr>
            <a:xfrm>
              <a:off x="8042275" y="5792788"/>
              <a:ext cx="177800" cy="147638"/>
            </a:xfrm>
            <a:custGeom>
              <a:rect b="b" l="l" r="r" t="t"/>
              <a:pathLst>
                <a:path extrusionOk="0" h="93" w="112">
                  <a:moveTo>
                    <a:pt x="94" y="0"/>
                  </a:moveTo>
                  <a:lnTo>
                    <a:pt x="0" y="34"/>
                  </a:lnTo>
                  <a:lnTo>
                    <a:pt x="16" y="93"/>
                  </a:lnTo>
                  <a:lnTo>
                    <a:pt x="112" y="56"/>
                  </a:lnTo>
                  <a:lnTo>
                    <a:pt x="94" y="0"/>
                  </a:lnTo>
                  <a:close/>
                </a:path>
              </a:pathLst>
            </a:custGeom>
            <a:solidFill>
              <a:srgbClr val="91494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792" name="Google Shape;792;p28"/>
            <p:cNvSpPr/>
            <p:nvPr/>
          </p:nvSpPr>
          <p:spPr>
            <a:xfrm>
              <a:off x="8042275" y="5792788"/>
              <a:ext cx="177800" cy="147638"/>
            </a:xfrm>
            <a:custGeom>
              <a:rect b="b" l="l" r="r" t="t"/>
              <a:pathLst>
                <a:path extrusionOk="0" h="93" w="112">
                  <a:moveTo>
                    <a:pt x="94" y="0"/>
                  </a:moveTo>
                  <a:lnTo>
                    <a:pt x="0" y="34"/>
                  </a:lnTo>
                  <a:lnTo>
                    <a:pt x="16" y="93"/>
                  </a:lnTo>
                  <a:lnTo>
                    <a:pt x="112" y="56"/>
                  </a:lnTo>
                  <a:lnTo>
                    <a:pt x="94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793" name="Google Shape;793;p28"/>
            <p:cNvSpPr/>
            <p:nvPr/>
          </p:nvSpPr>
          <p:spPr>
            <a:xfrm>
              <a:off x="8075613" y="5975351"/>
              <a:ext cx="506413" cy="268288"/>
            </a:xfrm>
            <a:custGeom>
              <a:rect b="b" l="l" r="r" t="t"/>
              <a:pathLst>
                <a:path extrusionOk="0" h="63" w="119">
                  <a:moveTo>
                    <a:pt x="43" y="7"/>
                  </a:moveTo>
                  <a:cubicBezTo>
                    <a:pt x="3" y="21"/>
                    <a:pt x="3" y="21"/>
                    <a:pt x="3" y="21"/>
                  </a:cubicBezTo>
                  <a:cubicBezTo>
                    <a:pt x="1" y="21"/>
                    <a:pt x="0" y="23"/>
                    <a:pt x="1" y="24"/>
                  </a:cubicBezTo>
                  <a:cubicBezTo>
                    <a:pt x="10" y="57"/>
                    <a:pt x="10" y="57"/>
                    <a:pt x="10" y="57"/>
                  </a:cubicBezTo>
                  <a:cubicBezTo>
                    <a:pt x="11" y="61"/>
                    <a:pt x="15" y="63"/>
                    <a:pt x="19" y="61"/>
                  </a:cubicBezTo>
                  <a:cubicBezTo>
                    <a:pt x="33" y="56"/>
                    <a:pt x="38" y="53"/>
                    <a:pt x="56" y="46"/>
                  </a:cubicBezTo>
                  <a:cubicBezTo>
                    <a:pt x="66" y="41"/>
                    <a:pt x="92" y="30"/>
                    <a:pt x="106" y="22"/>
                  </a:cubicBezTo>
                  <a:cubicBezTo>
                    <a:pt x="119" y="14"/>
                    <a:pt x="111" y="0"/>
                    <a:pt x="105" y="3"/>
                  </a:cubicBezTo>
                  <a:cubicBezTo>
                    <a:pt x="89" y="8"/>
                    <a:pt x="63" y="11"/>
                    <a:pt x="50" y="7"/>
                  </a:cubicBezTo>
                  <a:cubicBezTo>
                    <a:pt x="48" y="6"/>
                    <a:pt x="46" y="6"/>
                    <a:pt x="43" y="7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794" name="Google Shape;794;p28"/>
            <p:cNvSpPr/>
            <p:nvPr/>
          </p:nvSpPr>
          <p:spPr>
            <a:xfrm>
              <a:off x="6254750" y="4005263"/>
              <a:ext cx="1974850" cy="1854200"/>
            </a:xfrm>
            <a:custGeom>
              <a:rect b="b" l="l" r="r" t="t"/>
              <a:pathLst>
                <a:path extrusionOk="0" h="436" w="464">
                  <a:moveTo>
                    <a:pt x="153" y="6"/>
                  </a:moveTo>
                  <a:cubicBezTo>
                    <a:pt x="153" y="6"/>
                    <a:pt x="422" y="30"/>
                    <a:pt x="429" y="107"/>
                  </a:cubicBezTo>
                  <a:cubicBezTo>
                    <a:pt x="443" y="265"/>
                    <a:pt x="464" y="416"/>
                    <a:pt x="464" y="416"/>
                  </a:cubicBezTo>
                  <a:cubicBezTo>
                    <a:pt x="410" y="436"/>
                    <a:pt x="410" y="436"/>
                    <a:pt x="410" y="436"/>
                  </a:cubicBezTo>
                  <a:cubicBezTo>
                    <a:pt x="410" y="436"/>
                    <a:pt x="343" y="263"/>
                    <a:pt x="344" y="140"/>
                  </a:cubicBezTo>
                  <a:cubicBezTo>
                    <a:pt x="266" y="118"/>
                    <a:pt x="62" y="150"/>
                    <a:pt x="29" y="91"/>
                  </a:cubicBezTo>
                  <a:cubicBezTo>
                    <a:pt x="0" y="38"/>
                    <a:pt x="25" y="0"/>
                    <a:pt x="25" y="0"/>
                  </a:cubicBezTo>
                  <a:cubicBezTo>
                    <a:pt x="153" y="6"/>
                    <a:pt x="153" y="6"/>
                    <a:pt x="153" y="6"/>
                  </a:cubicBezTo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795" name="Google Shape;795;p28"/>
            <p:cNvSpPr/>
            <p:nvPr/>
          </p:nvSpPr>
          <p:spPr>
            <a:xfrm>
              <a:off x="7931150" y="5686426"/>
              <a:ext cx="341313" cy="228600"/>
            </a:xfrm>
            <a:custGeom>
              <a:rect b="b" l="l" r="r" t="t"/>
              <a:pathLst>
                <a:path extrusionOk="0" h="144" w="215">
                  <a:moveTo>
                    <a:pt x="32" y="144"/>
                  </a:moveTo>
                  <a:lnTo>
                    <a:pt x="215" y="83"/>
                  </a:lnTo>
                  <a:lnTo>
                    <a:pt x="207" y="0"/>
                  </a:lnTo>
                  <a:lnTo>
                    <a:pt x="0" y="64"/>
                  </a:lnTo>
                  <a:lnTo>
                    <a:pt x="32" y="144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796" name="Google Shape;796;p28"/>
            <p:cNvSpPr/>
            <p:nvPr/>
          </p:nvSpPr>
          <p:spPr>
            <a:xfrm>
              <a:off x="8275638" y="5965826"/>
              <a:ext cx="77788" cy="55563"/>
            </a:xfrm>
            <a:custGeom>
              <a:rect b="b" l="l" r="r" t="t"/>
              <a:pathLst>
                <a:path extrusionOk="0" h="13" w="18">
                  <a:moveTo>
                    <a:pt x="11" y="11"/>
                  </a:moveTo>
                  <a:cubicBezTo>
                    <a:pt x="8" y="12"/>
                    <a:pt x="4" y="12"/>
                    <a:pt x="1" y="13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1" y="10"/>
                    <a:pt x="9" y="0"/>
                    <a:pt x="14" y="0"/>
                  </a:cubicBezTo>
                  <a:cubicBezTo>
                    <a:pt x="15" y="0"/>
                    <a:pt x="16" y="0"/>
                    <a:pt x="17" y="1"/>
                  </a:cubicBezTo>
                  <a:cubicBezTo>
                    <a:pt x="18" y="3"/>
                    <a:pt x="18" y="5"/>
                    <a:pt x="17" y="6"/>
                  </a:cubicBezTo>
                  <a:cubicBezTo>
                    <a:pt x="17" y="8"/>
                    <a:pt x="14" y="10"/>
                    <a:pt x="11" y="11"/>
                  </a:cubicBezTo>
                  <a:close/>
                  <a:moveTo>
                    <a:pt x="3" y="11"/>
                  </a:moveTo>
                  <a:cubicBezTo>
                    <a:pt x="10" y="10"/>
                    <a:pt x="15" y="8"/>
                    <a:pt x="16" y="6"/>
                  </a:cubicBezTo>
                  <a:cubicBezTo>
                    <a:pt x="16" y="5"/>
                    <a:pt x="16" y="4"/>
                    <a:pt x="15" y="2"/>
                  </a:cubicBezTo>
                  <a:cubicBezTo>
                    <a:pt x="15" y="2"/>
                    <a:pt x="15" y="2"/>
                    <a:pt x="14" y="1"/>
                  </a:cubicBezTo>
                  <a:cubicBezTo>
                    <a:pt x="11" y="1"/>
                    <a:pt x="6" y="7"/>
                    <a:pt x="3" y="1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797" name="Google Shape;797;p28"/>
            <p:cNvSpPr/>
            <p:nvPr/>
          </p:nvSpPr>
          <p:spPr>
            <a:xfrm>
              <a:off x="8259763" y="5940426"/>
              <a:ext cx="46038" cy="80963"/>
            </a:xfrm>
            <a:custGeom>
              <a:rect b="b" l="l" r="r" t="t"/>
              <a:pathLst>
                <a:path extrusionOk="0" h="19" w="11">
                  <a:moveTo>
                    <a:pt x="5" y="19"/>
                  </a:moveTo>
                  <a:cubicBezTo>
                    <a:pt x="5" y="19"/>
                    <a:pt x="5" y="19"/>
                    <a:pt x="5" y="19"/>
                  </a:cubicBezTo>
                  <a:cubicBezTo>
                    <a:pt x="4" y="18"/>
                    <a:pt x="4" y="18"/>
                    <a:pt x="4" y="18"/>
                  </a:cubicBezTo>
                  <a:cubicBezTo>
                    <a:pt x="4" y="18"/>
                    <a:pt x="0" y="8"/>
                    <a:pt x="2" y="3"/>
                  </a:cubicBezTo>
                  <a:cubicBezTo>
                    <a:pt x="3" y="2"/>
                    <a:pt x="4" y="1"/>
                    <a:pt x="5" y="0"/>
                  </a:cubicBezTo>
                  <a:cubicBezTo>
                    <a:pt x="7" y="0"/>
                    <a:pt x="8" y="1"/>
                    <a:pt x="9" y="2"/>
                  </a:cubicBezTo>
                  <a:cubicBezTo>
                    <a:pt x="11" y="6"/>
                    <a:pt x="9" y="15"/>
                    <a:pt x="6" y="18"/>
                  </a:cubicBezTo>
                  <a:lnTo>
                    <a:pt x="5" y="19"/>
                  </a:lnTo>
                  <a:close/>
                  <a:moveTo>
                    <a:pt x="5" y="2"/>
                  </a:moveTo>
                  <a:cubicBezTo>
                    <a:pt x="5" y="2"/>
                    <a:pt x="4" y="3"/>
                    <a:pt x="4" y="4"/>
                  </a:cubicBezTo>
                  <a:cubicBezTo>
                    <a:pt x="2" y="6"/>
                    <a:pt x="4" y="13"/>
                    <a:pt x="5" y="16"/>
                  </a:cubicBezTo>
                  <a:cubicBezTo>
                    <a:pt x="8" y="12"/>
                    <a:pt x="9" y="5"/>
                    <a:pt x="8" y="3"/>
                  </a:cubicBezTo>
                  <a:cubicBezTo>
                    <a:pt x="7" y="2"/>
                    <a:pt x="7" y="2"/>
                    <a:pt x="6" y="2"/>
                  </a:cubicBezTo>
                  <a:lnTo>
                    <a:pt x="5" y="2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798" name="Google Shape;798;p28"/>
            <p:cNvSpPr/>
            <p:nvPr/>
          </p:nvSpPr>
          <p:spPr>
            <a:xfrm>
              <a:off x="7315200" y="5846763"/>
              <a:ext cx="187325" cy="387350"/>
            </a:xfrm>
            <a:custGeom>
              <a:rect b="b" l="l" r="r" t="t"/>
              <a:pathLst>
                <a:path extrusionOk="0" h="244" w="118">
                  <a:moveTo>
                    <a:pt x="0" y="244"/>
                  </a:moveTo>
                  <a:lnTo>
                    <a:pt x="102" y="239"/>
                  </a:lnTo>
                  <a:lnTo>
                    <a:pt x="118" y="0"/>
                  </a:lnTo>
                  <a:lnTo>
                    <a:pt x="16" y="3"/>
                  </a:lnTo>
                  <a:lnTo>
                    <a:pt x="0" y="244"/>
                  </a:ln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799" name="Google Shape;799;p28"/>
            <p:cNvSpPr/>
            <p:nvPr/>
          </p:nvSpPr>
          <p:spPr>
            <a:xfrm>
              <a:off x="7315200" y="5846763"/>
              <a:ext cx="187325" cy="387350"/>
            </a:xfrm>
            <a:custGeom>
              <a:rect b="b" l="l" r="r" t="t"/>
              <a:pathLst>
                <a:path extrusionOk="0" h="244" w="118">
                  <a:moveTo>
                    <a:pt x="0" y="244"/>
                  </a:moveTo>
                  <a:lnTo>
                    <a:pt x="102" y="239"/>
                  </a:lnTo>
                  <a:lnTo>
                    <a:pt x="118" y="0"/>
                  </a:lnTo>
                  <a:lnTo>
                    <a:pt x="16" y="3"/>
                  </a:lnTo>
                  <a:lnTo>
                    <a:pt x="0" y="244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00" name="Google Shape;800;p28"/>
            <p:cNvSpPr/>
            <p:nvPr/>
          </p:nvSpPr>
          <p:spPr>
            <a:xfrm>
              <a:off x="7267575" y="6191251"/>
              <a:ext cx="485775" cy="196850"/>
            </a:xfrm>
            <a:custGeom>
              <a:rect b="b" l="l" r="r" t="t"/>
              <a:pathLst>
                <a:path extrusionOk="0" h="46" w="114">
                  <a:moveTo>
                    <a:pt x="49" y="2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5" y="0"/>
                    <a:pt x="4" y="1"/>
                    <a:pt x="4" y="3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40"/>
                    <a:pt x="3" y="44"/>
                    <a:pt x="7" y="44"/>
                  </a:cubicBezTo>
                  <a:cubicBezTo>
                    <a:pt x="22" y="44"/>
                    <a:pt x="29" y="44"/>
                    <a:pt x="48" y="44"/>
                  </a:cubicBezTo>
                  <a:cubicBezTo>
                    <a:pt x="60" y="44"/>
                    <a:pt x="82" y="46"/>
                    <a:pt x="98" y="44"/>
                  </a:cubicBezTo>
                  <a:cubicBezTo>
                    <a:pt x="114" y="42"/>
                    <a:pt x="112" y="26"/>
                    <a:pt x="105" y="26"/>
                  </a:cubicBezTo>
                  <a:cubicBezTo>
                    <a:pt x="89" y="25"/>
                    <a:pt x="67" y="13"/>
                    <a:pt x="56" y="4"/>
                  </a:cubicBezTo>
                  <a:cubicBezTo>
                    <a:pt x="54" y="3"/>
                    <a:pt x="52" y="2"/>
                    <a:pt x="49" y="2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01" name="Google Shape;801;p28"/>
            <p:cNvSpPr/>
            <p:nvPr/>
          </p:nvSpPr>
          <p:spPr>
            <a:xfrm>
              <a:off x="7489825" y="6183313"/>
              <a:ext cx="84138" cy="47625"/>
            </a:xfrm>
            <a:custGeom>
              <a:rect b="b" l="l" r="r" t="t"/>
              <a:pathLst>
                <a:path extrusionOk="0" h="11" w="20">
                  <a:moveTo>
                    <a:pt x="11" y="11"/>
                  </a:moveTo>
                  <a:cubicBezTo>
                    <a:pt x="7" y="11"/>
                    <a:pt x="3" y="10"/>
                    <a:pt x="1" y="9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2" y="7"/>
                    <a:pt x="13" y="0"/>
                    <a:pt x="17" y="2"/>
                  </a:cubicBezTo>
                  <a:cubicBezTo>
                    <a:pt x="18" y="2"/>
                    <a:pt x="19" y="3"/>
                    <a:pt x="19" y="4"/>
                  </a:cubicBezTo>
                  <a:cubicBezTo>
                    <a:pt x="20" y="6"/>
                    <a:pt x="19" y="8"/>
                    <a:pt x="18" y="9"/>
                  </a:cubicBezTo>
                  <a:cubicBezTo>
                    <a:pt x="17" y="11"/>
                    <a:pt x="14" y="11"/>
                    <a:pt x="11" y="11"/>
                  </a:cubicBezTo>
                  <a:close/>
                  <a:moveTo>
                    <a:pt x="3" y="8"/>
                  </a:moveTo>
                  <a:cubicBezTo>
                    <a:pt x="10" y="10"/>
                    <a:pt x="15" y="10"/>
                    <a:pt x="17" y="8"/>
                  </a:cubicBezTo>
                  <a:cubicBezTo>
                    <a:pt x="18" y="7"/>
                    <a:pt x="18" y="6"/>
                    <a:pt x="18" y="5"/>
                  </a:cubicBezTo>
                  <a:cubicBezTo>
                    <a:pt x="17" y="4"/>
                    <a:pt x="17" y="4"/>
                    <a:pt x="17" y="3"/>
                  </a:cubicBezTo>
                  <a:cubicBezTo>
                    <a:pt x="14" y="2"/>
                    <a:pt x="8" y="5"/>
                    <a:pt x="3" y="8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02" name="Google Shape;802;p28"/>
            <p:cNvSpPr/>
            <p:nvPr/>
          </p:nvSpPr>
          <p:spPr>
            <a:xfrm>
              <a:off x="7485063" y="6149976"/>
              <a:ext cx="50800" cy="71438"/>
            </a:xfrm>
            <a:custGeom>
              <a:rect b="b" l="l" r="r" t="t"/>
              <a:pathLst>
                <a:path extrusionOk="0" h="17" w="12">
                  <a:moveTo>
                    <a:pt x="2" y="17"/>
                  </a:moveTo>
                  <a:cubicBezTo>
                    <a:pt x="1" y="17"/>
                    <a:pt x="1" y="17"/>
                    <a:pt x="1" y="17"/>
                  </a:cubicBezTo>
                  <a:cubicBezTo>
                    <a:pt x="1" y="16"/>
                    <a:pt x="1" y="16"/>
                    <a:pt x="1" y="16"/>
                  </a:cubicBezTo>
                  <a:cubicBezTo>
                    <a:pt x="1" y="16"/>
                    <a:pt x="0" y="5"/>
                    <a:pt x="4" y="1"/>
                  </a:cubicBezTo>
                  <a:cubicBezTo>
                    <a:pt x="6" y="0"/>
                    <a:pt x="7" y="0"/>
                    <a:pt x="8" y="0"/>
                  </a:cubicBezTo>
                  <a:cubicBezTo>
                    <a:pt x="10" y="0"/>
                    <a:pt x="11" y="1"/>
                    <a:pt x="11" y="3"/>
                  </a:cubicBezTo>
                  <a:cubicBezTo>
                    <a:pt x="12" y="7"/>
                    <a:pt x="6" y="15"/>
                    <a:pt x="2" y="17"/>
                  </a:cubicBezTo>
                  <a:close/>
                  <a:moveTo>
                    <a:pt x="8" y="2"/>
                  </a:moveTo>
                  <a:cubicBezTo>
                    <a:pt x="7" y="2"/>
                    <a:pt x="6" y="2"/>
                    <a:pt x="6" y="3"/>
                  </a:cubicBezTo>
                  <a:cubicBezTo>
                    <a:pt x="3" y="5"/>
                    <a:pt x="3" y="11"/>
                    <a:pt x="3" y="15"/>
                  </a:cubicBezTo>
                  <a:cubicBezTo>
                    <a:pt x="6" y="12"/>
                    <a:pt x="10" y="6"/>
                    <a:pt x="10" y="3"/>
                  </a:cubicBezTo>
                  <a:cubicBezTo>
                    <a:pt x="10" y="3"/>
                    <a:pt x="9" y="2"/>
                    <a:pt x="8" y="2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03" name="Google Shape;803;p28"/>
            <p:cNvSpPr/>
            <p:nvPr/>
          </p:nvSpPr>
          <p:spPr>
            <a:xfrm>
              <a:off x="7323138" y="5995988"/>
              <a:ext cx="4763" cy="68263"/>
            </a:xfrm>
            <a:custGeom>
              <a:rect b="b" l="l" r="r" t="t"/>
              <a:pathLst>
                <a:path extrusionOk="0" h="43" w="3">
                  <a:moveTo>
                    <a:pt x="3" y="0"/>
                  </a:moveTo>
                  <a:lnTo>
                    <a:pt x="3" y="0"/>
                  </a:lnTo>
                  <a:lnTo>
                    <a:pt x="0" y="43"/>
                  </a:lnTo>
                  <a:lnTo>
                    <a:pt x="0" y="43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04" name="Google Shape;804;p28"/>
            <p:cNvSpPr/>
            <p:nvPr/>
          </p:nvSpPr>
          <p:spPr>
            <a:xfrm>
              <a:off x="7323138" y="5995988"/>
              <a:ext cx="4763" cy="68263"/>
            </a:xfrm>
            <a:custGeom>
              <a:rect b="b" l="l" r="r" t="t"/>
              <a:pathLst>
                <a:path extrusionOk="0" h="43" w="3">
                  <a:moveTo>
                    <a:pt x="3" y="0"/>
                  </a:moveTo>
                  <a:lnTo>
                    <a:pt x="3" y="0"/>
                  </a:lnTo>
                  <a:lnTo>
                    <a:pt x="0" y="43"/>
                  </a:lnTo>
                  <a:lnTo>
                    <a:pt x="0" y="43"/>
                  </a:lnTo>
                  <a:lnTo>
                    <a:pt x="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05" name="Google Shape;805;p28"/>
            <p:cNvSpPr/>
            <p:nvPr/>
          </p:nvSpPr>
          <p:spPr>
            <a:xfrm>
              <a:off x="7323138" y="5992813"/>
              <a:ext cx="166688" cy="71438"/>
            </a:xfrm>
            <a:custGeom>
              <a:rect b="b" l="l" r="r" t="t"/>
              <a:pathLst>
                <a:path extrusionOk="0" h="45" w="105">
                  <a:moveTo>
                    <a:pt x="105" y="0"/>
                  </a:moveTo>
                  <a:lnTo>
                    <a:pt x="3" y="2"/>
                  </a:lnTo>
                  <a:lnTo>
                    <a:pt x="0" y="45"/>
                  </a:lnTo>
                  <a:lnTo>
                    <a:pt x="102" y="45"/>
                  </a:lnTo>
                  <a:lnTo>
                    <a:pt x="105" y="0"/>
                  </a:lnTo>
                  <a:close/>
                </a:path>
              </a:pathLst>
            </a:custGeom>
            <a:solidFill>
              <a:srgbClr val="91494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06" name="Google Shape;806;p28"/>
            <p:cNvSpPr/>
            <p:nvPr/>
          </p:nvSpPr>
          <p:spPr>
            <a:xfrm>
              <a:off x="7323138" y="5992813"/>
              <a:ext cx="166688" cy="71438"/>
            </a:xfrm>
            <a:custGeom>
              <a:rect b="b" l="l" r="r" t="t"/>
              <a:pathLst>
                <a:path extrusionOk="0" h="45" w="105">
                  <a:moveTo>
                    <a:pt x="105" y="0"/>
                  </a:moveTo>
                  <a:lnTo>
                    <a:pt x="3" y="2"/>
                  </a:lnTo>
                  <a:lnTo>
                    <a:pt x="0" y="45"/>
                  </a:lnTo>
                  <a:lnTo>
                    <a:pt x="102" y="45"/>
                  </a:lnTo>
                  <a:lnTo>
                    <a:pt x="105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07" name="Google Shape;807;p28"/>
            <p:cNvSpPr/>
            <p:nvPr/>
          </p:nvSpPr>
          <p:spPr>
            <a:xfrm>
              <a:off x="5919788" y="3992563"/>
              <a:ext cx="1841500" cy="2003425"/>
            </a:xfrm>
            <a:custGeom>
              <a:rect b="b" l="l" r="r" t="t"/>
              <a:pathLst>
                <a:path extrusionOk="0" h="471" w="433">
                  <a:moveTo>
                    <a:pt x="143" y="5"/>
                  </a:moveTo>
                  <a:cubicBezTo>
                    <a:pt x="143" y="5"/>
                    <a:pt x="433" y="49"/>
                    <a:pt x="428" y="116"/>
                  </a:cubicBezTo>
                  <a:cubicBezTo>
                    <a:pt x="420" y="236"/>
                    <a:pt x="379" y="470"/>
                    <a:pt x="379" y="470"/>
                  </a:cubicBezTo>
                  <a:cubicBezTo>
                    <a:pt x="322" y="471"/>
                    <a:pt x="322" y="471"/>
                    <a:pt x="322" y="471"/>
                  </a:cubicBezTo>
                  <a:cubicBezTo>
                    <a:pt x="322" y="471"/>
                    <a:pt x="309" y="230"/>
                    <a:pt x="330" y="143"/>
                  </a:cubicBezTo>
                  <a:cubicBezTo>
                    <a:pt x="259" y="143"/>
                    <a:pt x="58" y="140"/>
                    <a:pt x="31" y="104"/>
                  </a:cubicBezTo>
                  <a:cubicBezTo>
                    <a:pt x="0" y="63"/>
                    <a:pt x="32" y="0"/>
                    <a:pt x="32" y="0"/>
                  </a:cubicBezTo>
                  <a:cubicBezTo>
                    <a:pt x="143" y="5"/>
                    <a:pt x="143" y="5"/>
                    <a:pt x="143" y="5"/>
                  </a:cubicBezTo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08" name="Google Shape;808;p28"/>
            <p:cNvSpPr/>
            <p:nvPr/>
          </p:nvSpPr>
          <p:spPr>
            <a:xfrm>
              <a:off x="7246938" y="5856288"/>
              <a:ext cx="322263" cy="157163"/>
            </a:xfrm>
            <a:custGeom>
              <a:rect b="b" l="l" r="r" t="t"/>
              <a:pathLst>
                <a:path extrusionOk="0" h="99" w="203">
                  <a:moveTo>
                    <a:pt x="11" y="99"/>
                  </a:moveTo>
                  <a:lnTo>
                    <a:pt x="195" y="96"/>
                  </a:lnTo>
                  <a:lnTo>
                    <a:pt x="203" y="0"/>
                  </a:lnTo>
                  <a:lnTo>
                    <a:pt x="0" y="8"/>
                  </a:lnTo>
                  <a:lnTo>
                    <a:pt x="11" y="99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09" name="Google Shape;809;p28"/>
            <p:cNvSpPr/>
            <p:nvPr/>
          </p:nvSpPr>
          <p:spPr>
            <a:xfrm>
              <a:off x="6000750" y="2690813"/>
              <a:ext cx="904875" cy="1339850"/>
            </a:xfrm>
            <a:custGeom>
              <a:rect b="b" l="l" r="r" t="t"/>
              <a:pathLst>
                <a:path extrusionOk="0" h="315" w="213">
                  <a:moveTo>
                    <a:pt x="175" y="5"/>
                  </a:moveTo>
                  <a:cubicBezTo>
                    <a:pt x="152" y="0"/>
                    <a:pt x="47" y="2"/>
                    <a:pt x="47" y="2"/>
                  </a:cubicBezTo>
                  <a:cubicBezTo>
                    <a:pt x="25" y="1"/>
                    <a:pt x="6" y="17"/>
                    <a:pt x="4" y="39"/>
                  </a:cubicBezTo>
                  <a:cubicBezTo>
                    <a:pt x="0" y="71"/>
                    <a:pt x="21" y="144"/>
                    <a:pt x="21" y="181"/>
                  </a:cubicBezTo>
                  <a:cubicBezTo>
                    <a:pt x="22" y="226"/>
                    <a:pt x="13" y="245"/>
                    <a:pt x="13" y="306"/>
                  </a:cubicBezTo>
                  <a:cubicBezTo>
                    <a:pt x="213" y="315"/>
                    <a:pt x="213" y="315"/>
                    <a:pt x="213" y="315"/>
                  </a:cubicBezTo>
                  <a:cubicBezTo>
                    <a:pt x="213" y="192"/>
                    <a:pt x="208" y="90"/>
                    <a:pt x="203" y="41"/>
                  </a:cubicBezTo>
                  <a:cubicBezTo>
                    <a:pt x="201" y="24"/>
                    <a:pt x="198" y="10"/>
                    <a:pt x="175" y="5"/>
                  </a:cubicBezTo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10" name="Google Shape;810;p28"/>
            <p:cNvSpPr/>
            <p:nvPr/>
          </p:nvSpPr>
          <p:spPr>
            <a:xfrm>
              <a:off x="6013450" y="2698751"/>
              <a:ext cx="892175" cy="1331913"/>
            </a:xfrm>
            <a:custGeom>
              <a:rect b="b" l="l" r="r" t="t"/>
              <a:pathLst>
                <a:path extrusionOk="0" h="313" w="210">
                  <a:moveTo>
                    <a:pt x="76" y="0"/>
                  </a:moveTo>
                  <a:cubicBezTo>
                    <a:pt x="57" y="0"/>
                    <a:pt x="44" y="0"/>
                    <a:pt x="44" y="0"/>
                  </a:cubicBezTo>
                  <a:cubicBezTo>
                    <a:pt x="43" y="0"/>
                    <a:pt x="43" y="0"/>
                    <a:pt x="42" y="0"/>
                  </a:cubicBezTo>
                  <a:cubicBezTo>
                    <a:pt x="21" y="0"/>
                    <a:pt x="3" y="16"/>
                    <a:pt x="1" y="37"/>
                  </a:cubicBezTo>
                  <a:cubicBezTo>
                    <a:pt x="0" y="40"/>
                    <a:pt x="0" y="42"/>
                    <a:pt x="0" y="46"/>
                  </a:cubicBezTo>
                  <a:cubicBezTo>
                    <a:pt x="0" y="81"/>
                    <a:pt x="18" y="145"/>
                    <a:pt x="18" y="179"/>
                  </a:cubicBezTo>
                  <a:cubicBezTo>
                    <a:pt x="18" y="181"/>
                    <a:pt x="18" y="183"/>
                    <a:pt x="18" y="185"/>
                  </a:cubicBezTo>
                  <a:cubicBezTo>
                    <a:pt x="18" y="226"/>
                    <a:pt x="10" y="245"/>
                    <a:pt x="10" y="304"/>
                  </a:cubicBezTo>
                  <a:cubicBezTo>
                    <a:pt x="210" y="313"/>
                    <a:pt x="210" y="313"/>
                    <a:pt x="210" y="313"/>
                  </a:cubicBezTo>
                  <a:cubicBezTo>
                    <a:pt x="210" y="307"/>
                    <a:pt x="210" y="301"/>
                    <a:pt x="210" y="295"/>
                  </a:cubicBezTo>
                  <a:cubicBezTo>
                    <a:pt x="210" y="295"/>
                    <a:pt x="210" y="295"/>
                    <a:pt x="210" y="295"/>
                  </a:cubicBezTo>
                  <a:cubicBezTo>
                    <a:pt x="210" y="284"/>
                    <a:pt x="210" y="273"/>
                    <a:pt x="210" y="262"/>
                  </a:cubicBezTo>
                  <a:cubicBezTo>
                    <a:pt x="210" y="253"/>
                    <a:pt x="210" y="244"/>
                    <a:pt x="210" y="235"/>
                  </a:cubicBezTo>
                  <a:cubicBezTo>
                    <a:pt x="208" y="148"/>
                    <a:pt x="204" y="77"/>
                    <a:pt x="200" y="39"/>
                  </a:cubicBezTo>
                  <a:cubicBezTo>
                    <a:pt x="198" y="22"/>
                    <a:pt x="195" y="8"/>
                    <a:pt x="172" y="3"/>
                  </a:cubicBezTo>
                  <a:cubicBezTo>
                    <a:pt x="157" y="0"/>
                    <a:pt x="109" y="0"/>
                    <a:pt x="76" y="0"/>
                  </a:cubicBezTo>
                </a:path>
              </a:pathLst>
            </a:custGeom>
            <a:solidFill>
              <a:srgbClr val="7AA3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11" name="Google Shape;811;p28"/>
            <p:cNvSpPr/>
            <p:nvPr/>
          </p:nvSpPr>
          <p:spPr>
            <a:xfrm>
              <a:off x="6629400" y="2878138"/>
              <a:ext cx="804863" cy="858838"/>
            </a:xfrm>
            <a:custGeom>
              <a:rect b="b" l="l" r="r" t="t"/>
              <a:pathLst>
                <a:path extrusionOk="0" h="202" w="189">
                  <a:moveTo>
                    <a:pt x="54" y="0"/>
                  </a:moveTo>
                  <a:cubicBezTo>
                    <a:pt x="61" y="21"/>
                    <a:pt x="67" y="44"/>
                    <a:pt x="74" y="65"/>
                  </a:cubicBezTo>
                  <a:cubicBezTo>
                    <a:pt x="80" y="87"/>
                    <a:pt x="87" y="109"/>
                    <a:pt x="94" y="129"/>
                  </a:cubicBezTo>
                  <a:cubicBezTo>
                    <a:pt x="96" y="135"/>
                    <a:pt x="98" y="139"/>
                    <a:pt x="100" y="144"/>
                  </a:cubicBezTo>
                  <a:cubicBezTo>
                    <a:pt x="103" y="152"/>
                    <a:pt x="103" y="152"/>
                    <a:pt x="103" y="152"/>
                  </a:cubicBezTo>
                  <a:cubicBezTo>
                    <a:pt x="104" y="152"/>
                    <a:pt x="104" y="152"/>
                    <a:pt x="104" y="152"/>
                  </a:cubicBezTo>
                  <a:cubicBezTo>
                    <a:pt x="104" y="153"/>
                    <a:pt x="104" y="153"/>
                    <a:pt x="104" y="153"/>
                  </a:cubicBezTo>
                  <a:cubicBezTo>
                    <a:pt x="104" y="153"/>
                    <a:pt x="104" y="153"/>
                    <a:pt x="104" y="153"/>
                  </a:cubicBezTo>
                  <a:cubicBezTo>
                    <a:pt x="104" y="153"/>
                    <a:pt x="104" y="153"/>
                    <a:pt x="104" y="153"/>
                  </a:cubicBezTo>
                  <a:cubicBezTo>
                    <a:pt x="104" y="153"/>
                    <a:pt x="104" y="153"/>
                    <a:pt x="104" y="153"/>
                  </a:cubicBezTo>
                  <a:cubicBezTo>
                    <a:pt x="103" y="151"/>
                    <a:pt x="102" y="150"/>
                    <a:pt x="101" y="150"/>
                  </a:cubicBezTo>
                  <a:cubicBezTo>
                    <a:pt x="100" y="148"/>
                    <a:pt x="99" y="148"/>
                    <a:pt x="99" y="148"/>
                  </a:cubicBezTo>
                  <a:cubicBezTo>
                    <a:pt x="99" y="148"/>
                    <a:pt x="100" y="149"/>
                    <a:pt x="102" y="150"/>
                  </a:cubicBezTo>
                  <a:cubicBezTo>
                    <a:pt x="104" y="151"/>
                    <a:pt x="106" y="152"/>
                    <a:pt x="108" y="152"/>
                  </a:cubicBezTo>
                  <a:cubicBezTo>
                    <a:pt x="113" y="154"/>
                    <a:pt x="118" y="155"/>
                    <a:pt x="123" y="157"/>
                  </a:cubicBezTo>
                  <a:cubicBezTo>
                    <a:pt x="144" y="162"/>
                    <a:pt x="167" y="166"/>
                    <a:pt x="189" y="171"/>
                  </a:cubicBezTo>
                  <a:cubicBezTo>
                    <a:pt x="188" y="199"/>
                    <a:pt x="188" y="199"/>
                    <a:pt x="188" y="199"/>
                  </a:cubicBezTo>
                  <a:cubicBezTo>
                    <a:pt x="176" y="200"/>
                    <a:pt x="164" y="201"/>
                    <a:pt x="152" y="202"/>
                  </a:cubicBezTo>
                  <a:cubicBezTo>
                    <a:pt x="140" y="202"/>
                    <a:pt x="128" y="202"/>
                    <a:pt x="116" y="201"/>
                  </a:cubicBezTo>
                  <a:cubicBezTo>
                    <a:pt x="110" y="200"/>
                    <a:pt x="103" y="200"/>
                    <a:pt x="97" y="198"/>
                  </a:cubicBezTo>
                  <a:cubicBezTo>
                    <a:pt x="93" y="198"/>
                    <a:pt x="90" y="197"/>
                    <a:pt x="86" y="196"/>
                  </a:cubicBezTo>
                  <a:cubicBezTo>
                    <a:pt x="82" y="195"/>
                    <a:pt x="78" y="193"/>
                    <a:pt x="73" y="191"/>
                  </a:cubicBezTo>
                  <a:cubicBezTo>
                    <a:pt x="71" y="189"/>
                    <a:pt x="68" y="187"/>
                    <a:pt x="64" y="184"/>
                  </a:cubicBezTo>
                  <a:cubicBezTo>
                    <a:pt x="63" y="182"/>
                    <a:pt x="61" y="180"/>
                    <a:pt x="59" y="177"/>
                  </a:cubicBezTo>
                  <a:cubicBezTo>
                    <a:pt x="58" y="174"/>
                    <a:pt x="58" y="174"/>
                    <a:pt x="58" y="174"/>
                  </a:cubicBezTo>
                  <a:cubicBezTo>
                    <a:pt x="53" y="166"/>
                    <a:pt x="53" y="166"/>
                    <a:pt x="53" y="166"/>
                  </a:cubicBezTo>
                  <a:cubicBezTo>
                    <a:pt x="51" y="160"/>
                    <a:pt x="48" y="155"/>
                    <a:pt x="46" y="149"/>
                  </a:cubicBezTo>
                  <a:cubicBezTo>
                    <a:pt x="41" y="138"/>
                    <a:pt x="36" y="127"/>
                    <a:pt x="32" y="116"/>
                  </a:cubicBezTo>
                  <a:cubicBezTo>
                    <a:pt x="28" y="104"/>
                    <a:pt x="24" y="93"/>
                    <a:pt x="20" y="82"/>
                  </a:cubicBezTo>
                  <a:cubicBezTo>
                    <a:pt x="13" y="60"/>
                    <a:pt x="6" y="37"/>
                    <a:pt x="0" y="14"/>
                  </a:cubicBezTo>
                  <a:lnTo>
                    <a:pt x="54" y="0"/>
                  </a:ln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12" name="Google Shape;812;p28"/>
            <p:cNvSpPr/>
            <p:nvPr/>
          </p:nvSpPr>
          <p:spPr>
            <a:xfrm>
              <a:off x="6497638" y="2665413"/>
              <a:ext cx="514350" cy="630238"/>
            </a:xfrm>
            <a:custGeom>
              <a:rect b="b" l="l" r="r" t="t"/>
              <a:pathLst>
                <a:path extrusionOk="0" h="148" w="121">
                  <a:moveTo>
                    <a:pt x="28" y="27"/>
                  </a:moveTo>
                  <a:cubicBezTo>
                    <a:pt x="56" y="0"/>
                    <a:pt x="91" y="15"/>
                    <a:pt x="106" y="65"/>
                  </a:cubicBezTo>
                  <a:cubicBezTo>
                    <a:pt x="121" y="116"/>
                    <a:pt x="118" y="120"/>
                    <a:pt x="118" y="120"/>
                  </a:cubicBezTo>
                  <a:cubicBezTo>
                    <a:pt x="45" y="148"/>
                    <a:pt x="45" y="148"/>
                    <a:pt x="45" y="148"/>
                  </a:cubicBezTo>
                  <a:cubicBezTo>
                    <a:pt x="27" y="100"/>
                    <a:pt x="0" y="56"/>
                    <a:pt x="28" y="27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13" name="Google Shape;813;p28"/>
            <p:cNvSpPr/>
            <p:nvPr/>
          </p:nvSpPr>
          <p:spPr>
            <a:xfrm>
              <a:off x="7348538" y="3559176"/>
              <a:ext cx="280988" cy="207963"/>
            </a:xfrm>
            <a:custGeom>
              <a:rect b="b" l="l" r="r" t="t"/>
              <a:pathLst>
                <a:path extrusionOk="0" h="49" w="66">
                  <a:moveTo>
                    <a:pt x="39" y="0"/>
                  </a:moveTo>
                  <a:cubicBezTo>
                    <a:pt x="34" y="0"/>
                    <a:pt x="34" y="0"/>
                    <a:pt x="34" y="0"/>
                  </a:cubicBezTo>
                  <a:cubicBezTo>
                    <a:pt x="17" y="0"/>
                    <a:pt x="14" y="4"/>
                    <a:pt x="4" y="14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27" y="49"/>
                    <a:pt x="41" y="33"/>
                    <a:pt x="41" y="33"/>
                  </a:cubicBezTo>
                  <a:cubicBezTo>
                    <a:pt x="66" y="33"/>
                    <a:pt x="66" y="33"/>
                    <a:pt x="66" y="33"/>
                  </a:cubicBezTo>
                  <a:cubicBezTo>
                    <a:pt x="58" y="13"/>
                    <a:pt x="58" y="13"/>
                    <a:pt x="58" y="13"/>
                  </a:cubicBezTo>
                  <a:cubicBezTo>
                    <a:pt x="54" y="6"/>
                    <a:pt x="47" y="1"/>
                    <a:pt x="39" y="0"/>
                  </a:cubicBez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14" name="Google Shape;814;p28"/>
            <p:cNvSpPr/>
            <p:nvPr/>
          </p:nvSpPr>
          <p:spPr>
            <a:xfrm>
              <a:off x="6046788" y="4503738"/>
              <a:ext cx="1177925" cy="157163"/>
            </a:xfrm>
            <a:custGeom>
              <a:rect b="b" l="l" r="r" t="t"/>
              <a:pathLst>
                <a:path extrusionOk="0" h="37" w="277">
                  <a:moveTo>
                    <a:pt x="10" y="37"/>
                  </a:moveTo>
                  <a:cubicBezTo>
                    <a:pt x="267" y="37"/>
                    <a:pt x="267" y="37"/>
                    <a:pt x="267" y="37"/>
                  </a:cubicBezTo>
                  <a:cubicBezTo>
                    <a:pt x="272" y="37"/>
                    <a:pt x="277" y="33"/>
                    <a:pt x="277" y="27"/>
                  </a:cubicBezTo>
                  <a:cubicBezTo>
                    <a:pt x="277" y="11"/>
                    <a:pt x="277" y="11"/>
                    <a:pt x="277" y="11"/>
                  </a:cubicBezTo>
                  <a:cubicBezTo>
                    <a:pt x="277" y="5"/>
                    <a:pt x="272" y="0"/>
                    <a:pt x="267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33"/>
                    <a:pt x="5" y="37"/>
                    <a:pt x="10" y="37"/>
                  </a:cubicBezTo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15" name="Google Shape;815;p28"/>
            <p:cNvSpPr/>
            <p:nvPr/>
          </p:nvSpPr>
          <p:spPr>
            <a:xfrm>
              <a:off x="6046788" y="4660901"/>
              <a:ext cx="123825" cy="1747838"/>
            </a:xfrm>
            <a:custGeom>
              <a:rect b="b" l="l" r="r" t="t"/>
              <a:pathLst>
                <a:path extrusionOk="0" h="1101" w="78">
                  <a:moveTo>
                    <a:pt x="32" y="1101"/>
                  </a:moveTo>
                  <a:lnTo>
                    <a:pt x="0" y="1101"/>
                  </a:lnTo>
                  <a:lnTo>
                    <a:pt x="35" y="0"/>
                  </a:lnTo>
                  <a:lnTo>
                    <a:pt x="78" y="0"/>
                  </a:lnTo>
                  <a:lnTo>
                    <a:pt x="32" y="110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16" name="Google Shape;816;p28"/>
            <p:cNvSpPr/>
            <p:nvPr/>
          </p:nvSpPr>
          <p:spPr>
            <a:xfrm>
              <a:off x="6046788" y="4660901"/>
              <a:ext cx="123825" cy="1747838"/>
            </a:xfrm>
            <a:custGeom>
              <a:rect b="b" l="l" r="r" t="t"/>
              <a:pathLst>
                <a:path extrusionOk="0" h="1101" w="78">
                  <a:moveTo>
                    <a:pt x="32" y="1101"/>
                  </a:moveTo>
                  <a:lnTo>
                    <a:pt x="0" y="1101"/>
                  </a:lnTo>
                  <a:lnTo>
                    <a:pt x="35" y="0"/>
                  </a:lnTo>
                  <a:lnTo>
                    <a:pt x="78" y="0"/>
                  </a:lnTo>
                  <a:lnTo>
                    <a:pt x="32" y="110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17" name="Google Shape;817;p28"/>
            <p:cNvSpPr/>
            <p:nvPr/>
          </p:nvSpPr>
          <p:spPr>
            <a:xfrm>
              <a:off x="6467475" y="4660901"/>
              <a:ext cx="119063" cy="1747838"/>
            </a:xfrm>
            <a:custGeom>
              <a:rect b="b" l="l" r="r" t="t"/>
              <a:pathLst>
                <a:path extrusionOk="0" h="1101" w="75">
                  <a:moveTo>
                    <a:pt x="46" y="1101"/>
                  </a:moveTo>
                  <a:lnTo>
                    <a:pt x="75" y="1101"/>
                  </a:lnTo>
                  <a:lnTo>
                    <a:pt x="41" y="0"/>
                  </a:lnTo>
                  <a:lnTo>
                    <a:pt x="0" y="0"/>
                  </a:lnTo>
                  <a:lnTo>
                    <a:pt x="46" y="110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18" name="Google Shape;818;p28"/>
            <p:cNvSpPr/>
            <p:nvPr/>
          </p:nvSpPr>
          <p:spPr>
            <a:xfrm>
              <a:off x="6467475" y="4660901"/>
              <a:ext cx="119063" cy="1747838"/>
            </a:xfrm>
            <a:custGeom>
              <a:rect b="b" l="l" r="r" t="t"/>
              <a:pathLst>
                <a:path extrusionOk="0" h="1101" w="75">
                  <a:moveTo>
                    <a:pt x="46" y="1101"/>
                  </a:moveTo>
                  <a:lnTo>
                    <a:pt x="75" y="1101"/>
                  </a:lnTo>
                  <a:lnTo>
                    <a:pt x="41" y="0"/>
                  </a:lnTo>
                  <a:lnTo>
                    <a:pt x="0" y="0"/>
                  </a:lnTo>
                  <a:lnTo>
                    <a:pt x="46" y="110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19" name="Google Shape;819;p28"/>
            <p:cNvSpPr/>
            <p:nvPr/>
          </p:nvSpPr>
          <p:spPr>
            <a:xfrm>
              <a:off x="6684963" y="4660901"/>
              <a:ext cx="123825" cy="1747838"/>
            </a:xfrm>
            <a:custGeom>
              <a:rect b="b" l="l" r="r" t="t"/>
              <a:pathLst>
                <a:path extrusionOk="0" h="1101" w="78">
                  <a:moveTo>
                    <a:pt x="30" y="1101"/>
                  </a:moveTo>
                  <a:lnTo>
                    <a:pt x="0" y="1101"/>
                  </a:lnTo>
                  <a:lnTo>
                    <a:pt x="35" y="0"/>
                  </a:lnTo>
                  <a:lnTo>
                    <a:pt x="78" y="0"/>
                  </a:lnTo>
                  <a:lnTo>
                    <a:pt x="30" y="110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20" name="Google Shape;820;p28"/>
            <p:cNvSpPr/>
            <p:nvPr/>
          </p:nvSpPr>
          <p:spPr>
            <a:xfrm>
              <a:off x="6684963" y="4660901"/>
              <a:ext cx="123825" cy="1747838"/>
            </a:xfrm>
            <a:custGeom>
              <a:rect b="b" l="l" r="r" t="t"/>
              <a:pathLst>
                <a:path extrusionOk="0" h="1101" w="78">
                  <a:moveTo>
                    <a:pt x="30" y="1101"/>
                  </a:moveTo>
                  <a:lnTo>
                    <a:pt x="0" y="1101"/>
                  </a:lnTo>
                  <a:lnTo>
                    <a:pt x="35" y="0"/>
                  </a:lnTo>
                  <a:lnTo>
                    <a:pt x="78" y="0"/>
                  </a:lnTo>
                  <a:lnTo>
                    <a:pt x="30" y="110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21" name="Google Shape;821;p28"/>
            <p:cNvSpPr/>
            <p:nvPr/>
          </p:nvSpPr>
          <p:spPr>
            <a:xfrm>
              <a:off x="6804025" y="4660901"/>
              <a:ext cx="4763" cy="68263"/>
            </a:xfrm>
            <a:custGeom>
              <a:rect b="b" l="l" r="r" t="t"/>
              <a:pathLst>
                <a:path extrusionOk="0" h="43" w="3">
                  <a:moveTo>
                    <a:pt x="3" y="0"/>
                  </a:moveTo>
                  <a:lnTo>
                    <a:pt x="0" y="0"/>
                  </a:lnTo>
                  <a:lnTo>
                    <a:pt x="0" y="43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8CB0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22" name="Google Shape;822;p28"/>
            <p:cNvSpPr/>
            <p:nvPr/>
          </p:nvSpPr>
          <p:spPr>
            <a:xfrm>
              <a:off x="6804025" y="4660901"/>
              <a:ext cx="4763" cy="68263"/>
            </a:xfrm>
            <a:custGeom>
              <a:rect b="b" l="l" r="r" t="t"/>
              <a:pathLst>
                <a:path extrusionOk="0" h="43" w="3">
                  <a:moveTo>
                    <a:pt x="3" y="0"/>
                  </a:moveTo>
                  <a:lnTo>
                    <a:pt x="0" y="0"/>
                  </a:lnTo>
                  <a:lnTo>
                    <a:pt x="0" y="43"/>
                  </a:lnTo>
                  <a:lnTo>
                    <a:pt x="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23" name="Google Shape;823;p28"/>
            <p:cNvSpPr/>
            <p:nvPr/>
          </p:nvSpPr>
          <p:spPr>
            <a:xfrm>
              <a:off x="7102475" y="4660901"/>
              <a:ext cx="122238" cy="1747838"/>
            </a:xfrm>
            <a:custGeom>
              <a:rect b="b" l="l" r="r" t="t"/>
              <a:pathLst>
                <a:path extrusionOk="0" h="1101" w="77">
                  <a:moveTo>
                    <a:pt x="48" y="1101"/>
                  </a:moveTo>
                  <a:lnTo>
                    <a:pt x="77" y="1101"/>
                  </a:lnTo>
                  <a:lnTo>
                    <a:pt x="43" y="0"/>
                  </a:lnTo>
                  <a:lnTo>
                    <a:pt x="0" y="0"/>
                  </a:lnTo>
                  <a:lnTo>
                    <a:pt x="48" y="110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24" name="Google Shape;824;p28"/>
            <p:cNvSpPr/>
            <p:nvPr/>
          </p:nvSpPr>
          <p:spPr>
            <a:xfrm>
              <a:off x="7102475" y="4660901"/>
              <a:ext cx="122238" cy="1747838"/>
            </a:xfrm>
            <a:custGeom>
              <a:rect b="b" l="l" r="r" t="t"/>
              <a:pathLst>
                <a:path extrusionOk="0" h="1101" w="77">
                  <a:moveTo>
                    <a:pt x="48" y="1101"/>
                  </a:moveTo>
                  <a:lnTo>
                    <a:pt x="77" y="1101"/>
                  </a:lnTo>
                  <a:lnTo>
                    <a:pt x="43" y="0"/>
                  </a:lnTo>
                  <a:lnTo>
                    <a:pt x="0" y="0"/>
                  </a:lnTo>
                  <a:lnTo>
                    <a:pt x="48" y="110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25" name="Google Shape;825;p28"/>
            <p:cNvSpPr/>
            <p:nvPr/>
          </p:nvSpPr>
          <p:spPr>
            <a:xfrm>
              <a:off x="7105650" y="4737101"/>
              <a:ext cx="119063" cy="1671638"/>
            </a:xfrm>
            <a:custGeom>
              <a:rect b="b" l="l" r="r" t="t"/>
              <a:pathLst>
                <a:path extrusionOk="0" h="1053" w="75">
                  <a:moveTo>
                    <a:pt x="41" y="0"/>
                  </a:moveTo>
                  <a:lnTo>
                    <a:pt x="0" y="0"/>
                  </a:lnTo>
                  <a:lnTo>
                    <a:pt x="46" y="1053"/>
                  </a:lnTo>
                  <a:lnTo>
                    <a:pt x="75" y="1053"/>
                  </a:lnTo>
                  <a:lnTo>
                    <a:pt x="4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26" name="Google Shape;826;p28"/>
            <p:cNvSpPr/>
            <p:nvPr/>
          </p:nvSpPr>
          <p:spPr>
            <a:xfrm>
              <a:off x="6102350" y="4660901"/>
              <a:ext cx="68263" cy="76200"/>
            </a:xfrm>
            <a:custGeom>
              <a:rect b="b" l="l" r="r" t="t"/>
              <a:pathLst>
                <a:path extrusionOk="0" h="48" w="43">
                  <a:moveTo>
                    <a:pt x="0" y="0"/>
                  </a:move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0" y="0"/>
                  </a:lnTo>
                  <a:close/>
                  <a:moveTo>
                    <a:pt x="43" y="0"/>
                  </a:moveTo>
                  <a:lnTo>
                    <a:pt x="43" y="0"/>
                  </a:lnTo>
                  <a:lnTo>
                    <a:pt x="40" y="48"/>
                  </a:lnTo>
                  <a:lnTo>
                    <a:pt x="40" y="48"/>
                  </a:lnTo>
                  <a:lnTo>
                    <a:pt x="43" y="0"/>
                  </a:lnTo>
                  <a:close/>
                </a:path>
              </a:pathLst>
            </a:custGeom>
            <a:solidFill>
              <a:srgbClr val="C5D7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27" name="Google Shape;827;p28"/>
            <p:cNvSpPr/>
            <p:nvPr/>
          </p:nvSpPr>
          <p:spPr>
            <a:xfrm>
              <a:off x="6102350" y="4660901"/>
              <a:ext cx="68263" cy="76200"/>
            </a:xfrm>
            <a:custGeom>
              <a:rect b="b" l="l" r="r" t="t"/>
              <a:pathLst>
                <a:path extrusionOk="0" h="48" w="43">
                  <a:moveTo>
                    <a:pt x="0" y="0"/>
                  </a:move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0" y="0"/>
                  </a:lnTo>
                  <a:moveTo>
                    <a:pt x="43" y="0"/>
                  </a:moveTo>
                  <a:lnTo>
                    <a:pt x="43" y="0"/>
                  </a:lnTo>
                  <a:lnTo>
                    <a:pt x="40" y="48"/>
                  </a:lnTo>
                  <a:lnTo>
                    <a:pt x="40" y="48"/>
                  </a:lnTo>
                  <a:lnTo>
                    <a:pt x="4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28" name="Google Shape;828;p28"/>
            <p:cNvSpPr/>
            <p:nvPr/>
          </p:nvSpPr>
          <p:spPr>
            <a:xfrm>
              <a:off x="6102350" y="4660901"/>
              <a:ext cx="68263" cy="0"/>
            </a:xfrm>
            <a:custGeom>
              <a:rect b="b" l="l" r="r" t="t"/>
              <a:pathLst>
                <a:path extrusionOk="0" h="120000" w="43">
                  <a:moveTo>
                    <a:pt x="43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43" y="0"/>
                  </a:lnTo>
                  <a:lnTo>
                    <a:pt x="43" y="0"/>
                  </a:lnTo>
                  <a:lnTo>
                    <a:pt x="43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29" name="Google Shape;829;p28"/>
            <p:cNvSpPr/>
            <p:nvPr/>
          </p:nvSpPr>
          <p:spPr>
            <a:xfrm>
              <a:off x="6102350" y="4660901"/>
              <a:ext cx="68263" cy="0"/>
            </a:xfrm>
            <a:custGeom>
              <a:rect b="b" l="l" r="r" t="t"/>
              <a:pathLst>
                <a:path extrusionOk="0" h="120000" w="43">
                  <a:moveTo>
                    <a:pt x="43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43" y="0"/>
                  </a:lnTo>
                  <a:lnTo>
                    <a:pt x="43" y="0"/>
                  </a:lnTo>
                  <a:lnTo>
                    <a:pt x="4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30" name="Google Shape;830;p28"/>
            <p:cNvSpPr/>
            <p:nvPr/>
          </p:nvSpPr>
          <p:spPr>
            <a:xfrm>
              <a:off x="6102350" y="4660901"/>
              <a:ext cx="68263" cy="76200"/>
            </a:xfrm>
            <a:custGeom>
              <a:rect b="b" l="l" r="r" t="t"/>
              <a:pathLst>
                <a:path extrusionOk="0" h="48" w="43">
                  <a:moveTo>
                    <a:pt x="43" y="0"/>
                  </a:moveTo>
                  <a:lnTo>
                    <a:pt x="0" y="0"/>
                  </a:lnTo>
                  <a:lnTo>
                    <a:pt x="0" y="48"/>
                  </a:lnTo>
                  <a:lnTo>
                    <a:pt x="40" y="48"/>
                  </a:lnTo>
                  <a:lnTo>
                    <a:pt x="4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31" name="Google Shape;831;p28"/>
            <p:cNvSpPr/>
            <p:nvPr/>
          </p:nvSpPr>
          <p:spPr>
            <a:xfrm>
              <a:off x="6467475" y="4660901"/>
              <a:ext cx="68263" cy="76200"/>
            </a:xfrm>
            <a:custGeom>
              <a:rect b="b" l="l" r="r" t="t"/>
              <a:pathLst>
                <a:path extrusionOk="0" h="48" w="43">
                  <a:moveTo>
                    <a:pt x="0" y="45"/>
                  </a:moveTo>
                  <a:lnTo>
                    <a:pt x="0" y="48"/>
                  </a:lnTo>
                  <a:lnTo>
                    <a:pt x="0" y="45"/>
                  </a:lnTo>
                  <a:close/>
                  <a:moveTo>
                    <a:pt x="41" y="0"/>
                  </a:moveTo>
                  <a:lnTo>
                    <a:pt x="41" y="0"/>
                  </a:lnTo>
                  <a:lnTo>
                    <a:pt x="43" y="48"/>
                  </a:lnTo>
                  <a:lnTo>
                    <a:pt x="43" y="48"/>
                  </a:lnTo>
                  <a:lnTo>
                    <a:pt x="41" y="0"/>
                  </a:lnTo>
                  <a:close/>
                </a:path>
              </a:pathLst>
            </a:custGeom>
            <a:solidFill>
              <a:srgbClr val="C5D7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32" name="Google Shape;832;p28"/>
            <p:cNvSpPr/>
            <p:nvPr/>
          </p:nvSpPr>
          <p:spPr>
            <a:xfrm>
              <a:off x="6467475" y="4660901"/>
              <a:ext cx="68263" cy="76200"/>
            </a:xfrm>
            <a:custGeom>
              <a:rect b="b" l="l" r="r" t="t"/>
              <a:pathLst>
                <a:path extrusionOk="0" h="48" w="43">
                  <a:moveTo>
                    <a:pt x="0" y="45"/>
                  </a:moveTo>
                  <a:lnTo>
                    <a:pt x="0" y="48"/>
                  </a:lnTo>
                  <a:lnTo>
                    <a:pt x="0" y="45"/>
                  </a:lnTo>
                  <a:moveTo>
                    <a:pt x="41" y="0"/>
                  </a:moveTo>
                  <a:lnTo>
                    <a:pt x="41" y="0"/>
                  </a:lnTo>
                  <a:lnTo>
                    <a:pt x="43" y="48"/>
                  </a:lnTo>
                  <a:lnTo>
                    <a:pt x="43" y="48"/>
                  </a:lnTo>
                  <a:lnTo>
                    <a:pt x="4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33" name="Google Shape;833;p28"/>
            <p:cNvSpPr/>
            <p:nvPr/>
          </p:nvSpPr>
          <p:spPr>
            <a:xfrm>
              <a:off x="6467475" y="4660901"/>
              <a:ext cx="65088" cy="1588"/>
            </a:xfrm>
            <a:prstGeom prst="rect">
              <a:avLst/>
            </a:pr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34" name="Google Shape;834;p28"/>
            <p:cNvSpPr/>
            <p:nvPr/>
          </p:nvSpPr>
          <p:spPr>
            <a:xfrm>
              <a:off x="6467475" y="4660901"/>
              <a:ext cx="65088" cy="15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35" name="Google Shape;835;p28"/>
            <p:cNvSpPr/>
            <p:nvPr/>
          </p:nvSpPr>
          <p:spPr>
            <a:xfrm>
              <a:off x="6467475" y="4660901"/>
              <a:ext cx="68263" cy="76200"/>
            </a:xfrm>
            <a:custGeom>
              <a:rect b="b" l="l" r="r" t="t"/>
              <a:pathLst>
                <a:path extrusionOk="0" h="48" w="43">
                  <a:moveTo>
                    <a:pt x="41" y="0"/>
                  </a:moveTo>
                  <a:lnTo>
                    <a:pt x="0" y="0"/>
                  </a:lnTo>
                  <a:lnTo>
                    <a:pt x="0" y="45"/>
                  </a:lnTo>
                  <a:lnTo>
                    <a:pt x="0" y="48"/>
                  </a:lnTo>
                  <a:lnTo>
                    <a:pt x="43" y="48"/>
                  </a:lnTo>
                  <a:lnTo>
                    <a:pt x="4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36" name="Google Shape;836;p28"/>
            <p:cNvSpPr/>
            <p:nvPr/>
          </p:nvSpPr>
          <p:spPr>
            <a:xfrm>
              <a:off x="6740525" y="4660901"/>
              <a:ext cx="63500" cy="1588"/>
            </a:xfrm>
            <a:prstGeom prst="rect">
              <a:avLst/>
            </a:pr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37" name="Google Shape;837;p28"/>
            <p:cNvSpPr/>
            <p:nvPr/>
          </p:nvSpPr>
          <p:spPr>
            <a:xfrm>
              <a:off x="6740525" y="4660901"/>
              <a:ext cx="63500" cy="15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38" name="Google Shape;838;p28"/>
            <p:cNvSpPr/>
            <p:nvPr/>
          </p:nvSpPr>
          <p:spPr>
            <a:xfrm>
              <a:off x="6735763" y="4660901"/>
              <a:ext cx="68263" cy="76200"/>
            </a:xfrm>
            <a:custGeom>
              <a:rect b="b" l="l" r="r" t="t"/>
              <a:pathLst>
                <a:path extrusionOk="0" h="48" w="43">
                  <a:moveTo>
                    <a:pt x="43" y="0"/>
                  </a:moveTo>
                  <a:lnTo>
                    <a:pt x="3" y="0"/>
                  </a:lnTo>
                  <a:lnTo>
                    <a:pt x="0" y="48"/>
                  </a:lnTo>
                  <a:lnTo>
                    <a:pt x="43" y="48"/>
                  </a:lnTo>
                  <a:lnTo>
                    <a:pt x="43" y="43"/>
                  </a:lnTo>
                  <a:lnTo>
                    <a:pt x="4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39" name="Google Shape;839;p28"/>
            <p:cNvSpPr/>
            <p:nvPr/>
          </p:nvSpPr>
          <p:spPr>
            <a:xfrm>
              <a:off x="7102475" y="4660901"/>
              <a:ext cx="68263" cy="76200"/>
            </a:xfrm>
            <a:custGeom>
              <a:rect b="b" l="l" r="r" t="t"/>
              <a:pathLst>
                <a:path extrusionOk="0" h="48" w="43">
                  <a:moveTo>
                    <a:pt x="0" y="0"/>
                  </a:moveTo>
                  <a:lnTo>
                    <a:pt x="0" y="0"/>
                  </a:lnTo>
                  <a:lnTo>
                    <a:pt x="2" y="48"/>
                  </a:lnTo>
                  <a:lnTo>
                    <a:pt x="2" y="48"/>
                  </a:lnTo>
                  <a:lnTo>
                    <a:pt x="0" y="0"/>
                  </a:lnTo>
                  <a:close/>
                  <a:moveTo>
                    <a:pt x="43" y="0"/>
                  </a:moveTo>
                  <a:lnTo>
                    <a:pt x="43" y="0"/>
                  </a:lnTo>
                  <a:lnTo>
                    <a:pt x="43" y="48"/>
                  </a:lnTo>
                  <a:lnTo>
                    <a:pt x="43" y="48"/>
                  </a:lnTo>
                  <a:lnTo>
                    <a:pt x="43" y="0"/>
                  </a:lnTo>
                  <a:close/>
                </a:path>
              </a:pathLst>
            </a:custGeom>
            <a:solidFill>
              <a:srgbClr val="C5D7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40" name="Google Shape;840;p28"/>
            <p:cNvSpPr/>
            <p:nvPr/>
          </p:nvSpPr>
          <p:spPr>
            <a:xfrm>
              <a:off x="7102475" y="4660901"/>
              <a:ext cx="68263" cy="76200"/>
            </a:xfrm>
            <a:custGeom>
              <a:rect b="b" l="l" r="r" t="t"/>
              <a:pathLst>
                <a:path extrusionOk="0" h="48" w="43">
                  <a:moveTo>
                    <a:pt x="0" y="0"/>
                  </a:moveTo>
                  <a:lnTo>
                    <a:pt x="0" y="0"/>
                  </a:lnTo>
                  <a:lnTo>
                    <a:pt x="2" y="48"/>
                  </a:lnTo>
                  <a:lnTo>
                    <a:pt x="2" y="48"/>
                  </a:lnTo>
                  <a:lnTo>
                    <a:pt x="0" y="0"/>
                  </a:lnTo>
                  <a:moveTo>
                    <a:pt x="43" y="0"/>
                  </a:moveTo>
                  <a:lnTo>
                    <a:pt x="43" y="0"/>
                  </a:lnTo>
                  <a:lnTo>
                    <a:pt x="43" y="48"/>
                  </a:lnTo>
                  <a:lnTo>
                    <a:pt x="43" y="48"/>
                  </a:lnTo>
                  <a:lnTo>
                    <a:pt x="4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41" name="Google Shape;841;p28"/>
            <p:cNvSpPr/>
            <p:nvPr/>
          </p:nvSpPr>
          <p:spPr>
            <a:xfrm>
              <a:off x="7102475" y="4660901"/>
              <a:ext cx="68263" cy="0"/>
            </a:xfrm>
            <a:custGeom>
              <a:rect b="b" l="l" r="r" t="t"/>
              <a:pathLst>
                <a:path extrusionOk="0" h="120000" w="43">
                  <a:moveTo>
                    <a:pt x="43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43" y="0"/>
                  </a:lnTo>
                  <a:lnTo>
                    <a:pt x="43" y="0"/>
                  </a:lnTo>
                  <a:lnTo>
                    <a:pt x="43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42" name="Google Shape;842;p28"/>
            <p:cNvSpPr/>
            <p:nvPr/>
          </p:nvSpPr>
          <p:spPr>
            <a:xfrm>
              <a:off x="7102475" y="4660901"/>
              <a:ext cx="68263" cy="0"/>
            </a:xfrm>
            <a:custGeom>
              <a:rect b="b" l="l" r="r" t="t"/>
              <a:pathLst>
                <a:path extrusionOk="0" h="120000" w="43">
                  <a:moveTo>
                    <a:pt x="43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43" y="0"/>
                  </a:lnTo>
                  <a:lnTo>
                    <a:pt x="43" y="0"/>
                  </a:lnTo>
                  <a:lnTo>
                    <a:pt x="4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43" name="Google Shape;843;p28"/>
            <p:cNvSpPr/>
            <p:nvPr/>
          </p:nvSpPr>
          <p:spPr>
            <a:xfrm>
              <a:off x="7102475" y="4660901"/>
              <a:ext cx="68263" cy="76200"/>
            </a:xfrm>
            <a:custGeom>
              <a:rect b="b" l="l" r="r" t="t"/>
              <a:pathLst>
                <a:path extrusionOk="0" h="48" w="43">
                  <a:moveTo>
                    <a:pt x="43" y="0"/>
                  </a:moveTo>
                  <a:lnTo>
                    <a:pt x="0" y="0"/>
                  </a:lnTo>
                  <a:lnTo>
                    <a:pt x="2" y="48"/>
                  </a:lnTo>
                  <a:lnTo>
                    <a:pt x="43" y="48"/>
                  </a:lnTo>
                  <a:lnTo>
                    <a:pt x="4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44" name="Google Shape;844;p28"/>
            <p:cNvSpPr/>
            <p:nvPr/>
          </p:nvSpPr>
          <p:spPr>
            <a:xfrm>
              <a:off x="7527925" y="474663"/>
              <a:ext cx="3168650" cy="2051050"/>
            </a:xfrm>
            <a:custGeom>
              <a:rect b="b" l="l" r="r" t="t"/>
              <a:pathLst>
                <a:path extrusionOk="0" h="482" w="745">
                  <a:moveTo>
                    <a:pt x="678" y="482"/>
                  </a:moveTo>
                  <a:cubicBezTo>
                    <a:pt x="37" y="482"/>
                    <a:pt x="37" y="482"/>
                    <a:pt x="37" y="482"/>
                  </a:cubicBezTo>
                  <a:cubicBezTo>
                    <a:pt x="16" y="482"/>
                    <a:pt x="0" y="465"/>
                    <a:pt x="1" y="444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7" y="17"/>
                    <a:pt x="45" y="0"/>
                    <a:pt x="66" y="0"/>
                  </a:cubicBezTo>
                  <a:cubicBezTo>
                    <a:pt x="707" y="0"/>
                    <a:pt x="707" y="0"/>
                    <a:pt x="707" y="0"/>
                  </a:cubicBezTo>
                  <a:cubicBezTo>
                    <a:pt x="728" y="0"/>
                    <a:pt x="745" y="17"/>
                    <a:pt x="743" y="38"/>
                  </a:cubicBezTo>
                  <a:cubicBezTo>
                    <a:pt x="719" y="444"/>
                    <a:pt x="719" y="444"/>
                    <a:pt x="719" y="444"/>
                  </a:cubicBezTo>
                  <a:cubicBezTo>
                    <a:pt x="717" y="465"/>
                    <a:pt x="699" y="482"/>
                    <a:pt x="678" y="482"/>
                  </a:cubicBezTo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45" name="Google Shape;845;p28"/>
            <p:cNvSpPr/>
            <p:nvPr/>
          </p:nvSpPr>
          <p:spPr>
            <a:xfrm>
              <a:off x="8050213" y="2163763"/>
              <a:ext cx="995363" cy="858838"/>
            </a:xfrm>
            <a:custGeom>
              <a:rect b="b" l="l" r="r" t="t"/>
              <a:pathLst>
                <a:path extrusionOk="0" h="541" w="627">
                  <a:moveTo>
                    <a:pt x="0" y="0"/>
                  </a:moveTo>
                  <a:lnTo>
                    <a:pt x="158" y="541"/>
                  </a:lnTo>
                  <a:lnTo>
                    <a:pt x="62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46" name="Google Shape;846;p28"/>
            <p:cNvSpPr/>
            <p:nvPr/>
          </p:nvSpPr>
          <p:spPr>
            <a:xfrm>
              <a:off x="8050213" y="2163763"/>
              <a:ext cx="995363" cy="858838"/>
            </a:xfrm>
            <a:custGeom>
              <a:rect b="b" l="l" r="r" t="t"/>
              <a:pathLst>
                <a:path extrusionOk="0" h="541" w="627">
                  <a:moveTo>
                    <a:pt x="0" y="0"/>
                  </a:moveTo>
                  <a:lnTo>
                    <a:pt x="158" y="541"/>
                  </a:lnTo>
                  <a:lnTo>
                    <a:pt x="627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47" name="Google Shape;847;p28"/>
            <p:cNvSpPr/>
            <p:nvPr/>
          </p:nvSpPr>
          <p:spPr>
            <a:xfrm>
              <a:off x="8701088" y="682626"/>
              <a:ext cx="1736725" cy="1149350"/>
            </a:xfrm>
            <a:custGeom>
              <a:rect b="b" l="l" r="r" t="t"/>
              <a:pathLst>
                <a:path extrusionOk="0" h="270" w="408">
                  <a:moveTo>
                    <a:pt x="387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16" y="0"/>
                    <a:pt x="6" y="9"/>
                    <a:pt x="5" y="21"/>
                  </a:cubicBezTo>
                  <a:cubicBezTo>
                    <a:pt x="0" y="98"/>
                    <a:pt x="0" y="98"/>
                    <a:pt x="0" y="98"/>
                  </a:cubicBezTo>
                  <a:cubicBezTo>
                    <a:pt x="92" y="98"/>
                    <a:pt x="92" y="98"/>
                    <a:pt x="92" y="98"/>
                  </a:cubicBezTo>
                  <a:cubicBezTo>
                    <a:pt x="105" y="87"/>
                    <a:pt x="105" y="87"/>
                    <a:pt x="105" y="87"/>
                  </a:cubicBezTo>
                  <a:cubicBezTo>
                    <a:pt x="105" y="87"/>
                    <a:pt x="105" y="87"/>
                    <a:pt x="105" y="87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3" y="79"/>
                    <a:pt x="121" y="88"/>
                    <a:pt x="120" y="98"/>
                  </a:cubicBezTo>
                  <a:cubicBezTo>
                    <a:pt x="195" y="98"/>
                    <a:pt x="195" y="98"/>
                    <a:pt x="195" y="98"/>
                  </a:cubicBezTo>
                  <a:cubicBezTo>
                    <a:pt x="207" y="98"/>
                    <a:pt x="216" y="107"/>
                    <a:pt x="215" y="119"/>
                  </a:cubicBezTo>
                  <a:cubicBezTo>
                    <a:pt x="206" y="270"/>
                    <a:pt x="206" y="270"/>
                    <a:pt x="206" y="270"/>
                  </a:cubicBezTo>
                  <a:cubicBezTo>
                    <a:pt x="371" y="270"/>
                    <a:pt x="371" y="270"/>
                    <a:pt x="371" y="270"/>
                  </a:cubicBezTo>
                  <a:cubicBezTo>
                    <a:pt x="383" y="270"/>
                    <a:pt x="393" y="261"/>
                    <a:pt x="394" y="249"/>
                  </a:cubicBezTo>
                  <a:cubicBezTo>
                    <a:pt x="407" y="21"/>
                    <a:pt x="407" y="21"/>
                    <a:pt x="407" y="21"/>
                  </a:cubicBezTo>
                  <a:cubicBezTo>
                    <a:pt x="408" y="9"/>
                    <a:pt x="399" y="0"/>
                    <a:pt x="387" y="0"/>
                  </a:cubicBezTo>
                </a:path>
              </a:pathLst>
            </a:custGeom>
            <a:solidFill>
              <a:srgbClr val="5388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48" name="Google Shape;848;p28"/>
            <p:cNvSpPr/>
            <p:nvPr/>
          </p:nvSpPr>
          <p:spPr>
            <a:xfrm>
              <a:off x="7847013" y="1100138"/>
              <a:ext cx="1730375" cy="1147763"/>
            </a:xfrm>
            <a:custGeom>
              <a:rect b="b" l="l" r="r" t="t"/>
              <a:pathLst>
                <a:path extrusionOk="0" h="270" w="407">
                  <a:moveTo>
                    <a:pt x="407" y="172"/>
                  </a:moveTo>
                  <a:cubicBezTo>
                    <a:pt x="372" y="172"/>
                    <a:pt x="372" y="172"/>
                    <a:pt x="372" y="172"/>
                  </a:cubicBezTo>
                  <a:cubicBezTo>
                    <a:pt x="370" y="192"/>
                    <a:pt x="367" y="211"/>
                    <a:pt x="365" y="228"/>
                  </a:cubicBezTo>
                  <a:cubicBezTo>
                    <a:pt x="365" y="228"/>
                    <a:pt x="365" y="228"/>
                    <a:pt x="365" y="228"/>
                  </a:cubicBezTo>
                  <a:cubicBezTo>
                    <a:pt x="365" y="229"/>
                    <a:pt x="365" y="229"/>
                    <a:pt x="365" y="229"/>
                  </a:cubicBezTo>
                  <a:cubicBezTo>
                    <a:pt x="363" y="245"/>
                    <a:pt x="362" y="258"/>
                    <a:pt x="362" y="270"/>
                  </a:cubicBezTo>
                  <a:cubicBezTo>
                    <a:pt x="380" y="270"/>
                    <a:pt x="380" y="270"/>
                    <a:pt x="380" y="270"/>
                  </a:cubicBezTo>
                  <a:cubicBezTo>
                    <a:pt x="392" y="270"/>
                    <a:pt x="402" y="261"/>
                    <a:pt x="403" y="249"/>
                  </a:cubicBezTo>
                  <a:cubicBezTo>
                    <a:pt x="407" y="172"/>
                    <a:pt x="407" y="172"/>
                    <a:pt x="407" y="172"/>
                  </a:cubicBezTo>
                  <a:moveTo>
                    <a:pt x="201" y="0"/>
                  </a:moveTo>
                  <a:cubicBezTo>
                    <a:pt x="37" y="0"/>
                    <a:pt x="37" y="0"/>
                    <a:pt x="37" y="0"/>
                  </a:cubicBezTo>
                  <a:cubicBezTo>
                    <a:pt x="25" y="0"/>
                    <a:pt x="15" y="9"/>
                    <a:pt x="14" y="21"/>
                  </a:cubicBezTo>
                  <a:cubicBezTo>
                    <a:pt x="0" y="249"/>
                    <a:pt x="0" y="249"/>
                    <a:pt x="0" y="249"/>
                  </a:cubicBezTo>
                  <a:cubicBezTo>
                    <a:pt x="0" y="261"/>
                    <a:pt x="9" y="270"/>
                    <a:pt x="21" y="270"/>
                  </a:cubicBezTo>
                  <a:cubicBezTo>
                    <a:pt x="54" y="270"/>
                    <a:pt x="54" y="270"/>
                    <a:pt x="54" y="270"/>
                  </a:cubicBezTo>
                  <a:cubicBezTo>
                    <a:pt x="48" y="250"/>
                    <a:pt x="48" y="250"/>
                    <a:pt x="48" y="250"/>
                  </a:cubicBezTo>
                  <a:cubicBezTo>
                    <a:pt x="180" y="250"/>
                    <a:pt x="180" y="250"/>
                    <a:pt x="180" y="250"/>
                  </a:cubicBezTo>
                  <a:cubicBezTo>
                    <a:pt x="179" y="166"/>
                    <a:pt x="188" y="119"/>
                    <a:pt x="196" y="92"/>
                  </a:cubicBezTo>
                  <a:cubicBezTo>
                    <a:pt x="201" y="0"/>
                    <a:pt x="201" y="0"/>
                    <a:pt x="201" y="0"/>
                  </a:cubicBezTo>
                </a:path>
              </a:pathLst>
            </a:custGeom>
            <a:solidFill>
              <a:srgbClr val="5388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49" name="Google Shape;849;p28"/>
            <p:cNvSpPr/>
            <p:nvPr/>
          </p:nvSpPr>
          <p:spPr>
            <a:xfrm>
              <a:off x="8050213" y="2163763"/>
              <a:ext cx="561975" cy="84138"/>
            </a:xfrm>
            <a:custGeom>
              <a:rect b="b" l="l" r="r" t="t"/>
              <a:pathLst>
                <a:path extrusionOk="0" h="20" w="132">
                  <a:moveTo>
                    <a:pt x="132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6" y="20"/>
                    <a:pt x="6" y="20"/>
                    <a:pt x="6" y="20"/>
                  </a:cubicBezTo>
                  <a:cubicBezTo>
                    <a:pt x="132" y="20"/>
                    <a:pt x="132" y="20"/>
                    <a:pt x="132" y="20"/>
                  </a:cubicBezTo>
                  <a:cubicBezTo>
                    <a:pt x="132" y="13"/>
                    <a:pt x="132" y="6"/>
                    <a:pt x="132" y="0"/>
                  </a:cubicBezTo>
                </a:path>
              </a:pathLst>
            </a:custGeom>
            <a:solidFill>
              <a:srgbClr val="5388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50" name="Google Shape;850;p28"/>
            <p:cNvSpPr/>
            <p:nvPr/>
          </p:nvSpPr>
          <p:spPr>
            <a:xfrm>
              <a:off x="8680450" y="1100138"/>
              <a:ext cx="939800" cy="731838"/>
            </a:xfrm>
            <a:custGeom>
              <a:rect b="b" l="l" r="r" t="t"/>
              <a:pathLst>
                <a:path extrusionOk="0" h="172" w="221">
                  <a:moveTo>
                    <a:pt x="97" y="0"/>
                  </a:moveTo>
                  <a:cubicBezTo>
                    <a:pt x="5" y="0"/>
                    <a:pt x="5" y="0"/>
                    <a:pt x="5" y="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2" y="86"/>
                    <a:pt x="3" y="82"/>
                    <a:pt x="5" y="77"/>
                  </a:cubicBezTo>
                  <a:cubicBezTo>
                    <a:pt x="9" y="65"/>
                    <a:pt x="19" y="56"/>
                    <a:pt x="30" y="54"/>
                  </a:cubicBezTo>
                  <a:cubicBezTo>
                    <a:pt x="38" y="52"/>
                    <a:pt x="58" y="51"/>
                    <a:pt x="63" y="51"/>
                  </a:cubicBezTo>
                  <a:cubicBezTo>
                    <a:pt x="64" y="51"/>
                    <a:pt x="64" y="51"/>
                    <a:pt x="64" y="51"/>
                  </a:cubicBezTo>
                  <a:cubicBezTo>
                    <a:pt x="64" y="51"/>
                    <a:pt x="64" y="52"/>
                    <a:pt x="63" y="52"/>
                  </a:cubicBezTo>
                  <a:cubicBezTo>
                    <a:pt x="84" y="48"/>
                    <a:pt x="88" y="35"/>
                    <a:pt x="86" y="21"/>
                  </a:cubicBezTo>
                  <a:cubicBezTo>
                    <a:pt x="86" y="17"/>
                    <a:pt x="85" y="14"/>
                    <a:pt x="84" y="10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97" y="0"/>
                    <a:pt x="97" y="0"/>
                    <a:pt x="97" y="0"/>
                  </a:cubicBezTo>
                  <a:moveTo>
                    <a:pt x="200" y="0"/>
                  </a:moveTo>
                  <a:cubicBezTo>
                    <a:pt x="125" y="0"/>
                    <a:pt x="125" y="0"/>
                    <a:pt x="125" y="0"/>
                  </a:cubicBezTo>
                  <a:cubicBezTo>
                    <a:pt x="123" y="19"/>
                    <a:pt x="123" y="39"/>
                    <a:pt x="132" y="51"/>
                  </a:cubicBezTo>
                  <a:cubicBezTo>
                    <a:pt x="132" y="51"/>
                    <a:pt x="133" y="51"/>
                    <a:pt x="134" y="51"/>
                  </a:cubicBezTo>
                  <a:cubicBezTo>
                    <a:pt x="147" y="52"/>
                    <a:pt x="160" y="54"/>
                    <a:pt x="171" y="56"/>
                  </a:cubicBezTo>
                  <a:cubicBezTo>
                    <a:pt x="171" y="56"/>
                    <a:pt x="171" y="56"/>
                    <a:pt x="171" y="56"/>
                  </a:cubicBezTo>
                  <a:cubicBezTo>
                    <a:pt x="183" y="58"/>
                    <a:pt x="191" y="69"/>
                    <a:pt x="189" y="81"/>
                  </a:cubicBezTo>
                  <a:cubicBezTo>
                    <a:pt x="189" y="85"/>
                    <a:pt x="188" y="91"/>
                    <a:pt x="187" y="97"/>
                  </a:cubicBezTo>
                  <a:cubicBezTo>
                    <a:pt x="187" y="97"/>
                    <a:pt x="187" y="97"/>
                    <a:pt x="187" y="97"/>
                  </a:cubicBezTo>
                  <a:cubicBezTo>
                    <a:pt x="184" y="117"/>
                    <a:pt x="180" y="144"/>
                    <a:pt x="176" y="172"/>
                  </a:cubicBezTo>
                  <a:cubicBezTo>
                    <a:pt x="211" y="172"/>
                    <a:pt x="211" y="172"/>
                    <a:pt x="211" y="172"/>
                  </a:cubicBezTo>
                  <a:cubicBezTo>
                    <a:pt x="220" y="21"/>
                    <a:pt x="220" y="21"/>
                    <a:pt x="220" y="21"/>
                  </a:cubicBezTo>
                  <a:cubicBezTo>
                    <a:pt x="221" y="9"/>
                    <a:pt x="212" y="0"/>
                    <a:pt x="200" y="0"/>
                  </a:cubicBezTo>
                </a:path>
              </a:pathLst>
            </a:custGeom>
            <a:solidFill>
              <a:srgbClr val="6594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51" name="Google Shape;851;p28"/>
            <p:cNvSpPr/>
            <p:nvPr/>
          </p:nvSpPr>
          <p:spPr>
            <a:xfrm>
              <a:off x="7821613" y="573088"/>
              <a:ext cx="93663" cy="101600"/>
            </a:xfrm>
            <a:custGeom>
              <a:rect b="b" l="l" r="r" t="t"/>
              <a:pathLst>
                <a:path extrusionOk="0" h="24" w="22">
                  <a:moveTo>
                    <a:pt x="12" y="0"/>
                  </a:moveTo>
                  <a:cubicBezTo>
                    <a:pt x="6" y="0"/>
                    <a:pt x="1" y="5"/>
                    <a:pt x="1" y="12"/>
                  </a:cubicBezTo>
                  <a:cubicBezTo>
                    <a:pt x="0" y="19"/>
                    <a:pt x="5" y="24"/>
                    <a:pt x="10" y="24"/>
                  </a:cubicBezTo>
                  <a:cubicBezTo>
                    <a:pt x="16" y="24"/>
                    <a:pt x="21" y="19"/>
                    <a:pt x="22" y="12"/>
                  </a:cubicBezTo>
                  <a:cubicBezTo>
                    <a:pt x="22" y="5"/>
                    <a:pt x="18" y="0"/>
                    <a:pt x="12" y="0"/>
                  </a:cubicBezTo>
                </a:path>
              </a:pathLst>
            </a:custGeom>
            <a:solidFill>
              <a:srgbClr val="A0BD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52" name="Google Shape;852;p28"/>
            <p:cNvSpPr/>
            <p:nvPr/>
          </p:nvSpPr>
          <p:spPr>
            <a:xfrm>
              <a:off x="7986713" y="573088"/>
              <a:ext cx="98425" cy="101600"/>
            </a:xfrm>
            <a:custGeom>
              <a:rect b="b" l="l" r="r" t="t"/>
              <a:pathLst>
                <a:path extrusionOk="0" h="24" w="23">
                  <a:moveTo>
                    <a:pt x="12" y="0"/>
                  </a:moveTo>
                  <a:cubicBezTo>
                    <a:pt x="7" y="0"/>
                    <a:pt x="1" y="5"/>
                    <a:pt x="1" y="12"/>
                  </a:cubicBezTo>
                  <a:cubicBezTo>
                    <a:pt x="0" y="19"/>
                    <a:pt x="5" y="24"/>
                    <a:pt x="11" y="24"/>
                  </a:cubicBezTo>
                  <a:cubicBezTo>
                    <a:pt x="17" y="24"/>
                    <a:pt x="22" y="19"/>
                    <a:pt x="22" y="12"/>
                  </a:cubicBezTo>
                  <a:cubicBezTo>
                    <a:pt x="23" y="5"/>
                    <a:pt x="18" y="0"/>
                    <a:pt x="12" y="0"/>
                  </a:cubicBezTo>
                </a:path>
              </a:pathLst>
            </a:custGeom>
            <a:solidFill>
              <a:srgbClr val="A0BD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53" name="Google Shape;853;p28"/>
            <p:cNvSpPr/>
            <p:nvPr/>
          </p:nvSpPr>
          <p:spPr>
            <a:xfrm>
              <a:off x="8156575" y="573088"/>
              <a:ext cx="93663" cy="101600"/>
            </a:xfrm>
            <a:custGeom>
              <a:rect b="b" l="l" r="r" t="t"/>
              <a:pathLst>
                <a:path extrusionOk="0" h="24" w="22">
                  <a:moveTo>
                    <a:pt x="12" y="0"/>
                  </a:moveTo>
                  <a:cubicBezTo>
                    <a:pt x="6" y="0"/>
                    <a:pt x="1" y="5"/>
                    <a:pt x="0" y="12"/>
                  </a:cubicBezTo>
                  <a:cubicBezTo>
                    <a:pt x="0" y="19"/>
                    <a:pt x="4" y="24"/>
                    <a:pt x="10" y="24"/>
                  </a:cubicBezTo>
                  <a:cubicBezTo>
                    <a:pt x="16" y="24"/>
                    <a:pt x="21" y="19"/>
                    <a:pt x="21" y="12"/>
                  </a:cubicBezTo>
                  <a:cubicBezTo>
                    <a:pt x="22" y="5"/>
                    <a:pt x="18" y="0"/>
                    <a:pt x="12" y="0"/>
                  </a:cubicBezTo>
                </a:path>
              </a:pathLst>
            </a:custGeom>
            <a:solidFill>
              <a:srgbClr val="A0BD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54" name="Google Shape;854;p28"/>
            <p:cNvSpPr/>
            <p:nvPr/>
          </p:nvSpPr>
          <p:spPr>
            <a:xfrm>
              <a:off x="7505700" y="449263"/>
              <a:ext cx="3144838" cy="2036763"/>
            </a:xfrm>
            <a:custGeom>
              <a:rect b="b" l="l" r="r" t="t"/>
              <a:pathLst>
                <a:path extrusionOk="0" h="479" w="739">
                  <a:moveTo>
                    <a:pt x="707" y="0"/>
                  </a:moveTo>
                  <a:cubicBezTo>
                    <a:pt x="67" y="0"/>
                    <a:pt x="67" y="0"/>
                    <a:pt x="67" y="0"/>
                  </a:cubicBezTo>
                  <a:cubicBezTo>
                    <a:pt x="45" y="0"/>
                    <a:pt x="26" y="18"/>
                    <a:pt x="25" y="40"/>
                  </a:cubicBezTo>
                  <a:cubicBezTo>
                    <a:pt x="0" y="445"/>
                    <a:pt x="0" y="445"/>
                    <a:pt x="0" y="445"/>
                  </a:cubicBezTo>
                  <a:cubicBezTo>
                    <a:pt x="0" y="456"/>
                    <a:pt x="3" y="466"/>
                    <a:pt x="10" y="473"/>
                  </a:cubicBezTo>
                  <a:cubicBezTo>
                    <a:pt x="13" y="476"/>
                    <a:pt x="15" y="478"/>
                    <a:pt x="18" y="479"/>
                  </a:cubicBezTo>
                  <a:cubicBezTo>
                    <a:pt x="15" y="477"/>
                    <a:pt x="13" y="474"/>
                    <a:pt x="11" y="471"/>
                  </a:cubicBezTo>
                  <a:cubicBezTo>
                    <a:pt x="5" y="464"/>
                    <a:pt x="2" y="455"/>
                    <a:pt x="2" y="445"/>
                  </a:cubicBezTo>
                  <a:cubicBezTo>
                    <a:pt x="27" y="40"/>
                    <a:pt x="27" y="40"/>
                    <a:pt x="27" y="40"/>
                  </a:cubicBezTo>
                  <a:cubicBezTo>
                    <a:pt x="28" y="19"/>
                    <a:pt x="46" y="2"/>
                    <a:pt x="67" y="2"/>
                  </a:cubicBezTo>
                  <a:cubicBezTo>
                    <a:pt x="707" y="2"/>
                    <a:pt x="707" y="2"/>
                    <a:pt x="707" y="2"/>
                  </a:cubicBezTo>
                  <a:cubicBezTo>
                    <a:pt x="716" y="2"/>
                    <a:pt x="724" y="5"/>
                    <a:pt x="731" y="11"/>
                  </a:cubicBezTo>
                  <a:cubicBezTo>
                    <a:pt x="734" y="13"/>
                    <a:pt x="737" y="15"/>
                    <a:pt x="739" y="18"/>
                  </a:cubicBezTo>
                  <a:cubicBezTo>
                    <a:pt x="738" y="16"/>
                    <a:pt x="736" y="14"/>
                    <a:pt x="734" y="12"/>
                  </a:cubicBezTo>
                  <a:cubicBezTo>
                    <a:pt x="727" y="4"/>
                    <a:pt x="718" y="0"/>
                    <a:pt x="707" y="0"/>
                  </a:cubicBezTo>
                </a:path>
              </a:pathLst>
            </a:custGeom>
            <a:solidFill>
              <a:srgbClr val="BDC1C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55" name="Google Shape;855;p28"/>
            <p:cNvSpPr/>
            <p:nvPr/>
          </p:nvSpPr>
          <p:spPr>
            <a:xfrm>
              <a:off x="8148638" y="2503488"/>
              <a:ext cx="600075" cy="9525"/>
            </a:xfrm>
            <a:custGeom>
              <a:rect b="b" l="l" r="r" t="t"/>
              <a:pathLst>
                <a:path extrusionOk="0" h="2" w="141">
                  <a:moveTo>
                    <a:pt x="112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40" y="2"/>
                    <a:pt x="140" y="2"/>
                    <a:pt x="140" y="2"/>
                  </a:cubicBezTo>
                  <a:cubicBezTo>
                    <a:pt x="141" y="1"/>
                    <a:pt x="141" y="1"/>
                    <a:pt x="141" y="1"/>
                  </a:cubicBezTo>
                  <a:cubicBezTo>
                    <a:pt x="113" y="1"/>
                    <a:pt x="113" y="1"/>
                    <a:pt x="113" y="1"/>
                  </a:cubicBezTo>
                  <a:cubicBezTo>
                    <a:pt x="113" y="0"/>
                    <a:pt x="113" y="0"/>
                    <a:pt x="112" y="0"/>
                  </a:cubicBezTo>
                </a:path>
              </a:pathLst>
            </a:custGeom>
            <a:solidFill>
              <a:srgbClr val="3865C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56" name="Google Shape;856;p28"/>
            <p:cNvSpPr/>
            <p:nvPr/>
          </p:nvSpPr>
          <p:spPr>
            <a:xfrm>
              <a:off x="8199438" y="1317626"/>
              <a:ext cx="739775" cy="782638"/>
            </a:xfrm>
            <a:custGeom>
              <a:rect b="b" l="l" r="r" t="t"/>
              <a:pathLst>
                <a:path extrusionOk="0" h="184" w="174">
                  <a:moveTo>
                    <a:pt x="168" y="44"/>
                  </a:moveTo>
                  <a:cubicBezTo>
                    <a:pt x="165" y="49"/>
                    <a:pt x="163" y="54"/>
                    <a:pt x="160" y="60"/>
                  </a:cubicBezTo>
                  <a:cubicBezTo>
                    <a:pt x="158" y="65"/>
                    <a:pt x="155" y="70"/>
                    <a:pt x="152" y="75"/>
                  </a:cubicBezTo>
                  <a:cubicBezTo>
                    <a:pt x="146" y="85"/>
                    <a:pt x="140" y="94"/>
                    <a:pt x="133" y="104"/>
                  </a:cubicBezTo>
                  <a:cubicBezTo>
                    <a:pt x="130" y="109"/>
                    <a:pt x="126" y="114"/>
                    <a:pt x="123" y="118"/>
                  </a:cubicBezTo>
                  <a:cubicBezTo>
                    <a:pt x="119" y="123"/>
                    <a:pt x="116" y="128"/>
                    <a:pt x="112" y="132"/>
                  </a:cubicBezTo>
                  <a:cubicBezTo>
                    <a:pt x="105" y="141"/>
                    <a:pt x="96" y="150"/>
                    <a:pt x="88" y="159"/>
                  </a:cubicBezTo>
                  <a:cubicBezTo>
                    <a:pt x="85" y="161"/>
                    <a:pt x="83" y="163"/>
                    <a:pt x="81" y="165"/>
                  </a:cubicBezTo>
                  <a:cubicBezTo>
                    <a:pt x="78" y="167"/>
                    <a:pt x="76" y="169"/>
                    <a:pt x="73" y="171"/>
                  </a:cubicBezTo>
                  <a:cubicBezTo>
                    <a:pt x="66" y="177"/>
                    <a:pt x="66" y="177"/>
                    <a:pt x="66" y="177"/>
                  </a:cubicBezTo>
                  <a:cubicBezTo>
                    <a:pt x="66" y="177"/>
                    <a:pt x="64" y="178"/>
                    <a:pt x="63" y="178"/>
                  </a:cubicBezTo>
                  <a:cubicBezTo>
                    <a:pt x="62" y="179"/>
                    <a:pt x="61" y="180"/>
                    <a:pt x="60" y="180"/>
                  </a:cubicBezTo>
                  <a:cubicBezTo>
                    <a:pt x="58" y="181"/>
                    <a:pt x="56" y="182"/>
                    <a:pt x="53" y="183"/>
                  </a:cubicBezTo>
                  <a:cubicBezTo>
                    <a:pt x="49" y="184"/>
                    <a:pt x="44" y="184"/>
                    <a:pt x="39" y="183"/>
                  </a:cubicBezTo>
                  <a:cubicBezTo>
                    <a:pt x="34" y="182"/>
                    <a:pt x="30" y="180"/>
                    <a:pt x="26" y="177"/>
                  </a:cubicBezTo>
                  <a:cubicBezTo>
                    <a:pt x="24" y="175"/>
                    <a:pt x="22" y="174"/>
                    <a:pt x="21" y="172"/>
                  </a:cubicBezTo>
                  <a:cubicBezTo>
                    <a:pt x="20" y="170"/>
                    <a:pt x="20" y="170"/>
                    <a:pt x="20" y="170"/>
                  </a:cubicBezTo>
                  <a:cubicBezTo>
                    <a:pt x="19" y="170"/>
                    <a:pt x="19" y="170"/>
                    <a:pt x="19" y="170"/>
                  </a:cubicBezTo>
                  <a:cubicBezTo>
                    <a:pt x="19" y="169"/>
                    <a:pt x="19" y="169"/>
                    <a:pt x="19" y="169"/>
                  </a:cubicBezTo>
                  <a:cubicBezTo>
                    <a:pt x="18" y="168"/>
                    <a:pt x="18" y="168"/>
                    <a:pt x="18" y="168"/>
                  </a:cubicBezTo>
                  <a:cubicBezTo>
                    <a:pt x="15" y="163"/>
                    <a:pt x="15" y="163"/>
                    <a:pt x="15" y="163"/>
                  </a:cubicBezTo>
                  <a:cubicBezTo>
                    <a:pt x="15" y="161"/>
                    <a:pt x="14" y="159"/>
                    <a:pt x="13" y="158"/>
                  </a:cubicBezTo>
                  <a:cubicBezTo>
                    <a:pt x="10" y="151"/>
                    <a:pt x="9" y="145"/>
                    <a:pt x="7" y="139"/>
                  </a:cubicBezTo>
                  <a:cubicBezTo>
                    <a:pt x="4" y="127"/>
                    <a:pt x="2" y="116"/>
                    <a:pt x="1" y="104"/>
                  </a:cubicBezTo>
                  <a:cubicBezTo>
                    <a:pt x="0" y="92"/>
                    <a:pt x="0" y="81"/>
                    <a:pt x="0" y="69"/>
                  </a:cubicBezTo>
                  <a:cubicBezTo>
                    <a:pt x="0" y="62"/>
                    <a:pt x="6" y="56"/>
                    <a:pt x="14" y="56"/>
                  </a:cubicBezTo>
                  <a:cubicBezTo>
                    <a:pt x="20" y="56"/>
                    <a:pt x="25" y="60"/>
                    <a:pt x="27" y="66"/>
                  </a:cubicBezTo>
                  <a:cubicBezTo>
                    <a:pt x="27" y="66"/>
                    <a:pt x="27" y="66"/>
                    <a:pt x="27" y="66"/>
                  </a:cubicBezTo>
                  <a:cubicBezTo>
                    <a:pt x="33" y="87"/>
                    <a:pt x="39" y="108"/>
                    <a:pt x="47" y="126"/>
                  </a:cubicBezTo>
                  <a:cubicBezTo>
                    <a:pt x="49" y="131"/>
                    <a:pt x="51" y="135"/>
                    <a:pt x="53" y="138"/>
                  </a:cubicBezTo>
                  <a:cubicBezTo>
                    <a:pt x="53" y="139"/>
                    <a:pt x="54" y="140"/>
                    <a:pt x="54" y="141"/>
                  </a:cubicBezTo>
                  <a:cubicBezTo>
                    <a:pt x="55" y="141"/>
                    <a:pt x="55" y="142"/>
                    <a:pt x="56" y="143"/>
                  </a:cubicBezTo>
                  <a:cubicBezTo>
                    <a:pt x="56" y="143"/>
                    <a:pt x="56" y="143"/>
                    <a:pt x="56" y="143"/>
                  </a:cubicBezTo>
                  <a:cubicBezTo>
                    <a:pt x="56" y="143"/>
                    <a:pt x="56" y="143"/>
                    <a:pt x="56" y="143"/>
                  </a:cubicBezTo>
                  <a:cubicBezTo>
                    <a:pt x="56" y="143"/>
                    <a:pt x="56" y="143"/>
                    <a:pt x="56" y="143"/>
                  </a:cubicBezTo>
                  <a:cubicBezTo>
                    <a:pt x="56" y="142"/>
                    <a:pt x="56" y="142"/>
                    <a:pt x="56" y="142"/>
                  </a:cubicBezTo>
                  <a:cubicBezTo>
                    <a:pt x="55" y="142"/>
                    <a:pt x="54" y="141"/>
                    <a:pt x="53" y="140"/>
                  </a:cubicBezTo>
                  <a:cubicBezTo>
                    <a:pt x="52" y="139"/>
                    <a:pt x="50" y="138"/>
                    <a:pt x="48" y="137"/>
                  </a:cubicBezTo>
                  <a:cubicBezTo>
                    <a:pt x="46" y="137"/>
                    <a:pt x="44" y="137"/>
                    <a:pt x="42" y="137"/>
                  </a:cubicBezTo>
                  <a:cubicBezTo>
                    <a:pt x="41" y="138"/>
                    <a:pt x="40" y="138"/>
                    <a:pt x="39" y="138"/>
                  </a:cubicBezTo>
                  <a:cubicBezTo>
                    <a:pt x="38" y="139"/>
                    <a:pt x="38" y="139"/>
                    <a:pt x="38" y="139"/>
                  </a:cubicBezTo>
                  <a:cubicBezTo>
                    <a:pt x="37" y="139"/>
                    <a:pt x="36" y="140"/>
                    <a:pt x="37" y="139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4" y="133"/>
                    <a:pt x="45" y="131"/>
                    <a:pt x="47" y="129"/>
                  </a:cubicBezTo>
                  <a:cubicBezTo>
                    <a:pt x="48" y="128"/>
                    <a:pt x="50" y="126"/>
                    <a:pt x="52" y="124"/>
                  </a:cubicBezTo>
                  <a:cubicBezTo>
                    <a:pt x="65" y="109"/>
                    <a:pt x="76" y="92"/>
                    <a:pt x="87" y="74"/>
                  </a:cubicBezTo>
                  <a:cubicBezTo>
                    <a:pt x="93" y="65"/>
                    <a:pt x="98" y="56"/>
                    <a:pt x="104" y="47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19" y="20"/>
                    <a:pt x="119" y="20"/>
                    <a:pt x="119" y="20"/>
                  </a:cubicBezTo>
                  <a:cubicBezTo>
                    <a:pt x="119" y="19"/>
                    <a:pt x="119" y="19"/>
                    <a:pt x="119" y="19"/>
                  </a:cubicBezTo>
                  <a:cubicBezTo>
                    <a:pt x="126" y="5"/>
                    <a:pt x="143" y="0"/>
                    <a:pt x="156" y="8"/>
                  </a:cubicBezTo>
                  <a:cubicBezTo>
                    <a:pt x="169" y="15"/>
                    <a:pt x="174" y="30"/>
                    <a:pt x="168" y="44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57" name="Google Shape;857;p28"/>
            <p:cNvSpPr/>
            <p:nvPr/>
          </p:nvSpPr>
          <p:spPr>
            <a:xfrm>
              <a:off x="8131175" y="1465263"/>
              <a:ext cx="182563" cy="153988"/>
            </a:xfrm>
            <a:custGeom>
              <a:rect b="b" l="l" r="r" t="t"/>
              <a:pathLst>
                <a:path extrusionOk="0" h="36" w="43">
                  <a:moveTo>
                    <a:pt x="19" y="33"/>
                  </a:moveTo>
                  <a:cubicBezTo>
                    <a:pt x="0" y="22"/>
                    <a:pt x="0" y="22"/>
                    <a:pt x="0" y="22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1" y="0"/>
                    <a:pt x="30" y="6"/>
                    <a:pt x="38" y="15"/>
                  </a:cubicBezTo>
                  <a:cubicBezTo>
                    <a:pt x="43" y="21"/>
                    <a:pt x="42" y="30"/>
                    <a:pt x="35" y="33"/>
                  </a:cubicBezTo>
                  <a:cubicBezTo>
                    <a:pt x="30" y="36"/>
                    <a:pt x="24" y="35"/>
                    <a:pt x="19" y="33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58" name="Google Shape;858;p28"/>
            <p:cNvSpPr/>
            <p:nvPr/>
          </p:nvSpPr>
          <p:spPr>
            <a:xfrm>
              <a:off x="8097838" y="1419226"/>
              <a:ext cx="122238" cy="139700"/>
            </a:xfrm>
            <a:custGeom>
              <a:rect b="b" l="l" r="r" t="t"/>
              <a:pathLst>
                <a:path extrusionOk="0" h="33" w="29">
                  <a:moveTo>
                    <a:pt x="4" y="10"/>
                  </a:moveTo>
                  <a:cubicBezTo>
                    <a:pt x="14" y="2"/>
                    <a:pt x="14" y="2"/>
                    <a:pt x="14" y="2"/>
                  </a:cubicBezTo>
                  <a:cubicBezTo>
                    <a:pt x="17" y="0"/>
                    <a:pt x="21" y="1"/>
                    <a:pt x="23" y="3"/>
                  </a:cubicBezTo>
                  <a:cubicBezTo>
                    <a:pt x="29" y="11"/>
                    <a:pt x="29" y="11"/>
                    <a:pt x="29" y="11"/>
                  </a:cubicBezTo>
                  <a:cubicBezTo>
                    <a:pt x="8" y="33"/>
                    <a:pt x="8" y="33"/>
                    <a:pt x="8" y="33"/>
                  </a:cubicBezTo>
                  <a:cubicBezTo>
                    <a:pt x="1" y="18"/>
                    <a:pt x="1" y="18"/>
                    <a:pt x="1" y="18"/>
                  </a:cubicBezTo>
                  <a:cubicBezTo>
                    <a:pt x="0" y="15"/>
                    <a:pt x="1" y="11"/>
                    <a:pt x="4" y="10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59" name="Google Shape;859;p28"/>
            <p:cNvSpPr/>
            <p:nvPr/>
          </p:nvSpPr>
          <p:spPr>
            <a:xfrm>
              <a:off x="8632825" y="1317626"/>
              <a:ext cx="838200" cy="1147763"/>
            </a:xfrm>
            <a:custGeom>
              <a:rect b="b" l="l" r="r" t="t"/>
              <a:pathLst>
                <a:path extrusionOk="0" h="270" w="197">
                  <a:moveTo>
                    <a:pt x="24" y="26"/>
                  </a:moveTo>
                  <a:cubicBezTo>
                    <a:pt x="27" y="15"/>
                    <a:pt x="36" y="7"/>
                    <a:pt x="47" y="5"/>
                  </a:cubicBezTo>
                  <a:cubicBezTo>
                    <a:pt x="56" y="4"/>
                    <a:pt x="60" y="2"/>
                    <a:pt x="71" y="2"/>
                  </a:cubicBezTo>
                  <a:cubicBezTo>
                    <a:pt x="90" y="0"/>
                    <a:pt x="121" y="1"/>
                    <a:pt x="142" y="3"/>
                  </a:cubicBezTo>
                  <a:cubicBezTo>
                    <a:pt x="155" y="4"/>
                    <a:pt x="168" y="5"/>
                    <a:pt x="178" y="7"/>
                  </a:cubicBezTo>
                  <a:cubicBezTo>
                    <a:pt x="178" y="7"/>
                    <a:pt x="178" y="7"/>
                    <a:pt x="178" y="7"/>
                  </a:cubicBezTo>
                  <a:cubicBezTo>
                    <a:pt x="189" y="9"/>
                    <a:pt x="197" y="20"/>
                    <a:pt x="195" y="31"/>
                  </a:cubicBezTo>
                  <a:cubicBezTo>
                    <a:pt x="190" y="60"/>
                    <a:pt x="176" y="110"/>
                    <a:pt x="174" y="157"/>
                  </a:cubicBezTo>
                  <a:cubicBezTo>
                    <a:pt x="172" y="220"/>
                    <a:pt x="173" y="255"/>
                    <a:pt x="172" y="270"/>
                  </a:cubicBezTo>
                  <a:cubicBezTo>
                    <a:pt x="11" y="267"/>
                    <a:pt x="11" y="267"/>
                    <a:pt x="11" y="267"/>
                  </a:cubicBezTo>
                  <a:cubicBezTo>
                    <a:pt x="0" y="115"/>
                    <a:pt x="14" y="60"/>
                    <a:pt x="24" y="2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60" name="Google Shape;860;p28"/>
            <p:cNvSpPr/>
            <p:nvPr/>
          </p:nvSpPr>
          <p:spPr>
            <a:xfrm>
              <a:off x="8578850" y="1317626"/>
              <a:ext cx="914400" cy="1190625"/>
            </a:xfrm>
            <a:custGeom>
              <a:rect b="b" l="l" r="r" t="t"/>
              <a:pathLst>
                <a:path extrusionOk="0" h="280" w="215">
                  <a:moveTo>
                    <a:pt x="195" y="5"/>
                  </a:moveTo>
                  <a:cubicBezTo>
                    <a:pt x="195" y="5"/>
                    <a:pt x="195" y="5"/>
                    <a:pt x="195" y="5"/>
                  </a:cubicBezTo>
                  <a:cubicBezTo>
                    <a:pt x="184" y="3"/>
                    <a:pt x="171" y="1"/>
                    <a:pt x="158" y="0"/>
                  </a:cubicBezTo>
                  <a:cubicBezTo>
                    <a:pt x="156" y="0"/>
                    <a:pt x="153" y="0"/>
                    <a:pt x="151" y="0"/>
                  </a:cubicBezTo>
                  <a:cubicBezTo>
                    <a:pt x="144" y="29"/>
                    <a:pt x="102" y="77"/>
                    <a:pt x="89" y="151"/>
                  </a:cubicBezTo>
                  <a:cubicBezTo>
                    <a:pt x="84" y="90"/>
                    <a:pt x="81" y="25"/>
                    <a:pt x="88" y="0"/>
                  </a:cubicBezTo>
                  <a:cubicBezTo>
                    <a:pt x="83" y="0"/>
                    <a:pt x="63" y="1"/>
                    <a:pt x="54" y="3"/>
                  </a:cubicBezTo>
                  <a:cubicBezTo>
                    <a:pt x="43" y="5"/>
                    <a:pt x="33" y="14"/>
                    <a:pt x="29" y="26"/>
                  </a:cubicBezTo>
                  <a:cubicBezTo>
                    <a:pt x="19" y="55"/>
                    <a:pt x="0" y="120"/>
                    <a:pt x="12" y="280"/>
                  </a:cubicBezTo>
                  <a:cubicBezTo>
                    <a:pt x="190" y="280"/>
                    <a:pt x="190" y="280"/>
                    <a:pt x="190" y="280"/>
                  </a:cubicBezTo>
                  <a:cubicBezTo>
                    <a:pt x="191" y="264"/>
                    <a:pt x="187" y="230"/>
                    <a:pt x="193" y="178"/>
                  </a:cubicBezTo>
                  <a:cubicBezTo>
                    <a:pt x="199" y="128"/>
                    <a:pt x="208" y="60"/>
                    <a:pt x="213" y="30"/>
                  </a:cubicBezTo>
                  <a:cubicBezTo>
                    <a:pt x="215" y="18"/>
                    <a:pt x="207" y="7"/>
                    <a:pt x="195" y="5"/>
                  </a:cubicBezTo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61" name="Google Shape;861;p28"/>
            <p:cNvSpPr/>
            <p:nvPr/>
          </p:nvSpPr>
          <p:spPr>
            <a:xfrm>
              <a:off x="8923338" y="1993901"/>
              <a:ext cx="38100" cy="476250"/>
            </a:xfrm>
            <a:custGeom>
              <a:rect b="b" l="l" r="r" t="t"/>
              <a:pathLst>
                <a:path extrusionOk="0" h="112" w="9">
                  <a:moveTo>
                    <a:pt x="8" y="0"/>
                  </a:moveTo>
                  <a:cubicBezTo>
                    <a:pt x="7" y="0"/>
                    <a:pt x="7" y="1"/>
                    <a:pt x="7" y="1"/>
                  </a:cubicBezTo>
                  <a:cubicBezTo>
                    <a:pt x="7" y="2"/>
                    <a:pt x="0" y="66"/>
                    <a:pt x="3" y="111"/>
                  </a:cubicBezTo>
                  <a:cubicBezTo>
                    <a:pt x="3" y="112"/>
                    <a:pt x="4" y="112"/>
                    <a:pt x="4" y="112"/>
                  </a:cubicBezTo>
                  <a:cubicBezTo>
                    <a:pt x="4" y="112"/>
                    <a:pt x="4" y="112"/>
                    <a:pt x="4" y="112"/>
                  </a:cubicBezTo>
                  <a:cubicBezTo>
                    <a:pt x="5" y="112"/>
                    <a:pt x="6" y="112"/>
                    <a:pt x="5" y="111"/>
                  </a:cubicBezTo>
                  <a:cubicBezTo>
                    <a:pt x="2" y="66"/>
                    <a:pt x="9" y="2"/>
                    <a:pt x="9" y="1"/>
                  </a:cubicBezTo>
                  <a:cubicBezTo>
                    <a:pt x="9" y="1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</a:path>
              </a:pathLst>
            </a:custGeom>
            <a:solidFill>
              <a:srgbClr val="515B6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62" name="Google Shape;862;p28"/>
            <p:cNvSpPr/>
            <p:nvPr/>
          </p:nvSpPr>
          <p:spPr>
            <a:xfrm>
              <a:off x="9399588" y="1831976"/>
              <a:ext cx="30163" cy="238125"/>
            </a:xfrm>
            <a:custGeom>
              <a:rect b="b" l="l" r="r" t="t"/>
              <a:pathLst>
                <a:path extrusionOk="0" h="56" w="7">
                  <a:moveTo>
                    <a:pt x="7" y="0"/>
                  </a:moveTo>
                  <a:cubicBezTo>
                    <a:pt x="7" y="0"/>
                    <a:pt x="7" y="0"/>
                    <a:pt x="7" y="0"/>
                  </a:cubicBezTo>
                  <a:cubicBezTo>
                    <a:pt x="5" y="19"/>
                    <a:pt x="2" y="39"/>
                    <a:pt x="0" y="56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2" y="39"/>
                    <a:pt x="5" y="20"/>
                    <a:pt x="7" y="0"/>
                  </a:cubicBezTo>
                </a:path>
              </a:pathLst>
            </a:custGeom>
            <a:solidFill>
              <a:srgbClr val="3A5F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63" name="Google Shape;863;p28"/>
            <p:cNvSpPr/>
            <p:nvPr/>
          </p:nvSpPr>
          <p:spPr>
            <a:xfrm>
              <a:off x="9429750" y="1512888"/>
              <a:ext cx="46038" cy="319088"/>
            </a:xfrm>
            <a:custGeom>
              <a:rect b="b" l="l" r="r" t="t"/>
              <a:pathLst>
                <a:path extrusionOk="0" h="75" w="11">
                  <a:moveTo>
                    <a:pt x="11" y="0"/>
                  </a:moveTo>
                  <a:cubicBezTo>
                    <a:pt x="8" y="20"/>
                    <a:pt x="4" y="47"/>
                    <a:pt x="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4" y="47"/>
                    <a:pt x="8" y="20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</a:path>
              </a:pathLst>
            </a:custGeom>
            <a:solidFill>
              <a:srgbClr val="4767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64" name="Google Shape;864;p28"/>
            <p:cNvSpPr/>
            <p:nvPr/>
          </p:nvSpPr>
          <p:spPr>
            <a:xfrm>
              <a:off x="9356725" y="1503363"/>
              <a:ext cx="119063" cy="566738"/>
            </a:xfrm>
            <a:custGeom>
              <a:rect b="b" l="l" r="r" t="t"/>
              <a:pathLst>
                <a:path extrusionOk="0" h="133" w="28">
                  <a:moveTo>
                    <a:pt x="22" y="0"/>
                  </a:moveTo>
                  <a:cubicBezTo>
                    <a:pt x="16" y="0"/>
                    <a:pt x="10" y="6"/>
                    <a:pt x="6" y="24"/>
                  </a:cubicBezTo>
                  <a:cubicBezTo>
                    <a:pt x="0" y="54"/>
                    <a:pt x="3" y="95"/>
                    <a:pt x="10" y="133"/>
                  </a:cubicBezTo>
                  <a:cubicBezTo>
                    <a:pt x="12" y="116"/>
                    <a:pt x="15" y="96"/>
                    <a:pt x="17" y="77"/>
                  </a:cubicBezTo>
                  <a:cubicBezTo>
                    <a:pt x="21" y="49"/>
                    <a:pt x="25" y="22"/>
                    <a:pt x="28" y="2"/>
                  </a:cubicBezTo>
                  <a:cubicBezTo>
                    <a:pt x="26" y="0"/>
                    <a:pt x="24" y="0"/>
                    <a:pt x="22" y="0"/>
                  </a:cubicBezTo>
                </a:path>
              </a:pathLst>
            </a:custGeom>
            <a:solidFill>
              <a:srgbClr val="1B2327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65" name="Google Shape;865;p28"/>
            <p:cNvSpPr/>
            <p:nvPr/>
          </p:nvSpPr>
          <p:spPr>
            <a:xfrm>
              <a:off x="8918575" y="989013"/>
              <a:ext cx="331788" cy="430213"/>
            </a:xfrm>
            <a:custGeom>
              <a:rect b="b" l="l" r="r" t="t"/>
              <a:pathLst>
                <a:path extrusionOk="0" h="101" w="78">
                  <a:moveTo>
                    <a:pt x="7" y="78"/>
                  </a:moveTo>
                  <a:cubicBezTo>
                    <a:pt x="28" y="74"/>
                    <a:pt x="32" y="61"/>
                    <a:pt x="30" y="47"/>
                  </a:cubicBezTo>
                  <a:cubicBezTo>
                    <a:pt x="30" y="43"/>
                    <a:pt x="29" y="40"/>
                    <a:pt x="28" y="36"/>
                  </a:cubicBezTo>
                  <a:cubicBezTo>
                    <a:pt x="54" y="15"/>
                    <a:pt x="54" y="15"/>
                    <a:pt x="54" y="15"/>
                  </a:cubicBezTo>
                  <a:cubicBezTo>
                    <a:pt x="73" y="0"/>
                    <a:pt x="73" y="0"/>
                    <a:pt x="73" y="0"/>
                  </a:cubicBezTo>
                  <a:cubicBezTo>
                    <a:pt x="68" y="23"/>
                    <a:pt x="63" y="64"/>
                    <a:pt x="78" y="80"/>
                  </a:cubicBezTo>
                  <a:cubicBezTo>
                    <a:pt x="78" y="80"/>
                    <a:pt x="65" y="101"/>
                    <a:pt x="30" y="98"/>
                  </a:cubicBezTo>
                  <a:cubicBezTo>
                    <a:pt x="0" y="96"/>
                    <a:pt x="7" y="78"/>
                    <a:pt x="7" y="78"/>
                  </a:cubicBezTo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66" name="Google Shape;866;p28"/>
            <p:cNvSpPr/>
            <p:nvPr/>
          </p:nvSpPr>
          <p:spPr>
            <a:xfrm>
              <a:off x="9058275" y="1384301"/>
              <a:ext cx="77788" cy="55563"/>
            </a:xfrm>
            <a:custGeom>
              <a:rect b="b" l="l" r="r" t="t"/>
              <a:pathLst>
                <a:path extrusionOk="0" h="35" w="49">
                  <a:moveTo>
                    <a:pt x="16" y="0"/>
                  </a:moveTo>
                  <a:lnTo>
                    <a:pt x="0" y="17"/>
                  </a:lnTo>
                  <a:lnTo>
                    <a:pt x="49" y="35"/>
                  </a:lnTo>
                  <a:lnTo>
                    <a:pt x="43" y="17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67" name="Google Shape;867;p28"/>
            <p:cNvSpPr/>
            <p:nvPr/>
          </p:nvSpPr>
          <p:spPr>
            <a:xfrm>
              <a:off x="9083675" y="1300163"/>
              <a:ext cx="212725" cy="177800"/>
            </a:xfrm>
            <a:custGeom>
              <a:rect b="b" l="l" r="r" t="t"/>
              <a:pathLst>
                <a:path extrusionOk="0" h="42" w="50">
                  <a:moveTo>
                    <a:pt x="14" y="42"/>
                  </a:moveTo>
                  <a:cubicBezTo>
                    <a:pt x="14" y="42"/>
                    <a:pt x="7" y="24"/>
                    <a:pt x="0" y="20"/>
                  </a:cubicBezTo>
                  <a:cubicBezTo>
                    <a:pt x="24" y="14"/>
                    <a:pt x="35" y="0"/>
                    <a:pt x="35" y="0"/>
                  </a:cubicBezTo>
                  <a:cubicBezTo>
                    <a:pt x="46" y="5"/>
                    <a:pt x="46" y="5"/>
                    <a:pt x="46" y="5"/>
                  </a:cubicBezTo>
                  <a:cubicBezTo>
                    <a:pt x="46" y="5"/>
                    <a:pt x="50" y="26"/>
                    <a:pt x="14" y="42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68" name="Google Shape;868;p28"/>
            <p:cNvSpPr/>
            <p:nvPr/>
          </p:nvSpPr>
          <p:spPr>
            <a:xfrm>
              <a:off x="8977313" y="1381126"/>
              <a:ext cx="80963" cy="33338"/>
            </a:xfrm>
            <a:custGeom>
              <a:rect b="b" l="l" r="r" t="t"/>
              <a:pathLst>
                <a:path extrusionOk="0" h="21" w="51">
                  <a:moveTo>
                    <a:pt x="41" y="0"/>
                  </a:moveTo>
                  <a:lnTo>
                    <a:pt x="51" y="19"/>
                  </a:lnTo>
                  <a:lnTo>
                    <a:pt x="0" y="21"/>
                  </a:lnTo>
                  <a:lnTo>
                    <a:pt x="11" y="5"/>
                  </a:lnTo>
                  <a:lnTo>
                    <a:pt x="4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69" name="Google Shape;869;p28"/>
            <p:cNvSpPr/>
            <p:nvPr/>
          </p:nvSpPr>
          <p:spPr>
            <a:xfrm>
              <a:off x="8870950" y="1304926"/>
              <a:ext cx="171450" cy="152400"/>
            </a:xfrm>
            <a:custGeom>
              <a:rect b="b" l="l" r="r" t="t"/>
              <a:pathLst>
                <a:path extrusionOk="0" h="36" w="40">
                  <a:moveTo>
                    <a:pt x="15" y="36"/>
                  </a:moveTo>
                  <a:cubicBezTo>
                    <a:pt x="15" y="36"/>
                    <a:pt x="25" y="25"/>
                    <a:pt x="40" y="18"/>
                  </a:cubicBezTo>
                  <a:cubicBezTo>
                    <a:pt x="29" y="15"/>
                    <a:pt x="29" y="0"/>
                    <a:pt x="29" y="0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8" y="2"/>
                    <a:pt x="0" y="20"/>
                    <a:pt x="15" y="36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70" name="Google Shape;870;p28"/>
            <p:cNvSpPr/>
            <p:nvPr/>
          </p:nvSpPr>
          <p:spPr>
            <a:xfrm>
              <a:off x="9093200" y="1052513"/>
              <a:ext cx="55563" cy="47625"/>
            </a:xfrm>
            <a:custGeom>
              <a:rect b="b" l="l" r="r" t="t"/>
              <a:pathLst>
                <a:path extrusionOk="0" h="30" w="35">
                  <a:moveTo>
                    <a:pt x="35" y="0"/>
                  </a:moveTo>
                  <a:lnTo>
                    <a:pt x="0" y="30"/>
                  </a:lnTo>
                  <a:lnTo>
                    <a:pt x="0" y="30"/>
                  </a:lnTo>
                  <a:lnTo>
                    <a:pt x="35" y="0"/>
                  </a:lnTo>
                  <a:lnTo>
                    <a:pt x="35" y="0"/>
                  </a:lnTo>
                  <a:close/>
                </a:path>
              </a:pathLst>
            </a:custGeom>
            <a:solidFill>
              <a:srgbClr val="426D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71" name="Google Shape;871;p28"/>
            <p:cNvSpPr/>
            <p:nvPr/>
          </p:nvSpPr>
          <p:spPr>
            <a:xfrm>
              <a:off x="9093200" y="1052513"/>
              <a:ext cx="55563" cy="47625"/>
            </a:xfrm>
            <a:custGeom>
              <a:rect b="b" l="l" r="r" t="t"/>
              <a:pathLst>
                <a:path extrusionOk="0" h="30" w="35">
                  <a:moveTo>
                    <a:pt x="35" y="0"/>
                  </a:moveTo>
                  <a:lnTo>
                    <a:pt x="0" y="30"/>
                  </a:lnTo>
                  <a:lnTo>
                    <a:pt x="0" y="30"/>
                  </a:lnTo>
                  <a:lnTo>
                    <a:pt x="35" y="0"/>
                  </a:lnTo>
                  <a:lnTo>
                    <a:pt x="35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72" name="Google Shape;872;p28"/>
            <p:cNvSpPr/>
            <p:nvPr/>
          </p:nvSpPr>
          <p:spPr>
            <a:xfrm>
              <a:off x="9037638" y="1100138"/>
              <a:ext cx="55563" cy="42863"/>
            </a:xfrm>
            <a:custGeom>
              <a:rect b="b" l="l" r="r" t="t"/>
              <a:pathLst>
                <a:path extrusionOk="0" h="10" w="13">
                  <a:moveTo>
                    <a:pt x="13" y="0"/>
                  </a:moveTo>
                  <a:cubicBezTo>
                    <a:pt x="13" y="0"/>
                    <a:pt x="13" y="0"/>
                    <a:pt x="13" y="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13" y="0"/>
                    <a:pt x="13" y="0"/>
                    <a:pt x="13" y="0"/>
                  </a:cubicBezTo>
                </a:path>
              </a:pathLst>
            </a:custGeom>
            <a:solidFill>
              <a:srgbClr val="517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73" name="Google Shape;873;p28"/>
            <p:cNvSpPr/>
            <p:nvPr/>
          </p:nvSpPr>
          <p:spPr>
            <a:xfrm>
              <a:off x="9037638" y="1052513"/>
              <a:ext cx="114300" cy="136525"/>
            </a:xfrm>
            <a:custGeom>
              <a:rect b="b" l="l" r="r" t="t"/>
              <a:pathLst>
                <a:path extrusionOk="0" h="32" w="27">
                  <a:moveTo>
                    <a:pt x="26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1" y="25"/>
                    <a:pt x="2" y="28"/>
                    <a:pt x="2" y="32"/>
                  </a:cubicBezTo>
                  <a:cubicBezTo>
                    <a:pt x="12" y="30"/>
                    <a:pt x="25" y="20"/>
                    <a:pt x="26" y="10"/>
                  </a:cubicBezTo>
                  <a:cubicBezTo>
                    <a:pt x="27" y="6"/>
                    <a:pt x="27" y="3"/>
                    <a:pt x="26" y="0"/>
                  </a:cubicBezTo>
                </a:path>
              </a:pathLst>
            </a:custGeom>
            <a:solidFill>
              <a:srgbClr val="CC9C97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74" name="Google Shape;874;p28"/>
            <p:cNvSpPr/>
            <p:nvPr/>
          </p:nvSpPr>
          <p:spPr>
            <a:xfrm>
              <a:off x="8867775" y="611188"/>
              <a:ext cx="169863" cy="314325"/>
            </a:xfrm>
            <a:custGeom>
              <a:rect b="b" l="l" r="r" t="t"/>
              <a:pathLst>
                <a:path extrusionOk="0" h="74" w="40">
                  <a:moveTo>
                    <a:pt x="9" y="21"/>
                  </a:moveTo>
                  <a:cubicBezTo>
                    <a:pt x="0" y="32"/>
                    <a:pt x="1" y="73"/>
                    <a:pt x="20" y="74"/>
                  </a:cubicBezTo>
                  <a:cubicBezTo>
                    <a:pt x="40" y="74"/>
                    <a:pt x="26" y="0"/>
                    <a:pt x="9" y="2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75" name="Google Shape;875;p28"/>
            <p:cNvSpPr/>
            <p:nvPr/>
          </p:nvSpPr>
          <p:spPr>
            <a:xfrm>
              <a:off x="8867775" y="593726"/>
              <a:ext cx="407988" cy="617538"/>
            </a:xfrm>
            <a:custGeom>
              <a:rect b="b" l="l" r="r" t="t"/>
              <a:pathLst>
                <a:path extrusionOk="0" h="145" w="96">
                  <a:moveTo>
                    <a:pt x="94" y="55"/>
                  </a:moveTo>
                  <a:cubicBezTo>
                    <a:pt x="92" y="86"/>
                    <a:pt x="92" y="104"/>
                    <a:pt x="76" y="120"/>
                  </a:cubicBezTo>
                  <a:cubicBezTo>
                    <a:pt x="53" y="145"/>
                    <a:pt x="14" y="131"/>
                    <a:pt x="7" y="100"/>
                  </a:cubicBezTo>
                  <a:cubicBezTo>
                    <a:pt x="0" y="72"/>
                    <a:pt x="5" y="25"/>
                    <a:pt x="35" y="13"/>
                  </a:cubicBezTo>
                  <a:cubicBezTo>
                    <a:pt x="65" y="0"/>
                    <a:pt x="96" y="23"/>
                    <a:pt x="94" y="55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76" name="Google Shape;876;p28"/>
            <p:cNvSpPr/>
            <p:nvPr/>
          </p:nvSpPr>
          <p:spPr>
            <a:xfrm>
              <a:off x="9118600" y="682626"/>
              <a:ext cx="369888" cy="361950"/>
            </a:xfrm>
            <a:custGeom>
              <a:rect b="b" l="l" r="r" t="t"/>
              <a:pathLst>
                <a:path extrusionOk="0" h="85" w="87">
                  <a:moveTo>
                    <a:pt x="19" y="8"/>
                  </a:moveTo>
                  <a:cubicBezTo>
                    <a:pt x="0" y="27"/>
                    <a:pt x="25" y="41"/>
                    <a:pt x="15" y="52"/>
                  </a:cubicBezTo>
                  <a:cubicBezTo>
                    <a:pt x="34" y="61"/>
                    <a:pt x="27" y="69"/>
                    <a:pt x="27" y="69"/>
                  </a:cubicBezTo>
                  <a:cubicBezTo>
                    <a:pt x="27" y="69"/>
                    <a:pt x="24" y="76"/>
                    <a:pt x="27" y="85"/>
                  </a:cubicBezTo>
                  <a:cubicBezTo>
                    <a:pt x="48" y="80"/>
                    <a:pt x="87" y="10"/>
                    <a:pt x="44" y="0"/>
                  </a:cubicBezTo>
                  <a:cubicBezTo>
                    <a:pt x="19" y="11"/>
                    <a:pt x="19" y="8"/>
                    <a:pt x="19" y="8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77" name="Google Shape;877;p28"/>
            <p:cNvSpPr/>
            <p:nvPr/>
          </p:nvSpPr>
          <p:spPr>
            <a:xfrm>
              <a:off x="8855075" y="538163"/>
              <a:ext cx="496888" cy="247650"/>
            </a:xfrm>
            <a:custGeom>
              <a:rect b="b" l="l" r="r" t="t"/>
              <a:pathLst>
                <a:path extrusionOk="0" h="58" w="117">
                  <a:moveTo>
                    <a:pt x="89" y="56"/>
                  </a:moveTo>
                  <a:cubicBezTo>
                    <a:pt x="71" y="58"/>
                    <a:pt x="47" y="50"/>
                    <a:pt x="33" y="42"/>
                  </a:cubicBezTo>
                  <a:cubicBezTo>
                    <a:pt x="18" y="35"/>
                    <a:pt x="16" y="49"/>
                    <a:pt x="21" y="53"/>
                  </a:cubicBezTo>
                  <a:cubicBezTo>
                    <a:pt x="12" y="53"/>
                    <a:pt x="0" y="46"/>
                    <a:pt x="3" y="30"/>
                  </a:cubicBezTo>
                  <a:cubicBezTo>
                    <a:pt x="6" y="15"/>
                    <a:pt x="26" y="0"/>
                    <a:pt x="54" y="13"/>
                  </a:cubicBezTo>
                  <a:cubicBezTo>
                    <a:pt x="73" y="22"/>
                    <a:pt x="98" y="10"/>
                    <a:pt x="107" y="21"/>
                  </a:cubicBezTo>
                  <a:cubicBezTo>
                    <a:pt x="117" y="31"/>
                    <a:pt x="102" y="54"/>
                    <a:pt x="89" y="56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78" name="Google Shape;878;p28"/>
            <p:cNvSpPr/>
            <p:nvPr/>
          </p:nvSpPr>
          <p:spPr>
            <a:xfrm>
              <a:off x="9288463" y="588963"/>
              <a:ext cx="98425" cy="128588"/>
            </a:xfrm>
            <a:custGeom>
              <a:rect b="b" l="l" r="r" t="t"/>
              <a:pathLst>
                <a:path extrusionOk="0" h="30" w="23">
                  <a:moveTo>
                    <a:pt x="0" y="23"/>
                  </a:moveTo>
                  <a:cubicBezTo>
                    <a:pt x="12" y="22"/>
                    <a:pt x="13" y="14"/>
                    <a:pt x="9" y="0"/>
                  </a:cubicBezTo>
                  <a:cubicBezTo>
                    <a:pt x="23" y="19"/>
                    <a:pt x="18" y="25"/>
                    <a:pt x="9" y="30"/>
                  </a:cubicBezTo>
                  <a:cubicBezTo>
                    <a:pt x="1" y="27"/>
                    <a:pt x="0" y="23"/>
                    <a:pt x="0" y="23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79" name="Google Shape;879;p28"/>
            <p:cNvSpPr/>
            <p:nvPr/>
          </p:nvSpPr>
          <p:spPr>
            <a:xfrm>
              <a:off x="9194800" y="857251"/>
              <a:ext cx="119063" cy="144463"/>
            </a:xfrm>
            <a:custGeom>
              <a:rect b="b" l="l" r="r" t="t"/>
              <a:pathLst>
                <a:path extrusionOk="0" h="34" w="28">
                  <a:moveTo>
                    <a:pt x="25" y="17"/>
                  </a:moveTo>
                  <a:cubicBezTo>
                    <a:pt x="22" y="23"/>
                    <a:pt x="17" y="28"/>
                    <a:pt x="11" y="30"/>
                  </a:cubicBezTo>
                  <a:cubicBezTo>
                    <a:pt x="4" y="34"/>
                    <a:pt x="0" y="27"/>
                    <a:pt x="2" y="18"/>
                  </a:cubicBezTo>
                  <a:cubicBezTo>
                    <a:pt x="4" y="11"/>
                    <a:pt x="10" y="0"/>
                    <a:pt x="18" y="0"/>
                  </a:cubicBezTo>
                  <a:cubicBezTo>
                    <a:pt x="25" y="0"/>
                    <a:pt x="28" y="9"/>
                    <a:pt x="25" y="17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80" name="Google Shape;880;p28"/>
            <p:cNvSpPr/>
            <p:nvPr/>
          </p:nvSpPr>
          <p:spPr>
            <a:xfrm>
              <a:off x="9032875" y="844551"/>
              <a:ext cx="25400" cy="42863"/>
            </a:xfrm>
            <a:custGeom>
              <a:rect b="b" l="l" r="r" t="t"/>
              <a:pathLst>
                <a:path extrusionOk="0" h="10" w="6">
                  <a:moveTo>
                    <a:pt x="6" y="5"/>
                  </a:moveTo>
                  <a:cubicBezTo>
                    <a:pt x="6" y="8"/>
                    <a:pt x="4" y="10"/>
                    <a:pt x="3" y="10"/>
                  </a:cubicBezTo>
                  <a:cubicBezTo>
                    <a:pt x="1" y="10"/>
                    <a:pt x="0" y="8"/>
                    <a:pt x="0" y="5"/>
                  </a:cubicBezTo>
                  <a:cubicBezTo>
                    <a:pt x="0" y="3"/>
                    <a:pt x="1" y="0"/>
                    <a:pt x="3" y="0"/>
                  </a:cubicBezTo>
                  <a:cubicBezTo>
                    <a:pt x="5" y="0"/>
                    <a:pt x="6" y="2"/>
                    <a:pt x="6" y="5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81" name="Google Shape;881;p28"/>
            <p:cNvSpPr/>
            <p:nvPr/>
          </p:nvSpPr>
          <p:spPr>
            <a:xfrm>
              <a:off x="8910638" y="849313"/>
              <a:ext cx="25400" cy="381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82" name="Google Shape;882;p28"/>
            <p:cNvSpPr/>
            <p:nvPr/>
          </p:nvSpPr>
          <p:spPr>
            <a:xfrm>
              <a:off x="8931275" y="869951"/>
              <a:ext cx="50800" cy="111125"/>
            </a:xfrm>
            <a:custGeom>
              <a:rect b="b" l="l" r="r" t="t"/>
              <a:pathLst>
                <a:path extrusionOk="0" h="26" w="12">
                  <a:moveTo>
                    <a:pt x="12" y="0"/>
                  </a:moveTo>
                  <a:cubicBezTo>
                    <a:pt x="12" y="0"/>
                    <a:pt x="6" y="15"/>
                    <a:pt x="0" y="22"/>
                  </a:cubicBezTo>
                  <a:cubicBezTo>
                    <a:pt x="4" y="26"/>
                    <a:pt x="12" y="24"/>
                    <a:pt x="12" y="24"/>
                  </a:cubicBezTo>
                  <a:lnTo>
                    <a:pt x="12" y="0"/>
                  </a:lnTo>
                  <a:close/>
                </a:path>
              </a:pathLst>
            </a:custGeom>
            <a:solidFill>
              <a:srgbClr val="ED847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83" name="Google Shape;883;p28"/>
            <p:cNvSpPr/>
            <p:nvPr/>
          </p:nvSpPr>
          <p:spPr>
            <a:xfrm>
              <a:off x="9007475" y="958851"/>
              <a:ext cx="80963" cy="42863"/>
            </a:xfrm>
            <a:custGeom>
              <a:rect b="b" l="l" r="r" t="t"/>
              <a:pathLst>
                <a:path extrusionOk="0" h="10" w="19">
                  <a:moveTo>
                    <a:pt x="4" y="10"/>
                  </a:moveTo>
                  <a:cubicBezTo>
                    <a:pt x="14" y="9"/>
                    <a:pt x="19" y="2"/>
                    <a:pt x="19" y="1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8" y="1"/>
                    <a:pt x="18" y="1"/>
                    <a:pt x="18" y="1"/>
                  </a:cubicBezTo>
                  <a:cubicBezTo>
                    <a:pt x="17" y="1"/>
                    <a:pt x="12" y="9"/>
                    <a:pt x="1" y="9"/>
                  </a:cubicBezTo>
                  <a:cubicBezTo>
                    <a:pt x="1" y="9"/>
                    <a:pt x="0" y="9"/>
                    <a:pt x="0" y="9"/>
                  </a:cubicBezTo>
                  <a:cubicBezTo>
                    <a:pt x="0" y="10"/>
                    <a:pt x="1" y="10"/>
                    <a:pt x="1" y="10"/>
                  </a:cubicBezTo>
                  <a:cubicBezTo>
                    <a:pt x="2" y="10"/>
                    <a:pt x="3" y="10"/>
                    <a:pt x="4" y="1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84" name="Google Shape;884;p28"/>
            <p:cNvSpPr/>
            <p:nvPr/>
          </p:nvSpPr>
          <p:spPr>
            <a:xfrm>
              <a:off x="9063038" y="785813"/>
              <a:ext cx="60325" cy="38100"/>
            </a:xfrm>
            <a:custGeom>
              <a:rect b="b" l="l" r="r" t="t"/>
              <a:pathLst>
                <a:path extrusionOk="0" h="9" w="14">
                  <a:moveTo>
                    <a:pt x="13" y="9"/>
                  </a:moveTo>
                  <a:cubicBezTo>
                    <a:pt x="13" y="9"/>
                    <a:pt x="13" y="9"/>
                    <a:pt x="13" y="9"/>
                  </a:cubicBezTo>
                  <a:cubicBezTo>
                    <a:pt x="14" y="8"/>
                    <a:pt x="14" y="7"/>
                    <a:pt x="14" y="7"/>
                  </a:cubicBezTo>
                  <a:cubicBezTo>
                    <a:pt x="9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3"/>
                    <a:pt x="2" y="3"/>
                  </a:cubicBezTo>
                  <a:cubicBezTo>
                    <a:pt x="2" y="3"/>
                    <a:pt x="7" y="3"/>
                    <a:pt x="11" y="8"/>
                  </a:cubicBezTo>
                  <a:cubicBezTo>
                    <a:pt x="12" y="9"/>
                    <a:pt x="12" y="9"/>
                    <a:pt x="13" y="9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85" name="Google Shape;885;p28"/>
            <p:cNvSpPr/>
            <p:nvPr/>
          </p:nvSpPr>
          <p:spPr>
            <a:xfrm>
              <a:off x="8880475" y="781051"/>
              <a:ext cx="55563" cy="46038"/>
            </a:xfrm>
            <a:custGeom>
              <a:rect b="b" l="l" r="r" t="t"/>
              <a:pathLst>
                <a:path extrusionOk="0" h="11" w="13">
                  <a:moveTo>
                    <a:pt x="2" y="11"/>
                  </a:moveTo>
                  <a:cubicBezTo>
                    <a:pt x="2" y="11"/>
                    <a:pt x="3" y="11"/>
                    <a:pt x="3" y="10"/>
                  </a:cubicBezTo>
                  <a:cubicBezTo>
                    <a:pt x="6" y="4"/>
                    <a:pt x="11" y="3"/>
                    <a:pt x="11" y="3"/>
                  </a:cubicBezTo>
                  <a:cubicBezTo>
                    <a:pt x="12" y="3"/>
                    <a:pt x="13" y="3"/>
                    <a:pt x="12" y="2"/>
                  </a:cubicBezTo>
                  <a:cubicBezTo>
                    <a:pt x="12" y="1"/>
                    <a:pt x="12" y="0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0" y="1"/>
                    <a:pt x="4" y="2"/>
                    <a:pt x="0" y="9"/>
                  </a:cubicBezTo>
                  <a:cubicBezTo>
                    <a:pt x="0" y="10"/>
                    <a:pt x="0" y="11"/>
                    <a:pt x="1" y="11"/>
                  </a:cubicBezTo>
                  <a:lnTo>
                    <a:pt x="2" y="1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86" name="Google Shape;886;p28"/>
            <p:cNvSpPr/>
            <p:nvPr/>
          </p:nvSpPr>
          <p:spPr>
            <a:xfrm>
              <a:off x="9217025" y="1330326"/>
              <a:ext cx="479425" cy="1003300"/>
            </a:xfrm>
            <a:custGeom>
              <a:rect b="b" l="l" r="r" t="t"/>
              <a:pathLst>
                <a:path extrusionOk="0" h="236" w="113">
                  <a:moveTo>
                    <a:pt x="68" y="20"/>
                  </a:moveTo>
                  <a:cubicBezTo>
                    <a:pt x="73" y="30"/>
                    <a:pt x="77" y="40"/>
                    <a:pt x="81" y="50"/>
                  </a:cubicBezTo>
                  <a:cubicBezTo>
                    <a:pt x="85" y="60"/>
                    <a:pt x="89" y="70"/>
                    <a:pt x="92" y="80"/>
                  </a:cubicBezTo>
                  <a:cubicBezTo>
                    <a:pt x="99" y="101"/>
                    <a:pt x="105" y="122"/>
                    <a:pt x="109" y="144"/>
                  </a:cubicBezTo>
                  <a:cubicBezTo>
                    <a:pt x="110" y="149"/>
                    <a:pt x="111" y="155"/>
                    <a:pt x="112" y="160"/>
                  </a:cubicBezTo>
                  <a:cubicBezTo>
                    <a:pt x="112" y="165"/>
                    <a:pt x="112" y="165"/>
                    <a:pt x="112" y="165"/>
                  </a:cubicBezTo>
                  <a:cubicBezTo>
                    <a:pt x="112" y="167"/>
                    <a:pt x="112" y="167"/>
                    <a:pt x="112" y="167"/>
                  </a:cubicBezTo>
                  <a:cubicBezTo>
                    <a:pt x="113" y="168"/>
                    <a:pt x="113" y="168"/>
                    <a:pt x="113" y="168"/>
                  </a:cubicBezTo>
                  <a:cubicBezTo>
                    <a:pt x="113" y="169"/>
                    <a:pt x="113" y="169"/>
                    <a:pt x="113" y="169"/>
                  </a:cubicBezTo>
                  <a:cubicBezTo>
                    <a:pt x="113" y="173"/>
                    <a:pt x="113" y="177"/>
                    <a:pt x="113" y="182"/>
                  </a:cubicBezTo>
                  <a:cubicBezTo>
                    <a:pt x="112" y="190"/>
                    <a:pt x="109" y="200"/>
                    <a:pt x="104" y="207"/>
                  </a:cubicBezTo>
                  <a:cubicBezTo>
                    <a:pt x="99" y="215"/>
                    <a:pt x="92" y="220"/>
                    <a:pt x="85" y="224"/>
                  </a:cubicBezTo>
                  <a:cubicBezTo>
                    <a:pt x="79" y="228"/>
                    <a:pt x="72" y="231"/>
                    <a:pt x="66" y="232"/>
                  </a:cubicBezTo>
                  <a:cubicBezTo>
                    <a:pt x="60" y="234"/>
                    <a:pt x="54" y="235"/>
                    <a:pt x="48" y="236"/>
                  </a:cubicBezTo>
                  <a:cubicBezTo>
                    <a:pt x="42" y="236"/>
                    <a:pt x="36" y="236"/>
                    <a:pt x="30" y="236"/>
                  </a:cubicBezTo>
                  <a:cubicBezTo>
                    <a:pt x="24" y="236"/>
                    <a:pt x="19" y="235"/>
                    <a:pt x="13" y="234"/>
                  </a:cubicBezTo>
                  <a:cubicBezTo>
                    <a:pt x="5" y="233"/>
                    <a:pt x="0" y="226"/>
                    <a:pt x="1" y="218"/>
                  </a:cubicBezTo>
                  <a:cubicBezTo>
                    <a:pt x="2" y="213"/>
                    <a:pt x="7" y="208"/>
                    <a:pt x="12" y="207"/>
                  </a:cubicBezTo>
                  <a:cubicBezTo>
                    <a:pt x="13" y="207"/>
                    <a:pt x="13" y="207"/>
                    <a:pt x="13" y="207"/>
                  </a:cubicBezTo>
                  <a:cubicBezTo>
                    <a:pt x="17" y="206"/>
                    <a:pt x="23" y="205"/>
                    <a:pt x="27" y="204"/>
                  </a:cubicBezTo>
                  <a:cubicBezTo>
                    <a:pt x="32" y="202"/>
                    <a:pt x="36" y="201"/>
                    <a:pt x="40" y="199"/>
                  </a:cubicBezTo>
                  <a:cubicBezTo>
                    <a:pt x="49" y="196"/>
                    <a:pt x="56" y="192"/>
                    <a:pt x="61" y="188"/>
                  </a:cubicBezTo>
                  <a:cubicBezTo>
                    <a:pt x="63" y="186"/>
                    <a:pt x="64" y="184"/>
                    <a:pt x="64" y="183"/>
                  </a:cubicBezTo>
                  <a:cubicBezTo>
                    <a:pt x="64" y="182"/>
                    <a:pt x="64" y="180"/>
                    <a:pt x="64" y="179"/>
                  </a:cubicBezTo>
                  <a:cubicBezTo>
                    <a:pt x="64" y="178"/>
                    <a:pt x="64" y="177"/>
                    <a:pt x="63" y="175"/>
                  </a:cubicBezTo>
                  <a:cubicBezTo>
                    <a:pt x="62" y="169"/>
                    <a:pt x="62" y="169"/>
                    <a:pt x="62" y="169"/>
                  </a:cubicBezTo>
                  <a:cubicBezTo>
                    <a:pt x="61" y="164"/>
                    <a:pt x="60" y="160"/>
                    <a:pt x="59" y="155"/>
                  </a:cubicBezTo>
                  <a:cubicBezTo>
                    <a:pt x="56" y="146"/>
                    <a:pt x="53" y="136"/>
                    <a:pt x="50" y="127"/>
                  </a:cubicBezTo>
                  <a:cubicBezTo>
                    <a:pt x="47" y="117"/>
                    <a:pt x="44" y="108"/>
                    <a:pt x="40" y="99"/>
                  </a:cubicBezTo>
                  <a:cubicBezTo>
                    <a:pt x="37" y="89"/>
                    <a:pt x="33" y="80"/>
                    <a:pt x="29" y="70"/>
                  </a:cubicBezTo>
                  <a:cubicBezTo>
                    <a:pt x="25" y="61"/>
                    <a:pt x="22" y="52"/>
                    <a:pt x="18" y="43"/>
                  </a:cubicBezTo>
                  <a:cubicBezTo>
                    <a:pt x="18" y="42"/>
                    <a:pt x="18" y="42"/>
                    <a:pt x="18" y="42"/>
                  </a:cubicBezTo>
                  <a:cubicBezTo>
                    <a:pt x="12" y="28"/>
                    <a:pt x="18" y="12"/>
                    <a:pt x="32" y="6"/>
                  </a:cubicBezTo>
                  <a:cubicBezTo>
                    <a:pt x="46" y="0"/>
                    <a:pt x="62" y="6"/>
                    <a:pt x="68" y="2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87" name="Google Shape;887;p28"/>
            <p:cNvSpPr/>
            <p:nvPr/>
          </p:nvSpPr>
          <p:spPr>
            <a:xfrm>
              <a:off x="9139238" y="2244726"/>
              <a:ext cx="217488" cy="96838"/>
            </a:xfrm>
            <a:custGeom>
              <a:rect b="b" l="l" r="r" t="t"/>
              <a:pathLst>
                <a:path extrusionOk="0" h="23" w="51">
                  <a:moveTo>
                    <a:pt x="18" y="4"/>
                  </a:moveTo>
                  <a:cubicBezTo>
                    <a:pt x="0" y="12"/>
                    <a:pt x="0" y="12"/>
                    <a:pt x="0" y="12"/>
                  </a:cubicBezTo>
                  <a:cubicBezTo>
                    <a:pt x="31" y="23"/>
                    <a:pt x="31" y="23"/>
                    <a:pt x="31" y="23"/>
                  </a:cubicBezTo>
                  <a:cubicBezTo>
                    <a:pt x="31" y="23"/>
                    <a:pt x="51" y="16"/>
                    <a:pt x="41" y="5"/>
                  </a:cubicBezTo>
                  <a:cubicBezTo>
                    <a:pt x="36" y="3"/>
                    <a:pt x="36" y="3"/>
                    <a:pt x="36" y="3"/>
                  </a:cubicBezTo>
                  <a:cubicBezTo>
                    <a:pt x="27" y="0"/>
                    <a:pt x="22" y="1"/>
                    <a:pt x="18" y="4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88" name="Google Shape;888;p28"/>
            <p:cNvSpPr/>
            <p:nvPr/>
          </p:nvSpPr>
          <p:spPr>
            <a:xfrm>
              <a:off x="9110663" y="2295526"/>
              <a:ext cx="160338" cy="106363"/>
            </a:xfrm>
            <a:custGeom>
              <a:rect b="b" l="l" r="r" t="t"/>
              <a:pathLst>
                <a:path extrusionOk="0" h="25" w="38">
                  <a:moveTo>
                    <a:pt x="9" y="22"/>
                  </a:moveTo>
                  <a:cubicBezTo>
                    <a:pt x="23" y="24"/>
                    <a:pt x="23" y="24"/>
                    <a:pt x="23" y="24"/>
                  </a:cubicBezTo>
                  <a:cubicBezTo>
                    <a:pt x="27" y="25"/>
                    <a:pt x="31" y="23"/>
                    <a:pt x="33" y="19"/>
                  </a:cubicBezTo>
                  <a:cubicBezTo>
                    <a:pt x="38" y="11"/>
                    <a:pt x="38" y="11"/>
                    <a:pt x="38" y="11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0" y="14"/>
                    <a:pt x="3" y="20"/>
                    <a:pt x="9" y="22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889" name="Google Shape;889;p28"/>
          <p:cNvSpPr txBox="1"/>
          <p:nvPr/>
        </p:nvSpPr>
        <p:spPr>
          <a:xfrm>
            <a:off x="1104900" y="1333022"/>
            <a:ext cx="4563529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s-ES" sz="6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Clase 03.2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0" name="Google Shape;890;p28"/>
          <p:cNvSpPr txBox="1"/>
          <p:nvPr/>
        </p:nvSpPr>
        <p:spPr>
          <a:xfrm>
            <a:off x="1104900" y="929147"/>
            <a:ext cx="1193596" cy="3016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ES" sz="12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91" name="Google Shape;891;p28"/>
          <p:cNvGrpSpPr/>
          <p:nvPr/>
        </p:nvGrpSpPr>
        <p:grpSpPr>
          <a:xfrm>
            <a:off x="1067655" y="3842795"/>
            <a:ext cx="3235325" cy="1826757"/>
            <a:chOff x="1067655" y="3842795"/>
            <a:chExt cx="3235325" cy="1826757"/>
          </a:xfrm>
        </p:grpSpPr>
        <p:sp>
          <p:nvSpPr>
            <p:cNvPr id="892" name="Google Shape;892;p28"/>
            <p:cNvSpPr/>
            <p:nvPr/>
          </p:nvSpPr>
          <p:spPr>
            <a:xfrm>
              <a:off x="1067655" y="3842795"/>
              <a:ext cx="3235325" cy="1826757"/>
            </a:xfrm>
            <a:prstGeom prst="roundRect">
              <a:avLst>
                <a:gd fmla="val 12488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254000" rotWithShape="0" algn="ctr" dir="5400000" dist="127000">
                <a:srgbClr val="000000">
                  <a:alpha val="9411"/>
                </a:srgbClr>
              </a:outerShdw>
            </a:effectLst>
          </p:spPr>
          <p:txBody>
            <a:bodyPr anchorCtr="0" anchor="b" bIns="180000" lIns="216000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s-ES" sz="1600" u="none" cap="none" strike="noStrik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Elementos básicos de la programación: Algoritmos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3" name="Google Shape;893;p28"/>
            <p:cNvSpPr txBox="1"/>
            <p:nvPr/>
          </p:nvSpPr>
          <p:spPr>
            <a:xfrm>
              <a:off x="1211178" y="3857269"/>
              <a:ext cx="981039" cy="11387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C0FF"/>
                </a:buClr>
                <a:buSzPts val="6000"/>
                <a:buFont typeface="Poppins"/>
                <a:buNone/>
              </a:pPr>
              <a:r>
                <a:rPr b="1" i="0" lang="es-ES" sz="6000" u="none" cap="none" strike="noStrike">
                  <a:solidFill>
                    <a:srgbClr val="00C0FF"/>
                  </a:solidFill>
                  <a:latin typeface="Poppins"/>
                  <a:ea typeface="Poppins"/>
                  <a:cs typeface="Poppins"/>
                  <a:sym typeface="Poppins"/>
                </a:rPr>
                <a:t>U2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29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ES"/>
              <a:t>Objetivos</a:t>
            </a:r>
            <a:endParaRPr/>
          </a:p>
        </p:txBody>
      </p:sp>
      <p:sp>
        <p:nvSpPr>
          <p:cNvPr id="899" name="Google Shape;899;p29"/>
          <p:cNvSpPr txBox="1"/>
          <p:nvPr/>
        </p:nvSpPr>
        <p:spPr>
          <a:xfrm>
            <a:off x="1112989" y="615954"/>
            <a:ext cx="1786708" cy="3016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ES" sz="12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03.2: Algoritmos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" name="Google Shape;900;p29"/>
          <p:cNvSpPr/>
          <p:nvPr/>
        </p:nvSpPr>
        <p:spPr>
          <a:xfrm>
            <a:off x="1112988" y="4033520"/>
            <a:ext cx="9916961" cy="865739"/>
          </a:xfrm>
          <a:prstGeom prst="roundRect">
            <a:avLst>
              <a:gd fmla="val 26635" name="adj"/>
            </a:avLst>
          </a:prstGeom>
          <a:solidFill>
            <a:srgbClr val="FFFFFF"/>
          </a:solidFill>
          <a:ln>
            <a:noFill/>
          </a:ln>
        </p:spPr>
        <p:txBody>
          <a:bodyPr anchorCtr="1" anchor="ctr" bIns="0" lIns="180000" spcFirstLastPara="1" rIns="1800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Diseñar algoritmos propios para la resolución de problemas de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1" name="Google Shape;901;p29"/>
          <p:cNvSpPr/>
          <p:nvPr/>
        </p:nvSpPr>
        <p:spPr>
          <a:xfrm>
            <a:off x="1112988" y="2930336"/>
            <a:ext cx="9916961" cy="865739"/>
          </a:xfrm>
          <a:prstGeom prst="roundRect">
            <a:avLst>
              <a:gd fmla="val 26635" name="adj"/>
            </a:avLst>
          </a:prstGeom>
          <a:solidFill>
            <a:srgbClr val="FFFFFF"/>
          </a:solidFill>
          <a:ln>
            <a:noFill/>
          </a:ln>
        </p:spPr>
        <p:txBody>
          <a:bodyPr anchorCtr="1" anchor="ctr" bIns="0" lIns="180000" spcFirstLastPara="1" rIns="1800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Aplicar algoritmos para resolver problemas de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2" name="Google Shape;902;p29"/>
          <p:cNvSpPr/>
          <p:nvPr/>
        </p:nvSpPr>
        <p:spPr>
          <a:xfrm>
            <a:off x="1137519" y="1832850"/>
            <a:ext cx="9916961" cy="865739"/>
          </a:xfrm>
          <a:prstGeom prst="roundRect">
            <a:avLst>
              <a:gd fmla="val 26635" name="adj"/>
            </a:avLst>
          </a:prstGeom>
          <a:solidFill>
            <a:srgbClr val="FFFFFF"/>
          </a:solidFill>
          <a:ln>
            <a:noFill/>
          </a:ln>
        </p:spPr>
        <p:txBody>
          <a:bodyPr anchorCtr="1" anchor="ctr" bIns="0" lIns="180000" spcFirstLastPara="1" rIns="1800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Comprender el concepto de algoritmos para la solución de problemas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p30"/>
          <p:cNvSpPr/>
          <p:nvPr/>
        </p:nvSpPr>
        <p:spPr>
          <a:xfrm>
            <a:off x="1112989" y="4099006"/>
            <a:ext cx="4743450" cy="1423875"/>
          </a:xfrm>
          <a:prstGeom prst="roundRect">
            <a:avLst>
              <a:gd fmla="val 1297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360000" spcFirstLastPara="1" rIns="3600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Encontrarás algoritmos en diferentes ámbitos cotidianos.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8" name="Google Shape;908;p30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ES"/>
              <a:t>¿Qué es un algoritmo?</a:t>
            </a:r>
            <a:endParaRPr/>
          </a:p>
        </p:txBody>
      </p:sp>
      <p:sp>
        <p:nvSpPr>
          <p:cNvPr id="909" name="Google Shape;909;p30"/>
          <p:cNvSpPr txBox="1"/>
          <p:nvPr/>
        </p:nvSpPr>
        <p:spPr>
          <a:xfrm>
            <a:off x="1112989" y="615954"/>
            <a:ext cx="1786708" cy="3016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ES" sz="12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03.2: Algoritmos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0" name="Google Shape;910;p30"/>
          <p:cNvSpPr/>
          <p:nvPr/>
        </p:nvSpPr>
        <p:spPr>
          <a:xfrm>
            <a:off x="1104900" y="1883123"/>
            <a:ext cx="4743450" cy="1910804"/>
          </a:xfrm>
          <a:prstGeom prst="roundRect">
            <a:avLst>
              <a:gd fmla="val 1187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360000" spcFirstLastPara="1" rIns="3600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Un algoritmo es un conjunto de instrucciones realizadas en un orden especifico, para solucionar algún problema.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11" name="Google Shape;911;p30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404" l="2228" r="1986" t="509"/>
          <a:stretch/>
        </p:blipFill>
        <p:spPr>
          <a:xfrm>
            <a:off x="6213073" y="1883122"/>
            <a:ext cx="5275493" cy="3639759"/>
          </a:xfrm>
          <a:prstGeom prst="roundRect">
            <a:avLst>
              <a:gd fmla="val 7287" name="adj"/>
            </a:avLst>
          </a:prstGeom>
          <a:solidFill>
            <a:srgbClr val="CADDFF"/>
          </a:solidFill>
          <a:ln>
            <a:noFill/>
          </a:ln>
        </p:spPr>
      </p:pic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lose up of a map&#10;&#10;Description generated with high confidence" id="916" name="Google Shape;916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78012" y="261937"/>
            <a:ext cx="8435975" cy="6334125"/>
          </a:xfrm>
          <a:prstGeom prst="roundRect">
            <a:avLst>
              <a:gd fmla="val 3193" name="adj"/>
            </a:avLst>
          </a:prstGeom>
          <a:noFill/>
          <a:ln>
            <a:noFill/>
          </a:ln>
        </p:spPr>
      </p:pic>
      <p:sp>
        <p:nvSpPr>
          <p:cNvPr id="917" name="Google Shape;917;p31"/>
          <p:cNvSpPr/>
          <p:nvPr/>
        </p:nvSpPr>
        <p:spPr>
          <a:xfrm>
            <a:off x="8890348" y="4826000"/>
            <a:ext cx="3050478" cy="1551549"/>
          </a:xfrm>
          <a:prstGeom prst="roundRect">
            <a:avLst>
              <a:gd fmla="val 14320" name="adj"/>
            </a:avLst>
          </a:prstGeom>
          <a:solidFill>
            <a:schemeClr val="accent1"/>
          </a:solidFill>
          <a:ln>
            <a:noFill/>
          </a:ln>
          <a:effectLst>
            <a:outerShdw blurRad="381000" rotWithShape="0" algn="ctr" dir="5400000" dist="127000">
              <a:srgbClr val="000000">
                <a:alpha val="29411"/>
              </a:srgbClr>
            </a:outerShdw>
          </a:effectLst>
        </p:spPr>
        <p:txBody>
          <a:bodyPr anchorCtr="1" anchor="ctr" bIns="0" lIns="180000" spcFirstLastPara="1" rIns="18000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ES" sz="2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Hasta en una serie de TV los puedes encontrar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p32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ES"/>
              <a:t>Antes de comenzar a programar…</a:t>
            </a:r>
            <a:endParaRPr/>
          </a:p>
        </p:txBody>
      </p:sp>
      <p:sp>
        <p:nvSpPr>
          <p:cNvPr id="923" name="Google Shape;923;p32"/>
          <p:cNvSpPr txBox="1"/>
          <p:nvPr/>
        </p:nvSpPr>
        <p:spPr>
          <a:xfrm>
            <a:off x="1112989" y="615954"/>
            <a:ext cx="2466605" cy="3138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ES" sz="12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3.2: Algoritmos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4" name="Google Shape;924;p32"/>
          <p:cNvSpPr/>
          <p:nvPr/>
        </p:nvSpPr>
        <p:spPr>
          <a:xfrm>
            <a:off x="1104899" y="1702676"/>
            <a:ext cx="9982202" cy="3346844"/>
          </a:xfrm>
          <a:prstGeom prst="roundRect">
            <a:avLst>
              <a:gd fmla="val 785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504000" spcFirstLastPara="1" rIns="2743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Antes de ponernos manos a la obra, debemos darnos una idea general de los pasos que seguiremos para lograr resolver nuestro problema.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Hay dos cosas que deberías hacer en papel antes de usar el teclado: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s-ES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Refinar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s-ES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Diagramar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8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p33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ES"/>
              <a:t>Refino</a:t>
            </a:r>
            <a:endParaRPr/>
          </a:p>
        </p:txBody>
      </p:sp>
      <p:sp>
        <p:nvSpPr>
          <p:cNvPr id="930" name="Google Shape;930;p33"/>
          <p:cNvSpPr txBox="1"/>
          <p:nvPr/>
        </p:nvSpPr>
        <p:spPr>
          <a:xfrm>
            <a:off x="1112989" y="615954"/>
            <a:ext cx="2232588" cy="3138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ES" sz="12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3.2: Algoritmos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1" name="Google Shape;931;p33"/>
          <p:cNvSpPr/>
          <p:nvPr/>
        </p:nvSpPr>
        <p:spPr>
          <a:xfrm>
            <a:off x="1104899" y="1702676"/>
            <a:ext cx="9982202" cy="4728604"/>
          </a:xfrm>
          <a:prstGeom prst="roundRect">
            <a:avLst>
              <a:gd fmla="val 785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504000" spcFirstLastPara="1" rIns="2743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Cuando pienses en una solución en tu mente y visualices el paso a paso requerido, debes refinar cada idea para que se te haga mas fácil programarlo luego.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El refino sucesivo es la búsqueda de la solución de un problema, detallando nivel a nivel la solución, es decir, las tareas necesarias de realizar para llevar a cabo una función.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Un problema determinado es separado funcionalmente en distintas tareas que permiten su solución.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Las tareas definidas, por su parte, pueden nuevamente ser detalladas en subniveles, que determinan un tercer nivel de solución.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p34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ES"/>
              <a:t>Ejemplo</a:t>
            </a:r>
            <a:endParaRPr/>
          </a:p>
        </p:txBody>
      </p:sp>
      <p:sp>
        <p:nvSpPr>
          <p:cNvPr id="937" name="Google Shape;937;p34"/>
          <p:cNvSpPr txBox="1"/>
          <p:nvPr/>
        </p:nvSpPr>
        <p:spPr>
          <a:xfrm>
            <a:off x="1112989" y="615954"/>
            <a:ext cx="2496941" cy="3138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ES" sz="12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3.2: Algoritmos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8" name="Google Shape;938;p34"/>
          <p:cNvSpPr/>
          <p:nvPr/>
        </p:nvSpPr>
        <p:spPr>
          <a:xfrm>
            <a:off x="1104899" y="1702676"/>
            <a:ext cx="9982202" cy="682625"/>
          </a:xfrm>
          <a:prstGeom prst="roundRect">
            <a:avLst>
              <a:gd fmla="val 351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504000" spcFirstLastPara="1" rIns="2743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Indicar si un alumno aprueba o reprueba en base a 3 notas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39" name="Google Shape;939;p34"/>
          <p:cNvGrpSpPr/>
          <p:nvPr/>
        </p:nvGrpSpPr>
        <p:grpSpPr>
          <a:xfrm>
            <a:off x="1112989" y="2591782"/>
            <a:ext cx="9982202" cy="2315498"/>
            <a:chOff x="1112989" y="2591782"/>
            <a:chExt cx="9982202" cy="2315498"/>
          </a:xfrm>
        </p:grpSpPr>
        <p:sp>
          <p:nvSpPr>
            <p:cNvPr id="940" name="Google Shape;940;p34"/>
            <p:cNvSpPr/>
            <p:nvPr/>
          </p:nvSpPr>
          <p:spPr>
            <a:xfrm>
              <a:off x="1112989" y="2591782"/>
              <a:ext cx="9982202" cy="2315498"/>
            </a:xfrm>
            <a:prstGeom prst="roundRect">
              <a:avLst>
                <a:gd fmla="val 14845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504000" spcFirstLastPara="1" rIns="27430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941" name="Google Shape;941;p34"/>
            <p:cNvGrpSpPr/>
            <p:nvPr/>
          </p:nvGrpSpPr>
          <p:grpSpPr>
            <a:xfrm>
              <a:off x="1547673" y="2909853"/>
              <a:ext cx="4812487" cy="1379252"/>
              <a:chOff x="1547673" y="2909853"/>
              <a:chExt cx="4812487" cy="1379252"/>
            </a:xfrm>
          </p:grpSpPr>
          <p:pic>
            <p:nvPicPr>
              <p:cNvPr id="942" name="Google Shape;942;p34"/>
              <p:cNvPicPr preferRelativeResize="0"/>
              <p:nvPr/>
            </p:nvPicPr>
            <p:blipFill rotWithShape="1">
              <a:blip r:embed="rId3">
                <a:alphaModFix/>
              </a:blip>
              <a:srcRect b="89644" l="0" r="55055" t="0"/>
              <a:stretch/>
            </p:blipFill>
            <p:spPr>
              <a:xfrm>
                <a:off x="1547673" y="2909853"/>
                <a:ext cx="4659564" cy="51914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43" name="Google Shape;943;p34"/>
              <p:cNvPicPr preferRelativeResize="0"/>
              <p:nvPr/>
            </p:nvPicPr>
            <p:blipFill rotWithShape="1">
              <a:blip r:embed="rId3">
                <a:alphaModFix/>
              </a:blip>
              <a:srcRect b="57385" l="0" r="64752" t="34592"/>
              <a:stretch/>
            </p:blipFill>
            <p:spPr>
              <a:xfrm>
                <a:off x="1547673" y="3367843"/>
                <a:ext cx="3654247" cy="40211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44" name="Google Shape;944;p34"/>
              <p:cNvPicPr preferRelativeResize="0"/>
              <p:nvPr/>
            </p:nvPicPr>
            <p:blipFill rotWithShape="1">
              <a:blip r:embed="rId3">
                <a:alphaModFix/>
              </a:blip>
              <a:srcRect b="15708" l="0" r="53580" t="76268"/>
              <a:stretch/>
            </p:blipFill>
            <p:spPr>
              <a:xfrm>
                <a:off x="1547681" y="3886990"/>
                <a:ext cx="4812479" cy="40211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945" name="Google Shape;945;p34"/>
          <p:cNvGrpSpPr/>
          <p:nvPr/>
        </p:nvGrpSpPr>
        <p:grpSpPr>
          <a:xfrm>
            <a:off x="1104899" y="1702676"/>
            <a:ext cx="9982202" cy="4686543"/>
            <a:chOff x="1104899" y="1702676"/>
            <a:chExt cx="9982202" cy="4686543"/>
          </a:xfrm>
        </p:grpSpPr>
        <p:sp>
          <p:nvSpPr>
            <p:cNvPr id="946" name="Google Shape;946;p34"/>
            <p:cNvSpPr/>
            <p:nvPr/>
          </p:nvSpPr>
          <p:spPr>
            <a:xfrm>
              <a:off x="1104899" y="1702676"/>
              <a:ext cx="9982202" cy="4677804"/>
            </a:xfrm>
            <a:prstGeom prst="roundRect">
              <a:avLst>
                <a:gd fmla="val 5344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504000" spcFirstLastPara="1" rIns="27430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pic>
          <p:nvPicPr>
            <p:cNvPr id="947" name="Google Shape;947;p3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345009" y="1786875"/>
              <a:ext cx="9518161" cy="460234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p35"/>
          <p:cNvSpPr txBox="1"/>
          <p:nvPr/>
        </p:nvSpPr>
        <p:spPr>
          <a:xfrm>
            <a:off x="1112989" y="615954"/>
            <a:ext cx="2388600" cy="3138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ES" sz="12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3.2: Algoritmos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3" name="Google Shape;953;p35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ES"/>
              <a:t>Diagramar</a:t>
            </a:r>
            <a:endParaRPr/>
          </a:p>
        </p:txBody>
      </p:sp>
      <p:sp>
        <p:nvSpPr>
          <p:cNvPr id="954" name="Google Shape;954;p35"/>
          <p:cNvSpPr txBox="1"/>
          <p:nvPr/>
        </p:nvSpPr>
        <p:spPr>
          <a:xfrm>
            <a:off x="1609196" y="2726167"/>
            <a:ext cx="65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Poppins"/>
              <a:buNone/>
            </a:pPr>
            <a:r>
              <a:t/>
            </a:r>
            <a:endParaRPr b="1" i="0" sz="8000" u="none" cap="none" strike="noStrike">
              <a:solidFill>
                <a:srgbClr val="00C0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55" name="Google Shape;955;p35"/>
          <p:cNvSpPr/>
          <p:nvPr/>
        </p:nvSpPr>
        <p:spPr>
          <a:xfrm>
            <a:off x="599423" y="2549686"/>
            <a:ext cx="1668780" cy="738665"/>
          </a:xfrm>
          <a:prstGeom prst="roundRect">
            <a:avLst>
              <a:gd fmla="val 7961" name="adj"/>
            </a:avLst>
          </a:prstGeom>
          <a:solidFill>
            <a:schemeClr val="accent1"/>
          </a:solidFill>
          <a:ln>
            <a:noFill/>
          </a:ln>
          <a:effectLst>
            <a:outerShdw blurRad="381000" rotWithShape="0" algn="ctr" dir="5400000" dist="127000">
              <a:srgbClr val="000000">
                <a:alpha val="2941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AF6FF"/>
              </a:buClr>
              <a:buSzPts val="2400"/>
              <a:buFont typeface="Poppins"/>
              <a:buNone/>
            </a:pPr>
            <a:r>
              <a:rPr b="1" i="0" lang="es-ES" sz="2400" u="none" cap="none" strike="noStrike">
                <a:solidFill>
                  <a:srgbClr val="EAF6FF"/>
                </a:solidFill>
                <a:latin typeface="Poppins"/>
                <a:ea typeface="Poppins"/>
                <a:cs typeface="Poppins"/>
                <a:sym typeface="Poppins"/>
              </a:rPr>
              <a:t>Inicio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6" name="Google Shape;956;p35"/>
          <p:cNvSpPr/>
          <p:nvPr/>
        </p:nvSpPr>
        <p:spPr>
          <a:xfrm>
            <a:off x="599423" y="3850535"/>
            <a:ext cx="2603370" cy="934930"/>
          </a:xfrm>
          <a:prstGeom prst="roundRect">
            <a:avLst>
              <a:gd fmla="val 796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C0FF"/>
              </a:buClr>
              <a:buSzPts val="2400"/>
              <a:buFont typeface="Poppins"/>
              <a:buNone/>
            </a:pPr>
            <a:r>
              <a:rPr b="1" i="0" lang="es-ES" sz="2400" u="none" cap="none" strike="noStrike">
                <a:solidFill>
                  <a:srgbClr val="00C0FF"/>
                </a:solidFill>
                <a:latin typeface="Poppins"/>
                <a:ea typeface="Poppins"/>
                <a:cs typeface="Poppins"/>
                <a:sym typeface="Poppins"/>
              </a:rPr>
              <a:t>Instrucción</a:t>
            </a:r>
            <a:endParaRPr b="1" i="0" sz="2400" u="none" cap="none" strike="noStrike">
              <a:solidFill>
                <a:srgbClr val="00C0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57" name="Google Shape;957;p35"/>
          <p:cNvSpPr/>
          <p:nvPr/>
        </p:nvSpPr>
        <p:spPr>
          <a:xfrm>
            <a:off x="6939132" y="3852509"/>
            <a:ext cx="2603370" cy="934930"/>
          </a:xfrm>
          <a:prstGeom prst="roundRect">
            <a:avLst>
              <a:gd fmla="val 796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C0FF"/>
              </a:buClr>
              <a:buSzPts val="2400"/>
              <a:buFont typeface="Poppins"/>
              <a:buNone/>
            </a:pPr>
            <a:r>
              <a:rPr b="1" i="0" lang="es-ES" sz="2400" u="none" cap="none" strike="noStrike">
                <a:solidFill>
                  <a:srgbClr val="00C0FF"/>
                </a:solidFill>
                <a:latin typeface="Poppins"/>
                <a:ea typeface="Poppins"/>
                <a:cs typeface="Poppins"/>
                <a:sym typeface="Poppins"/>
              </a:rPr>
              <a:t>Instrucción</a:t>
            </a:r>
            <a:endParaRPr b="1" i="0" sz="2400" u="none" cap="none" strike="noStrike">
              <a:solidFill>
                <a:srgbClr val="00C0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58" name="Google Shape;958;p35"/>
          <p:cNvSpPr/>
          <p:nvPr/>
        </p:nvSpPr>
        <p:spPr>
          <a:xfrm>
            <a:off x="4090649" y="5679336"/>
            <a:ext cx="1668780" cy="738665"/>
          </a:xfrm>
          <a:prstGeom prst="roundRect">
            <a:avLst>
              <a:gd fmla="val 7961" name="adj"/>
            </a:avLst>
          </a:prstGeom>
          <a:solidFill>
            <a:schemeClr val="accent1"/>
          </a:solidFill>
          <a:ln>
            <a:noFill/>
          </a:ln>
          <a:effectLst>
            <a:outerShdw blurRad="381000" rotWithShape="0" algn="ctr" dir="5400000" dist="127000">
              <a:srgbClr val="000000">
                <a:alpha val="2941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AF6FF"/>
              </a:buClr>
              <a:buSzPts val="2400"/>
              <a:buFont typeface="Poppins"/>
              <a:buNone/>
            </a:pPr>
            <a:r>
              <a:rPr b="1" i="0" lang="es-ES" sz="2400" u="none" cap="none" strike="noStrike">
                <a:solidFill>
                  <a:srgbClr val="EAF6FF"/>
                </a:solidFill>
                <a:latin typeface="Poppins"/>
                <a:ea typeface="Poppins"/>
                <a:cs typeface="Poppins"/>
                <a:sym typeface="Poppins"/>
              </a:rPr>
              <a:t>Fin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59" name="Google Shape;959;p35"/>
          <p:cNvCxnSpPr>
            <a:stCxn id="955" idx="2"/>
          </p:cNvCxnSpPr>
          <p:nvPr/>
        </p:nvCxnSpPr>
        <p:spPr>
          <a:xfrm>
            <a:off x="1433813" y="3288351"/>
            <a:ext cx="0" cy="56220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960" name="Google Shape;960;p35"/>
          <p:cNvCxnSpPr>
            <a:stCxn id="956" idx="3"/>
            <a:endCxn id="961" idx="1"/>
          </p:cNvCxnSpPr>
          <p:nvPr/>
        </p:nvCxnSpPr>
        <p:spPr>
          <a:xfrm>
            <a:off x="3202793" y="4318000"/>
            <a:ext cx="420600" cy="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962" name="Google Shape;962;p35"/>
          <p:cNvCxnSpPr>
            <a:stCxn id="961" idx="3"/>
            <a:endCxn id="957" idx="1"/>
          </p:cNvCxnSpPr>
          <p:nvPr/>
        </p:nvCxnSpPr>
        <p:spPr>
          <a:xfrm>
            <a:off x="6226628" y="4318000"/>
            <a:ext cx="712500" cy="210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963" name="Google Shape;963;p35"/>
          <p:cNvSpPr/>
          <p:nvPr/>
        </p:nvSpPr>
        <p:spPr>
          <a:xfrm>
            <a:off x="2823212" y="1860144"/>
            <a:ext cx="8897113" cy="1096520"/>
          </a:xfrm>
          <a:prstGeom prst="roundRect">
            <a:avLst>
              <a:gd fmla="val 11619" name="adj"/>
            </a:avLst>
          </a:prstGeom>
          <a:solidFill>
            <a:srgbClr val="FFFFFF"/>
          </a:solidFill>
          <a:ln>
            <a:noFill/>
          </a:ln>
        </p:spPr>
        <p:txBody>
          <a:bodyPr anchorCtr="1" anchor="ctr" bIns="0" lIns="252000" spcFirstLastPara="1" rIns="2520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También es bueno crear un diagrama. Tener una representación visual de tu solución puede ayudarte mucho a seguir el flujo de tu programa.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1" name="Google Shape;961;p35"/>
          <p:cNvSpPr/>
          <p:nvPr/>
        </p:nvSpPr>
        <p:spPr>
          <a:xfrm>
            <a:off x="3623450" y="3429000"/>
            <a:ext cx="2603178" cy="1778000"/>
          </a:xfrm>
          <a:prstGeom prst="diamond">
            <a:avLst/>
          </a:prstGeom>
          <a:solidFill>
            <a:srgbClr val="FFFFFF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C0FF"/>
              </a:buClr>
              <a:buSzPts val="2000"/>
              <a:buFont typeface="Poppins"/>
              <a:buNone/>
            </a:pPr>
            <a:r>
              <a:rPr b="1" i="0" lang="es-ES" sz="2000" u="none" cap="none" strike="noStrike">
                <a:solidFill>
                  <a:srgbClr val="00C0FF"/>
                </a:solidFill>
                <a:latin typeface="Poppins"/>
                <a:ea typeface="Poppins"/>
                <a:cs typeface="Poppins"/>
                <a:sym typeface="Poppins"/>
              </a:rPr>
              <a:t>condición</a:t>
            </a:r>
            <a:endParaRPr b="1" i="0" sz="2000" u="none" cap="none" strike="noStrike">
              <a:solidFill>
                <a:srgbClr val="00C0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964" name="Google Shape;964;p35"/>
          <p:cNvCxnSpPr>
            <a:stCxn id="961" idx="2"/>
            <a:endCxn id="958" idx="0"/>
          </p:cNvCxnSpPr>
          <p:nvPr/>
        </p:nvCxnSpPr>
        <p:spPr>
          <a:xfrm>
            <a:off x="4925039" y="5207000"/>
            <a:ext cx="0" cy="47220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965" name="Google Shape;965;p35"/>
          <p:cNvSpPr txBox="1"/>
          <p:nvPr/>
        </p:nvSpPr>
        <p:spPr>
          <a:xfrm>
            <a:off x="4925039" y="5149410"/>
            <a:ext cx="639739" cy="4269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C0FF"/>
              </a:buClr>
              <a:buSzPts val="1800"/>
              <a:buFont typeface="Poppins"/>
              <a:buNone/>
            </a:pPr>
            <a:r>
              <a:rPr b="1" i="0" lang="es-ES" sz="1800" u="none" cap="none" strike="noStrike">
                <a:solidFill>
                  <a:srgbClr val="00C0FF"/>
                </a:solidFill>
                <a:latin typeface="Poppins"/>
                <a:ea typeface="Poppins"/>
                <a:cs typeface="Poppins"/>
                <a:sym typeface="Poppins"/>
              </a:rPr>
              <a:t>SI</a:t>
            </a:r>
            <a:endParaRPr b="1" i="0" sz="1800" u="none" cap="none" strike="noStrike">
              <a:solidFill>
                <a:srgbClr val="00C0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66" name="Google Shape;966;p35"/>
          <p:cNvSpPr txBox="1"/>
          <p:nvPr/>
        </p:nvSpPr>
        <p:spPr>
          <a:xfrm>
            <a:off x="6226628" y="3776573"/>
            <a:ext cx="639739" cy="4269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C0FF"/>
              </a:buClr>
              <a:buSzPts val="1800"/>
              <a:buFont typeface="Poppins"/>
              <a:buNone/>
            </a:pPr>
            <a:r>
              <a:rPr b="1" i="0" lang="es-ES" sz="1800" u="none" cap="none" strike="noStrike">
                <a:solidFill>
                  <a:srgbClr val="00C0FF"/>
                </a:solidFill>
                <a:latin typeface="Poppins"/>
                <a:ea typeface="Poppins"/>
                <a:cs typeface="Poppins"/>
                <a:sym typeface="Poppins"/>
              </a:rPr>
              <a:t>NO</a:t>
            </a:r>
            <a:endParaRPr b="1" i="0" sz="1800" u="none" cap="none" strike="noStrike">
              <a:solidFill>
                <a:srgbClr val="00C0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967" name="Google Shape;967;p35"/>
          <p:cNvCxnSpPr>
            <a:stCxn id="957" idx="0"/>
            <a:endCxn id="961" idx="0"/>
          </p:cNvCxnSpPr>
          <p:nvPr/>
        </p:nvCxnSpPr>
        <p:spPr>
          <a:xfrm flipH="1" rot="5400000">
            <a:off x="6371067" y="1982759"/>
            <a:ext cx="423600" cy="3315900"/>
          </a:xfrm>
          <a:prstGeom prst="bentConnector3">
            <a:avLst>
              <a:gd fmla="val 179476" name="adj1"/>
            </a:avLst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968" name="Google Shape;968;p35"/>
          <p:cNvSpPr txBox="1"/>
          <p:nvPr/>
        </p:nvSpPr>
        <p:spPr>
          <a:xfrm>
            <a:off x="2027260" y="5809294"/>
            <a:ext cx="2063389" cy="7571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C0FF"/>
              </a:buClr>
              <a:buSzPts val="1800"/>
              <a:buFont typeface="Poppins"/>
              <a:buNone/>
            </a:pPr>
            <a:r>
              <a:rPr b="1" i="0" lang="es-ES" sz="1800" u="none" cap="none" strike="noStrike">
                <a:solidFill>
                  <a:srgbClr val="00C0FF"/>
                </a:solidFill>
                <a:latin typeface="Poppins"/>
                <a:ea typeface="Poppins"/>
                <a:cs typeface="Poppins"/>
                <a:sym typeface="Poppins"/>
              </a:rPr>
              <a:t>Agrega un inicio y un final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9" name="Google Shape;969;p35"/>
          <p:cNvSpPr txBox="1"/>
          <p:nvPr/>
        </p:nvSpPr>
        <p:spPr>
          <a:xfrm>
            <a:off x="254447" y="4874365"/>
            <a:ext cx="3369757" cy="7571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C0FF"/>
              </a:buClr>
              <a:buSzPts val="1800"/>
              <a:buFont typeface="Poppins"/>
              <a:buNone/>
            </a:pPr>
            <a:r>
              <a:rPr b="1" i="0" lang="es-ES" sz="1800" u="none" cap="none" strike="noStrike">
                <a:solidFill>
                  <a:srgbClr val="00C0FF"/>
                </a:solidFill>
                <a:latin typeface="Poppins"/>
                <a:ea typeface="Poppins"/>
                <a:cs typeface="Poppins"/>
                <a:sym typeface="Poppins"/>
              </a:rPr>
              <a:t>Usa rectángulos para las diferentes instrucciones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0" name="Google Shape;970;p35"/>
          <p:cNvSpPr txBox="1"/>
          <p:nvPr/>
        </p:nvSpPr>
        <p:spPr>
          <a:xfrm>
            <a:off x="8416150" y="3025034"/>
            <a:ext cx="2602983" cy="7571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C0FF"/>
              </a:buClr>
              <a:buSzPts val="1800"/>
              <a:buFont typeface="Poppins"/>
              <a:buNone/>
            </a:pPr>
            <a:r>
              <a:rPr b="1" i="0" lang="es-ES" sz="1800" u="none" cap="none" strike="noStrike">
                <a:solidFill>
                  <a:srgbClr val="00C0FF"/>
                </a:solidFill>
                <a:latin typeface="Poppins"/>
                <a:ea typeface="Poppins"/>
                <a:cs typeface="Poppins"/>
                <a:sym typeface="Poppins"/>
              </a:rPr>
              <a:t>Usa flechas para representar el flujo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1" name="Google Shape;971;p35"/>
          <p:cNvSpPr txBox="1"/>
          <p:nvPr/>
        </p:nvSpPr>
        <p:spPr>
          <a:xfrm>
            <a:off x="6244147" y="5127115"/>
            <a:ext cx="3794587" cy="10895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C0FF"/>
              </a:buClr>
              <a:buSzPts val="1800"/>
              <a:buFont typeface="Poppins"/>
              <a:buNone/>
            </a:pPr>
            <a:r>
              <a:rPr b="1" i="0" lang="es-ES" sz="1800" u="none" cap="none" strike="noStrike">
                <a:solidFill>
                  <a:srgbClr val="00C0FF"/>
                </a:solidFill>
                <a:latin typeface="Poppins"/>
                <a:ea typeface="Poppins"/>
                <a:cs typeface="Poppins"/>
                <a:sym typeface="Poppins"/>
              </a:rPr>
              <a:t>Usa rombos para condiciones en un if o while o para representar un ciclo for</a:t>
            </a:r>
            <a:endParaRPr b="1" i="0" sz="1800" u="none" cap="none" strike="noStrike">
              <a:solidFill>
                <a:srgbClr val="00C0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36"/>
          <p:cNvSpPr txBox="1"/>
          <p:nvPr/>
        </p:nvSpPr>
        <p:spPr>
          <a:xfrm>
            <a:off x="1112989" y="1581818"/>
            <a:ext cx="5845511" cy="15747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s-ES" sz="4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Vamos con algunos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s-ES" sz="4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algoritmos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7" name="Google Shape;977;p36"/>
          <p:cNvSpPr txBox="1"/>
          <p:nvPr/>
        </p:nvSpPr>
        <p:spPr>
          <a:xfrm>
            <a:off x="1112989" y="1211208"/>
            <a:ext cx="2080911" cy="3138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ES" sz="12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3.2: Algoritmos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78" name="Google Shape;978;p36"/>
          <p:cNvGrpSpPr/>
          <p:nvPr/>
        </p:nvGrpSpPr>
        <p:grpSpPr>
          <a:xfrm>
            <a:off x="7507288" y="1763713"/>
            <a:ext cx="6037262" cy="5462588"/>
            <a:chOff x="7507288" y="1763713"/>
            <a:chExt cx="6037262" cy="5462588"/>
          </a:xfrm>
        </p:grpSpPr>
        <p:sp>
          <p:nvSpPr>
            <p:cNvPr id="979" name="Google Shape;979;p36"/>
            <p:cNvSpPr/>
            <p:nvPr/>
          </p:nvSpPr>
          <p:spPr>
            <a:xfrm>
              <a:off x="7507288" y="5321301"/>
              <a:ext cx="4684712" cy="685800"/>
            </a:xfrm>
            <a:prstGeom prst="rect">
              <a:avLst/>
            </a:pr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980" name="Google Shape;980;p36"/>
            <p:cNvSpPr/>
            <p:nvPr/>
          </p:nvSpPr>
          <p:spPr>
            <a:xfrm>
              <a:off x="7507288" y="5321301"/>
              <a:ext cx="6037262" cy="6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981" name="Google Shape;981;p36"/>
            <p:cNvSpPr/>
            <p:nvPr/>
          </p:nvSpPr>
          <p:spPr>
            <a:xfrm>
              <a:off x="12250738" y="5321301"/>
              <a:ext cx="1293812" cy="685800"/>
            </a:xfrm>
            <a:custGeom>
              <a:rect b="b" l="l" r="r" t="t"/>
              <a:pathLst>
                <a:path extrusionOk="0" h="432" w="815">
                  <a:moveTo>
                    <a:pt x="815" y="0"/>
                  </a:moveTo>
                  <a:lnTo>
                    <a:pt x="0" y="0"/>
                  </a:lnTo>
                  <a:lnTo>
                    <a:pt x="0" y="432"/>
                  </a:lnTo>
                  <a:lnTo>
                    <a:pt x="395" y="432"/>
                  </a:lnTo>
                  <a:lnTo>
                    <a:pt x="815" y="432"/>
                  </a:lnTo>
                  <a:lnTo>
                    <a:pt x="815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982" name="Google Shape;982;p36"/>
            <p:cNvSpPr/>
            <p:nvPr/>
          </p:nvSpPr>
          <p:spPr>
            <a:xfrm>
              <a:off x="7507288" y="6007101"/>
              <a:ext cx="666750" cy="1219200"/>
            </a:xfrm>
            <a:prstGeom prst="rect">
              <a:avLst/>
            </a:pr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983" name="Google Shape;983;p36"/>
            <p:cNvSpPr/>
            <p:nvPr/>
          </p:nvSpPr>
          <p:spPr>
            <a:xfrm>
              <a:off x="7507288" y="6007101"/>
              <a:ext cx="666750" cy="12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984" name="Google Shape;984;p36"/>
            <p:cNvSpPr/>
            <p:nvPr/>
          </p:nvSpPr>
          <p:spPr>
            <a:xfrm>
              <a:off x="7507288" y="6007101"/>
              <a:ext cx="666750" cy="1219200"/>
            </a:xfrm>
            <a:custGeom>
              <a:rect b="b" l="l" r="r" t="t"/>
              <a:pathLst>
                <a:path extrusionOk="0" h="768" w="420">
                  <a:moveTo>
                    <a:pt x="420" y="0"/>
                  </a:moveTo>
                  <a:lnTo>
                    <a:pt x="0" y="0"/>
                  </a:lnTo>
                  <a:lnTo>
                    <a:pt x="0" y="43"/>
                  </a:lnTo>
                  <a:lnTo>
                    <a:pt x="297" y="131"/>
                  </a:lnTo>
                  <a:lnTo>
                    <a:pt x="297" y="768"/>
                  </a:lnTo>
                  <a:lnTo>
                    <a:pt x="420" y="768"/>
                  </a:lnTo>
                  <a:lnTo>
                    <a:pt x="420" y="0"/>
                  </a:lnTo>
                  <a:close/>
                </a:path>
              </a:pathLst>
            </a:custGeom>
            <a:solidFill>
              <a:schemeClr val="dk1">
                <a:alpha val="2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985" name="Google Shape;985;p36"/>
            <p:cNvSpPr/>
            <p:nvPr/>
          </p:nvSpPr>
          <p:spPr>
            <a:xfrm>
              <a:off x="7507288" y="6007101"/>
              <a:ext cx="666750" cy="1219200"/>
            </a:xfrm>
            <a:custGeom>
              <a:rect b="b" l="l" r="r" t="t"/>
              <a:pathLst>
                <a:path extrusionOk="0" h="768" w="420">
                  <a:moveTo>
                    <a:pt x="420" y="0"/>
                  </a:moveTo>
                  <a:lnTo>
                    <a:pt x="0" y="0"/>
                  </a:lnTo>
                  <a:lnTo>
                    <a:pt x="0" y="43"/>
                  </a:lnTo>
                  <a:lnTo>
                    <a:pt x="297" y="131"/>
                  </a:lnTo>
                  <a:lnTo>
                    <a:pt x="297" y="768"/>
                  </a:lnTo>
                  <a:lnTo>
                    <a:pt x="420" y="768"/>
                  </a:lnTo>
                  <a:lnTo>
                    <a:pt x="420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986" name="Google Shape;986;p36"/>
            <p:cNvSpPr/>
            <p:nvPr/>
          </p:nvSpPr>
          <p:spPr>
            <a:xfrm>
              <a:off x="12877800" y="6007101"/>
              <a:ext cx="666750" cy="12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987" name="Google Shape;987;p36"/>
            <p:cNvSpPr/>
            <p:nvPr/>
          </p:nvSpPr>
          <p:spPr>
            <a:xfrm>
              <a:off x="12877800" y="6007101"/>
              <a:ext cx="666750" cy="1219200"/>
            </a:xfrm>
            <a:custGeom>
              <a:rect b="b" l="l" r="r" t="t"/>
              <a:pathLst>
                <a:path extrusionOk="0" h="768" w="420">
                  <a:moveTo>
                    <a:pt x="0" y="0"/>
                  </a:moveTo>
                  <a:lnTo>
                    <a:pt x="0" y="0"/>
                  </a:lnTo>
                  <a:lnTo>
                    <a:pt x="0" y="768"/>
                  </a:lnTo>
                  <a:lnTo>
                    <a:pt x="420" y="768"/>
                  </a:lnTo>
                  <a:lnTo>
                    <a:pt x="297" y="768"/>
                  </a:lnTo>
                  <a:lnTo>
                    <a:pt x="297" y="131"/>
                  </a:lnTo>
                  <a:lnTo>
                    <a:pt x="0" y="43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988" name="Google Shape;988;p36"/>
            <p:cNvSpPr/>
            <p:nvPr/>
          </p:nvSpPr>
          <p:spPr>
            <a:xfrm>
              <a:off x="11585575" y="6007101"/>
              <a:ext cx="665162" cy="1219200"/>
            </a:xfrm>
            <a:prstGeom prst="rect">
              <a:avLst/>
            </a:pr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989" name="Google Shape;989;p36"/>
            <p:cNvSpPr/>
            <p:nvPr/>
          </p:nvSpPr>
          <p:spPr>
            <a:xfrm>
              <a:off x="11585575" y="6007101"/>
              <a:ext cx="665162" cy="12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990" name="Google Shape;990;p36"/>
            <p:cNvSpPr/>
            <p:nvPr/>
          </p:nvSpPr>
          <p:spPr>
            <a:xfrm>
              <a:off x="11585575" y="6007101"/>
              <a:ext cx="665162" cy="1219200"/>
            </a:xfrm>
            <a:custGeom>
              <a:rect b="b" l="l" r="r" t="t"/>
              <a:pathLst>
                <a:path extrusionOk="0" h="768" w="419">
                  <a:moveTo>
                    <a:pt x="419" y="0"/>
                  </a:moveTo>
                  <a:lnTo>
                    <a:pt x="419" y="0"/>
                  </a:lnTo>
                  <a:lnTo>
                    <a:pt x="0" y="0"/>
                  </a:lnTo>
                  <a:lnTo>
                    <a:pt x="0" y="43"/>
                  </a:lnTo>
                  <a:lnTo>
                    <a:pt x="297" y="131"/>
                  </a:lnTo>
                  <a:lnTo>
                    <a:pt x="297" y="768"/>
                  </a:lnTo>
                  <a:lnTo>
                    <a:pt x="419" y="768"/>
                  </a:lnTo>
                  <a:lnTo>
                    <a:pt x="419" y="0"/>
                  </a:lnTo>
                  <a:close/>
                </a:path>
              </a:pathLst>
            </a:custGeom>
            <a:solidFill>
              <a:schemeClr val="dk1">
                <a:alpha val="2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991" name="Google Shape;991;p36"/>
            <p:cNvSpPr/>
            <p:nvPr/>
          </p:nvSpPr>
          <p:spPr>
            <a:xfrm>
              <a:off x="11585575" y="6007101"/>
              <a:ext cx="665162" cy="1219200"/>
            </a:xfrm>
            <a:custGeom>
              <a:rect b="b" l="l" r="r" t="t"/>
              <a:pathLst>
                <a:path extrusionOk="0" h="768" w="419">
                  <a:moveTo>
                    <a:pt x="419" y="0"/>
                  </a:moveTo>
                  <a:lnTo>
                    <a:pt x="419" y="0"/>
                  </a:lnTo>
                  <a:lnTo>
                    <a:pt x="0" y="0"/>
                  </a:lnTo>
                  <a:lnTo>
                    <a:pt x="0" y="43"/>
                  </a:lnTo>
                  <a:lnTo>
                    <a:pt x="297" y="131"/>
                  </a:lnTo>
                  <a:lnTo>
                    <a:pt x="297" y="768"/>
                  </a:lnTo>
                  <a:lnTo>
                    <a:pt x="419" y="768"/>
                  </a:lnTo>
                  <a:lnTo>
                    <a:pt x="419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992" name="Google Shape;992;p36"/>
            <p:cNvSpPr/>
            <p:nvPr/>
          </p:nvSpPr>
          <p:spPr>
            <a:xfrm>
              <a:off x="8801100" y="6007101"/>
              <a:ext cx="665162" cy="1219200"/>
            </a:xfrm>
            <a:prstGeom prst="rect">
              <a:avLst/>
            </a:pr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993" name="Google Shape;993;p36"/>
            <p:cNvSpPr/>
            <p:nvPr/>
          </p:nvSpPr>
          <p:spPr>
            <a:xfrm>
              <a:off x="8801100" y="6007101"/>
              <a:ext cx="665162" cy="12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994" name="Google Shape;994;p36"/>
            <p:cNvSpPr/>
            <p:nvPr/>
          </p:nvSpPr>
          <p:spPr>
            <a:xfrm>
              <a:off x="8801100" y="6007101"/>
              <a:ext cx="665162" cy="1219200"/>
            </a:xfrm>
            <a:custGeom>
              <a:rect b="b" l="l" r="r" t="t"/>
              <a:pathLst>
                <a:path extrusionOk="0" h="768" w="419">
                  <a:moveTo>
                    <a:pt x="0" y="0"/>
                  </a:moveTo>
                  <a:lnTo>
                    <a:pt x="0" y="0"/>
                  </a:lnTo>
                  <a:lnTo>
                    <a:pt x="0" y="768"/>
                  </a:lnTo>
                  <a:lnTo>
                    <a:pt x="419" y="768"/>
                  </a:lnTo>
                  <a:lnTo>
                    <a:pt x="297" y="768"/>
                  </a:lnTo>
                  <a:lnTo>
                    <a:pt x="297" y="131"/>
                  </a:lnTo>
                  <a:lnTo>
                    <a:pt x="0" y="43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995" name="Google Shape;995;p36"/>
            <p:cNvSpPr/>
            <p:nvPr/>
          </p:nvSpPr>
          <p:spPr>
            <a:xfrm>
              <a:off x="8801100" y="6007101"/>
              <a:ext cx="665162" cy="1219200"/>
            </a:xfrm>
            <a:custGeom>
              <a:rect b="b" l="l" r="r" t="t"/>
              <a:pathLst>
                <a:path extrusionOk="0" h="768" w="419">
                  <a:moveTo>
                    <a:pt x="419" y="0"/>
                  </a:moveTo>
                  <a:lnTo>
                    <a:pt x="0" y="0"/>
                  </a:lnTo>
                  <a:lnTo>
                    <a:pt x="0" y="43"/>
                  </a:lnTo>
                  <a:lnTo>
                    <a:pt x="297" y="131"/>
                  </a:lnTo>
                  <a:lnTo>
                    <a:pt x="297" y="768"/>
                  </a:lnTo>
                  <a:lnTo>
                    <a:pt x="419" y="768"/>
                  </a:lnTo>
                  <a:lnTo>
                    <a:pt x="419" y="0"/>
                  </a:lnTo>
                  <a:close/>
                </a:path>
              </a:pathLst>
            </a:custGeom>
            <a:solidFill>
              <a:schemeClr val="dk1">
                <a:alpha val="2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996" name="Google Shape;996;p36"/>
            <p:cNvSpPr/>
            <p:nvPr/>
          </p:nvSpPr>
          <p:spPr>
            <a:xfrm>
              <a:off x="8801100" y="6007101"/>
              <a:ext cx="665162" cy="1219200"/>
            </a:xfrm>
            <a:custGeom>
              <a:rect b="b" l="l" r="r" t="t"/>
              <a:pathLst>
                <a:path extrusionOk="0" h="768" w="419">
                  <a:moveTo>
                    <a:pt x="419" y="0"/>
                  </a:moveTo>
                  <a:lnTo>
                    <a:pt x="0" y="0"/>
                  </a:lnTo>
                  <a:lnTo>
                    <a:pt x="0" y="43"/>
                  </a:lnTo>
                  <a:lnTo>
                    <a:pt x="297" y="131"/>
                  </a:lnTo>
                  <a:lnTo>
                    <a:pt x="297" y="768"/>
                  </a:lnTo>
                  <a:lnTo>
                    <a:pt x="419" y="768"/>
                  </a:lnTo>
                  <a:lnTo>
                    <a:pt x="419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997" name="Google Shape;997;p36"/>
            <p:cNvSpPr/>
            <p:nvPr/>
          </p:nvSpPr>
          <p:spPr>
            <a:xfrm>
              <a:off x="8936038" y="2600326"/>
              <a:ext cx="4025900" cy="2589213"/>
            </a:xfrm>
            <a:custGeom>
              <a:rect b="b" l="l" r="r" t="t"/>
              <a:pathLst>
                <a:path extrusionOk="0" h="533" w="828">
                  <a:moveTo>
                    <a:pt x="777" y="533"/>
                  </a:moveTo>
                  <a:cubicBezTo>
                    <a:pt x="17" y="533"/>
                    <a:pt x="17" y="533"/>
                    <a:pt x="17" y="533"/>
                  </a:cubicBezTo>
                  <a:cubicBezTo>
                    <a:pt x="7" y="533"/>
                    <a:pt x="0" y="524"/>
                    <a:pt x="0" y="514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2" y="8"/>
                    <a:pt x="41" y="0"/>
                    <a:pt x="51" y="0"/>
                  </a:cubicBezTo>
                  <a:cubicBezTo>
                    <a:pt x="811" y="0"/>
                    <a:pt x="811" y="0"/>
                    <a:pt x="811" y="0"/>
                  </a:cubicBezTo>
                  <a:cubicBezTo>
                    <a:pt x="821" y="0"/>
                    <a:pt x="828" y="8"/>
                    <a:pt x="828" y="18"/>
                  </a:cubicBezTo>
                  <a:cubicBezTo>
                    <a:pt x="796" y="514"/>
                    <a:pt x="796" y="514"/>
                    <a:pt x="796" y="514"/>
                  </a:cubicBezTo>
                  <a:cubicBezTo>
                    <a:pt x="796" y="524"/>
                    <a:pt x="787" y="533"/>
                    <a:pt x="777" y="533"/>
                  </a:cubicBezTo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998" name="Google Shape;998;p36"/>
            <p:cNvSpPr/>
            <p:nvPr/>
          </p:nvSpPr>
          <p:spPr>
            <a:xfrm>
              <a:off x="9018588" y="2600326"/>
              <a:ext cx="3943350" cy="2589213"/>
            </a:xfrm>
            <a:custGeom>
              <a:rect b="b" l="l" r="r" t="t"/>
              <a:pathLst>
                <a:path extrusionOk="0" h="533" w="811">
                  <a:moveTo>
                    <a:pt x="794" y="0"/>
                  </a:moveTo>
                  <a:cubicBezTo>
                    <a:pt x="788" y="0"/>
                    <a:pt x="788" y="0"/>
                    <a:pt x="788" y="0"/>
                  </a:cubicBezTo>
                  <a:cubicBezTo>
                    <a:pt x="798" y="0"/>
                    <a:pt x="806" y="8"/>
                    <a:pt x="805" y="18"/>
                  </a:cubicBezTo>
                  <a:cubicBezTo>
                    <a:pt x="774" y="514"/>
                    <a:pt x="774" y="514"/>
                    <a:pt x="774" y="514"/>
                  </a:cubicBezTo>
                  <a:cubicBezTo>
                    <a:pt x="773" y="524"/>
                    <a:pt x="764" y="533"/>
                    <a:pt x="754" y="533"/>
                  </a:cubicBezTo>
                  <a:cubicBezTo>
                    <a:pt x="0" y="533"/>
                    <a:pt x="0" y="533"/>
                    <a:pt x="0" y="533"/>
                  </a:cubicBezTo>
                  <a:cubicBezTo>
                    <a:pt x="0" y="533"/>
                    <a:pt x="0" y="533"/>
                    <a:pt x="0" y="533"/>
                  </a:cubicBezTo>
                  <a:cubicBezTo>
                    <a:pt x="760" y="533"/>
                    <a:pt x="760" y="533"/>
                    <a:pt x="760" y="533"/>
                  </a:cubicBezTo>
                  <a:cubicBezTo>
                    <a:pt x="770" y="533"/>
                    <a:pt x="779" y="524"/>
                    <a:pt x="779" y="514"/>
                  </a:cubicBezTo>
                  <a:cubicBezTo>
                    <a:pt x="811" y="18"/>
                    <a:pt x="811" y="18"/>
                    <a:pt x="811" y="18"/>
                  </a:cubicBezTo>
                  <a:cubicBezTo>
                    <a:pt x="811" y="18"/>
                    <a:pt x="811" y="17"/>
                    <a:pt x="811" y="17"/>
                  </a:cubicBezTo>
                  <a:cubicBezTo>
                    <a:pt x="811" y="7"/>
                    <a:pt x="803" y="0"/>
                    <a:pt x="794" y="0"/>
                  </a:cubicBezTo>
                </a:path>
              </a:pathLst>
            </a:custGeom>
            <a:solidFill>
              <a:srgbClr val="0F141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999" name="Google Shape;999;p36"/>
            <p:cNvSpPr/>
            <p:nvPr/>
          </p:nvSpPr>
          <p:spPr>
            <a:xfrm>
              <a:off x="8907463" y="2600326"/>
              <a:ext cx="4029075" cy="2589213"/>
            </a:xfrm>
            <a:custGeom>
              <a:rect b="b" l="l" r="r" t="t"/>
              <a:pathLst>
                <a:path extrusionOk="0" h="533" w="829">
                  <a:moveTo>
                    <a:pt x="777" y="533"/>
                  </a:moveTo>
                  <a:cubicBezTo>
                    <a:pt x="18" y="533"/>
                    <a:pt x="18" y="533"/>
                    <a:pt x="18" y="533"/>
                  </a:cubicBezTo>
                  <a:cubicBezTo>
                    <a:pt x="8" y="533"/>
                    <a:pt x="0" y="524"/>
                    <a:pt x="1" y="514"/>
                  </a:cubicBezTo>
                  <a:cubicBezTo>
                    <a:pt x="32" y="18"/>
                    <a:pt x="32" y="18"/>
                    <a:pt x="32" y="18"/>
                  </a:cubicBezTo>
                  <a:cubicBezTo>
                    <a:pt x="32" y="8"/>
                    <a:pt x="41" y="0"/>
                    <a:pt x="51" y="0"/>
                  </a:cubicBezTo>
                  <a:cubicBezTo>
                    <a:pt x="811" y="0"/>
                    <a:pt x="811" y="0"/>
                    <a:pt x="811" y="0"/>
                  </a:cubicBezTo>
                  <a:cubicBezTo>
                    <a:pt x="821" y="0"/>
                    <a:pt x="829" y="8"/>
                    <a:pt x="828" y="18"/>
                  </a:cubicBezTo>
                  <a:cubicBezTo>
                    <a:pt x="797" y="514"/>
                    <a:pt x="797" y="514"/>
                    <a:pt x="797" y="514"/>
                  </a:cubicBezTo>
                  <a:cubicBezTo>
                    <a:pt x="796" y="524"/>
                    <a:pt x="787" y="533"/>
                    <a:pt x="777" y="533"/>
                  </a:cubicBezTo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000" name="Google Shape;1000;p36"/>
            <p:cNvSpPr/>
            <p:nvPr/>
          </p:nvSpPr>
          <p:spPr>
            <a:xfrm>
              <a:off x="8183563" y="5219701"/>
              <a:ext cx="4602162" cy="101600"/>
            </a:xfrm>
            <a:custGeom>
              <a:rect b="b" l="l" r="r" t="t"/>
              <a:pathLst>
                <a:path extrusionOk="0" h="21" w="947">
                  <a:moveTo>
                    <a:pt x="925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13" y="0"/>
                    <a:pt x="5" y="5"/>
                    <a:pt x="2" y="12"/>
                  </a:cubicBezTo>
                  <a:cubicBezTo>
                    <a:pt x="0" y="16"/>
                    <a:pt x="3" y="21"/>
                    <a:pt x="8" y="21"/>
                  </a:cubicBezTo>
                  <a:cubicBezTo>
                    <a:pt x="939" y="21"/>
                    <a:pt x="939" y="21"/>
                    <a:pt x="939" y="21"/>
                  </a:cubicBezTo>
                  <a:cubicBezTo>
                    <a:pt x="944" y="21"/>
                    <a:pt x="947" y="16"/>
                    <a:pt x="945" y="12"/>
                  </a:cubicBezTo>
                  <a:cubicBezTo>
                    <a:pt x="942" y="5"/>
                    <a:pt x="934" y="0"/>
                    <a:pt x="925" y="0"/>
                  </a:cubicBezTo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001" name="Google Shape;1001;p36"/>
            <p:cNvSpPr/>
            <p:nvPr/>
          </p:nvSpPr>
          <p:spPr>
            <a:xfrm>
              <a:off x="11950700" y="5219701"/>
              <a:ext cx="830262" cy="101600"/>
            </a:xfrm>
            <a:custGeom>
              <a:rect b="b" l="l" r="r" t="t"/>
              <a:pathLst>
                <a:path extrusionOk="0" h="21" w="171">
                  <a:moveTo>
                    <a:pt x="150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13" y="0"/>
                    <a:pt x="5" y="5"/>
                    <a:pt x="2" y="12"/>
                  </a:cubicBezTo>
                  <a:cubicBezTo>
                    <a:pt x="0" y="16"/>
                    <a:pt x="3" y="21"/>
                    <a:pt x="8" y="21"/>
                  </a:cubicBezTo>
                  <a:cubicBezTo>
                    <a:pt x="164" y="21"/>
                    <a:pt x="164" y="21"/>
                    <a:pt x="164" y="21"/>
                  </a:cubicBezTo>
                  <a:cubicBezTo>
                    <a:pt x="168" y="21"/>
                    <a:pt x="171" y="18"/>
                    <a:pt x="171" y="15"/>
                  </a:cubicBezTo>
                  <a:cubicBezTo>
                    <a:pt x="171" y="14"/>
                    <a:pt x="171" y="13"/>
                    <a:pt x="170" y="12"/>
                  </a:cubicBezTo>
                  <a:cubicBezTo>
                    <a:pt x="167" y="5"/>
                    <a:pt x="159" y="0"/>
                    <a:pt x="150" y="0"/>
                  </a:cubicBezTo>
                </a:path>
              </a:pathLst>
            </a:custGeom>
            <a:solidFill>
              <a:srgbClr val="0F141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002" name="Google Shape;1002;p36"/>
            <p:cNvSpPr/>
            <p:nvPr/>
          </p:nvSpPr>
          <p:spPr>
            <a:xfrm>
              <a:off x="12115800" y="5267326"/>
              <a:ext cx="188912" cy="30163"/>
            </a:xfrm>
            <a:custGeom>
              <a:rect b="b" l="l" r="r" t="t"/>
              <a:pathLst>
                <a:path extrusionOk="0" h="6" w="39">
                  <a:moveTo>
                    <a:pt x="37" y="6"/>
                  </a:moveTo>
                  <a:cubicBezTo>
                    <a:pt x="3" y="6"/>
                    <a:pt x="3" y="6"/>
                    <a:pt x="3" y="6"/>
                  </a:cubicBezTo>
                  <a:cubicBezTo>
                    <a:pt x="2" y="6"/>
                    <a:pt x="0" y="4"/>
                    <a:pt x="0" y="3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8" y="0"/>
                    <a:pt x="39" y="1"/>
                    <a:pt x="39" y="3"/>
                  </a:cubicBezTo>
                  <a:cubicBezTo>
                    <a:pt x="39" y="4"/>
                    <a:pt x="38" y="6"/>
                    <a:pt x="37" y="6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003" name="Google Shape;1003;p36"/>
            <p:cNvSpPr/>
            <p:nvPr/>
          </p:nvSpPr>
          <p:spPr>
            <a:xfrm>
              <a:off x="10044113" y="5267326"/>
              <a:ext cx="190500" cy="30163"/>
            </a:xfrm>
            <a:custGeom>
              <a:rect b="b" l="l" r="r" t="t"/>
              <a:pathLst>
                <a:path extrusionOk="0" h="6" w="39">
                  <a:moveTo>
                    <a:pt x="36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36" y="6"/>
                    <a:pt x="36" y="6"/>
                    <a:pt x="36" y="6"/>
                  </a:cubicBezTo>
                  <a:cubicBezTo>
                    <a:pt x="37" y="6"/>
                    <a:pt x="39" y="4"/>
                    <a:pt x="39" y="3"/>
                  </a:cubicBezTo>
                  <a:cubicBezTo>
                    <a:pt x="39" y="1"/>
                    <a:pt x="37" y="0"/>
                    <a:pt x="36" y="0"/>
                  </a:cubicBezTo>
                </a:path>
              </a:pathLst>
            </a:custGeom>
            <a:solidFill>
              <a:srgbClr val="BEC2C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004" name="Google Shape;1004;p36"/>
            <p:cNvSpPr/>
            <p:nvPr/>
          </p:nvSpPr>
          <p:spPr>
            <a:xfrm>
              <a:off x="12344400" y="5267326"/>
              <a:ext cx="125412" cy="30163"/>
            </a:xfrm>
            <a:custGeom>
              <a:rect b="b" l="l" r="r" t="t"/>
              <a:pathLst>
                <a:path extrusionOk="0" h="6" w="26">
                  <a:moveTo>
                    <a:pt x="24" y="6"/>
                  </a:moveTo>
                  <a:cubicBezTo>
                    <a:pt x="2" y="6"/>
                    <a:pt x="2" y="6"/>
                    <a:pt x="2" y="6"/>
                  </a:cubicBezTo>
                  <a:cubicBezTo>
                    <a:pt x="1" y="6"/>
                    <a:pt x="0" y="5"/>
                    <a:pt x="0" y="3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5" y="0"/>
                    <a:pt x="26" y="1"/>
                    <a:pt x="26" y="2"/>
                  </a:cubicBezTo>
                  <a:cubicBezTo>
                    <a:pt x="26" y="3"/>
                    <a:pt x="26" y="3"/>
                    <a:pt x="26" y="3"/>
                  </a:cubicBezTo>
                  <a:cubicBezTo>
                    <a:pt x="26" y="5"/>
                    <a:pt x="25" y="6"/>
                    <a:pt x="24" y="6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005" name="Google Shape;1005;p36"/>
            <p:cNvSpPr/>
            <p:nvPr/>
          </p:nvSpPr>
          <p:spPr>
            <a:xfrm>
              <a:off x="8990013" y="2740026"/>
              <a:ext cx="3859212" cy="2305050"/>
            </a:xfrm>
            <a:custGeom>
              <a:rect b="b" l="l" r="r" t="t"/>
              <a:pathLst>
                <a:path extrusionOk="0" h="474" w="794">
                  <a:moveTo>
                    <a:pt x="1" y="467"/>
                  </a:moveTo>
                  <a:cubicBezTo>
                    <a:pt x="30" y="7"/>
                    <a:pt x="30" y="7"/>
                    <a:pt x="30" y="7"/>
                  </a:cubicBezTo>
                  <a:cubicBezTo>
                    <a:pt x="30" y="3"/>
                    <a:pt x="33" y="0"/>
                    <a:pt x="37" y="0"/>
                  </a:cubicBezTo>
                  <a:cubicBezTo>
                    <a:pt x="787" y="0"/>
                    <a:pt x="787" y="0"/>
                    <a:pt x="787" y="0"/>
                  </a:cubicBezTo>
                  <a:cubicBezTo>
                    <a:pt x="791" y="0"/>
                    <a:pt x="794" y="3"/>
                    <a:pt x="794" y="7"/>
                  </a:cubicBezTo>
                  <a:cubicBezTo>
                    <a:pt x="765" y="467"/>
                    <a:pt x="765" y="467"/>
                    <a:pt x="765" y="467"/>
                  </a:cubicBezTo>
                  <a:cubicBezTo>
                    <a:pt x="765" y="471"/>
                    <a:pt x="761" y="474"/>
                    <a:pt x="757" y="474"/>
                  </a:cubicBezTo>
                  <a:cubicBezTo>
                    <a:pt x="7" y="474"/>
                    <a:pt x="7" y="474"/>
                    <a:pt x="7" y="474"/>
                  </a:cubicBezTo>
                  <a:cubicBezTo>
                    <a:pt x="3" y="474"/>
                    <a:pt x="0" y="471"/>
                    <a:pt x="1" y="46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006" name="Google Shape;1006;p36"/>
            <p:cNvSpPr/>
            <p:nvPr/>
          </p:nvSpPr>
          <p:spPr>
            <a:xfrm>
              <a:off x="8921750" y="2673351"/>
              <a:ext cx="2143125" cy="2303463"/>
            </a:xfrm>
            <a:custGeom>
              <a:rect b="b" l="l" r="r" t="t"/>
              <a:pathLst>
                <a:path extrusionOk="0" h="474" w="441">
                  <a:moveTo>
                    <a:pt x="441" y="0"/>
                  </a:moveTo>
                  <a:cubicBezTo>
                    <a:pt x="191" y="474"/>
                    <a:pt x="191" y="474"/>
                    <a:pt x="191" y="474"/>
                  </a:cubicBezTo>
                  <a:cubicBezTo>
                    <a:pt x="7" y="474"/>
                    <a:pt x="7" y="474"/>
                    <a:pt x="7" y="474"/>
                  </a:cubicBezTo>
                  <a:cubicBezTo>
                    <a:pt x="3" y="474"/>
                    <a:pt x="0" y="471"/>
                    <a:pt x="0" y="467"/>
                  </a:cubicBezTo>
                  <a:cubicBezTo>
                    <a:pt x="30" y="7"/>
                    <a:pt x="30" y="7"/>
                    <a:pt x="30" y="7"/>
                  </a:cubicBezTo>
                  <a:cubicBezTo>
                    <a:pt x="30" y="3"/>
                    <a:pt x="33" y="0"/>
                    <a:pt x="37" y="0"/>
                  </a:cubicBezTo>
                  <a:cubicBezTo>
                    <a:pt x="441" y="0"/>
                    <a:pt x="441" y="0"/>
                    <a:pt x="441" y="0"/>
                  </a:cubicBezTo>
                </a:path>
              </a:pathLst>
            </a:custGeom>
            <a:solidFill>
              <a:srgbClr val="407BFF">
                <a:alpha val="2000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007" name="Google Shape;1007;p36"/>
            <p:cNvSpPr/>
            <p:nvPr/>
          </p:nvSpPr>
          <p:spPr>
            <a:xfrm>
              <a:off x="10633075" y="2673351"/>
              <a:ext cx="1497012" cy="2303463"/>
            </a:xfrm>
            <a:custGeom>
              <a:rect b="b" l="l" r="r" t="t"/>
              <a:pathLst>
                <a:path extrusionOk="0" h="1451" w="943">
                  <a:moveTo>
                    <a:pt x="943" y="0"/>
                  </a:moveTo>
                  <a:lnTo>
                    <a:pt x="177" y="1451"/>
                  </a:lnTo>
                  <a:lnTo>
                    <a:pt x="0" y="1451"/>
                  </a:lnTo>
                  <a:lnTo>
                    <a:pt x="765" y="0"/>
                  </a:lnTo>
                  <a:lnTo>
                    <a:pt x="943" y="0"/>
                  </a:lnTo>
                  <a:close/>
                </a:path>
              </a:pathLst>
            </a:custGeom>
            <a:solidFill>
              <a:srgbClr val="407BFF">
                <a:alpha val="2000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008" name="Google Shape;1008;p36"/>
            <p:cNvSpPr/>
            <p:nvPr/>
          </p:nvSpPr>
          <p:spPr>
            <a:xfrm>
              <a:off x="10633075" y="2673351"/>
              <a:ext cx="1497012" cy="2303463"/>
            </a:xfrm>
            <a:custGeom>
              <a:rect b="b" l="l" r="r" t="t"/>
              <a:pathLst>
                <a:path extrusionOk="0" h="1451" w="943">
                  <a:moveTo>
                    <a:pt x="943" y="0"/>
                  </a:moveTo>
                  <a:lnTo>
                    <a:pt x="177" y="1451"/>
                  </a:lnTo>
                  <a:lnTo>
                    <a:pt x="0" y="1451"/>
                  </a:lnTo>
                  <a:lnTo>
                    <a:pt x="765" y="0"/>
                  </a:lnTo>
                  <a:lnTo>
                    <a:pt x="94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009" name="Google Shape;1009;p36"/>
            <p:cNvSpPr/>
            <p:nvPr/>
          </p:nvSpPr>
          <p:spPr>
            <a:xfrm>
              <a:off x="11220450" y="2673351"/>
              <a:ext cx="1560512" cy="2303463"/>
            </a:xfrm>
            <a:custGeom>
              <a:rect b="b" l="l" r="r" t="t"/>
              <a:pathLst>
                <a:path extrusionOk="0" h="474" w="321">
                  <a:moveTo>
                    <a:pt x="321" y="7"/>
                  </a:moveTo>
                  <a:cubicBezTo>
                    <a:pt x="292" y="467"/>
                    <a:pt x="292" y="467"/>
                    <a:pt x="292" y="467"/>
                  </a:cubicBezTo>
                  <a:cubicBezTo>
                    <a:pt x="291" y="471"/>
                    <a:pt x="288" y="474"/>
                    <a:pt x="284" y="474"/>
                  </a:cubicBezTo>
                  <a:cubicBezTo>
                    <a:pt x="0" y="474"/>
                    <a:pt x="0" y="474"/>
                    <a:pt x="0" y="474"/>
                  </a:cubicBezTo>
                  <a:cubicBezTo>
                    <a:pt x="250" y="0"/>
                    <a:pt x="250" y="0"/>
                    <a:pt x="250" y="0"/>
                  </a:cubicBezTo>
                  <a:cubicBezTo>
                    <a:pt x="314" y="0"/>
                    <a:pt x="314" y="0"/>
                    <a:pt x="314" y="0"/>
                  </a:cubicBezTo>
                  <a:cubicBezTo>
                    <a:pt x="318" y="0"/>
                    <a:pt x="321" y="3"/>
                    <a:pt x="321" y="7"/>
                  </a:cubicBezTo>
                  <a:close/>
                </a:path>
              </a:pathLst>
            </a:custGeom>
            <a:solidFill>
              <a:srgbClr val="407BFF">
                <a:alpha val="2000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010" name="Google Shape;1010;p36"/>
            <p:cNvSpPr/>
            <p:nvPr/>
          </p:nvSpPr>
          <p:spPr>
            <a:xfrm>
              <a:off x="9499600" y="1890713"/>
              <a:ext cx="2109787" cy="1885950"/>
            </a:xfrm>
            <a:custGeom>
              <a:rect b="b" l="l" r="r" t="t"/>
              <a:pathLst>
                <a:path extrusionOk="0" h="388" w="434">
                  <a:moveTo>
                    <a:pt x="190" y="51"/>
                  </a:moveTo>
                  <a:cubicBezTo>
                    <a:pt x="168" y="76"/>
                    <a:pt x="155" y="152"/>
                    <a:pt x="171" y="190"/>
                  </a:cubicBezTo>
                  <a:cubicBezTo>
                    <a:pt x="188" y="228"/>
                    <a:pt x="0" y="266"/>
                    <a:pt x="155" y="327"/>
                  </a:cubicBezTo>
                  <a:cubicBezTo>
                    <a:pt x="310" y="388"/>
                    <a:pt x="434" y="317"/>
                    <a:pt x="389" y="254"/>
                  </a:cubicBezTo>
                  <a:cubicBezTo>
                    <a:pt x="344" y="190"/>
                    <a:pt x="394" y="84"/>
                    <a:pt x="342" y="58"/>
                  </a:cubicBezTo>
                  <a:cubicBezTo>
                    <a:pt x="295" y="33"/>
                    <a:pt x="233" y="0"/>
                    <a:pt x="190" y="51"/>
                  </a:cubicBezTo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011" name="Google Shape;1011;p36"/>
            <p:cNvSpPr/>
            <p:nvPr/>
          </p:nvSpPr>
          <p:spPr>
            <a:xfrm>
              <a:off x="9096375" y="3562351"/>
              <a:ext cx="1098550" cy="1117600"/>
            </a:xfrm>
            <a:custGeom>
              <a:rect b="b" l="l" r="r" t="t"/>
              <a:pathLst>
                <a:path extrusionOk="0" h="230" w="226">
                  <a:moveTo>
                    <a:pt x="226" y="16"/>
                  </a:moveTo>
                  <a:cubicBezTo>
                    <a:pt x="218" y="44"/>
                    <a:pt x="209" y="72"/>
                    <a:pt x="200" y="100"/>
                  </a:cubicBezTo>
                  <a:cubicBezTo>
                    <a:pt x="191" y="128"/>
                    <a:pt x="182" y="155"/>
                    <a:pt x="172" y="183"/>
                  </a:cubicBezTo>
                  <a:cubicBezTo>
                    <a:pt x="168" y="194"/>
                    <a:pt x="168" y="194"/>
                    <a:pt x="168" y="194"/>
                  </a:cubicBezTo>
                  <a:cubicBezTo>
                    <a:pt x="166" y="199"/>
                    <a:pt x="166" y="199"/>
                    <a:pt x="166" y="199"/>
                  </a:cubicBezTo>
                  <a:cubicBezTo>
                    <a:pt x="166" y="200"/>
                    <a:pt x="166" y="200"/>
                    <a:pt x="166" y="200"/>
                  </a:cubicBezTo>
                  <a:cubicBezTo>
                    <a:pt x="165" y="203"/>
                    <a:pt x="165" y="203"/>
                    <a:pt x="165" y="203"/>
                  </a:cubicBezTo>
                  <a:cubicBezTo>
                    <a:pt x="164" y="204"/>
                    <a:pt x="163" y="206"/>
                    <a:pt x="162" y="208"/>
                  </a:cubicBezTo>
                  <a:cubicBezTo>
                    <a:pt x="159" y="214"/>
                    <a:pt x="153" y="221"/>
                    <a:pt x="145" y="225"/>
                  </a:cubicBezTo>
                  <a:cubicBezTo>
                    <a:pt x="138" y="229"/>
                    <a:pt x="131" y="230"/>
                    <a:pt x="124" y="230"/>
                  </a:cubicBezTo>
                  <a:cubicBezTo>
                    <a:pt x="112" y="230"/>
                    <a:pt x="103" y="227"/>
                    <a:pt x="95" y="224"/>
                  </a:cubicBezTo>
                  <a:cubicBezTo>
                    <a:pt x="86" y="221"/>
                    <a:pt x="79" y="217"/>
                    <a:pt x="72" y="213"/>
                  </a:cubicBezTo>
                  <a:cubicBezTo>
                    <a:pt x="44" y="197"/>
                    <a:pt x="22" y="177"/>
                    <a:pt x="0" y="155"/>
                  </a:cubicBezTo>
                  <a:cubicBezTo>
                    <a:pt x="18" y="135"/>
                    <a:pt x="18" y="135"/>
                    <a:pt x="18" y="135"/>
                  </a:cubicBezTo>
                  <a:cubicBezTo>
                    <a:pt x="24" y="139"/>
                    <a:pt x="30" y="143"/>
                    <a:pt x="36" y="146"/>
                  </a:cubicBezTo>
                  <a:cubicBezTo>
                    <a:pt x="42" y="150"/>
                    <a:pt x="48" y="154"/>
                    <a:pt x="54" y="157"/>
                  </a:cubicBezTo>
                  <a:cubicBezTo>
                    <a:pt x="66" y="164"/>
                    <a:pt x="79" y="171"/>
                    <a:pt x="91" y="176"/>
                  </a:cubicBezTo>
                  <a:cubicBezTo>
                    <a:pt x="97" y="179"/>
                    <a:pt x="103" y="181"/>
                    <a:pt x="109" y="182"/>
                  </a:cubicBezTo>
                  <a:cubicBezTo>
                    <a:pt x="114" y="184"/>
                    <a:pt x="120" y="184"/>
                    <a:pt x="122" y="184"/>
                  </a:cubicBezTo>
                  <a:cubicBezTo>
                    <a:pt x="123" y="184"/>
                    <a:pt x="123" y="183"/>
                    <a:pt x="122" y="184"/>
                  </a:cubicBezTo>
                  <a:cubicBezTo>
                    <a:pt x="121" y="184"/>
                    <a:pt x="120" y="185"/>
                    <a:pt x="120" y="185"/>
                  </a:cubicBezTo>
                  <a:cubicBezTo>
                    <a:pt x="120" y="185"/>
                    <a:pt x="120" y="185"/>
                    <a:pt x="120" y="185"/>
                  </a:cubicBezTo>
                  <a:cubicBezTo>
                    <a:pt x="120" y="184"/>
                    <a:pt x="120" y="184"/>
                    <a:pt x="120" y="184"/>
                  </a:cubicBezTo>
                  <a:cubicBezTo>
                    <a:pt x="120" y="183"/>
                    <a:pt x="120" y="183"/>
                    <a:pt x="120" y="183"/>
                  </a:cubicBezTo>
                  <a:cubicBezTo>
                    <a:pt x="122" y="178"/>
                    <a:pt x="122" y="178"/>
                    <a:pt x="122" y="178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49" y="84"/>
                    <a:pt x="149" y="84"/>
                    <a:pt x="149" y="84"/>
                  </a:cubicBezTo>
                  <a:cubicBezTo>
                    <a:pt x="157" y="56"/>
                    <a:pt x="166" y="28"/>
                    <a:pt x="175" y="0"/>
                  </a:cubicBezTo>
                  <a:cubicBezTo>
                    <a:pt x="226" y="16"/>
                    <a:pt x="226" y="16"/>
                    <a:pt x="226" y="16"/>
                  </a:cubicBezTo>
                </a:path>
              </a:pathLst>
            </a:custGeom>
            <a:solidFill>
              <a:srgbClr val="B65B5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012" name="Google Shape;1012;p36"/>
            <p:cNvSpPr/>
            <p:nvPr/>
          </p:nvSpPr>
          <p:spPr>
            <a:xfrm>
              <a:off x="8950325" y="4130676"/>
              <a:ext cx="311150" cy="261938"/>
            </a:xfrm>
            <a:custGeom>
              <a:rect b="b" l="l" r="r" t="t"/>
              <a:pathLst>
                <a:path extrusionOk="0" h="54" w="64">
                  <a:moveTo>
                    <a:pt x="46" y="17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9" y="49"/>
                    <a:pt x="19" y="49"/>
                    <a:pt x="19" y="49"/>
                  </a:cubicBezTo>
                  <a:cubicBezTo>
                    <a:pt x="19" y="49"/>
                    <a:pt x="51" y="54"/>
                    <a:pt x="64" y="37"/>
                  </a:cubicBezTo>
                  <a:cubicBezTo>
                    <a:pt x="54" y="23"/>
                    <a:pt x="54" y="23"/>
                    <a:pt x="54" y="23"/>
                  </a:cubicBezTo>
                  <a:cubicBezTo>
                    <a:pt x="52" y="20"/>
                    <a:pt x="49" y="18"/>
                    <a:pt x="46" y="17"/>
                  </a:cubicBez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013" name="Google Shape;1013;p36"/>
            <p:cNvSpPr/>
            <p:nvPr/>
          </p:nvSpPr>
          <p:spPr>
            <a:xfrm>
              <a:off x="8751888" y="4130676"/>
              <a:ext cx="292100" cy="266700"/>
            </a:xfrm>
            <a:custGeom>
              <a:rect b="b" l="l" r="r" t="t"/>
              <a:pathLst>
                <a:path extrusionOk="0" h="168" w="184">
                  <a:moveTo>
                    <a:pt x="0" y="43"/>
                  </a:moveTo>
                  <a:lnTo>
                    <a:pt x="55" y="168"/>
                  </a:lnTo>
                  <a:lnTo>
                    <a:pt x="184" y="150"/>
                  </a:lnTo>
                  <a:lnTo>
                    <a:pt x="125" y="0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014" name="Google Shape;1014;p36"/>
            <p:cNvSpPr/>
            <p:nvPr/>
          </p:nvSpPr>
          <p:spPr>
            <a:xfrm>
              <a:off x="9855200" y="3246438"/>
              <a:ext cx="558800" cy="685800"/>
            </a:xfrm>
            <a:custGeom>
              <a:rect b="b" l="l" r="r" t="t"/>
              <a:pathLst>
                <a:path extrusionOk="0" h="141" w="115">
                  <a:moveTo>
                    <a:pt x="36" y="8"/>
                  </a:moveTo>
                  <a:cubicBezTo>
                    <a:pt x="15" y="14"/>
                    <a:pt x="0" y="101"/>
                    <a:pt x="0" y="101"/>
                  </a:cubicBezTo>
                  <a:cubicBezTo>
                    <a:pt x="59" y="141"/>
                    <a:pt x="59" y="141"/>
                    <a:pt x="59" y="141"/>
                  </a:cubicBezTo>
                  <a:cubicBezTo>
                    <a:pt x="59" y="141"/>
                    <a:pt x="115" y="53"/>
                    <a:pt x="99" y="29"/>
                  </a:cubicBezTo>
                  <a:cubicBezTo>
                    <a:pt x="82" y="5"/>
                    <a:pt x="67" y="0"/>
                    <a:pt x="36" y="8"/>
                  </a:cubicBezTo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015" name="Google Shape;1015;p36"/>
            <p:cNvSpPr/>
            <p:nvPr/>
          </p:nvSpPr>
          <p:spPr>
            <a:xfrm>
              <a:off x="9855200" y="3270251"/>
              <a:ext cx="257175" cy="544513"/>
            </a:xfrm>
            <a:custGeom>
              <a:rect b="b" l="l" r="r" t="t"/>
              <a:pathLst>
                <a:path extrusionOk="0" h="112" w="53">
                  <a:moveTo>
                    <a:pt x="36" y="3"/>
                  </a:moveTo>
                  <a:cubicBezTo>
                    <a:pt x="15" y="9"/>
                    <a:pt x="0" y="96"/>
                    <a:pt x="0" y="96"/>
                  </a:cubicBezTo>
                  <a:cubicBezTo>
                    <a:pt x="23" y="112"/>
                    <a:pt x="23" y="112"/>
                    <a:pt x="23" y="112"/>
                  </a:cubicBezTo>
                  <a:cubicBezTo>
                    <a:pt x="24" y="97"/>
                    <a:pt x="27" y="70"/>
                    <a:pt x="30" y="51"/>
                  </a:cubicBezTo>
                  <a:cubicBezTo>
                    <a:pt x="30" y="49"/>
                    <a:pt x="30" y="47"/>
                    <a:pt x="30" y="45"/>
                  </a:cubicBezTo>
                  <a:cubicBezTo>
                    <a:pt x="30" y="5"/>
                    <a:pt x="36" y="3"/>
                    <a:pt x="36" y="3"/>
                  </a:cubicBezTo>
                  <a:moveTo>
                    <a:pt x="53" y="0"/>
                  </a:moveTo>
                  <a:cubicBezTo>
                    <a:pt x="48" y="1"/>
                    <a:pt x="42" y="2"/>
                    <a:pt x="36" y="3"/>
                  </a:cubicBezTo>
                  <a:cubicBezTo>
                    <a:pt x="36" y="3"/>
                    <a:pt x="43" y="2"/>
                    <a:pt x="53" y="0"/>
                  </a:cubicBezTo>
                </a:path>
              </a:pathLst>
            </a:custGeom>
            <a:solidFill>
              <a:srgbClr val="A0BD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016" name="Google Shape;1016;p36"/>
            <p:cNvSpPr/>
            <p:nvPr/>
          </p:nvSpPr>
          <p:spPr>
            <a:xfrm>
              <a:off x="9966325" y="3814763"/>
              <a:ext cx="53975" cy="33338"/>
            </a:xfrm>
            <a:custGeom>
              <a:rect b="b" l="l" r="r" t="t"/>
              <a:pathLst>
                <a:path extrusionOk="0" h="7" w="1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1" y="7"/>
                    <a:pt x="11" y="7"/>
                    <a:pt x="11" y="7"/>
                  </a:cubicBezTo>
                  <a:cubicBezTo>
                    <a:pt x="11" y="7"/>
                    <a:pt x="11" y="7"/>
                    <a:pt x="11" y="7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92494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017" name="Google Shape;1017;p36"/>
            <p:cNvSpPr/>
            <p:nvPr/>
          </p:nvSpPr>
          <p:spPr>
            <a:xfrm>
              <a:off x="9966325" y="3517901"/>
              <a:ext cx="53975" cy="330200"/>
            </a:xfrm>
            <a:custGeom>
              <a:rect b="b" l="l" r="r" t="t"/>
              <a:pathLst>
                <a:path extrusionOk="0" h="68" w="11">
                  <a:moveTo>
                    <a:pt x="7" y="0"/>
                  </a:moveTo>
                  <a:cubicBezTo>
                    <a:pt x="4" y="19"/>
                    <a:pt x="1" y="46"/>
                    <a:pt x="0" y="61"/>
                  </a:cubicBezTo>
                  <a:cubicBezTo>
                    <a:pt x="11" y="68"/>
                    <a:pt x="11" y="68"/>
                    <a:pt x="11" y="68"/>
                  </a:cubicBezTo>
                  <a:cubicBezTo>
                    <a:pt x="9" y="39"/>
                    <a:pt x="7" y="16"/>
                    <a:pt x="7" y="0"/>
                  </a:cubicBezTo>
                </a:path>
              </a:pathLst>
            </a:custGeom>
            <a:solidFill>
              <a:srgbClr val="8097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018" name="Google Shape;1018;p36"/>
            <p:cNvSpPr/>
            <p:nvPr/>
          </p:nvSpPr>
          <p:spPr>
            <a:xfrm>
              <a:off x="9913938" y="3206751"/>
              <a:ext cx="1438275" cy="1589088"/>
            </a:xfrm>
            <a:custGeom>
              <a:rect b="b" l="l" r="r" t="t"/>
              <a:pathLst>
                <a:path extrusionOk="0" h="327" w="296">
                  <a:moveTo>
                    <a:pt x="24" y="16"/>
                  </a:moveTo>
                  <a:cubicBezTo>
                    <a:pt x="24" y="16"/>
                    <a:pt x="0" y="25"/>
                    <a:pt x="49" y="327"/>
                  </a:cubicBezTo>
                  <a:cubicBezTo>
                    <a:pt x="132" y="327"/>
                    <a:pt x="218" y="327"/>
                    <a:pt x="258" y="327"/>
                  </a:cubicBezTo>
                  <a:cubicBezTo>
                    <a:pt x="255" y="242"/>
                    <a:pt x="255" y="190"/>
                    <a:pt x="296" y="15"/>
                  </a:cubicBezTo>
                  <a:cubicBezTo>
                    <a:pt x="296" y="15"/>
                    <a:pt x="252" y="5"/>
                    <a:pt x="207" y="3"/>
                  </a:cubicBezTo>
                  <a:cubicBezTo>
                    <a:pt x="171" y="1"/>
                    <a:pt x="142" y="0"/>
                    <a:pt x="111" y="3"/>
                  </a:cubicBezTo>
                  <a:cubicBezTo>
                    <a:pt x="71" y="7"/>
                    <a:pt x="24" y="16"/>
                    <a:pt x="24" y="16"/>
                  </a:cubicBezTo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019" name="Google Shape;1019;p36"/>
            <p:cNvSpPr/>
            <p:nvPr/>
          </p:nvSpPr>
          <p:spPr>
            <a:xfrm>
              <a:off x="10001250" y="3222626"/>
              <a:ext cx="1327150" cy="1511300"/>
            </a:xfrm>
            <a:custGeom>
              <a:rect b="b" l="l" r="r" t="t"/>
              <a:pathLst>
                <a:path extrusionOk="0" h="311" w="273">
                  <a:moveTo>
                    <a:pt x="189" y="0"/>
                  </a:moveTo>
                  <a:cubicBezTo>
                    <a:pt x="189" y="0"/>
                    <a:pt x="169" y="46"/>
                    <a:pt x="116" y="46"/>
                  </a:cubicBezTo>
                  <a:cubicBezTo>
                    <a:pt x="62" y="46"/>
                    <a:pt x="93" y="0"/>
                    <a:pt x="93" y="0"/>
                  </a:cubicBezTo>
                  <a:cubicBezTo>
                    <a:pt x="53" y="4"/>
                    <a:pt x="6" y="13"/>
                    <a:pt x="6" y="13"/>
                  </a:cubicBezTo>
                  <a:cubicBezTo>
                    <a:pt x="6" y="13"/>
                    <a:pt x="0" y="15"/>
                    <a:pt x="0" y="55"/>
                  </a:cubicBezTo>
                  <a:cubicBezTo>
                    <a:pt x="0" y="94"/>
                    <a:pt x="6" y="168"/>
                    <a:pt x="29" y="311"/>
                  </a:cubicBezTo>
                  <a:cubicBezTo>
                    <a:pt x="240" y="311"/>
                    <a:pt x="240" y="311"/>
                    <a:pt x="240" y="311"/>
                  </a:cubicBezTo>
                  <a:cubicBezTo>
                    <a:pt x="239" y="296"/>
                    <a:pt x="239" y="283"/>
                    <a:pt x="239" y="269"/>
                  </a:cubicBezTo>
                  <a:cubicBezTo>
                    <a:pt x="239" y="246"/>
                    <a:pt x="240" y="222"/>
                    <a:pt x="243" y="195"/>
                  </a:cubicBezTo>
                  <a:cubicBezTo>
                    <a:pt x="239" y="177"/>
                    <a:pt x="231" y="135"/>
                    <a:pt x="228" y="110"/>
                  </a:cubicBezTo>
                  <a:cubicBezTo>
                    <a:pt x="224" y="96"/>
                    <a:pt x="220" y="82"/>
                    <a:pt x="220" y="71"/>
                  </a:cubicBezTo>
                  <a:cubicBezTo>
                    <a:pt x="220" y="67"/>
                    <a:pt x="220" y="64"/>
                    <a:pt x="221" y="61"/>
                  </a:cubicBezTo>
                  <a:cubicBezTo>
                    <a:pt x="230" y="36"/>
                    <a:pt x="249" y="11"/>
                    <a:pt x="270" y="11"/>
                  </a:cubicBezTo>
                  <a:cubicBezTo>
                    <a:pt x="271" y="11"/>
                    <a:pt x="272" y="11"/>
                    <a:pt x="273" y="11"/>
                  </a:cubicBezTo>
                  <a:cubicBezTo>
                    <a:pt x="260" y="8"/>
                    <a:pt x="225" y="2"/>
                    <a:pt x="189" y="0"/>
                  </a:cubicBezTo>
                  <a:cubicBezTo>
                    <a:pt x="189" y="0"/>
                    <a:pt x="189" y="0"/>
                    <a:pt x="189" y="0"/>
                  </a:cubicBezTo>
                </a:path>
              </a:pathLst>
            </a:custGeom>
            <a:solidFill>
              <a:srgbClr val="A0BD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020" name="Google Shape;1020;p36"/>
            <p:cNvSpPr/>
            <p:nvPr/>
          </p:nvSpPr>
          <p:spPr>
            <a:xfrm>
              <a:off x="11182350" y="3984626"/>
              <a:ext cx="23812" cy="185738"/>
            </a:xfrm>
            <a:custGeom>
              <a:rect b="b" l="l" r="r" t="t"/>
              <a:pathLst>
                <a:path extrusionOk="0" h="38" w="5">
                  <a:moveTo>
                    <a:pt x="5" y="0"/>
                  </a:moveTo>
                  <a:cubicBezTo>
                    <a:pt x="3" y="13"/>
                    <a:pt x="1" y="26"/>
                    <a:pt x="0" y="38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" y="26"/>
                    <a:pt x="3" y="13"/>
                    <a:pt x="5" y="0"/>
                  </a:cubicBezTo>
                  <a:cubicBezTo>
                    <a:pt x="5" y="0"/>
                    <a:pt x="5" y="0"/>
                    <a:pt x="5" y="0"/>
                  </a:cubicBezTo>
                </a:path>
              </a:pathLst>
            </a:custGeom>
            <a:solidFill>
              <a:srgbClr val="3362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021" name="Google Shape;1021;p36"/>
            <p:cNvSpPr/>
            <p:nvPr/>
          </p:nvSpPr>
          <p:spPr>
            <a:xfrm>
              <a:off x="11109325" y="3756026"/>
              <a:ext cx="96837" cy="414338"/>
            </a:xfrm>
            <a:custGeom>
              <a:rect b="b" l="l" r="r" t="t"/>
              <a:pathLst>
                <a:path extrusionOk="0" h="85" w="20">
                  <a:moveTo>
                    <a:pt x="0" y="0"/>
                  </a:moveTo>
                  <a:cubicBezTo>
                    <a:pt x="3" y="25"/>
                    <a:pt x="11" y="67"/>
                    <a:pt x="15" y="85"/>
                  </a:cubicBezTo>
                  <a:cubicBezTo>
                    <a:pt x="16" y="73"/>
                    <a:pt x="18" y="60"/>
                    <a:pt x="20" y="47"/>
                  </a:cubicBezTo>
                  <a:cubicBezTo>
                    <a:pt x="17" y="40"/>
                    <a:pt x="7" y="21"/>
                    <a:pt x="0" y="0"/>
                  </a:cubicBezTo>
                </a:path>
              </a:pathLst>
            </a:custGeom>
            <a:solidFill>
              <a:srgbClr val="8097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022" name="Google Shape;1022;p36"/>
            <p:cNvSpPr/>
            <p:nvPr/>
          </p:nvSpPr>
          <p:spPr>
            <a:xfrm>
              <a:off x="10302875" y="2701926"/>
              <a:ext cx="617537" cy="742950"/>
            </a:xfrm>
            <a:custGeom>
              <a:rect b="b" l="l" r="r" t="t"/>
              <a:pathLst>
                <a:path extrusionOk="0" h="153" w="127">
                  <a:moveTo>
                    <a:pt x="117" y="0"/>
                  </a:moveTo>
                  <a:cubicBezTo>
                    <a:pt x="111" y="30"/>
                    <a:pt x="105" y="87"/>
                    <a:pt x="127" y="107"/>
                  </a:cubicBezTo>
                  <a:cubicBezTo>
                    <a:pt x="127" y="107"/>
                    <a:pt x="107" y="153"/>
                    <a:pt x="54" y="153"/>
                  </a:cubicBezTo>
                  <a:cubicBezTo>
                    <a:pt x="0" y="153"/>
                    <a:pt x="31" y="107"/>
                    <a:pt x="31" y="107"/>
                  </a:cubicBezTo>
                  <a:cubicBezTo>
                    <a:pt x="66" y="99"/>
                    <a:pt x="65" y="74"/>
                    <a:pt x="59" y="50"/>
                  </a:cubicBezTo>
                  <a:cubicBezTo>
                    <a:pt x="117" y="0"/>
                    <a:pt x="117" y="0"/>
                    <a:pt x="117" y="0"/>
                  </a:cubicBezTo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023" name="Google Shape;1023;p36"/>
            <p:cNvSpPr/>
            <p:nvPr/>
          </p:nvSpPr>
          <p:spPr>
            <a:xfrm>
              <a:off x="10321925" y="3149601"/>
              <a:ext cx="660400" cy="339725"/>
            </a:xfrm>
            <a:custGeom>
              <a:rect b="b" l="l" r="r" t="t"/>
              <a:pathLst>
                <a:path extrusionOk="0" h="70" w="136">
                  <a:moveTo>
                    <a:pt x="116" y="4"/>
                  </a:moveTo>
                  <a:cubicBezTo>
                    <a:pt x="111" y="14"/>
                    <a:pt x="95" y="37"/>
                    <a:pt x="49" y="45"/>
                  </a:cubicBezTo>
                  <a:cubicBezTo>
                    <a:pt x="48" y="46"/>
                    <a:pt x="47" y="45"/>
                    <a:pt x="46" y="45"/>
                  </a:cubicBezTo>
                  <a:cubicBezTo>
                    <a:pt x="37" y="39"/>
                    <a:pt x="32" y="26"/>
                    <a:pt x="35" y="12"/>
                  </a:cubicBezTo>
                  <a:cubicBezTo>
                    <a:pt x="37" y="8"/>
                    <a:pt x="33" y="4"/>
                    <a:pt x="29" y="6"/>
                  </a:cubicBezTo>
                  <a:cubicBezTo>
                    <a:pt x="24" y="8"/>
                    <a:pt x="21" y="10"/>
                    <a:pt x="19" y="11"/>
                  </a:cubicBezTo>
                  <a:cubicBezTo>
                    <a:pt x="18" y="12"/>
                    <a:pt x="18" y="12"/>
                    <a:pt x="17" y="13"/>
                  </a:cubicBezTo>
                  <a:cubicBezTo>
                    <a:pt x="14" y="19"/>
                    <a:pt x="0" y="50"/>
                    <a:pt x="41" y="69"/>
                  </a:cubicBezTo>
                  <a:cubicBezTo>
                    <a:pt x="42" y="69"/>
                    <a:pt x="42" y="69"/>
                    <a:pt x="43" y="69"/>
                  </a:cubicBezTo>
                  <a:cubicBezTo>
                    <a:pt x="67" y="70"/>
                    <a:pt x="109" y="65"/>
                    <a:pt x="136" y="17"/>
                  </a:cubicBezTo>
                  <a:cubicBezTo>
                    <a:pt x="136" y="15"/>
                    <a:pt x="136" y="13"/>
                    <a:pt x="135" y="11"/>
                  </a:cubicBezTo>
                  <a:cubicBezTo>
                    <a:pt x="132" y="8"/>
                    <a:pt x="127" y="4"/>
                    <a:pt x="123" y="2"/>
                  </a:cubicBezTo>
                  <a:cubicBezTo>
                    <a:pt x="120" y="0"/>
                    <a:pt x="117" y="1"/>
                    <a:pt x="116" y="4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024" name="Google Shape;1024;p36"/>
            <p:cNvSpPr/>
            <p:nvPr/>
          </p:nvSpPr>
          <p:spPr>
            <a:xfrm>
              <a:off x="10656888" y="3698876"/>
              <a:ext cx="306387" cy="82550"/>
            </a:xfrm>
            <a:custGeom>
              <a:rect b="b" l="l" r="r" t="t"/>
              <a:pathLst>
                <a:path extrusionOk="0" h="17" w="63">
                  <a:moveTo>
                    <a:pt x="58" y="16"/>
                  </a:moveTo>
                  <a:cubicBezTo>
                    <a:pt x="4" y="15"/>
                    <a:pt x="4" y="15"/>
                    <a:pt x="4" y="15"/>
                  </a:cubicBezTo>
                  <a:cubicBezTo>
                    <a:pt x="2" y="15"/>
                    <a:pt x="0" y="13"/>
                    <a:pt x="0" y="10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" y="1"/>
                    <a:pt x="3" y="0"/>
                    <a:pt x="5" y="0"/>
                  </a:cubicBezTo>
                  <a:cubicBezTo>
                    <a:pt x="59" y="1"/>
                    <a:pt x="59" y="1"/>
                    <a:pt x="59" y="1"/>
                  </a:cubicBezTo>
                  <a:cubicBezTo>
                    <a:pt x="62" y="1"/>
                    <a:pt x="63" y="3"/>
                    <a:pt x="63" y="6"/>
                  </a:cubicBezTo>
                  <a:cubicBezTo>
                    <a:pt x="63" y="12"/>
                    <a:pt x="63" y="12"/>
                    <a:pt x="63" y="12"/>
                  </a:cubicBezTo>
                  <a:cubicBezTo>
                    <a:pt x="62" y="15"/>
                    <a:pt x="60" y="17"/>
                    <a:pt x="58" y="16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025" name="Google Shape;1025;p36"/>
            <p:cNvSpPr/>
            <p:nvPr/>
          </p:nvSpPr>
          <p:spPr>
            <a:xfrm>
              <a:off x="10604500" y="3017838"/>
              <a:ext cx="0" cy="9525"/>
            </a:xfrm>
            <a:custGeom>
              <a:rect b="b" l="l" r="r" t="t"/>
              <a:pathLst>
                <a:path extrusionOk="0" h="2" w="120000">
                  <a:moveTo>
                    <a:pt x="0" y="0"/>
                  </a:moveTo>
                  <a:cubicBezTo>
                    <a:pt x="0" y="1"/>
                    <a:pt x="0" y="1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1"/>
                    <a:pt x="0" y="1"/>
                    <a:pt x="0" y="0"/>
                  </a:cubicBezTo>
                </a:path>
              </a:pathLst>
            </a:custGeom>
            <a:solidFill>
              <a:srgbClr val="1E282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026" name="Google Shape;1026;p36"/>
            <p:cNvSpPr/>
            <p:nvPr/>
          </p:nvSpPr>
          <p:spPr>
            <a:xfrm>
              <a:off x="10588625" y="2949576"/>
              <a:ext cx="141287" cy="77788"/>
            </a:xfrm>
            <a:custGeom>
              <a:rect b="b" l="l" r="r" t="t"/>
              <a:pathLst>
                <a:path extrusionOk="0" h="16" w="29">
                  <a:moveTo>
                    <a:pt x="29" y="0"/>
                  </a:moveTo>
                  <a:cubicBezTo>
                    <a:pt x="23" y="1"/>
                    <a:pt x="17" y="2"/>
                    <a:pt x="12" y="2"/>
                  </a:cubicBezTo>
                  <a:cubicBezTo>
                    <a:pt x="8" y="2"/>
                    <a:pt x="4" y="1"/>
                    <a:pt x="0" y="1"/>
                  </a:cubicBezTo>
                  <a:cubicBezTo>
                    <a:pt x="1" y="5"/>
                    <a:pt x="2" y="10"/>
                    <a:pt x="3" y="14"/>
                  </a:cubicBezTo>
                  <a:cubicBezTo>
                    <a:pt x="3" y="15"/>
                    <a:pt x="3" y="15"/>
                    <a:pt x="3" y="16"/>
                  </a:cubicBezTo>
                  <a:cubicBezTo>
                    <a:pt x="11" y="14"/>
                    <a:pt x="22" y="8"/>
                    <a:pt x="29" y="0"/>
                  </a:cubicBezTo>
                </a:path>
              </a:pathLst>
            </a:custGeom>
            <a:solidFill>
              <a:srgbClr val="91494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027" name="Google Shape;1027;p36"/>
            <p:cNvSpPr/>
            <p:nvPr/>
          </p:nvSpPr>
          <p:spPr>
            <a:xfrm>
              <a:off x="10312400" y="1958976"/>
              <a:ext cx="801687" cy="1087438"/>
            </a:xfrm>
            <a:custGeom>
              <a:rect b="b" l="l" r="r" t="t"/>
              <a:pathLst>
                <a:path extrusionOk="0" h="224" w="165">
                  <a:moveTo>
                    <a:pt x="155" y="95"/>
                  </a:moveTo>
                  <a:cubicBezTo>
                    <a:pt x="146" y="145"/>
                    <a:pt x="143" y="167"/>
                    <a:pt x="114" y="190"/>
                  </a:cubicBezTo>
                  <a:cubicBezTo>
                    <a:pt x="70" y="224"/>
                    <a:pt x="11" y="201"/>
                    <a:pt x="5" y="149"/>
                  </a:cubicBezTo>
                  <a:cubicBezTo>
                    <a:pt x="0" y="102"/>
                    <a:pt x="17" y="27"/>
                    <a:pt x="69" y="14"/>
                  </a:cubicBezTo>
                  <a:cubicBezTo>
                    <a:pt x="120" y="0"/>
                    <a:pt x="165" y="45"/>
                    <a:pt x="155" y="95"/>
                  </a:cubicBezTo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028" name="Google Shape;1028;p36"/>
            <p:cNvSpPr/>
            <p:nvPr/>
          </p:nvSpPr>
          <p:spPr>
            <a:xfrm>
              <a:off x="10890250" y="1982788"/>
              <a:ext cx="393700" cy="612775"/>
            </a:xfrm>
            <a:custGeom>
              <a:rect b="b" l="l" r="r" t="t"/>
              <a:pathLst>
                <a:path extrusionOk="0" h="126" w="81">
                  <a:moveTo>
                    <a:pt x="8" y="53"/>
                  </a:moveTo>
                  <a:cubicBezTo>
                    <a:pt x="2" y="84"/>
                    <a:pt x="0" y="126"/>
                    <a:pt x="29" y="126"/>
                  </a:cubicBezTo>
                  <a:cubicBezTo>
                    <a:pt x="58" y="126"/>
                    <a:pt x="81" y="77"/>
                    <a:pt x="56" y="39"/>
                  </a:cubicBezTo>
                  <a:cubicBezTo>
                    <a:pt x="31" y="0"/>
                    <a:pt x="12" y="34"/>
                    <a:pt x="8" y="53"/>
                  </a:cubicBezTo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029" name="Google Shape;1029;p36"/>
            <p:cNvSpPr/>
            <p:nvPr/>
          </p:nvSpPr>
          <p:spPr>
            <a:xfrm>
              <a:off x="10293350" y="1763713"/>
              <a:ext cx="879475" cy="660400"/>
            </a:xfrm>
            <a:custGeom>
              <a:rect b="b" l="l" r="r" t="t"/>
              <a:pathLst>
                <a:path extrusionOk="0" h="136" w="181">
                  <a:moveTo>
                    <a:pt x="181" y="102"/>
                  </a:moveTo>
                  <a:cubicBezTo>
                    <a:pt x="181" y="136"/>
                    <a:pt x="138" y="119"/>
                    <a:pt x="119" y="104"/>
                  </a:cubicBezTo>
                  <a:cubicBezTo>
                    <a:pt x="99" y="89"/>
                    <a:pt x="98" y="91"/>
                    <a:pt x="63" y="91"/>
                  </a:cubicBezTo>
                  <a:cubicBezTo>
                    <a:pt x="28" y="91"/>
                    <a:pt x="21" y="89"/>
                    <a:pt x="10" y="72"/>
                  </a:cubicBezTo>
                  <a:cubicBezTo>
                    <a:pt x="0" y="55"/>
                    <a:pt x="1" y="44"/>
                    <a:pt x="24" y="47"/>
                  </a:cubicBezTo>
                  <a:cubicBezTo>
                    <a:pt x="48" y="51"/>
                    <a:pt x="28" y="27"/>
                    <a:pt x="46" y="13"/>
                  </a:cubicBezTo>
                  <a:cubicBezTo>
                    <a:pt x="63" y="0"/>
                    <a:pt x="84" y="4"/>
                    <a:pt x="108" y="34"/>
                  </a:cubicBezTo>
                  <a:cubicBezTo>
                    <a:pt x="132" y="64"/>
                    <a:pt x="181" y="42"/>
                    <a:pt x="181" y="102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030" name="Google Shape;1030;p36"/>
            <p:cNvSpPr/>
            <p:nvPr/>
          </p:nvSpPr>
          <p:spPr>
            <a:xfrm>
              <a:off x="10423525" y="2439988"/>
              <a:ext cx="87312" cy="146050"/>
            </a:xfrm>
            <a:custGeom>
              <a:rect b="b" l="l" r="r" t="t"/>
              <a:pathLst>
                <a:path extrusionOk="0" h="30" w="18">
                  <a:moveTo>
                    <a:pt x="18" y="0"/>
                  </a:moveTo>
                  <a:cubicBezTo>
                    <a:pt x="18" y="0"/>
                    <a:pt x="8" y="17"/>
                    <a:pt x="0" y="25"/>
                  </a:cubicBezTo>
                  <a:cubicBezTo>
                    <a:pt x="4" y="30"/>
                    <a:pt x="14" y="29"/>
                    <a:pt x="14" y="29"/>
                  </a:cubicBezTo>
                  <a:lnTo>
                    <a:pt x="18" y="0"/>
                  </a:lnTo>
                  <a:close/>
                </a:path>
              </a:pathLst>
            </a:custGeom>
            <a:solidFill>
              <a:srgbClr val="A0272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031" name="Google Shape;1031;p36"/>
            <p:cNvSpPr/>
            <p:nvPr/>
          </p:nvSpPr>
          <p:spPr>
            <a:xfrm>
              <a:off x="10550525" y="2643188"/>
              <a:ext cx="125412" cy="53975"/>
            </a:xfrm>
            <a:custGeom>
              <a:rect b="b" l="l" r="r" t="t"/>
              <a:pathLst>
                <a:path extrusionOk="0" h="11" w="26">
                  <a:moveTo>
                    <a:pt x="1" y="9"/>
                  </a:moveTo>
                  <a:cubicBezTo>
                    <a:pt x="1" y="9"/>
                    <a:pt x="1" y="9"/>
                    <a:pt x="1" y="9"/>
                  </a:cubicBezTo>
                  <a:cubicBezTo>
                    <a:pt x="15" y="11"/>
                    <a:pt x="26" y="2"/>
                    <a:pt x="26" y="1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25" y="0"/>
                    <a:pt x="14" y="9"/>
                    <a:pt x="1" y="7"/>
                  </a:cubicBezTo>
                  <a:cubicBezTo>
                    <a:pt x="1" y="7"/>
                    <a:pt x="0" y="8"/>
                    <a:pt x="0" y="8"/>
                  </a:cubicBezTo>
                  <a:lnTo>
                    <a:pt x="1" y="9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032" name="Google Shape;1032;p36"/>
            <p:cNvSpPr/>
            <p:nvPr/>
          </p:nvSpPr>
          <p:spPr>
            <a:xfrm>
              <a:off x="10687050" y="2279651"/>
              <a:ext cx="101600" cy="68263"/>
            </a:xfrm>
            <a:custGeom>
              <a:rect b="b" l="l" r="r" t="t"/>
              <a:pathLst>
                <a:path extrusionOk="0" h="14" w="21">
                  <a:moveTo>
                    <a:pt x="18" y="13"/>
                  </a:moveTo>
                  <a:cubicBezTo>
                    <a:pt x="19" y="14"/>
                    <a:pt x="19" y="14"/>
                    <a:pt x="20" y="13"/>
                  </a:cubicBezTo>
                  <a:cubicBezTo>
                    <a:pt x="20" y="13"/>
                    <a:pt x="21" y="12"/>
                    <a:pt x="20" y="11"/>
                  </a:cubicBezTo>
                  <a:cubicBezTo>
                    <a:pt x="13" y="0"/>
                    <a:pt x="2" y="0"/>
                    <a:pt x="2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2"/>
                    <a:pt x="1" y="3"/>
                    <a:pt x="2" y="3"/>
                  </a:cubicBezTo>
                  <a:cubicBezTo>
                    <a:pt x="2" y="3"/>
                    <a:pt x="12" y="3"/>
                    <a:pt x="18" y="13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033" name="Google Shape;1033;p36"/>
            <p:cNvSpPr/>
            <p:nvPr/>
          </p:nvSpPr>
          <p:spPr>
            <a:xfrm>
              <a:off x="10614025" y="2400301"/>
              <a:ext cx="52387" cy="77788"/>
            </a:xfrm>
            <a:custGeom>
              <a:rect b="b" l="l" r="r" t="t"/>
              <a:pathLst>
                <a:path extrusionOk="0" h="16" w="11">
                  <a:moveTo>
                    <a:pt x="10" y="9"/>
                  </a:moveTo>
                  <a:cubicBezTo>
                    <a:pt x="10" y="13"/>
                    <a:pt x="7" y="16"/>
                    <a:pt x="4" y="16"/>
                  </a:cubicBezTo>
                  <a:cubicBezTo>
                    <a:pt x="2" y="15"/>
                    <a:pt x="0" y="11"/>
                    <a:pt x="1" y="7"/>
                  </a:cubicBezTo>
                  <a:cubicBezTo>
                    <a:pt x="1" y="3"/>
                    <a:pt x="4" y="0"/>
                    <a:pt x="7" y="1"/>
                  </a:cubicBezTo>
                  <a:cubicBezTo>
                    <a:pt x="9" y="1"/>
                    <a:pt x="11" y="5"/>
                    <a:pt x="10" y="9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034" name="Google Shape;1034;p36"/>
            <p:cNvSpPr/>
            <p:nvPr/>
          </p:nvSpPr>
          <p:spPr>
            <a:xfrm>
              <a:off x="10385425" y="2362201"/>
              <a:ext cx="52387" cy="77788"/>
            </a:xfrm>
            <a:custGeom>
              <a:rect b="b" l="l" r="r" t="t"/>
              <a:pathLst>
                <a:path extrusionOk="0" h="16" w="11">
                  <a:moveTo>
                    <a:pt x="11" y="9"/>
                  </a:moveTo>
                  <a:cubicBezTo>
                    <a:pt x="10" y="13"/>
                    <a:pt x="7" y="16"/>
                    <a:pt x="5" y="16"/>
                  </a:cubicBezTo>
                  <a:cubicBezTo>
                    <a:pt x="2" y="15"/>
                    <a:pt x="0" y="11"/>
                    <a:pt x="1" y="7"/>
                  </a:cubicBezTo>
                  <a:cubicBezTo>
                    <a:pt x="2" y="3"/>
                    <a:pt x="4" y="0"/>
                    <a:pt x="7" y="1"/>
                  </a:cubicBezTo>
                  <a:cubicBezTo>
                    <a:pt x="10" y="1"/>
                    <a:pt x="11" y="5"/>
                    <a:pt x="11" y="9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035" name="Google Shape;1035;p36"/>
            <p:cNvSpPr/>
            <p:nvPr/>
          </p:nvSpPr>
          <p:spPr>
            <a:xfrm>
              <a:off x="10380663" y="2347913"/>
              <a:ext cx="42862" cy="38100"/>
            </a:xfrm>
            <a:custGeom>
              <a:rect b="b" l="l" r="r" t="t"/>
              <a:pathLst>
                <a:path extrusionOk="0" h="8" w="9">
                  <a:moveTo>
                    <a:pt x="9" y="4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4" y="8"/>
                    <a:pt x="9" y="4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036" name="Google Shape;1036;p36"/>
            <p:cNvSpPr/>
            <p:nvPr/>
          </p:nvSpPr>
          <p:spPr>
            <a:xfrm>
              <a:off x="10604500" y="2381251"/>
              <a:ext cx="47625" cy="42863"/>
            </a:xfrm>
            <a:custGeom>
              <a:rect b="b" l="l" r="r" t="t"/>
              <a:pathLst>
                <a:path extrusionOk="0" h="9" w="10">
                  <a:moveTo>
                    <a:pt x="10" y="5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4" y="9"/>
                    <a:pt x="10" y="5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037" name="Google Shape;1037;p36"/>
            <p:cNvSpPr/>
            <p:nvPr/>
          </p:nvSpPr>
          <p:spPr>
            <a:xfrm>
              <a:off x="10355263" y="2216151"/>
              <a:ext cx="112712" cy="53975"/>
            </a:xfrm>
            <a:custGeom>
              <a:rect b="b" l="l" r="r" t="t"/>
              <a:pathLst>
                <a:path extrusionOk="0" h="11" w="23">
                  <a:moveTo>
                    <a:pt x="1" y="11"/>
                  </a:moveTo>
                  <a:cubicBezTo>
                    <a:pt x="1" y="11"/>
                    <a:pt x="2" y="11"/>
                    <a:pt x="2" y="11"/>
                  </a:cubicBezTo>
                  <a:cubicBezTo>
                    <a:pt x="11" y="4"/>
                    <a:pt x="20" y="7"/>
                    <a:pt x="21" y="7"/>
                  </a:cubicBezTo>
                  <a:cubicBezTo>
                    <a:pt x="21" y="7"/>
                    <a:pt x="22" y="7"/>
                    <a:pt x="23" y="6"/>
                  </a:cubicBezTo>
                  <a:cubicBezTo>
                    <a:pt x="23" y="5"/>
                    <a:pt x="22" y="4"/>
                    <a:pt x="22" y="4"/>
                  </a:cubicBezTo>
                  <a:cubicBezTo>
                    <a:pt x="21" y="4"/>
                    <a:pt x="11" y="0"/>
                    <a:pt x="1" y="8"/>
                  </a:cubicBezTo>
                  <a:cubicBezTo>
                    <a:pt x="0" y="9"/>
                    <a:pt x="0" y="10"/>
                    <a:pt x="0" y="11"/>
                  </a:cubicBezTo>
                  <a:lnTo>
                    <a:pt x="1" y="1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038" name="Google Shape;1038;p36"/>
            <p:cNvSpPr/>
            <p:nvPr/>
          </p:nvSpPr>
          <p:spPr>
            <a:xfrm>
              <a:off x="10107613" y="4795838"/>
              <a:ext cx="1176337" cy="249238"/>
            </a:xfrm>
            <a:custGeom>
              <a:rect b="b" l="l" r="r" t="t"/>
              <a:pathLst>
                <a:path extrusionOk="0" h="51" w="242">
                  <a:moveTo>
                    <a:pt x="1" y="51"/>
                  </a:moveTo>
                  <a:cubicBezTo>
                    <a:pt x="1" y="51"/>
                    <a:pt x="0" y="23"/>
                    <a:pt x="9" y="0"/>
                  </a:cubicBezTo>
                  <a:cubicBezTo>
                    <a:pt x="27" y="0"/>
                    <a:pt x="218" y="0"/>
                    <a:pt x="218" y="0"/>
                  </a:cubicBezTo>
                  <a:cubicBezTo>
                    <a:pt x="218" y="0"/>
                    <a:pt x="237" y="31"/>
                    <a:pt x="242" y="51"/>
                  </a:cubicBezTo>
                  <a:cubicBezTo>
                    <a:pt x="219" y="51"/>
                    <a:pt x="1" y="51"/>
                    <a:pt x="1" y="51"/>
                  </a:cubicBezTo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039" name="Google Shape;1039;p36"/>
            <p:cNvSpPr/>
            <p:nvPr/>
          </p:nvSpPr>
          <p:spPr>
            <a:xfrm>
              <a:off x="10117138" y="4733926"/>
              <a:ext cx="1079500" cy="111125"/>
            </a:xfrm>
            <a:custGeom>
              <a:rect b="b" l="l" r="r" t="t"/>
              <a:pathLst>
                <a:path extrusionOk="0" h="23" w="222">
                  <a:moveTo>
                    <a:pt x="220" y="1"/>
                  </a:moveTo>
                  <a:cubicBezTo>
                    <a:pt x="221" y="20"/>
                    <a:pt x="221" y="20"/>
                    <a:pt x="221" y="20"/>
                  </a:cubicBezTo>
                  <a:cubicBezTo>
                    <a:pt x="222" y="21"/>
                    <a:pt x="220" y="23"/>
                    <a:pt x="218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4" y="23"/>
                    <a:pt x="2" y="22"/>
                    <a:pt x="2" y="2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1"/>
                    <a:pt x="2" y="0"/>
                    <a:pt x="4" y="0"/>
                  </a:cubicBezTo>
                  <a:cubicBezTo>
                    <a:pt x="216" y="0"/>
                    <a:pt x="216" y="0"/>
                    <a:pt x="216" y="0"/>
                  </a:cubicBezTo>
                  <a:cubicBezTo>
                    <a:pt x="218" y="0"/>
                    <a:pt x="219" y="0"/>
                    <a:pt x="220" y="1"/>
                  </a:cubicBezTo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040" name="Google Shape;1040;p36"/>
            <p:cNvSpPr/>
            <p:nvPr/>
          </p:nvSpPr>
          <p:spPr>
            <a:xfrm>
              <a:off x="10117138" y="4733926"/>
              <a:ext cx="1074737" cy="111125"/>
            </a:xfrm>
            <a:custGeom>
              <a:rect b="b" l="l" r="r" t="t"/>
              <a:pathLst>
                <a:path extrusionOk="0" h="23" w="221">
                  <a:moveTo>
                    <a:pt x="216" y="0"/>
                  </a:moveTo>
                  <a:cubicBezTo>
                    <a:pt x="216" y="0"/>
                    <a:pt x="216" y="0"/>
                    <a:pt x="216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2" y="22"/>
                    <a:pt x="4" y="23"/>
                    <a:pt x="6" y="23"/>
                  </a:cubicBezTo>
                  <a:cubicBezTo>
                    <a:pt x="218" y="23"/>
                    <a:pt x="218" y="23"/>
                    <a:pt x="218" y="23"/>
                  </a:cubicBezTo>
                  <a:cubicBezTo>
                    <a:pt x="220" y="23"/>
                    <a:pt x="221" y="22"/>
                    <a:pt x="221" y="21"/>
                  </a:cubicBezTo>
                  <a:cubicBezTo>
                    <a:pt x="221" y="20"/>
                    <a:pt x="221" y="20"/>
                    <a:pt x="221" y="20"/>
                  </a:cubicBezTo>
                  <a:cubicBezTo>
                    <a:pt x="220" y="1"/>
                    <a:pt x="220" y="1"/>
                    <a:pt x="220" y="1"/>
                  </a:cubicBezTo>
                  <a:cubicBezTo>
                    <a:pt x="219" y="0"/>
                    <a:pt x="218" y="0"/>
                    <a:pt x="216" y="0"/>
                  </a:cubicBezTo>
                </a:path>
              </a:pathLst>
            </a:custGeom>
            <a:solidFill>
              <a:srgbClr val="78A1F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041" name="Google Shape;1041;p36"/>
            <p:cNvSpPr/>
            <p:nvPr/>
          </p:nvSpPr>
          <p:spPr>
            <a:xfrm>
              <a:off x="11022013" y="4724401"/>
              <a:ext cx="63500" cy="130175"/>
            </a:xfrm>
            <a:custGeom>
              <a:rect b="b" l="l" r="r" t="t"/>
              <a:pathLst>
                <a:path extrusionOk="0" h="27" w="13">
                  <a:moveTo>
                    <a:pt x="5" y="27"/>
                  </a:moveTo>
                  <a:cubicBezTo>
                    <a:pt x="11" y="27"/>
                    <a:pt x="11" y="27"/>
                    <a:pt x="11" y="27"/>
                  </a:cubicBezTo>
                  <a:cubicBezTo>
                    <a:pt x="12" y="27"/>
                    <a:pt x="13" y="26"/>
                    <a:pt x="13" y="26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1"/>
                    <a:pt x="9" y="0"/>
                    <a:pt x="8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1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6"/>
                    <a:pt x="4" y="27"/>
                    <a:pt x="5" y="27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042" name="Google Shape;1042;p36"/>
            <p:cNvSpPr/>
            <p:nvPr/>
          </p:nvSpPr>
          <p:spPr>
            <a:xfrm>
              <a:off x="10199688" y="4724401"/>
              <a:ext cx="63500" cy="130175"/>
            </a:xfrm>
            <a:custGeom>
              <a:rect b="b" l="l" r="r" t="t"/>
              <a:pathLst>
                <a:path extrusionOk="0" h="27" w="13">
                  <a:moveTo>
                    <a:pt x="5" y="27"/>
                  </a:moveTo>
                  <a:cubicBezTo>
                    <a:pt x="11" y="27"/>
                    <a:pt x="11" y="27"/>
                    <a:pt x="11" y="27"/>
                  </a:cubicBezTo>
                  <a:cubicBezTo>
                    <a:pt x="12" y="27"/>
                    <a:pt x="13" y="26"/>
                    <a:pt x="12" y="26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1"/>
                    <a:pt x="9" y="0"/>
                    <a:pt x="8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1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6"/>
                    <a:pt x="4" y="27"/>
                    <a:pt x="5" y="27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043" name="Google Shape;1043;p36"/>
            <p:cNvSpPr/>
            <p:nvPr/>
          </p:nvSpPr>
          <p:spPr>
            <a:xfrm>
              <a:off x="10614025" y="4724401"/>
              <a:ext cx="57150" cy="130175"/>
            </a:xfrm>
            <a:custGeom>
              <a:rect b="b" l="l" r="r" t="t"/>
              <a:pathLst>
                <a:path extrusionOk="0" h="27" w="12">
                  <a:moveTo>
                    <a:pt x="4" y="27"/>
                  </a:moveTo>
                  <a:cubicBezTo>
                    <a:pt x="10" y="27"/>
                    <a:pt x="10" y="27"/>
                    <a:pt x="10" y="27"/>
                  </a:cubicBezTo>
                  <a:cubicBezTo>
                    <a:pt x="11" y="27"/>
                    <a:pt x="12" y="26"/>
                    <a:pt x="12" y="26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"/>
                    <a:pt x="8" y="0"/>
                    <a:pt x="7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2" y="26"/>
                    <a:pt x="2" y="26"/>
                    <a:pt x="2" y="26"/>
                  </a:cubicBezTo>
                  <a:cubicBezTo>
                    <a:pt x="2" y="26"/>
                    <a:pt x="3" y="27"/>
                    <a:pt x="4" y="27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044" name="Google Shape;1044;p36"/>
            <p:cNvSpPr/>
            <p:nvPr/>
          </p:nvSpPr>
          <p:spPr>
            <a:xfrm>
              <a:off x="11187113" y="3567113"/>
              <a:ext cx="831850" cy="1001713"/>
            </a:xfrm>
            <a:custGeom>
              <a:rect b="b" l="l" r="r" t="t"/>
              <a:pathLst>
                <a:path extrusionOk="0" h="206" w="171">
                  <a:moveTo>
                    <a:pt x="51" y="0"/>
                  </a:moveTo>
                  <a:cubicBezTo>
                    <a:pt x="61" y="30"/>
                    <a:pt x="69" y="60"/>
                    <a:pt x="78" y="90"/>
                  </a:cubicBezTo>
                  <a:cubicBezTo>
                    <a:pt x="91" y="135"/>
                    <a:pt x="91" y="135"/>
                    <a:pt x="91" y="135"/>
                  </a:cubicBezTo>
                  <a:cubicBezTo>
                    <a:pt x="97" y="157"/>
                    <a:pt x="97" y="157"/>
                    <a:pt x="97" y="157"/>
                  </a:cubicBezTo>
                  <a:cubicBezTo>
                    <a:pt x="99" y="163"/>
                    <a:pt x="99" y="163"/>
                    <a:pt x="99" y="163"/>
                  </a:cubicBezTo>
                  <a:cubicBezTo>
                    <a:pt x="99" y="166"/>
                    <a:pt x="99" y="166"/>
                    <a:pt x="99" y="166"/>
                  </a:cubicBezTo>
                  <a:cubicBezTo>
                    <a:pt x="100" y="166"/>
                    <a:pt x="100" y="166"/>
                    <a:pt x="100" y="166"/>
                  </a:cubicBezTo>
                  <a:cubicBezTo>
                    <a:pt x="100" y="166"/>
                    <a:pt x="100" y="166"/>
                    <a:pt x="100" y="166"/>
                  </a:cubicBezTo>
                  <a:cubicBezTo>
                    <a:pt x="100" y="167"/>
                    <a:pt x="100" y="167"/>
                    <a:pt x="100" y="167"/>
                  </a:cubicBezTo>
                  <a:cubicBezTo>
                    <a:pt x="99" y="166"/>
                    <a:pt x="99" y="166"/>
                    <a:pt x="99" y="166"/>
                  </a:cubicBezTo>
                  <a:cubicBezTo>
                    <a:pt x="99" y="165"/>
                    <a:pt x="98" y="164"/>
                    <a:pt x="95" y="162"/>
                  </a:cubicBezTo>
                  <a:cubicBezTo>
                    <a:pt x="93" y="160"/>
                    <a:pt x="89" y="158"/>
                    <a:pt x="85" y="158"/>
                  </a:cubicBezTo>
                  <a:cubicBezTo>
                    <a:pt x="81" y="158"/>
                    <a:pt x="78" y="159"/>
                    <a:pt x="76" y="160"/>
                  </a:cubicBezTo>
                  <a:cubicBezTo>
                    <a:pt x="73" y="161"/>
                    <a:pt x="74" y="162"/>
                    <a:pt x="74" y="161"/>
                  </a:cubicBezTo>
                  <a:cubicBezTo>
                    <a:pt x="74" y="161"/>
                    <a:pt x="75" y="160"/>
                    <a:pt x="76" y="159"/>
                  </a:cubicBezTo>
                  <a:cubicBezTo>
                    <a:pt x="77" y="157"/>
                    <a:pt x="79" y="155"/>
                    <a:pt x="81" y="152"/>
                  </a:cubicBezTo>
                  <a:cubicBezTo>
                    <a:pt x="84" y="146"/>
                    <a:pt x="88" y="140"/>
                    <a:pt x="91" y="133"/>
                  </a:cubicBezTo>
                  <a:cubicBezTo>
                    <a:pt x="98" y="120"/>
                    <a:pt x="104" y="106"/>
                    <a:pt x="110" y="92"/>
                  </a:cubicBezTo>
                  <a:cubicBezTo>
                    <a:pt x="116" y="77"/>
                    <a:pt x="122" y="63"/>
                    <a:pt x="128" y="49"/>
                  </a:cubicBezTo>
                  <a:cubicBezTo>
                    <a:pt x="134" y="34"/>
                    <a:pt x="140" y="20"/>
                    <a:pt x="146" y="5"/>
                  </a:cubicBezTo>
                  <a:cubicBezTo>
                    <a:pt x="171" y="13"/>
                    <a:pt x="171" y="13"/>
                    <a:pt x="171" y="13"/>
                  </a:cubicBezTo>
                  <a:cubicBezTo>
                    <a:pt x="165" y="44"/>
                    <a:pt x="157" y="75"/>
                    <a:pt x="148" y="105"/>
                  </a:cubicBezTo>
                  <a:cubicBezTo>
                    <a:pt x="143" y="121"/>
                    <a:pt x="138" y="136"/>
                    <a:pt x="132" y="151"/>
                  </a:cubicBezTo>
                  <a:cubicBezTo>
                    <a:pt x="128" y="159"/>
                    <a:pt x="125" y="167"/>
                    <a:pt x="121" y="174"/>
                  </a:cubicBezTo>
                  <a:cubicBezTo>
                    <a:pt x="119" y="178"/>
                    <a:pt x="117" y="183"/>
                    <a:pt x="114" y="187"/>
                  </a:cubicBezTo>
                  <a:cubicBezTo>
                    <a:pt x="112" y="189"/>
                    <a:pt x="110" y="192"/>
                    <a:pt x="108" y="194"/>
                  </a:cubicBezTo>
                  <a:cubicBezTo>
                    <a:pt x="106" y="197"/>
                    <a:pt x="103" y="200"/>
                    <a:pt x="96" y="203"/>
                  </a:cubicBezTo>
                  <a:cubicBezTo>
                    <a:pt x="93" y="204"/>
                    <a:pt x="88" y="206"/>
                    <a:pt x="82" y="206"/>
                  </a:cubicBezTo>
                  <a:cubicBezTo>
                    <a:pt x="76" y="206"/>
                    <a:pt x="70" y="203"/>
                    <a:pt x="66" y="200"/>
                  </a:cubicBezTo>
                  <a:cubicBezTo>
                    <a:pt x="62" y="197"/>
                    <a:pt x="60" y="194"/>
                    <a:pt x="59" y="192"/>
                  </a:cubicBezTo>
                  <a:cubicBezTo>
                    <a:pt x="57" y="189"/>
                    <a:pt x="56" y="188"/>
                    <a:pt x="55" y="186"/>
                  </a:cubicBezTo>
                  <a:cubicBezTo>
                    <a:pt x="55" y="185"/>
                    <a:pt x="54" y="184"/>
                    <a:pt x="54" y="183"/>
                  </a:cubicBezTo>
                  <a:cubicBezTo>
                    <a:pt x="53" y="181"/>
                    <a:pt x="53" y="181"/>
                    <a:pt x="53" y="181"/>
                  </a:cubicBezTo>
                  <a:cubicBezTo>
                    <a:pt x="52" y="178"/>
                    <a:pt x="52" y="178"/>
                    <a:pt x="52" y="178"/>
                  </a:cubicBezTo>
                  <a:cubicBezTo>
                    <a:pt x="50" y="173"/>
                    <a:pt x="50" y="173"/>
                    <a:pt x="50" y="173"/>
                  </a:cubicBezTo>
                  <a:cubicBezTo>
                    <a:pt x="48" y="165"/>
                    <a:pt x="45" y="158"/>
                    <a:pt x="42" y="150"/>
                  </a:cubicBezTo>
                  <a:cubicBezTo>
                    <a:pt x="37" y="135"/>
                    <a:pt x="32" y="120"/>
                    <a:pt x="27" y="105"/>
                  </a:cubicBezTo>
                  <a:cubicBezTo>
                    <a:pt x="17" y="75"/>
                    <a:pt x="8" y="45"/>
                    <a:pt x="0" y="15"/>
                  </a:cubicBezTo>
                  <a:cubicBezTo>
                    <a:pt x="51" y="0"/>
                    <a:pt x="51" y="0"/>
                    <a:pt x="51" y="0"/>
                  </a:cubicBezTo>
                </a:path>
              </a:pathLst>
            </a:custGeom>
            <a:solidFill>
              <a:srgbClr val="B65B5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045" name="Google Shape;1045;p36"/>
            <p:cNvSpPr/>
            <p:nvPr/>
          </p:nvSpPr>
          <p:spPr>
            <a:xfrm>
              <a:off x="11036300" y="3241676"/>
              <a:ext cx="573087" cy="752475"/>
            </a:xfrm>
            <a:custGeom>
              <a:rect b="b" l="l" r="r" t="t"/>
              <a:pathLst>
                <a:path extrusionOk="0" h="155" w="118">
                  <a:moveTo>
                    <a:pt x="65" y="8"/>
                  </a:moveTo>
                  <a:cubicBezTo>
                    <a:pt x="86" y="14"/>
                    <a:pt x="118" y="96"/>
                    <a:pt x="118" y="96"/>
                  </a:cubicBezTo>
                  <a:cubicBezTo>
                    <a:pt x="36" y="155"/>
                    <a:pt x="36" y="155"/>
                    <a:pt x="36" y="155"/>
                  </a:cubicBezTo>
                  <a:cubicBezTo>
                    <a:pt x="36" y="155"/>
                    <a:pt x="0" y="84"/>
                    <a:pt x="8" y="57"/>
                  </a:cubicBezTo>
                  <a:cubicBezTo>
                    <a:pt x="18" y="29"/>
                    <a:pt x="41" y="0"/>
                    <a:pt x="65" y="8"/>
                  </a:cubicBezTo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046" name="Google Shape;1046;p36"/>
            <p:cNvSpPr/>
            <p:nvPr/>
          </p:nvSpPr>
          <p:spPr>
            <a:xfrm>
              <a:off x="11069638" y="3275013"/>
              <a:ext cx="539750" cy="719138"/>
            </a:xfrm>
            <a:custGeom>
              <a:rect b="b" l="l" r="r" t="t"/>
              <a:pathLst>
                <a:path extrusionOk="0" h="148" w="111">
                  <a:moveTo>
                    <a:pt x="50" y="0"/>
                  </a:moveTo>
                  <a:cubicBezTo>
                    <a:pt x="29" y="0"/>
                    <a:pt x="10" y="25"/>
                    <a:pt x="1" y="50"/>
                  </a:cubicBezTo>
                  <a:cubicBezTo>
                    <a:pt x="0" y="53"/>
                    <a:pt x="0" y="56"/>
                    <a:pt x="0" y="60"/>
                  </a:cubicBezTo>
                  <a:cubicBezTo>
                    <a:pt x="0" y="92"/>
                    <a:pt x="29" y="148"/>
                    <a:pt x="29" y="148"/>
                  </a:cubicBezTo>
                  <a:cubicBezTo>
                    <a:pt x="111" y="89"/>
                    <a:pt x="111" y="89"/>
                    <a:pt x="111" y="89"/>
                  </a:cubicBezTo>
                  <a:cubicBezTo>
                    <a:pt x="111" y="89"/>
                    <a:pt x="110" y="87"/>
                    <a:pt x="108" y="84"/>
                  </a:cubicBezTo>
                  <a:cubicBezTo>
                    <a:pt x="104" y="73"/>
                    <a:pt x="93" y="46"/>
                    <a:pt x="80" y="26"/>
                  </a:cubicBezTo>
                  <a:cubicBezTo>
                    <a:pt x="73" y="13"/>
                    <a:pt x="64" y="3"/>
                    <a:pt x="58" y="1"/>
                  </a:cubicBezTo>
                  <a:cubicBezTo>
                    <a:pt x="55" y="0"/>
                    <a:pt x="52" y="0"/>
                    <a:pt x="50" y="0"/>
                  </a:cubicBezTo>
                </a:path>
              </a:pathLst>
            </a:custGeom>
            <a:solidFill>
              <a:srgbClr val="A0BD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047" name="Google Shape;1047;p36"/>
            <p:cNvSpPr/>
            <p:nvPr/>
          </p:nvSpPr>
          <p:spPr>
            <a:xfrm>
              <a:off x="11847513" y="3406776"/>
              <a:ext cx="228600" cy="330200"/>
            </a:xfrm>
            <a:custGeom>
              <a:rect b="b" l="l" r="r" t="t"/>
              <a:pathLst>
                <a:path extrusionOk="0" h="68" w="47">
                  <a:moveTo>
                    <a:pt x="11" y="49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46" y="24"/>
                    <a:pt x="46" y="24"/>
                    <a:pt x="46" y="24"/>
                  </a:cubicBezTo>
                  <a:cubicBezTo>
                    <a:pt x="46" y="24"/>
                    <a:pt x="47" y="58"/>
                    <a:pt x="28" y="68"/>
                  </a:cubicBezTo>
                  <a:lnTo>
                    <a:pt x="11" y="49"/>
                  </a:ln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048" name="Google Shape;1048;p36"/>
            <p:cNvSpPr/>
            <p:nvPr/>
          </p:nvSpPr>
          <p:spPr>
            <a:xfrm>
              <a:off x="11847513" y="3216276"/>
              <a:ext cx="238125" cy="306388"/>
            </a:xfrm>
            <a:custGeom>
              <a:rect b="b" l="l" r="r" t="t"/>
              <a:pathLst>
                <a:path extrusionOk="0" h="193" w="150">
                  <a:moveTo>
                    <a:pt x="59" y="0"/>
                  </a:moveTo>
                  <a:lnTo>
                    <a:pt x="150" y="65"/>
                  </a:lnTo>
                  <a:lnTo>
                    <a:pt x="141" y="193"/>
                  </a:lnTo>
                  <a:lnTo>
                    <a:pt x="0" y="120"/>
                  </a:lnTo>
                  <a:lnTo>
                    <a:pt x="59" y="0"/>
                  </a:ln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049" name="Google Shape;1049;p36"/>
            <p:cNvSpPr/>
            <p:nvPr/>
          </p:nvSpPr>
          <p:spPr>
            <a:xfrm>
              <a:off x="7599363" y="2011363"/>
              <a:ext cx="2105025" cy="1423988"/>
            </a:xfrm>
            <a:custGeom>
              <a:rect b="b" l="l" r="r" t="t"/>
              <a:pathLst>
                <a:path extrusionOk="0" h="293" w="433">
                  <a:moveTo>
                    <a:pt x="62" y="0"/>
                  </a:moveTo>
                  <a:cubicBezTo>
                    <a:pt x="386" y="0"/>
                    <a:pt x="386" y="0"/>
                    <a:pt x="386" y="0"/>
                  </a:cubicBezTo>
                  <a:cubicBezTo>
                    <a:pt x="412" y="0"/>
                    <a:pt x="433" y="22"/>
                    <a:pt x="431" y="48"/>
                  </a:cubicBezTo>
                  <a:cubicBezTo>
                    <a:pt x="422" y="195"/>
                    <a:pt x="422" y="195"/>
                    <a:pt x="422" y="195"/>
                  </a:cubicBezTo>
                  <a:cubicBezTo>
                    <a:pt x="420" y="221"/>
                    <a:pt x="398" y="243"/>
                    <a:pt x="371" y="243"/>
                  </a:cubicBezTo>
                  <a:cubicBezTo>
                    <a:pt x="334" y="243"/>
                    <a:pt x="334" y="243"/>
                    <a:pt x="334" y="243"/>
                  </a:cubicBezTo>
                  <a:cubicBezTo>
                    <a:pt x="349" y="293"/>
                    <a:pt x="349" y="293"/>
                    <a:pt x="349" y="293"/>
                  </a:cubicBezTo>
                  <a:cubicBezTo>
                    <a:pt x="276" y="243"/>
                    <a:pt x="276" y="243"/>
                    <a:pt x="276" y="243"/>
                  </a:cubicBezTo>
                  <a:cubicBezTo>
                    <a:pt x="47" y="243"/>
                    <a:pt x="47" y="243"/>
                    <a:pt x="47" y="243"/>
                  </a:cubicBezTo>
                  <a:cubicBezTo>
                    <a:pt x="21" y="243"/>
                    <a:pt x="0" y="221"/>
                    <a:pt x="2" y="195"/>
                  </a:cubicBezTo>
                  <a:cubicBezTo>
                    <a:pt x="11" y="48"/>
                    <a:pt x="11" y="48"/>
                    <a:pt x="11" y="48"/>
                  </a:cubicBezTo>
                  <a:cubicBezTo>
                    <a:pt x="13" y="22"/>
                    <a:pt x="36" y="0"/>
                    <a:pt x="62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050" name="Google Shape;1050;p36"/>
            <p:cNvSpPr/>
            <p:nvPr/>
          </p:nvSpPr>
          <p:spPr>
            <a:xfrm>
              <a:off x="7959725" y="2298701"/>
              <a:ext cx="1419225" cy="87313"/>
            </a:xfrm>
            <a:custGeom>
              <a:rect b="b" l="l" r="r" t="t"/>
              <a:pathLst>
                <a:path extrusionOk="0" h="18" w="292">
                  <a:moveTo>
                    <a:pt x="282" y="18"/>
                  </a:moveTo>
                  <a:cubicBezTo>
                    <a:pt x="8" y="18"/>
                    <a:pt x="8" y="18"/>
                    <a:pt x="8" y="18"/>
                  </a:cubicBezTo>
                  <a:cubicBezTo>
                    <a:pt x="3" y="18"/>
                    <a:pt x="0" y="14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283" y="0"/>
                    <a:pt x="283" y="0"/>
                    <a:pt x="283" y="0"/>
                  </a:cubicBezTo>
                  <a:cubicBezTo>
                    <a:pt x="288" y="0"/>
                    <a:pt x="292" y="4"/>
                    <a:pt x="292" y="9"/>
                  </a:cubicBezTo>
                  <a:cubicBezTo>
                    <a:pt x="292" y="14"/>
                    <a:pt x="287" y="18"/>
                    <a:pt x="282" y="1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051" name="Google Shape;1051;p36"/>
            <p:cNvSpPr/>
            <p:nvPr/>
          </p:nvSpPr>
          <p:spPr>
            <a:xfrm>
              <a:off x="7940675" y="2560638"/>
              <a:ext cx="650875" cy="87313"/>
            </a:xfrm>
            <a:custGeom>
              <a:rect b="b" l="l" r="r" t="t"/>
              <a:pathLst>
                <a:path extrusionOk="0" h="18" w="134">
                  <a:moveTo>
                    <a:pt x="124" y="18"/>
                  </a:moveTo>
                  <a:cubicBezTo>
                    <a:pt x="9" y="18"/>
                    <a:pt x="9" y="18"/>
                    <a:pt x="9" y="18"/>
                  </a:cubicBezTo>
                  <a:cubicBezTo>
                    <a:pt x="4" y="18"/>
                    <a:pt x="0" y="14"/>
                    <a:pt x="1" y="9"/>
                  </a:cubicBezTo>
                  <a:cubicBezTo>
                    <a:pt x="1" y="4"/>
                    <a:pt x="5" y="0"/>
                    <a:pt x="10" y="0"/>
                  </a:cubicBezTo>
                  <a:cubicBezTo>
                    <a:pt x="125" y="0"/>
                    <a:pt x="125" y="0"/>
                    <a:pt x="125" y="0"/>
                  </a:cubicBezTo>
                  <a:cubicBezTo>
                    <a:pt x="130" y="0"/>
                    <a:pt x="134" y="4"/>
                    <a:pt x="134" y="9"/>
                  </a:cubicBezTo>
                  <a:cubicBezTo>
                    <a:pt x="133" y="14"/>
                    <a:pt x="129" y="18"/>
                    <a:pt x="124" y="1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052" name="Google Shape;1052;p36"/>
            <p:cNvSpPr/>
            <p:nvPr/>
          </p:nvSpPr>
          <p:spPr>
            <a:xfrm>
              <a:off x="7924800" y="2817813"/>
              <a:ext cx="1143000" cy="88900"/>
            </a:xfrm>
            <a:custGeom>
              <a:rect b="b" l="l" r="r" t="t"/>
              <a:pathLst>
                <a:path extrusionOk="0" h="18" w="235">
                  <a:moveTo>
                    <a:pt x="226" y="18"/>
                  </a:moveTo>
                  <a:cubicBezTo>
                    <a:pt x="9" y="18"/>
                    <a:pt x="9" y="18"/>
                    <a:pt x="9" y="18"/>
                  </a:cubicBezTo>
                  <a:cubicBezTo>
                    <a:pt x="4" y="18"/>
                    <a:pt x="0" y="14"/>
                    <a:pt x="0" y="9"/>
                  </a:cubicBezTo>
                  <a:cubicBezTo>
                    <a:pt x="1" y="4"/>
                    <a:pt x="5" y="0"/>
                    <a:pt x="10" y="0"/>
                  </a:cubicBezTo>
                  <a:cubicBezTo>
                    <a:pt x="227" y="0"/>
                    <a:pt x="227" y="0"/>
                    <a:pt x="227" y="0"/>
                  </a:cubicBezTo>
                  <a:cubicBezTo>
                    <a:pt x="232" y="0"/>
                    <a:pt x="235" y="4"/>
                    <a:pt x="235" y="9"/>
                  </a:cubicBezTo>
                  <a:cubicBezTo>
                    <a:pt x="235" y="14"/>
                    <a:pt x="231" y="18"/>
                    <a:pt x="226" y="1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053" name="Google Shape;1053;p36"/>
            <p:cNvSpPr/>
            <p:nvPr/>
          </p:nvSpPr>
          <p:spPr>
            <a:xfrm>
              <a:off x="8688388" y="2560638"/>
              <a:ext cx="311150" cy="87313"/>
            </a:xfrm>
            <a:custGeom>
              <a:rect b="b" l="l" r="r" t="t"/>
              <a:pathLst>
                <a:path extrusionOk="0" h="18" w="64">
                  <a:moveTo>
                    <a:pt x="54" y="18"/>
                  </a:moveTo>
                  <a:cubicBezTo>
                    <a:pt x="9" y="18"/>
                    <a:pt x="9" y="18"/>
                    <a:pt x="9" y="18"/>
                  </a:cubicBezTo>
                  <a:cubicBezTo>
                    <a:pt x="4" y="18"/>
                    <a:pt x="0" y="14"/>
                    <a:pt x="1" y="9"/>
                  </a:cubicBezTo>
                  <a:cubicBezTo>
                    <a:pt x="1" y="4"/>
                    <a:pt x="5" y="0"/>
                    <a:pt x="10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61" y="0"/>
                    <a:pt x="64" y="4"/>
                    <a:pt x="64" y="9"/>
                  </a:cubicBezTo>
                  <a:cubicBezTo>
                    <a:pt x="64" y="14"/>
                    <a:pt x="59" y="18"/>
                    <a:pt x="54" y="1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7" name="Shape 1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Google Shape;1058;p37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ES"/>
              <a:t>El mayor</a:t>
            </a:r>
            <a:endParaRPr/>
          </a:p>
        </p:txBody>
      </p:sp>
      <p:sp>
        <p:nvSpPr>
          <p:cNvPr id="1059" name="Google Shape;1059;p37"/>
          <p:cNvSpPr txBox="1"/>
          <p:nvPr/>
        </p:nvSpPr>
        <p:spPr>
          <a:xfrm>
            <a:off x="1112989" y="615954"/>
            <a:ext cx="2843633" cy="3138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ES" sz="12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3.2: Algoritmos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0" name="Google Shape;1060;p37"/>
          <p:cNvSpPr/>
          <p:nvPr/>
        </p:nvSpPr>
        <p:spPr>
          <a:xfrm>
            <a:off x="1104899" y="1702676"/>
            <a:ext cx="9982202" cy="4728604"/>
          </a:xfrm>
          <a:prstGeom prst="roundRect">
            <a:avLst>
              <a:gd fmla="val 785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504000" spcFirstLastPara="1" rIns="2743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Algo que muchas veces vamos a necesitar es encontrar el número mayor entre una secuencia de valores.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Por ejemplo, si queremos encontrar a la persona con la mayor edad entre un conjunto de personas.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Vamos a simular eso preguntando por el teclado una secuencia de números.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Como el -1 no es una edad válida, vamos a usar ese número para terminar el ingreso de datos (OJO, que el -1 no es una edad, así que no hay que tomarlo en cuenta)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4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p38"/>
          <p:cNvSpPr txBox="1"/>
          <p:nvPr/>
        </p:nvSpPr>
        <p:spPr>
          <a:xfrm>
            <a:off x="1112989" y="615954"/>
            <a:ext cx="2496941" cy="3138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ES" sz="12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3.2: Algoritmos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6" name="Google Shape;1066;p38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ES"/>
              <a:t>El mayor: Solo ciclo de lectura</a:t>
            </a:r>
            <a:endParaRPr/>
          </a:p>
        </p:txBody>
      </p:sp>
      <p:sp>
        <p:nvSpPr>
          <p:cNvPr id="1067" name="Google Shape;1067;p38"/>
          <p:cNvSpPr txBox="1"/>
          <p:nvPr/>
        </p:nvSpPr>
        <p:spPr>
          <a:xfrm>
            <a:off x="1647378" y="2304632"/>
            <a:ext cx="65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Poppins"/>
              <a:buNone/>
            </a:pPr>
            <a:r>
              <a:t/>
            </a:r>
            <a:endParaRPr b="1" i="0" sz="8000" u="none" cap="none" strike="noStrike">
              <a:solidFill>
                <a:srgbClr val="00C0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68" name="Google Shape;1068;p38"/>
          <p:cNvSpPr/>
          <p:nvPr/>
        </p:nvSpPr>
        <p:spPr>
          <a:xfrm>
            <a:off x="1112989" y="2165797"/>
            <a:ext cx="1668780" cy="738665"/>
          </a:xfrm>
          <a:prstGeom prst="roundRect">
            <a:avLst>
              <a:gd fmla="val 7961" name="adj"/>
            </a:avLst>
          </a:prstGeom>
          <a:solidFill>
            <a:schemeClr val="accent1"/>
          </a:solidFill>
          <a:ln>
            <a:noFill/>
          </a:ln>
          <a:effectLst>
            <a:outerShdw blurRad="381000" rotWithShape="0" algn="ctr" dir="5400000" dist="127000">
              <a:srgbClr val="000000">
                <a:alpha val="2941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AF6FF"/>
              </a:buClr>
              <a:buSzPts val="2400"/>
              <a:buFont typeface="Poppins"/>
              <a:buNone/>
            </a:pPr>
            <a:r>
              <a:rPr b="1" i="0" lang="es-ES" sz="2400" u="none" cap="none" strike="noStrike">
                <a:solidFill>
                  <a:srgbClr val="EAF6FF"/>
                </a:solidFill>
                <a:latin typeface="Poppins"/>
                <a:ea typeface="Poppins"/>
                <a:cs typeface="Poppins"/>
                <a:sym typeface="Poppins"/>
              </a:rPr>
              <a:t>Inicio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9" name="Google Shape;1069;p38"/>
          <p:cNvSpPr/>
          <p:nvPr/>
        </p:nvSpPr>
        <p:spPr>
          <a:xfrm>
            <a:off x="637605" y="3429000"/>
            <a:ext cx="2603370" cy="934930"/>
          </a:xfrm>
          <a:prstGeom prst="roundRect">
            <a:avLst>
              <a:gd fmla="val 796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C0FF"/>
              </a:buClr>
              <a:buSzPts val="2400"/>
              <a:buFont typeface="Poppins"/>
              <a:buNone/>
            </a:pPr>
            <a:r>
              <a:rPr b="1" i="0" lang="es-ES" sz="2400" u="none" cap="none" strike="noStrike">
                <a:solidFill>
                  <a:srgbClr val="00C0FF"/>
                </a:solidFill>
                <a:latin typeface="Poppins"/>
                <a:ea typeface="Poppins"/>
                <a:cs typeface="Poppins"/>
                <a:sym typeface="Poppins"/>
              </a:rPr>
              <a:t>leer(x)</a:t>
            </a:r>
            <a:endParaRPr b="1" i="0" sz="2400" u="none" cap="none" strike="noStrike">
              <a:solidFill>
                <a:srgbClr val="00C0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70" name="Google Shape;1070;p38"/>
          <p:cNvSpPr/>
          <p:nvPr/>
        </p:nvSpPr>
        <p:spPr>
          <a:xfrm>
            <a:off x="6937198" y="3429000"/>
            <a:ext cx="2603370" cy="934930"/>
          </a:xfrm>
          <a:prstGeom prst="roundRect">
            <a:avLst>
              <a:gd fmla="val 796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C0FF"/>
              </a:buClr>
              <a:buSzPts val="2400"/>
              <a:buFont typeface="Poppins"/>
              <a:buNone/>
            </a:pPr>
            <a:r>
              <a:rPr b="1" i="0" lang="es-ES" sz="2400" u="none" cap="none" strike="noStrike">
                <a:solidFill>
                  <a:srgbClr val="00C0FF"/>
                </a:solidFill>
                <a:latin typeface="Poppins"/>
                <a:ea typeface="Poppins"/>
                <a:cs typeface="Poppins"/>
                <a:sym typeface="Poppins"/>
              </a:rPr>
              <a:t>leer(x)</a:t>
            </a:r>
            <a:endParaRPr b="1" i="0" sz="2400" u="none" cap="none" strike="noStrike">
              <a:solidFill>
                <a:srgbClr val="00C0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71" name="Google Shape;1071;p38"/>
          <p:cNvSpPr/>
          <p:nvPr/>
        </p:nvSpPr>
        <p:spPr>
          <a:xfrm>
            <a:off x="4258741" y="5619067"/>
            <a:ext cx="1668780" cy="738665"/>
          </a:xfrm>
          <a:prstGeom prst="roundRect">
            <a:avLst>
              <a:gd fmla="val 7961" name="adj"/>
            </a:avLst>
          </a:prstGeom>
          <a:solidFill>
            <a:schemeClr val="accent1"/>
          </a:solidFill>
          <a:ln>
            <a:noFill/>
          </a:ln>
          <a:effectLst>
            <a:outerShdw blurRad="381000" rotWithShape="0" algn="ctr" dir="5400000" dist="127000">
              <a:srgbClr val="000000">
                <a:alpha val="2941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AF6FF"/>
              </a:buClr>
              <a:buSzPts val="2400"/>
              <a:buFont typeface="Poppins"/>
              <a:buNone/>
            </a:pPr>
            <a:r>
              <a:rPr b="1" i="0" lang="es-ES" sz="2400" u="none" cap="none" strike="noStrike">
                <a:solidFill>
                  <a:srgbClr val="EAF6FF"/>
                </a:solidFill>
                <a:latin typeface="Poppins"/>
                <a:ea typeface="Poppins"/>
                <a:cs typeface="Poppins"/>
                <a:sym typeface="Poppins"/>
              </a:rPr>
              <a:t>Fin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72" name="Google Shape;1072;p38"/>
          <p:cNvCxnSpPr>
            <a:stCxn id="1068" idx="2"/>
            <a:endCxn id="1069" idx="0"/>
          </p:cNvCxnSpPr>
          <p:nvPr/>
        </p:nvCxnSpPr>
        <p:spPr>
          <a:xfrm flipH="1">
            <a:off x="1939279" y="2904462"/>
            <a:ext cx="8100" cy="52440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073" name="Google Shape;1073;p38"/>
          <p:cNvCxnSpPr>
            <a:stCxn id="1069" idx="3"/>
            <a:endCxn id="1074" idx="1"/>
          </p:cNvCxnSpPr>
          <p:nvPr/>
        </p:nvCxnSpPr>
        <p:spPr>
          <a:xfrm>
            <a:off x="3240975" y="3896465"/>
            <a:ext cx="550500" cy="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075" name="Google Shape;1075;p38"/>
          <p:cNvCxnSpPr>
            <a:stCxn id="1074" idx="3"/>
            <a:endCxn id="1070" idx="1"/>
          </p:cNvCxnSpPr>
          <p:nvPr/>
        </p:nvCxnSpPr>
        <p:spPr>
          <a:xfrm>
            <a:off x="6394720" y="3896465"/>
            <a:ext cx="542400" cy="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074" name="Google Shape;1074;p38"/>
          <p:cNvSpPr/>
          <p:nvPr/>
        </p:nvSpPr>
        <p:spPr>
          <a:xfrm>
            <a:off x="3791542" y="3007465"/>
            <a:ext cx="2603178" cy="1778000"/>
          </a:xfrm>
          <a:prstGeom prst="diamond">
            <a:avLst/>
          </a:prstGeom>
          <a:solidFill>
            <a:srgbClr val="FFFFFF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C0FF"/>
              </a:buClr>
              <a:buSzPts val="2400"/>
              <a:buFont typeface="Poppins"/>
              <a:buNone/>
            </a:pPr>
            <a:r>
              <a:rPr b="1" i="0" lang="es-ES" sz="2400" u="none" cap="none" strike="noStrike">
                <a:solidFill>
                  <a:srgbClr val="00C0FF"/>
                </a:solidFill>
                <a:latin typeface="Poppins"/>
                <a:ea typeface="Poppins"/>
                <a:cs typeface="Poppins"/>
                <a:sym typeface="Poppins"/>
              </a:rPr>
              <a:t>x == -1</a:t>
            </a:r>
            <a:endParaRPr b="1" i="0" sz="2400" u="none" cap="none" strike="noStrike">
              <a:solidFill>
                <a:srgbClr val="00C0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1076" name="Google Shape;1076;p38"/>
          <p:cNvCxnSpPr>
            <a:stCxn id="1074" idx="2"/>
            <a:endCxn id="1071" idx="0"/>
          </p:cNvCxnSpPr>
          <p:nvPr/>
        </p:nvCxnSpPr>
        <p:spPr>
          <a:xfrm>
            <a:off x="5093131" y="4785465"/>
            <a:ext cx="0" cy="83370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077" name="Google Shape;1077;p38"/>
          <p:cNvCxnSpPr>
            <a:stCxn id="1070" idx="0"/>
            <a:endCxn id="1074" idx="0"/>
          </p:cNvCxnSpPr>
          <p:nvPr/>
        </p:nvCxnSpPr>
        <p:spPr>
          <a:xfrm flipH="1" rot="5400000">
            <a:off x="6455233" y="1645350"/>
            <a:ext cx="421500" cy="3145800"/>
          </a:xfrm>
          <a:prstGeom prst="bentConnector3">
            <a:avLst>
              <a:gd fmla="val 219557" name="adj1"/>
            </a:avLst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078" name="Google Shape;1078;p38"/>
          <p:cNvSpPr txBox="1"/>
          <p:nvPr/>
        </p:nvSpPr>
        <p:spPr>
          <a:xfrm>
            <a:off x="5055605" y="4727875"/>
            <a:ext cx="639739" cy="4269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C0FF"/>
              </a:buClr>
              <a:buSzPts val="1800"/>
              <a:buFont typeface="Poppins"/>
              <a:buNone/>
            </a:pPr>
            <a:r>
              <a:rPr b="1" i="0" lang="es-ES" sz="1800" u="none" cap="none" strike="noStrike">
                <a:solidFill>
                  <a:srgbClr val="00C0FF"/>
                </a:solidFill>
                <a:latin typeface="Poppins"/>
                <a:ea typeface="Poppins"/>
                <a:cs typeface="Poppins"/>
                <a:sym typeface="Poppins"/>
              </a:rPr>
              <a:t>SI</a:t>
            </a:r>
            <a:endParaRPr b="1" i="0" sz="1800" u="none" cap="none" strike="noStrike">
              <a:solidFill>
                <a:srgbClr val="00C0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79" name="Google Shape;1079;p38"/>
          <p:cNvSpPr txBox="1"/>
          <p:nvPr/>
        </p:nvSpPr>
        <p:spPr>
          <a:xfrm>
            <a:off x="6248501" y="3355038"/>
            <a:ext cx="639739" cy="4269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C0FF"/>
              </a:buClr>
              <a:buSzPts val="1800"/>
              <a:buFont typeface="Poppins"/>
              <a:buNone/>
            </a:pPr>
            <a:r>
              <a:rPr b="1" i="0" lang="es-ES" sz="1800" u="none" cap="none" strike="noStrike">
                <a:solidFill>
                  <a:srgbClr val="00C0FF"/>
                </a:solidFill>
                <a:latin typeface="Poppins"/>
                <a:ea typeface="Poppins"/>
                <a:cs typeface="Poppins"/>
                <a:sym typeface="Poppins"/>
              </a:rPr>
              <a:t>NO</a:t>
            </a:r>
            <a:endParaRPr b="1" i="0" sz="1800" u="none" cap="none" strike="noStrike">
              <a:solidFill>
                <a:srgbClr val="00C0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80" name="Google Shape;1080;p38"/>
          <p:cNvSpPr/>
          <p:nvPr/>
        </p:nvSpPr>
        <p:spPr>
          <a:xfrm>
            <a:off x="7860379" y="4906297"/>
            <a:ext cx="3912780" cy="1526401"/>
          </a:xfrm>
          <a:prstGeom prst="roundRect">
            <a:avLst>
              <a:gd fmla="val 14220" name="adj"/>
            </a:avLst>
          </a:prstGeom>
          <a:solidFill>
            <a:schemeClr val="accent1"/>
          </a:solidFill>
          <a:ln>
            <a:noFill/>
          </a:ln>
          <a:effectLst>
            <a:outerShdw blurRad="381000" rotWithShape="0" algn="ctr" dir="5400000" dist="127000">
              <a:srgbClr val="000000">
                <a:alpha val="29411"/>
              </a:srgbClr>
            </a:outerShdw>
          </a:effectLst>
        </p:spPr>
        <p:txBody>
          <a:bodyPr anchorCtr="1" anchor="ctr" bIns="0" lIns="360000" spcFirstLastPara="1" rIns="36000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ES" sz="2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¿Y cómo se puede determinar el mayor de todos los X ingresados?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4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Google Shape;1085;p39"/>
          <p:cNvSpPr txBox="1"/>
          <p:nvPr/>
        </p:nvSpPr>
        <p:spPr>
          <a:xfrm>
            <a:off x="1112989" y="615954"/>
            <a:ext cx="2670287" cy="3138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ES" sz="12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3.2: Algoritmos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6" name="Google Shape;1086;p39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ES"/>
              <a:t>El mayor</a:t>
            </a:r>
            <a:endParaRPr/>
          </a:p>
        </p:txBody>
      </p:sp>
      <p:sp>
        <p:nvSpPr>
          <p:cNvPr id="1087" name="Google Shape;1087;p39"/>
          <p:cNvSpPr txBox="1"/>
          <p:nvPr/>
        </p:nvSpPr>
        <p:spPr>
          <a:xfrm>
            <a:off x="2551946" y="2156991"/>
            <a:ext cx="65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Poppins"/>
              <a:buNone/>
            </a:pPr>
            <a:r>
              <a:t/>
            </a:r>
            <a:endParaRPr b="1" i="0" sz="8000" u="none" cap="none" strike="noStrike">
              <a:solidFill>
                <a:srgbClr val="00C0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88" name="Google Shape;1088;p39"/>
          <p:cNvSpPr/>
          <p:nvPr/>
        </p:nvSpPr>
        <p:spPr>
          <a:xfrm>
            <a:off x="920563" y="2025530"/>
            <a:ext cx="1668780" cy="738665"/>
          </a:xfrm>
          <a:prstGeom prst="roundRect">
            <a:avLst>
              <a:gd fmla="val 7961" name="adj"/>
            </a:avLst>
          </a:prstGeom>
          <a:solidFill>
            <a:schemeClr val="accent1"/>
          </a:solidFill>
          <a:ln>
            <a:noFill/>
          </a:ln>
          <a:effectLst>
            <a:outerShdw blurRad="381000" rotWithShape="0" algn="ctr" dir="5400000" dist="127000">
              <a:srgbClr val="000000">
                <a:alpha val="2941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AF6FF"/>
              </a:buClr>
              <a:buSzPts val="2400"/>
              <a:buFont typeface="Poppins"/>
              <a:buNone/>
            </a:pPr>
            <a:r>
              <a:rPr b="1" i="0" lang="es-ES" sz="2400" u="none" cap="none" strike="noStrike">
                <a:solidFill>
                  <a:srgbClr val="EAF6FF"/>
                </a:solidFill>
                <a:latin typeface="Poppins"/>
                <a:ea typeface="Poppins"/>
                <a:cs typeface="Poppins"/>
                <a:sym typeface="Poppins"/>
              </a:rPr>
              <a:t>Inicio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9" name="Google Shape;1089;p39"/>
          <p:cNvSpPr/>
          <p:nvPr/>
        </p:nvSpPr>
        <p:spPr>
          <a:xfrm>
            <a:off x="679353" y="3288733"/>
            <a:ext cx="2151200" cy="934930"/>
          </a:xfrm>
          <a:prstGeom prst="roundRect">
            <a:avLst>
              <a:gd fmla="val 796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C0FF"/>
              </a:buClr>
              <a:buSzPts val="2400"/>
              <a:buFont typeface="Poppins"/>
              <a:buNone/>
            </a:pPr>
            <a:r>
              <a:rPr b="1" i="0" lang="es-ES" sz="2400" u="none" cap="none" strike="noStrike">
                <a:solidFill>
                  <a:srgbClr val="00C0FF"/>
                </a:solidFill>
                <a:latin typeface="Poppins"/>
                <a:ea typeface="Poppins"/>
                <a:cs typeface="Poppins"/>
                <a:sym typeface="Poppins"/>
              </a:rPr>
              <a:t>mayor = -1</a:t>
            </a:r>
            <a:endParaRPr b="1" i="0" sz="2400" u="none" cap="none" strike="noStrike">
              <a:solidFill>
                <a:srgbClr val="00C0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90" name="Google Shape;1090;p39"/>
          <p:cNvSpPr/>
          <p:nvPr/>
        </p:nvSpPr>
        <p:spPr>
          <a:xfrm>
            <a:off x="9200699" y="1222061"/>
            <a:ext cx="1607898" cy="934930"/>
          </a:xfrm>
          <a:prstGeom prst="roundRect">
            <a:avLst>
              <a:gd fmla="val 796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C0FF"/>
              </a:buClr>
              <a:buSzPts val="2400"/>
              <a:buFont typeface="Poppins"/>
              <a:buNone/>
            </a:pPr>
            <a:r>
              <a:rPr b="1" i="0" lang="es-ES" sz="2400" u="none" cap="none" strike="noStrike">
                <a:solidFill>
                  <a:srgbClr val="00C0FF"/>
                </a:solidFill>
                <a:latin typeface="Poppins"/>
                <a:ea typeface="Poppins"/>
                <a:cs typeface="Poppins"/>
                <a:sym typeface="Poppins"/>
              </a:rPr>
              <a:t>leer(x)</a:t>
            </a:r>
            <a:endParaRPr b="1" i="0" sz="2400" u="none" cap="none" strike="noStrike">
              <a:solidFill>
                <a:srgbClr val="00C0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91" name="Google Shape;1091;p39"/>
          <p:cNvSpPr/>
          <p:nvPr/>
        </p:nvSpPr>
        <p:spPr>
          <a:xfrm>
            <a:off x="3030161" y="5210167"/>
            <a:ext cx="1668780" cy="738665"/>
          </a:xfrm>
          <a:prstGeom prst="roundRect">
            <a:avLst>
              <a:gd fmla="val 7961" name="adj"/>
            </a:avLst>
          </a:prstGeom>
          <a:solidFill>
            <a:schemeClr val="accent1"/>
          </a:solidFill>
          <a:ln>
            <a:noFill/>
          </a:ln>
          <a:effectLst>
            <a:outerShdw blurRad="381000" rotWithShape="0" algn="ctr" dir="5400000" dist="127000">
              <a:srgbClr val="000000">
                <a:alpha val="2941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AF6FF"/>
              </a:buClr>
              <a:buSzPts val="2400"/>
              <a:buFont typeface="Poppins"/>
              <a:buNone/>
            </a:pPr>
            <a:r>
              <a:rPr b="1" i="0" lang="es-ES" sz="2400" u="none" cap="none" strike="noStrike">
                <a:solidFill>
                  <a:srgbClr val="EAF6FF"/>
                </a:solidFill>
                <a:latin typeface="Poppins"/>
                <a:ea typeface="Poppins"/>
                <a:cs typeface="Poppins"/>
                <a:sym typeface="Poppins"/>
              </a:rPr>
              <a:t>Fin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92" name="Google Shape;1092;p39"/>
          <p:cNvCxnSpPr>
            <a:stCxn id="1088" idx="2"/>
            <a:endCxn id="1089" idx="0"/>
          </p:cNvCxnSpPr>
          <p:nvPr/>
        </p:nvCxnSpPr>
        <p:spPr>
          <a:xfrm>
            <a:off x="1754953" y="2764195"/>
            <a:ext cx="0" cy="52440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093" name="Google Shape;1093;p39"/>
          <p:cNvCxnSpPr>
            <a:stCxn id="1094" idx="3"/>
            <a:endCxn id="1095" idx="1"/>
          </p:cNvCxnSpPr>
          <p:nvPr/>
        </p:nvCxnSpPr>
        <p:spPr>
          <a:xfrm flipH="1" rot="10800000">
            <a:off x="8045752" y="3748984"/>
            <a:ext cx="414600" cy="690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094" name="Google Shape;1094;p39"/>
          <p:cNvSpPr/>
          <p:nvPr/>
        </p:nvSpPr>
        <p:spPr>
          <a:xfrm>
            <a:off x="5442574" y="2866884"/>
            <a:ext cx="2603178" cy="1778000"/>
          </a:xfrm>
          <a:prstGeom prst="diamond">
            <a:avLst/>
          </a:prstGeom>
          <a:solidFill>
            <a:srgbClr val="FFFFFF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C0FF"/>
              </a:buClr>
              <a:buSzPts val="2400"/>
              <a:buFont typeface="Poppins"/>
              <a:buNone/>
            </a:pPr>
            <a:r>
              <a:rPr b="1" i="0" lang="es-ES" sz="2400" u="none" cap="none" strike="noStrike">
                <a:solidFill>
                  <a:srgbClr val="00C0FF"/>
                </a:solidFill>
                <a:latin typeface="Poppins"/>
                <a:ea typeface="Poppins"/>
                <a:cs typeface="Poppins"/>
                <a:sym typeface="Poppins"/>
              </a:rPr>
              <a:t>x == -1</a:t>
            </a:r>
            <a:endParaRPr b="1" i="0" sz="2400" u="none" cap="none" strike="noStrike">
              <a:solidFill>
                <a:srgbClr val="00C0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1096" name="Google Shape;1096;p39"/>
          <p:cNvCxnSpPr>
            <a:stCxn id="1094" idx="2"/>
            <a:endCxn id="1097" idx="0"/>
          </p:cNvCxnSpPr>
          <p:nvPr/>
        </p:nvCxnSpPr>
        <p:spPr>
          <a:xfrm>
            <a:off x="6744163" y="4644884"/>
            <a:ext cx="0" cy="46710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098" name="Google Shape;1098;p39"/>
          <p:cNvCxnSpPr>
            <a:stCxn id="1090" idx="1"/>
            <a:endCxn id="1094" idx="0"/>
          </p:cNvCxnSpPr>
          <p:nvPr/>
        </p:nvCxnSpPr>
        <p:spPr>
          <a:xfrm flipH="1">
            <a:off x="6744299" y="1689526"/>
            <a:ext cx="2456400" cy="1177500"/>
          </a:xfrm>
          <a:prstGeom prst="bentConnector2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099" name="Google Shape;1099;p39"/>
          <p:cNvSpPr txBox="1"/>
          <p:nvPr/>
        </p:nvSpPr>
        <p:spPr>
          <a:xfrm>
            <a:off x="6040956" y="4431423"/>
            <a:ext cx="639739" cy="4269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C0FF"/>
              </a:buClr>
              <a:buSzPts val="1800"/>
              <a:buFont typeface="Poppins"/>
              <a:buNone/>
            </a:pPr>
            <a:r>
              <a:rPr b="1" i="0" lang="es-ES" sz="1800" u="none" cap="none" strike="noStrike">
                <a:solidFill>
                  <a:srgbClr val="00C0FF"/>
                </a:solidFill>
                <a:latin typeface="Poppins"/>
                <a:ea typeface="Poppins"/>
                <a:cs typeface="Poppins"/>
                <a:sym typeface="Poppins"/>
              </a:rPr>
              <a:t>SI</a:t>
            </a:r>
            <a:endParaRPr b="1" i="0" sz="1800" u="none" cap="none" strike="noStrike">
              <a:solidFill>
                <a:srgbClr val="00C0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00" name="Google Shape;1100;p39"/>
          <p:cNvSpPr txBox="1"/>
          <p:nvPr/>
        </p:nvSpPr>
        <p:spPr>
          <a:xfrm>
            <a:off x="7820595" y="3162971"/>
            <a:ext cx="639739" cy="4269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C0FF"/>
              </a:buClr>
              <a:buSzPts val="1800"/>
              <a:buFont typeface="Poppins"/>
              <a:buNone/>
            </a:pPr>
            <a:r>
              <a:rPr b="1" i="0" lang="es-ES" sz="1800" u="none" cap="none" strike="noStrike">
                <a:solidFill>
                  <a:srgbClr val="00C0FF"/>
                </a:solidFill>
                <a:latin typeface="Poppins"/>
                <a:ea typeface="Poppins"/>
                <a:cs typeface="Poppins"/>
                <a:sym typeface="Poppins"/>
              </a:rPr>
              <a:t>NO</a:t>
            </a:r>
            <a:endParaRPr b="1" i="0" sz="1800" u="none" cap="none" strike="noStrike">
              <a:solidFill>
                <a:srgbClr val="00C0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01" name="Google Shape;1101;p39"/>
          <p:cNvSpPr/>
          <p:nvPr/>
        </p:nvSpPr>
        <p:spPr>
          <a:xfrm>
            <a:off x="3229769" y="3288733"/>
            <a:ext cx="1798223" cy="934930"/>
          </a:xfrm>
          <a:prstGeom prst="roundRect">
            <a:avLst>
              <a:gd fmla="val 796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C0FF"/>
              </a:buClr>
              <a:buSzPts val="2400"/>
              <a:buFont typeface="Poppins"/>
              <a:buNone/>
            </a:pPr>
            <a:r>
              <a:rPr b="1" i="0" lang="es-ES" sz="2400" u="none" cap="none" strike="noStrike">
                <a:solidFill>
                  <a:srgbClr val="00C0FF"/>
                </a:solidFill>
                <a:latin typeface="Poppins"/>
                <a:ea typeface="Poppins"/>
                <a:cs typeface="Poppins"/>
                <a:sym typeface="Poppins"/>
              </a:rPr>
              <a:t>leer(x)</a:t>
            </a:r>
            <a:endParaRPr b="1" i="0" sz="2400" u="none" cap="none" strike="noStrike">
              <a:solidFill>
                <a:srgbClr val="00C0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1102" name="Google Shape;1102;p39"/>
          <p:cNvCxnSpPr>
            <a:stCxn id="1089" idx="3"/>
            <a:endCxn id="1101" idx="1"/>
          </p:cNvCxnSpPr>
          <p:nvPr/>
        </p:nvCxnSpPr>
        <p:spPr>
          <a:xfrm>
            <a:off x="2830553" y="3756198"/>
            <a:ext cx="399300" cy="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03" name="Google Shape;1103;p39"/>
          <p:cNvCxnSpPr>
            <a:stCxn id="1101" idx="3"/>
            <a:endCxn id="1094" idx="1"/>
          </p:cNvCxnSpPr>
          <p:nvPr/>
        </p:nvCxnSpPr>
        <p:spPr>
          <a:xfrm flipH="1" rot="10800000">
            <a:off x="5027992" y="3755898"/>
            <a:ext cx="414600" cy="30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097" name="Google Shape;1097;p39"/>
          <p:cNvSpPr/>
          <p:nvPr/>
        </p:nvSpPr>
        <p:spPr>
          <a:xfrm>
            <a:off x="5405779" y="5112035"/>
            <a:ext cx="2676767" cy="934930"/>
          </a:xfrm>
          <a:prstGeom prst="roundRect">
            <a:avLst>
              <a:gd fmla="val 796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C0FF"/>
              </a:buClr>
              <a:buSzPts val="2400"/>
              <a:buFont typeface="Poppins"/>
              <a:buNone/>
            </a:pPr>
            <a:r>
              <a:rPr b="1" i="0" lang="es-ES" sz="2400" u="none" cap="none" strike="noStrike">
                <a:solidFill>
                  <a:srgbClr val="00C0FF"/>
                </a:solidFill>
                <a:latin typeface="Poppins"/>
                <a:ea typeface="Poppins"/>
                <a:cs typeface="Poppins"/>
                <a:sym typeface="Poppins"/>
              </a:rPr>
              <a:t>print(mayor)</a:t>
            </a:r>
            <a:endParaRPr b="1" i="0" sz="2400" u="none" cap="none" strike="noStrike">
              <a:solidFill>
                <a:srgbClr val="00C0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95" name="Google Shape;1095;p39"/>
          <p:cNvSpPr/>
          <p:nvPr/>
        </p:nvSpPr>
        <p:spPr>
          <a:xfrm>
            <a:off x="8460334" y="2988917"/>
            <a:ext cx="3088629" cy="1520257"/>
          </a:xfrm>
          <a:prstGeom prst="diamond">
            <a:avLst/>
          </a:prstGeom>
          <a:solidFill>
            <a:srgbClr val="FFFFFF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C0FF"/>
              </a:buClr>
              <a:buSzPts val="2400"/>
              <a:buFont typeface="Poppins"/>
              <a:buNone/>
            </a:pPr>
            <a:r>
              <a:rPr b="1" i="0" lang="es-ES" sz="2400" u="none" cap="none" strike="noStrike">
                <a:solidFill>
                  <a:srgbClr val="00C0FF"/>
                </a:solidFill>
                <a:latin typeface="Poppins"/>
                <a:ea typeface="Poppins"/>
                <a:cs typeface="Poppins"/>
                <a:sym typeface="Poppins"/>
              </a:rPr>
              <a:t>x &gt; mayor</a:t>
            </a:r>
            <a:endParaRPr b="1" i="0" sz="2400" u="none" cap="none" strike="noStrike">
              <a:solidFill>
                <a:srgbClr val="00C0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1104" name="Google Shape;1104;p39"/>
          <p:cNvCxnSpPr>
            <a:stCxn id="1097" idx="1"/>
            <a:endCxn id="1091" idx="3"/>
          </p:cNvCxnSpPr>
          <p:nvPr/>
        </p:nvCxnSpPr>
        <p:spPr>
          <a:xfrm rot="10800000">
            <a:off x="4698979" y="5579500"/>
            <a:ext cx="706800" cy="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105" name="Google Shape;1105;p39"/>
          <p:cNvSpPr/>
          <p:nvPr/>
        </p:nvSpPr>
        <p:spPr>
          <a:xfrm>
            <a:off x="8938508" y="5005495"/>
            <a:ext cx="2159052" cy="934930"/>
          </a:xfrm>
          <a:prstGeom prst="roundRect">
            <a:avLst>
              <a:gd fmla="val 796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C0FF"/>
              </a:buClr>
              <a:buSzPts val="2400"/>
              <a:buFont typeface="Poppins"/>
              <a:buNone/>
            </a:pPr>
            <a:r>
              <a:rPr b="1" i="0" lang="es-ES" sz="2400" u="none" cap="none" strike="noStrike">
                <a:solidFill>
                  <a:srgbClr val="00C0FF"/>
                </a:solidFill>
                <a:latin typeface="Poppins"/>
                <a:ea typeface="Poppins"/>
                <a:cs typeface="Poppins"/>
                <a:sym typeface="Poppins"/>
              </a:rPr>
              <a:t>mayor = x</a:t>
            </a:r>
            <a:endParaRPr b="1" i="0" sz="2400" u="none" cap="none" strike="noStrike">
              <a:solidFill>
                <a:srgbClr val="00C0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1106" name="Google Shape;1106;p39"/>
          <p:cNvCxnSpPr>
            <a:stCxn id="1095" idx="2"/>
            <a:endCxn id="1105" idx="0"/>
          </p:cNvCxnSpPr>
          <p:nvPr/>
        </p:nvCxnSpPr>
        <p:spPr>
          <a:xfrm>
            <a:off x="10004649" y="4509174"/>
            <a:ext cx="13500" cy="49620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07" name="Google Shape;1107;p39"/>
          <p:cNvCxnSpPr>
            <a:stCxn id="1105" idx="3"/>
            <a:endCxn id="1090" idx="3"/>
          </p:cNvCxnSpPr>
          <p:nvPr/>
        </p:nvCxnSpPr>
        <p:spPr>
          <a:xfrm rot="10800000">
            <a:off x="10808660" y="1689660"/>
            <a:ext cx="288900" cy="3783300"/>
          </a:xfrm>
          <a:prstGeom prst="bentConnector3">
            <a:avLst>
              <a:gd fmla="val -235680" name="adj1"/>
            </a:avLst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108" name="Google Shape;1108;p39"/>
          <p:cNvSpPr txBox="1"/>
          <p:nvPr/>
        </p:nvSpPr>
        <p:spPr>
          <a:xfrm>
            <a:off x="10018034" y="2682194"/>
            <a:ext cx="639739" cy="4269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C0FF"/>
              </a:buClr>
              <a:buSzPts val="1800"/>
              <a:buFont typeface="Poppins"/>
              <a:buNone/>
            </a:pPr>
            <a:r>
              <a:rPr b="1" i="0" lang="es-ES" sz="1800" u="none" cap="none" strike="noStrike">
                <a:solidFill>
                  <a:srgbClr val="00C0FF"/>
                </a:solidFill>
                <a:latin typeface="Poppins"/>
                <a:ea typeface="Poppins"/>
                <a:cs typeface="Poppins"/>
                <a:sym typeface="Poppins"/>
              </a:rPr>
              <a:t>NO</a:t>
            </a:r>
            <a:endParaRPr b="1" i="0" sz="1800" u="none" cap="none" strike="noStrike">
              <a:solidFill>
                <a:srgbClr val="00C0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1109" name="Google Shape;1109;p39"/>
          <p:cNvCxnSpPr>
            <a:stCxn id="1095" idx="0"/>
            <a:endCxn id="1090" idx="2"/>
          </p:cNvCxnSpPr>
          <p:nvPr/>
        </p:nvCxnSpPr>
        <p:spPr>
          <a:xfrm rot="10800000">
            <a:off x="10004649" y="2157017"/>
            <a:ext cx="0" cy="83190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110" name="Google Shape;1110;p39"/>
          <p:cNvSpPr txBox="1"/>
          <p:nvPr/>
        </p:nvSpPr>
        <p:spPr>
          <a:xfrm>
            <a:off x="10068233" y="4408507"/>
            <a:ext cx="639739" cy="4269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C0FF"/>
              </a:buClr>
              <a:buSzPts val="1800"/>
              <a:buFont typeface="Poppins"/>
              <a:buNone/>
            </a:pPr>
            <a:r>
              <a:rPr b="1" i="0" lang="es-ES" sz="1800" u="none" cap="none" strike="noStrike">
                <a:solidFill>
                  <a:srgbClr val="00C0FF"/>
                </a:solidFill>
                <a:latin typeface="Poppins"/>
                <a:ea typeface="Poppins"/>
                <a:cs typeface="Poppins"/>
                <a:sym typeface="Poppins"/>
              </a:rPr>
              <a:t>SI</a:t>
            </a:r>
            <a:endParaRPr b="1" i="0" sz="1800" u="none" cap="none" strike="noStrike">
              <a:solidFill>
                <a:srgbClr val="00C0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4" name="Shape 1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Google Shape;1115;p40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ES"/>
              <a:t>El menor</a:t>
            </a:r>
            <a:endParaRPr/>
          </a:p>
        </p:txBody>
      </p:sp>
      <p:sp>
        <p:nvSpPr>
          <p:cNvPr id="1116" name="Google Shape;1116;p40"/>
          <p:cNvSpPr txBox="1"/>
          <p:nvPr/>
        </p:nvSpPr>
        <p:spPr>
          <a:xfrm>
            <a:off x="1112989" y="615954"/>
            <a:ext cx="2891303" cy="3138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ES" sz="12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3.2: Algoritmos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7" name="Google Shape;1117;p40"/>
          <p:cNvSpPr/>
          <p:nvPr/>
        </p:nvSpPr>
        <p:spPr>
          <a:xfrm>
            <a:off x="1104899" y="1702676"/>
            <a:ext cx="9982202" cy="3459259"/>
          </a:xfrm>
          <a:prstGeom prst="roundRect">
            <a:avLst>
              <a:gd fmla="val 785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504000" spcFirstLastPara="1" rIns="2743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Fíjate que al buscar el mayor, usamos una variable inicializada con un valor “especial”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Este valor está fuera del rango válido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s-ES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No hay edades negativas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¿Qué  hay que hacer para buscar la edad menor?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s-ES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Usar un valor fuera del rango válido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Google Shape;1122;p41"/>
          <p:cNvSpPr txBox="1"/>
          <p:nvPr/>
        </p:nvSpPr>
        <p:spPr>
          <a:xfrm>
            <a:off x="1112989" y="615954"/>
            <a:ext cx="2453604" cy="3138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ES" sz="12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3.2: Algoritmos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3" name="Google Shape;1123;p41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ES"/>
              <a:t>El menor</a:t>
            </a:r>
            <a:endParaRPr/>
          </a:p>
        </p:txBody>
      </p:sp>
      <p:sp>
        <p:nvSpPr>
          <p:cNvPr id="1124" name="Google Shape;1124;p41"/>
          <p:cNvSpPr txBox="1"/>
          <p:nvPr/>
        </p:nvSpPr>
        <p:spPr>
          <a:xfrm>
            <a:off x="2551946" y="2156991"/>
            <a:ext cx="65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Poppins"/>
              <a:buNone/>
            </a:pPr>
            <a:r>
              <a:t/>
            </a:r>
            <a:endParaRPr b="1" i="0" sz="8000" u="none" cap="none" strike="noStrike">
              <a:solidFill>
                <a:srgbClr val="00C0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25" name="Google Shape;1125;p41"/>
          <p:cNvSpPr/>
          <p:nvPr/>
        </p:nvSpPr>
        <p:spPr>
          <a:xfrm>
            <a:off x="831609" y="2061628"/>
            <a:ext cx="1668780" cy="738665"/>
          </a:xfrm>
          <a:prstGeom prst="roundRect">
            <a:avLst>
              <a:gd fmla="val 7961" name="adj"/>
            </a:avLst>
          </a:prstGeom>
          <a:solidFill>
            <a:schemeClr val="accent1"/>
          </a:solidFill>
          <a:ln>
            <a:noFill/>
          </a:ln>
          <a:effectLst>
            <a:outerShdw blurRad="381000" rotWithShape="0" algn="ctr" dir="5400000" dist="127000">
              <a:srgbClr val="000000">
                <a:alpha val="2941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AF6FF"/>
              </a:buClr>
              <a:buSzPts val="2400"/>
              <a:buFont typeface="Poppins"/>
              <a:buNone/>
            </a:pPr>
            <a:r>
              <a:rPr b="1" i="0" lang="es-ES" sz="2400" u="none" cap="none" strike="noStrike">
                <a:solidFill>
                  <a:srgbClr val="EAF6FF"/>
                </a:solidFill>
                <a:latin typeface="Poppins"/>
                <a:ea typeface="Poppins"/>
                <a:cs typeface="Poppins"/>
                <a:sym typeface="Poppins"/>
              </a:rPr>
              <a:t>Inicio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6" name="Google Shape;1126;p41"/>
          <p:cNvSpPr/>
          <p:nvPr/>
        </p:nvSpPr>
        <p:spPr>
          <a:xfrm>
            <a:off x="501445" y="3288733"/>
            <a:ext cx="2329108" cy="934930"/>
          </a:xfrm>
          <a:prstGeom prst="roundRect">
            <a:avLst>
              <a:gd fmla="val 796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C0FF"/>
              </a:buClr>
              <a:buSzPts val="2400"/>
              <a:buFont typeface="Poppins"/>
              <a:buNone/>
            </a:pPr>
            <a:r>
              <a:rPr b="1" i="0" lang="es-ES" sz="2400" u="none" cap="none" strike="noStrike">
                <a:solidFill>
                  <a:srgbClr val="00C0FF"/>
                </a:solidFill>
                <a:latin typeface="Poppins"/>
                <a:ea typeface="Poppins"/>
                <a:cs typeface="Poppins"/>
                <a:sym typeface="Poppins"/>
              </a:rPr>
              <a:t>menor = 500</a:t>
            </a:r>
            <a:endParaRPr b="1" i="0" sz="2400" u="none" cap="none" strike="noStrike">
              <a:solidFill>
                <a:srgbClr val="00C0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27" name="Google Shape;1127;p41"/>
          <p:cNvSpPr/>
          <p:nvPr/>
        </p:nvSpPr>
        <p:spPr>
          <a:xfrm>
            <a:off x="9200699" y="1222061"/>
            <a:ext cx="1607898" cy="934930"/>
          </a:xfrm>
          <a:prstGeom prst="roundRect">
            <a:avLst>
              <a:gd fmla="val 796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C0FF"/>
              </a:buClr>
              <a:buSzPts val="2400"/>
              <a:buFont typeface="Poppins"/>
              <a:buNone/>
            </a:pPr>
            <a:r>
              <a:rPr b="1" i="0" lang="es-ES" sz="2400" u="none" cap="none" strike="noStrike">
                <a:solidFill>
                  <a:srgbClr val="00C0FF"/>
                </a:solidFill>
                <a:latin typeface="Poppins"/>
                <a:ea typeface="Poppins"/>
                <a:cs typeface="Poppins"/>
                <a:sym typeface="Poppins"/>
              </a:rPr>
              <a:t>leer(x)</a:t>
            </a:r>
            <a:endParaRPr b="1" i="0" sz="2400" u="none" cap="none" strike="noStrike">
              <a:solidFill>
                <a:srgbClr val="00C0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28" name="Google Shape;1128;p41"/>
          <p:cNvSpPr/>
          <p:nvPr/>
        </p:nvSpPr>
        <p:spPr>
          <a:xfrm>
            <a:off x="3030161" y="5210167"/>
            <a:ext cx="1668780" cy="738665"/>
          </a:xfrm>
          <a:prstGeom prst="roundRect">
            <a:avLst>
              <a:gd fmla="val 7961" name="adj"/>
            </a:avLst>
          </a:prstGeom>
          <a:solidFill>
            <a:schemeClr val="accent1"/>
          </a:solidFill>
          <a:ln>
            <a:noFill/>
          </a:ln>
          <a:effectLst>
            <a:outerShdw blurRad="381000" rotWithShape="0" algn="ctr" dir="5400000" dist="127000">
              <a:srgbClr val="000000">
                <a:alpha val="2941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AF6FF"/>
              </a:buClr>
              <a:buSzPts val="2400"/>
              <a:buFont typeface="Poppins"/>
              <a:buNone/>
            </a:pPr>
            <a:r>
              <a:rPr b="1" i="0" lang="es-ES" sz="2400" u="none" cap="none" strike="noStrike">
                <a:solidFill>
                  <a:srgbClr val="EAF6FF"/>
                </a:solidFill>
                <a:latin typeface="Poppins"/>
                <a:ea typeface="Poppins"/>
                <a:cs typeface="Poppins"/>
                <a:sym typeface="Poppins"/>
              </a:rPr>
              <a:t>Fin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29" name="Google Shape;1129;p41"/>
          <p:cNvCxnSpPr>
            <a:stCxn id="1125" idx="2"/>
            <a:endCxn id="1126" idx="0"/>
          </p:cNvCxnSpPr>
          <p:nvPr/>
        </p:nvCxnSpPr>
        <p:spPr>
          <a:xfrm>
            <a:off x="1665999" y="2800293"/>
            <a:ext cx="0" cy="48840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30" name="Google Shape;1130;p41"/>
          <p:cNvCxnSpPr>
            <a:stCxn id="1131" idx="3"/>
            <a:endCxn id="1132" idx="1"/>
          </p:cNvCxnSpPr>
          <p:nvPr/>
        </p:nvCxnSpPr>
        <p:spPr>
          <a:xfrm flipH="1" rot="10800000">
            <a:off x="8045752" y="3748984"/>
            <a:ext cx="414600" cy="690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131" name="Google Shape;1131;p41"/>
          <p:cNvSpPr/>
          <p:nvPr/>
        </p:nvSpPr>
        <p:spPr>
          <a:xfrm>
            <a:off x="5442574" y="2866884"/>
            <a:ext cx="2603178" cy="1778000"/>
          </a:xfrm>
          <a:prstGeom prst="diamond">
            <a:avLst/>
          </a:prstGeom>
          <a:solidFill>
            <a:srgbClr val="FFFFFF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C0FF"/>
              </a:buClr>
              <a:buSzPts val="2400"/>
              <a:buFont typeface="Poppins"/>
              <a:buNone/>
            </a:pPr>
            <a:r>
              <a:rPr b="1" i="0" lang="es-ES" sz="2400" u="none" cap="none" strike="noStrike">
                <a:solidFill>
                  <a:srgbClr val="00C0FF"/>
                </a:solidFill>
                <a:latin typeface="Poppins"/>
                <a:ea typeface="Poppins"/>
                <a:cs typeface="Poppins"/>
                <a:sym typeface="Poppins"/>
              </a:rPr>
              <a:t>x == -1</a:t>
            </a:r>
            <a:endParaRPr b="1" i="0" sz="2400" u="none" cap="none" strike="noStrike">
              <a:solidFill>
                <a:srgbClr val="00C0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1133" name="Google Shape;1133;p41"/>
          <p:cNvCxnSpPr>
            <a:stCxn id="1131" idx="2"/>
            <a:endCxn id="1134" idx="0"/>
          </p:cNvCxnSpPr>
          <p:nvPr/>
        </p:nvCxnSpPr>
        <p:spPr>
          <a:xfrm>
            <a:off x="6744163" y="4644884"/>
            <a:ext cx="0" cy="46710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35" name="Google Shape;1135;p41"/>
          <p:cNvCxnSpPr>
            <a:stCxn id="1127" idx="1"/>
            <a:endCxn id="1131" idx="0"/>
          </p:cNvCxnSpPr>
          <p:nvPr/>
        </p:nvCxnSpPr>
        <p:spPr>
          <a:xfrm flipH="1">
            <a:off x="6744299" y="1689526"/>
            <a:ext cx="2456400" cy="1177500"/>
          </a:xfrm>
          <a:prstGeom prst="bentConnector2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136" name="Google Shape;1136;p41"/>
          <p:cNvSpPr txBox="1"/>
          <p:nvPr/>
        </p:nvSpPr>
        <p:spPr>
          <a:xfrm>
            <a:off x="6040956" y="4431423"/>
            <a:ext cx="639739" cy="4269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C0FF"/>
              </a:buClr>
              <a:buSzPts val="1800"/>
              <a:buFont typeface="Poppins"/>
              <a:buNone/>
            </a:pPr>
            <a:r>
              <a:rPr b="1" i="0" lang="es-ES" sz="1800" u="none" cap="none" strike="noStrike">
                <a:solidFill>
                  <a:srgbClr val="00C0FF"/>
                </a:solidFill>
                <a:latin typeface="Poppins"/>
                <a:ea typeface="Poppins"/>
                <a:cs typeface="Poppins"/>
                <a:sym typeface="Poppins"/>
              </a:rPr>
              <a:t>SI</a:t>
            </a:r>
            <a:endParaRPr b="1" i="0" sz="1800" u="none" cap="none" strike="noStrike">
              <a:solidFill>
                <a:srgbClr val="00C0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37" name="Google Shape;1137;p41"/>
          <p:cNvSpPr txBox="1"/>
          <p:nvPr/>
        </p:nvSpPr>
        <p:spPr>
          <a:xfrm>
            <a:off x="7820595" y="3162971"/>
            <a:ext cx="639739" cy="4269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C0FF"/>
              </a:buClr>
              <a:buSzPts val="1800"/>
              <a:buFont typeface="Poppins"/>
              <a:buNone/>
            </a:pPr>
            <a:r>
              <a:rPr b="1" i="0" lang="es-ES" sz="1800" u="none" cap="none" strike="noStrike">
                <a:solidFill>
                  <a:srgbClr val="00C0FF"/>
                </a:solidFill>
                <a:latin typeface="Poppins"/>
                <a:ea typeface="Poppins"/>
                <a:cs typeface="Poppins"/>
                <a:sym typeface="Poppins"/>
              </a:rPr>
              <a:t>NO</a:t>
            </a:r>
            <a:endParaRPr b="1" i="0" sz="1800" u="none" cap="none" strike="noStrike">
              <a:solidFill>
                <a:srgbClr val="00C0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38" name="Google Shape;1138;p41"/>
          <p:cNvSpPr/>
          <p:nvPr/>
        </p:nvSpPr>
        <p:spPr>
          <a:xfrm>
            <a:off x="3229769" y="3288733"/>
            <a:ext cx="1798223" cy="934930"/>
          </a:xfrm>
          <a:prstGeom prst="roundRect">
            <a:avLst>
              <a:gd fmla="val 796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C0FF"/>
              </a:buClr>
              <a:buSzPts val="2400"/>
              <a:buFont typeface="Poppins"/>
              <a:buNone/>
            </a:pPr>
            <a:r>
              <a:rPr b="1" i="0" lang="es-ES" sz="2400" u="none" cap="none" strike="noStrike">
                <a:solidFill>
                  <a:srgbClr val="00C0FF"/>
                </a:solidFill>
                <a:latin typeface="Poppins"/>
                <a:ea typeface="Poppins"/>
                <a:cs typeface="Poppins"/>
                <a:sym typeface="Poppins"/>
              </a:rPr>
              <a:t>leer(x)</a:t>
            </a:r>
            <a:endParaRPr b="1" i="0" sz="2400" u="none" cap="none" strike="noStrike">
              <a:solidFill>
                <a:srgbClr val="00C0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1139" name="Google Shape;1139;p41"/>
          <p:cNvCxnSpPr>
            <a:stCxn id="1126" idx="3"/>
            <a:endCxn id="1138" idx="1"/>
          </p:cNvCxnSpPr>
          <p:nvPr/>
        </p:nvCxnSpPr>
        <p:spPr>
          <a:xfrm>
            <a:off x="2830553" y="3756198"/>
            <a:ext cx="399300" cy="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40" name="Google Shape;1140;p41"/>
          <p:cNvCxnSpPr>
            <a:stCxn id="1138" idx="3"/>
            <a:endCxn id="1131" idx="1"/>
          </p:cNvCxnSpPr>
          <p:nvPr/>
        </p:nvCxnSpPr>
        <p:spPr>
          <a:xfrm flipH="1" rot="10800000">
            <a:off x="5027992" y="3755898"/>
            <a:ext cx="414600" cy="30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134" name="Google Shape;1134;p41"/>
          <p:cNvSpPr/>
          <p:nvPr/>
        </p:nvSpPr>
        <p:spPr>
          <a:xfrm>
            <a:off x="5405779" y="5112035"/>
            <a:ext cx="2676767" cy="934930"/>
          </a:xfrm>
          <a:prstGeom prst="roundRect">
            <a:avLst>
              <a:gd fmla="val 796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C0FF"/>
              </a:buClr>
              <a:buSzPts val="2400"/>
              <a:buFont typeface="Poppins"/>
              <a:buNone/>
            </a:pPr>
            <a:r>
              <a:rPr b="1" i="0" lang="es-ES" sz="2400" u="none" cap="none" strike="noStrike">
                <a:solidFill>
                  <a:srgbClr val="00C0FF"/>
                </a:solidFill>
                <a:latin typeface="Poppins"/>
                <a:ea typeface="Poppins"/>
                <a:cs typeface="Poppins"/>
                <a:sym typeface="Poppins"/>
              </a:rPr>
              <a:t>print(menor)</a:t>
            </a:r>
            <a:endParaRPr b="1" i="0" sz="2400" u="none" cap="none" strike="noStrike">
              <a:solidFill>
                <a:srgbClr val="00C0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32" name="Google Shape;1132;p41"/>
          <p:cNvSpPr/>
          <p:nvPr/>
        </p:nvSpPr>
        <p:spPr>
          <a:xfrm>
            <a:off x="8460334" y="2988917"/>
            <a:ext cx="3088629" cy="1520257"/>
          </a:xfrm>
          <a:prstGeom prst="diamond">
            <a:avLst/>
          </a:prstGeom>
          <a:solidFill>
            <a:srgbClr val="FFFFFF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C0FF"/>
              </a:buClr>
              <a:buSzPts val="2400"/>
              <a:buFont typeface="Poppins"/>
              <a:buNone/>
            </a:pPr>
            <a:r>
              <a:rPr b="1" i="0" lang="es-ES" sz="2400" u="none" cap="none" strike="noStrike">
                <a:solidFill>
                  <a:srgbClr val="00C0FF"/>
                </a:solidFill>
                <a:latin typeface="Poppins"/>
                <a:ea typeface="Poppins"/>
                <a:cs typeface="Poppins"/>
                <a:sym typeface="Poppins"/>
              </a:rPr>
              <a:t>x &lt; menor</a:t>
            </a:r>
            <a:endParaRPr b="1" i="0" sz="2400" u="none" cap="none" strike="noStrike">
              <a:solidFill>
                <a:srgbClr val="00C0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1141" name="Google Shape;1141;p41"/>
          <p:cNvCxnSpPr>
            <a:stCxn id="1134" idx="1"/>
            <a:endCxn id="1128" idx="3"/>
          </p:cNvCxnSpPr>
          <p:nvPr/>
        </p:nvCxnSpPr>
        <p:spPr>
          <a:xfrm rot="10800000">
            <a:off x="4698979" y="5579500"/>
            <a:ext cx="706800" cy="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142" name="Google Shape;1142;p41"/>
          <p:cNvSpPr/>
          <p:nvPr/>
        </p:nvSpPr>
        <p:spPr>
          <a:xfrm>
            <a:off x="8938508" y="5005495"/>
            <a:ext cx="2159052" cy="934930"/>
          </a:xfrm>
          <a:prstGeom prst="roundRect">
            <a:avLst>
              <a:gd fmla="val 796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C0FF"/>
              </a:buClr>
              <a:buSzPts val="2400"/>
              <a:buFont typeface="Poppins"/>
              <a:buNone/>
            </a:pPr>
            <a:r>
              <a:rPr b="1" i="0" lang="es-ES" sz="2400" u="none" cap="none" strike="noStrike">
                <a:solidFill>
                  <a:srgbClr val="00C0FF"/>
                </a:solidFill>
                <a:latin typeface="Poppins"/>
                <a:ea typeface="Poppins"/>
                <a:cs typeface="Poppins"/>
                <a:sym typeface="Poppins"/>
              </a:rPr>
              <a:t>menor = x</a:t>
            </a:r>
            <a:endParaRPr b="1" i="0" sz="2400" u="none" cap="none" strike="noStrike">
              <a:solidFill>
                <a:srgbClr val="00C0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1143" name="Google Shape;1143;p41"/>
          <p:cNvCxnSpPr>
            <a:stCxn id="1132" idx="2"/>
            <a:endCxn id="1142" idx="0"/>
          </p:cNvCxnSpPr>
          <p:nvPr/>
        </p:nvCxnSpPr>
        <p:spPr>
          <a:xfrm>
            <a:off x="10004649" y="4509174"/>
            <a:ext cx="13500" cy="49620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44" name="Google Shape;1144;p41"/>
          <p:cNvCxnSpPr>
            <a:stCxn id="1142" idx="3"/>
            <a:endCxn id="1127" idx="3"/>
          </p:cNvCxnSpPr>
          <p:nvPr/>
        </p:nvCxnSpPr>
        <p:spPr>
          <a:xfrm rot="10800000">
            <a:off x="10808660" y="1689660"/>
            <a:ext cx="288900" cy="3783300"/>
          </a:xfrm>
          <a:prstGeom prst="bentConnector3">
            <a:avLst>
              <a:gd fmla="val -235680" name="adj1"/>
            </a:avLst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145" name="Google Shape;1145;p41"/>
          <p:cNvSpPr txBox="1"/>
          <p:nvPr/>
        </p:nvSpPr>
        <p:spPr>
          <a:xfrm>
            <a:off x="10018034" y="2682194"/>
            <a:ext cx="639739" cy="4269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C0FF"/>
              </a:buClr>
              <a:buSzPts val="1800"/>
              <a:buFont typeface="Poppins"/>
              <a:buNone/>
            </a:pPr>
            <a:r>
              <a:rPr b="1" i="0" lang="es-ES" sz="1800" u="none" cap="none" strike="noStrike">
                <a:solidFill>
                  <a:srgbClr val="00C0FF"/>
                </a:solidFill>
                <a:latin typeface="Poppins"/>
                <a:ea typeface="Poppins"/>
                <a:cs typeface="Poppins"/>
                <a:sym typeface="Poppins"/>
              </a:rPr>
              <a:t>NO</a:t>
            </a:r>
            <a:endParaRPr b="1" i="0" sz="1800" u="none" cap="none" strike="noStrike">
              <a:solidFill>
                <a:srgbClr val="00C0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1146" name="Google Shape;1146;p41"/>
          <p:cNvCxnSpPr>
            <a:stCxn id="1132" idx="0"/>
            <a:endCxn id="1127" idx="2"/>
          </p:cNvCxnSpPr>
          <p:nvPr/>
        </p:nvCxnSpPr>
        <p:spPr>
          <a:xfrm rot="10800000">
            <a:off x="10004649" y="2157017"/>
            <a:ext cx="0" cy="83190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147" name="Google Shape;1147;p41"/>
          <p:cNvSpPr txBox="1"/>
          <p:nvPr/>
        </p:nvSpPr>
        <p:spPr>
          <a:xfrm>
            <a:off x="10068233" y="4408507"/>
            <a:ext cx="639739" cy="4269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C0FF"/>
              </a:buClr>
              <a:buSzPts val="1800"/>
              <a:buFont typeface="Poppins"/>
              <a:buNone/>
            </a:pPr>
            <a:r>
              <a:rPr b="1" i="0" lang="es-ES" sz="1800" u="none" cap="none" strike="noStrike">
                <a:solidFill>
                  <a:srgbClr val="00C0FF"/>
                </a:solidFill>
                <a:latin typeface="Poppins"/>
                <a:ea typeface="Poppins"/>
                <a:cs typeface="Poppins"/>
                <a:sym typeface="Poppins"/>
              </a:rPr>
              <a:t>SI</a:t>
            </a:r>
            <a:endParaRPr b="1" i="0" sz="1800" u="none" cap="none" strike="noStrike">
              <a:solidFill>
                <a:srgbClr val="00C0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1" name="Shape 1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2" name="Google Shape;1152;p42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ES"/>
              <a:t>El promedio de todos los valores</a:t>
            </a:r>
            <a:endParaRPr/>
          </a:p>
        </p:txBody>
      </p:sp>
      <p:sp>
        <p:nvSpPr>
          <p:cNvPr id="1153" name="Google Shape;1153;p42"/>
          <p:cNvSpPr txBox="1"/>
          <p:nvPr/>
        </p:nvSpPr>
        <p:spPr>
          <a:xfrm>
            <a:off x="1112989" y="615954"/>
            <a:ext cx="2228255" cy="3138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ES" sz="12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3.2: Algoritmos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4" name="Google Shape;1154;p42"/>
          <p:cNvSpPr/>
          <p:nvPr/>
        </p:nvSpPr>
        <p:spPr>
          <a:xfrm>
            <a:off x="1104899" y="1702676"/>
            <a:ext cx="9982202" cy="4639130"/>
          </a:xfrm>
          <a:prstGeom prst="roundRect">
            <a:avLst>
              <a:gd fmla="val 785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504000" spcFirstLastPara="1" rIns="2743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Ahora queremos saber el valor </a:t>
            </a:r>
            <a:r>
              <a:rPr b="1" i="0" lang="es-ES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promedio</a:t>
            </a:r>
            <a:r>
              <a:rPr b="0" i="0" lang="es-ES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de todos los valores ingresados.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Obviamente esto es simplemente la </a:t>
            </a:r>
            <a:r>
              <a:rPr b="1" i="0" lang="es-ES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suma</a:t>
            </a:r>
            <a:r>
              <a:rPr b="0" i="0" lang="es-ES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de todos los valores, dividido por la </a:t>
            </a:r>
            <a:r>
              <a:rPr b="1" i="0" lang="es-ES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cantidad</a:t>
            </a:r>
            <a:r>
              <a:rPr b="0" i="0" lang="es-ES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de valores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Entonces, necesitamos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s-ES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Un </a:t>
            </a:r>
            <a:r>
              <a:rPr b="1" i="0" lang="es-ES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contador</a:t>
            </a:r>
            <a:r>
              <a:rPr b="0" i="0" lang="es-ES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para saber cuántos valores hemos ingresados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s-ES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Un </a:t>
            </a:r>
            <a:r>
              <a:rPr b="1" i="0" lang="es-ES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acumulador</a:t>
            </a:r>
            <a:r>
              <a:rPr b="0" i="0" lang="es-ES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para ir “acumulando” los valores a medida que los vamos ingresando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Mantendremos el </a:t>
            </a:r>
            <a:r>
              <a:rPr b="1" i="0" lang="es-ES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-1</a:t>
            </a:r>
            <a:r>
              <a:rPr b="0" i="0" lang="es-ES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como indicador de </a:t>
            </a:r>
            <a:r>
              <a:rPr b="1" i="0" lang="es-ES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fin de datos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8" name="Shape 1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9" name="Google Shape;1159;p43"/>
          <p:cNvSpPr txBox="1"/>
          <p:nvPr/>
        </p:nvSpPr>
        <p:spPr>
          <a:xfrm>
            <a:off x="1112989" y="615954"/>
            <a:ext cx="1998571" cy="3138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ES" sz="12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3.2: Algoritmos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0" name="Google Shape;1160;p43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ES"/>
              <a:t>El promedio: contando los valores</a:t>
            </a:r>
            <a:endParaRPr/>
          </a:p>
        </p:txBody>
      </p:sp>
      <p:sp>
        <p:nvSpPr>
          <p:cNvPr id="1161" name="Google Shape;1161;p43"/>
          <p:cNvSpPr txBox="1"/>
          <p:nvPr/>
        </p:nvSpPr>
        <p:spPr>
          <a:xfrm>
            <a:off x="2551946" y="2156991"/>
            <a:ext cx="65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Poppins"/>
              <a:buNone/>
            </a:pPr>
            <a:r>
              <a:t/>
            </a:r>
            <a:endParaRPr b="1" i="0" sz="8000" u="none" cap="none" strike="noStrike">
              <a:solidFill>
                <a:srgbClr val="00C0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62" name="Google Shape;1162;p43"/>
          <p:cNvSpPr/>
          <p:nvPr/>
        </p:nvSpPr>
        <p:spPr>
          <a:xfrm>
            <a:off x="831609" y="2061628"/>
            <a:ext cx="1668780" cy="738665"/>
          </a:xfrm>
          <a:prstGeom prst="roundRect">
            <a:avLst>
              <a:gd fmla="val 7961" name="adj"/>
            </a:avLst>
          </a:prstGeom>
          <a:solidFill>
            <a:schemeClr val="accent1"/>
          </a:solidFill>
          <a:ln>
            <a:noFill/>
          </a:ln>
          <a:effectLst>
            <a:outerShdw blurRad="381000" rotWithShape="0" algn="ctr" dir="5400000" dist="127000">
              <a:srgbClr val="000000">
                <a:alpha val="2941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AF6FF"/>
              </a:buClr>
              <a:buSzPts val="2400"/>
              <a:buFont typeface="Poppins"/>
              <a:buNone/>
            </a:pPr>
            <a:r>
              <a:rPr b="1" i="0" lang="es-ES" sz="2400" u="none" cap="none" strike="noStrike">
                <a:solidFill>
                  <a:srgbClr val="EAF6FF"/>
                </a:solidFill>
                <a:latin typeface="Poppins"/>
                <a:ea typeface="Poppins"/>
                <a:cs typeface="Poppins"/>
                <a:sym typeface="Poppins"/>
              </a:rPr>
              <a:t>Inicio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3" name="Google Shape;1163;p43"/>
          <p:cNvSpPr/>
          <p:nvPr/>
        </p:nvSpPr>
        <p:spPr>
          <a:xfrm>
            <a:off x="501445" y="3288733"/>
            <a:ext cx="2329108" cy="934930"/>
          </a:xfrm>
          <a:prstGeom prst="roundRect">
            <a:avLst>
              <a:gd fmla="val 796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C0FF"/>
              </a:buClr>
              <a:buSzPts val="2400"/>
              <a:buFont typeface="Poppins"/>
              <a:buNone/>
            </a:pPr>
            <a:r>
              <a:rPr b="1" i="0" lang="es-ES" sz="2400" u="none" cap="none" strike="noStrike">
                <a:solidFill>
                  <a:srgbClr val="00C0FF"/>
                </a:solidFill>
                <a:latin typeface="Poppins"/>
                <a:ea typeface="Poppins"/>
                <a:cs typeface="Poppins"/>
                <a:sym typeface="Poppins"/>
              </a:rPr>
              <a:t>n = 0</a:t>
            </a:r>
            <a:endParaRPr b="1" i="0" sz="2400" u="none" cap="none" strike="noStrike">
              <a:solidFill>
                <a:srgbClr val="00C0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64" name="Google Shape;1164;p43"/>
          <p:cNvSpPr/>
          <p:nvPr/>
        </p:nvSpPr>
        <p:spPr>
          <a:xfrm>
            <a:off x="8659925" y="1810810"/>
            <a:ext cx="1607898" cy="934930"/>
          </a:xfrm>
          <a:prstGeom prst="roundRect">
            <a:avLst>
              <a:gd fmla="val 796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C0FF"/>
              </a:buClr>
              <a:buSzPts val="2400"/>
              <a:buFont typeface="Poppins"/>
              <a:buNone/>
            </a:pPr>
            <a:r>
              <a:rPr b="1" i="0" lang="es-ES" sz="2400" u="none" cap="none" strike="noStrike">
                <a:solidFill>
                  <a:srgbClr val="00C0FF"/>
                </a:solidFill>
                <a:latin typeface="Poppins"/>
                <a:ea typeface="Poppins"/>
                <a:cs typeface="Poppins"/>
                <a:sym typeface="Poppins"/>
              </a:rPr>
              <a:t>leer(x)</a:t>
            </a:r>
            <a:endParaRPr b="1" i="0" sz="2400" u="none" cap="none" strike="noStrike">
              <a:solidFill>
                <a:srgbClr val="00C0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65" name="Google Shape;1165;p43"/>
          <p:cNvSpPr/>
          <p:nvPr/>
        </p:nvSpPr>
        <p:spPr>
          <a:xfrm>
            <a:off x="3030161" y="5210167"/>
            <a:ext cx="1668780" cy="738665"/>
          </a:xfrm>
          <a:prstGeom prst="roundRect">
            <a:avLst>
              <a:gd fmla="val 7961" name="adj"/>
            </a:avLst>
          </a:prstGeom>
          <a:solidFill>
            <a:schemeClr val="accent1"/>
          </a:solidFill>
          <a:ln>
            <a:noFill/>
          </a:ln>
          <a:effectLst>
            <a:outerShdw blurRad="381000" rotWithShape="0" algn="ctr" dir="5400000" dist="127000">
              <a:srgbClr val="000000">
                <a:alpha val="2941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AF6FF"/>
              </a:buClr>
              <a:buSzPts val="2400"/>
              <a:buFont typeface="Poppins"/>
              <a:buNone/>
            </a:pPr>
            <a:r>
              <a:rPr b="1" i="0" lang="es-ES" sz="2400" u="none" cap="none" strike="noStrike">
                <a:solidFill>
                  <a:srgbClr val="EAF6FF"/>
                </a:solidFill>
                <a:latin typeface="Poppins"/>
                <a:ea typeface="Poppins"/>
                <a:cs typeface="Poppins"/>
                <a:sym typeface="Poppins"/>
              </a:rPr>
              <a:t>Fin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66" name="Google Shape;1166;p43"/>
          <p:cNvCxnSpPr>
            <a:stCxn id="1162" idx="2"/>
            <a:endCxn id="1163" idx="0"/>
          </p:cNvCxnSpPr>
          <p:nvPr/>
        </p:nvCxnSpPr>
        <p:spPr>
          <a:xfrm>
            <a:off x="1665999" y="2800293"/>
            <a:ext cx="0" cy="48840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67" name="Google Shape;1167;p43"/>
          <p:cNvCxnSpPr>
            <a:stCxn id="1168" idx="3"/>
            <a:endCxn id="1169" idx="1"/>
          </p:cNvCxnSpPr>
          <p:nvPr/>
        </p:nvCxnSpPr>
        <p:spPr>
          <a:xfrm>
            <a:off x="8045752" y="3755884"/>
            <a:ext cx="825000" cy="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168" name="Google Shape;1168;p43"/>
          <p:cNvSpPr/>
          <p:nvPr/>
        </p:nvSpPr>
        <p:spPr>
          <a:xfrm>
            <a:off x="5442574" y="2866884"/>
            <a:ext cx="2603178" cy="1778000"/>
          </a:xfrm>
          <a:prstGeom prst="diamond">
            <a:avLst/>
          </a:prstGeom>
          <a:solidFill>
            <a:srgbClr val="FFFFFF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C0FF"/>
              </a:buClr>
              <a:buSzPts val="2400"/>
              <a:buFont typeface="Poppins"/>
              <a:buNone/>
            </a:pPr>
            <a:r>
              <a:rPr b="1" i="0" lang="es-ES" sz="2400" u="none" cap="none" strike="noStrike">
                <a:solidFill>
                  <a:srgbClr val="00C0FF"/>
                </a:solidFill>
                <a:latin typeface="Poppins"/>
                <a:ea typeface="Poppins"/>
                <a:cs typeface="Poppins"/>
                <a:sym typeface="Poppins"/>
              </a:rPr>
              <a:t>x == -1</a:t>
            </a:r>
            <a:endParaRPr b="1" i="0" sz="2400" u="none" cap="none" strike="noStrike">
              <a:solidFill>
                <a:srgbClr val="00C0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1170" name="Google Shape;1170;p43"/>
          <p:cNvCxnSpPr>
            <a:stCxn id="1168" idx="2"/>
            <a:endCxn id="1171" idx="0"/>
          </p:cNvCxnSpPr>
          <p:nvPr/>
        </p:nvCxnSpPr>
        <p:spPr>
          <a:xfrm>
            <a:off x="6744163" y="4644884"/>
            <a:ext cx="0" cy="46710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72" name="Google Shape;1172;p43"/>
          <p:cNvCxnSpPr>
            <a:stCxn id="1164" idx="1"/>
            <a:endCxn id="1168" idx="0"/>
          </p:cNvCxnSpPr>
          <p:nvPr/>
        </p:nvCxnSpPr>
        <p:spPr>
          <a:xfrm flipH="1">
            <a:off x="6744125" y="2278275"/>
            <a:ext cx="1915800" cy="588600"/>
          </a:xfrm>
          <a:prstGeom prst="bentConnector2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173" name="Google Shape;1173;p43"/>
          <p:cNvSpPr txBox="1"/>
          <p:nvPr/>
        </p:nvSpPr>
        <p:spPr>
          <a:xfrm>
            <a:off x="6040956" y="4431423"/>
            <a:ext cx="639739" cy="4269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C0FF"/>
              </a:buClr>
              <a:buSzPts val="1800"/>
              <a:buFont typeface="Poppins"/>
              <a:buNone/>
            </a:pPr>
            <a:r>
              <a:rPr b="1" i="0" lang="es-ES" sz="1800" u="none" cap="none" strike="noStrike">
                <a:solidFill>
                  <a:srgbClr val="00C0FF"/>
                </a:solidFill>
                <a:latin typeface="Poppins"/>
                <a:ea typeface="Poppins"/>
                <a:cs typeface="Poppins"/>
                <a:sym typeface="Poppins"/>
              </a:rPr>
              <a:t>SI</a:t>
            </a:r>
            <a:endParaRPr b="1" i="0" sz="1800" u="none" cap="none" strike="noStrike">
              <a:solidFill>
                <a:srgbClr val="00C0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74" name="Google Shape;1174;p43"/>
          <p:cNvSpPr txBox="1"/>
          <p:nvPr/>
        </p:nvSpPr>
        <p:spPr>
          <a:xfrm>
            <a:off x="7820595" y="3162971"/>
            <a:ext cx="639739" cy="4269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C0FF"/>
              </a:buClr>
              <a:buSzPts val="1800"/>
              <a:buFont typeface="Poppins"/>
              <a:buNone/>
            </a:pPr>
            <a:r>
              <a:rPr b="1" i="0" lang="es-ES" sz="1800" u="none" cap="none" strike="noStrike">
                <a:solidFill>
                  <a:srgbClr val="00C0FF"/>
                </a:solidFill>
                <a:latin typeface="Poppins"/>
                <a:ea typeface="Poppins"/>
                <a:cs typeface="Poppins"/>
                <a:sym typeface="Poppins"/>
              </a:rPr>
              <a:t>NO</a:t>
            </a:r>
            <a:endParaRPr b="1" i="0" sz="1800" u="none" cap="none" strike="noStrike">
              <a:solidFill>
                <a:srgbClr val="00C0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75" name="Google Shape;1175;p43"/>
          <p:cNvSpPr/>
          <p:nvPr/>
        </p:nvSpPr>
        <p:spPr>
          <a:xfrm>
            <a:off x="3229769" y="3288733"/>
            <a:ext cx="1798223" cy="934930"/>
          </a:xfrm>
          <a:prstGeom prst="roundRect">
            <a:avLst>
              <a:gd fmla="val 796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C0FF"/>
              </a:buClr>
              <a:buSzPts val="2400"/>
              <a:buFont typeface="Poppins"/>
              <a:buNone/>
            </a:pPr>
            <a:r>
              <a:rPr b="1" i="0" lang="es-ES" sz="2400" u="none" cap="none" strike="noStrike">
                <a:solidFill>
                  <a:srgbClr val="00C0FF"/>
                </a:solidFill>
                <a:latin typeface="Poppins"/>
                <a:ea typeface="Poppins"/>
                <a:cs typeface="Poppins"/>
                <a:sym typeface="Poppins"/>
              </a:rPr>
              <a:t>leer(x)</a:t>
            </a:r>
            <a:endParaRPr b="1" i="0" sz="2400" u="none" cap="none" strike="noStrike">
              <a:solidFill>
                <a:srgbClr val="00C0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1176" name="Google Shape;1176;p43"/>
          <p:cNvCxnSpPr>
            <a:stCxn id="1163" idx="3"/>
            <a:endCxn id="1175" idx="1"/>
          </p:cNvCxnSpPr>
          <p:nvPr/>
        </p:nvCxnSpPr>
        <p:spPr>
          <a:xfrm>
            <a:off x="2830553" y="3756198"/>
            <a:ext cx="399300" cy="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77" name="Google Shape;1177;p43"/>
          <p:cNvCxnSpPr>
            <a:stCxn id="1175" idx="3"/>
            <a:endCxn id="1168" idx="1"/>
          </p:cNvCxnSpPr>
          <p:nvPr/>
        </p:nvCxnSpPr>
        <p:spPr>
          <a:xfrm flipH="1" rot="10800000">
            <a:off x="5027992" y="3755898"/>
            <a:ext cx="414600" cy="30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171" name="Google Shape;1171;p43"/>
          <p:cNvSpPr/>
          <p:nvPr/>
        </p:nvSpPr>
        <p:spPr>
          <a:xfrm>
            <a:off x="5405779" y="5112035"/>
            <a:ext cx="2676767" cy="934930"/>
          </a:xfrm>
          <a:prstGeom prst="roundRect">
            <a:avLst>
              <a:gd fmla="val 796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C0FF"/>
              </a:buClr>
              <a:buSzPts val="2400"/>
              <a:buFont typeface="Poppins"/>
              <a:buNone/>
            </a:pPr>
            <a:r>
              <a:rPr b="1" i="0" lang="es-ES" sz="2400" u="none" cap="none" strike="noStrike">
                <a:solidFill>
                  <a:srgbClr val="00C0FF"/>
                </a:solidFill>
                <a:latin typeface="Poppins"/>
                <a:ea typeface="Poppins"/>
                <a:cs typeface="Poppins"/>
                <a:sym typeface="Poppins"/>
              </a:rPr>
              <a:t>print(n)</a:t>
            </a:r>
            <a:endParaRPr b="1" i="0" sz="2400" u="none" cap="none" strike="noStrike">
              <a:solidFill>
                <a:srgbClr val="00C0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1178" name="Google Shape;1178;p43"/>
          <p:cNvCxnSpPr>
            <a:stCxn id="1171" idx="1"/>
            <a:endCxn id="1165" idx="3"/>
          </p:cNvCxnSpPr>
          <p:nvPr/>
        </p:nvCxnSpPr>
        <p:spPr>
          <a:xfrm rot="10800000">
            <a:off x="4698979" y="5579500"/>
            <a:ext cx="706800" cy="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169" name="Google Shape;1169;p43"/>
          <p:cNvSpPr/>
          <p:nvPr/>
        </p:nvSpPr>
        <p:spPr>
          <a:xfrm>
            <a:off x="8870898" y="3288419"/>
            <a:ext cx="2159052" cy="934930"/>
          </a:xfrm>
          <a:prstGeom prst="roundRect">
            <a:avLst>
              <a:gd fmla="val 796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C0FF"/>
              </a:buClr>
              <a:buSzPts val="2400"/>
              <a:buFont typeface="Poppins"/>
              <a:buNone/>
            </a:pPr>
            <a:r>
              <a:rPr b="1" i="0" lang="es-ES" sz="2400" u="none" cap="none" strike="noStrike">
                <a:solidFill>
                  <a:srgbClr val="00C0FF"/>
                </a:solidFill>
                <a:latin typeface="Poppins"/>
                <a:ea typeface="Poppins"/>
                <a:cs typeface="Poppins"/>
                <a:sym typeface="Poppins"/>
              </a:rPr>
              <a:t>n = n + 1</a:t>
            </a:r>
            <a:endParaRPr b="1" i="0" sz="2400" u="none" cap="none" strike="noStrike">
              <a:solidFill>
                <a:srgbClr val="00C0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1179" name="Google Shape;1179;p43"/>
          <p:cNvCxnSpPr>
            <a:stCxn id="1169" idx="3"/>
            <a:endCxn id="1164" idx="3"/>
          </p:cNvCxnSpPr>
          <p:nvPr/>
        </p:nvCxnSpPr>
        <p:spPr>
          <a:xfrm rot="10800000">
            <a:off x="10267950" y="2278384"/>
            <a:ext cx="762000" cy="1477500"/>
          </a:xfrm>
          <a:prstGeom prst="bentConnector3">
            <a:avLst>
              <a:gd fmla="val -30000" name="adj1"/>
            </a:avLst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3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p44"/>
          <p:cNvSpPr txBox="1"/>
          <p:nvPr/>
        </p:nvSpPr>
        <p:spPr>
          <a:xfrm>
            <a:off x="1112989" y="615954"/>
            <a:ext cx="2141148" cy="3138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ES" sz="12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3.2: Algoritmos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5" name="Google Shape;1185;p44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ES"/>
              <a:t>El promedio: sumando los valores</a:t>
            </a:r>
            <a:endParaRPr/>
          </a:p>
        </p:txBody>
      </p:sp>
      <p:sp>
        <p:nvSpPr>
          <p:cNvPr id="1186" name="Google Shape;1186;p44"/>
          <p:cNvSpPr txBox="1"/>
          <p:nvPr/>
        </p:nvSpPr>
        <p:spPr>
          <a:xfrm>
            <a:off x="2551946" y="2156991"/>
            <a:ext cx="65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Poppins"/>
              <a:buNone/>
            </a:pPr>
            <a:r>
              <a:t/>
            </a:r>
            <a:endParaRPr b="1" i="0" sz="8000" u="none" cap="none" strike="noStrike">
              <a:solidFill>
                <a:srgbClr val="00C0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87" name="Google Shape;1187;p44"/>
          <p:cNvSpPr/>
          <p:nvPr/>
        </p:nvSpPr>
        <p:spPr>
          <a:xfrm>
            <a:off x="831609" y="2061628"/>
            <a:ext cx="1668780" cy="738665"/>
          </a:xfrm>
          <a:prstGeom prst="roundRect">
            <a:avLst>
              <a:gd fmla="val 7961" name="adj"/>
            </a:avLst>
          </a:prstGeom>
          <a:solidFill>
            <a:schemeClr val="accent1"/>
          </a:solidFill>
          <a:ln>
            <a:noFill/>
          </a:ln>
          <a:effectLst>
            <a:outerShdw blurRad="381000" rotWithShape="0" algn="ctr" dir="5400000" dist="127000">
              <a:srgbClr val="000000">
                <a:alpha val="2941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AF6FF"/>
              </a:buClr>
              <a:buSzPts val="2400"/>
              <a:buFont typeface="Poppins"/>
              <a:buNone/>
            </a:pPr>
            <a:r>
              <a:rPr b="1" i="0" lang="es-ES" sz="2400" u="none" cap="none" strike="noStrike">
                <a:solidFill>
                  <a:srgbClr val="EAF6FF"/>
                </a:solidFill>
                <a:latin typeface="Poppins"/>
                <a:ea typeface="Poppins"/>
                <a:cs typeface="Poppins"/>
                <a:sym typeface="Poppins"/>
              </a:rPr>
              <a:t>Inicio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8" name="Google Shape;1188;p44"/>
          <p:cNvSpPr/>
          <p:nvPr/>
        </p:nvSpPr>
        <p:spPr>
          <a:xfrm>
            <a:off x="501445" y="3288733"/>
            <a:ext cx="2329108" cy="1142690"/>
          </a:xfrm>
          <a:prstGeom prst="roundRect">
            <a:avLst>
              <a:gd fmla="val 796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C0FF"/>
              </a:buClr>
              <a:buSzPts val="2400"/>
              <a:buFont typeface="Poppins"/>
              <a:buNone/>
            </a:pPr>
            <a:r>
              <a:rPr b="1" i="0" lang="es-ES" sz="2400" u="none" cap="none" strike="noStrike">
                <a:solidFill>
                  <a:srgbClr val="00C0FF"/>
                </a:solidFill>
                <a:latin typeface="Poppins"/>
                <a:ea typeface="Poppins"/>
                <a:cs typeface="Poppins"/>
                <a:sym typeface="Poppins"/>
              </a:rPr>
              <a:t>n = 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C0FF"/>
              </a:buClr>
              <a:buSzPts val="2400"/>
              <a:buFont typeface="Poppins"/>
              <a:buNone/>
            </a:pPr>
            <a:r>
              <a:rPr b="1" i="0" lang="es-ES" sz="2400" u="none" cap="none" strike="noStrike">
                <a:solidFill>
                  <a:srgbClr val="00C0FF"/>
                </a:solidFill>
                <a:latin typeface="Poppins"/>
                <a:ea typeface="Poppins"/>
                <a:cs typeface="Poppins"/>
                <a:sym typeface="Poppins"/>
              </a:rPr>
              <a:t>s = 0</a:t>
            </a:r>
            <a:endParaRPr b="1" i="0" sz="2400" u="none" cap="none" strike="noStrike">
              <a:solidFill>
                <a:srgbClr val="00C0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89" name="Google Shape;1189;p44"/>
          <p:cNvSpPr/>
          <p:nvPr/>
        </p:nvSpPr>
        <p:spPr>
          <a:xfrm>
            <a:off x="8659925" y="1810810"/>
            <a:ext cx="1607898" cy="934930"/>
          </a:xfrm>
          <a:prstGeom prst="roundRect">
            <a:avLst>
              <a:gd fmla="val 796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C0FF"/>
              </a:buClr>
              <a:buSzPts val="2400"/>
              <a:buFont typeface="Poppins"/>
              <a:buNone/>
            </a:pPr>
            <a:r>
              <a:rPr b="1" i="0" lang="es-ES" sz="2400" u="none" cap="none" strike="noStrike">
                <a:solidFill>
                  <a:srgbClr val="00C0FF"/>
                </a:solidFill>
                <a:latin typeface="Poppins"/>
                <a:ea typeface="Poppins"/>
                <a:cs typeface="Poppins"/>
                <a:sym typeface="Poppins"/>
              </a:rPr>
              <a:t>leer(x)</a:t>
            </a:r>
            <a:endParaRPr b="1" i="0" sz="2400" u="none" cap="none" strike="noStrike">
              <a:solidFill>
                <a:srgbClr val="00C0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90" name="Google Shape;1190;p44"/>
          <p:cNvSpPr/>
          <p:nvPr/>
        </p:nvSpPr>
        <p:spPr>
          <a:xfrm>
            <a:off x="3030161" y="5398125"/>
            <a:ext cx="1668780" cy="738665"/>
          </a:xfrm>
          <a:prstGeom prst="roundRect">
            <a:avLst>
              <a:gd fmla="val 7961" name="adj"/>
            </a:avLst>
          </a:prstGeom>
          <a:solidFill>
            <a:schemeClr val="accent1"/>
          </a:solidFill>
          <a:ln>
            <a:noFill/>
          </a:ln>
          <a:effectLst>
            <a:outerShdw blurRad="381000" rotWithShape="0" algn="ctr" dir="5400000" dist="127000">
              <a:srgbClr val="000000">
                <a:alpha val="2941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AF6FF"/>
              </a:buClr>
              <a:buSzPts val="2400"/>
              <a:buFont typeface="Poppins"/>
              <a:buNone/>
            </a:pPr>
            <a:r>
              <a:rPr b="1" i="0" lang="es-ES" sz="2400" u="none" cap="none" strike="noStrike">
                <a:solidFill>
                  <a:srgbClr val="EAF6FF"/>
                </a:solidFill>
                <a:latin typeface="Poppins"/>
                <a:ea typeface="Poppins"/>
                <a:cs typeface="Poppins"/>
                <a:sym typeface="Poppins"/>
              </a:rPr>
              <a:t>Fin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91" name="Google Shape;1191;p44"/>
          <p:cNvCxnSpPr>
            <a:stCxn id="1187" idx="2"/>
            <a:endCxn id="1188" idx="0"/>
          </p:cNvCxnSpPr>
          <p:nvPr/>
        </p:nvCxnSpPr>
        <p:spPr>
          <a:xfrm>
            <a:off x="1665999" y="2800293"/>
            <a:ext cx="0" cy="48840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92" name="Google Shape;1192;p44"/>
          <p:cNvCxnSpPr>
            <a:stCxn id="1193" idx="3"/>
            <a:endCxn id="1194" idx="1"/>
          </p:cNvCxnSpPr>
          <p:nvPr/>
        </p:nvCxnSpPr>
        <p:spPr>
          <a:xfrm>
            <a:off x="8045752" y="3860078"/>
            <a:ext cx="825000" cy="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193" name="Google Shape;1193;p44"/>
          <p:cNvSpPr/>
          <p:nvPr/>
        </p:nvSpPr>
        <p:spPr>
          <a:xfrm>
            <a:off x="5442574" y="2971078"/>
            <a:ext cx="2603178" cy="1778000"/>
          </a:xfrm>
          <a:prstGeom prst="diamond">
            <a:avLst/>
          </a:prstGeom>
          <a:solidFill>
            <a:srgbClr val="FFFFFF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C0FF"/>
              </a:buClr>
              <a:buSzPts val="2400"/>
              <a:buFont typeface="Poppins"/>
              <a:buNone/>
            </a:pPr>
            <a:r>
              <a:rPr b="1" i="0" lang="es-ES" sz="2400" u="none" cap="none" strike="noStrike">
                <a:solidFill>
                  <a:srgbClr val="00C0FF"/>
                </a:solidFill>
                <a:latin typeface="Poppins"/>
                <a:ea typeface="Poppins"/>
                <a:cs typeface="Poppins"/>
                <a:sym typeface="Poppins"/>
              </a:rPr>
              <a:t>x == -1</a:t>
            </a:r>
            <a:endParaRPr b="1" i="0" sz="2400" u="none" cap="none" strike="noStrike">
              <a:solidFill>
                <a:srgbClr val="00C0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1195" name="Google Shape;1195;p44"/>
          <p:cNvCxnSpPr>
            <a:stCxn id="1193" idx="2"/>
            <a:endCxn id="1196" idx="0"/>
          </p:cNvCxnSpPr>
          <p:nvPr/>
        </p:nvCxnSpPr>
        <p:spPr>
          <a:xfrm>
            <a:off x="6744163" y="4749078"/>
            <a:ext cx="0" cy="36300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97" name="Google Shape;1197;p44"/>
          <p:cNvCxnSpPr>
            <a:stCxn id="1189" idx="1"/>
            <a:endCxn id="1193" idx="0"/>
          </p:cNvCxnSpPr>
          <p:nvPr/>
        </p:nvCxnSpPr>
        <p:spPr>
          <a:xfrm flipH="1">
            <a:off x="6744125" y="2278275"/>
            <a:ext cx="1915800" cy="692700"/>
          </a:xfrm>
          <a:prstGeom prst="bentConnector2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198" name="Google Shape;1198;p44"/>
          <p:cNvSpPr txBox="1"/>
          <p:nvPr/>
        </p:nvSpPr>
        <p:spPr>
          <a:xfrm>
            <a:off x="6067425" y="4636048"/>
            <a:ext cx="639739" cy="4269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C0FF"/>
              </a:buClr>
              <a:buSzPts val="1800"/>
              <a:buFont typeface="Poppins"/>
              <a:buNone/>
            </a:pPr>
            <a:r>
              <a:rPr b="1" i="0" lang="es-ES" sz="1800" u="none" cap="none" strike="noStrike">
                <a:solidFill>
                  <a:srgbClr val="00C0FF"/>
                </a:solidFill>
                <a:latin typeface="Poppins"/>
                <a:ea typeface="Poppins"/>
                <a:cs typeface="Poppins"/>
                <a:sym typeface="Poppins"/>
              </a:rPr>
              <a:t>SI</a:t>
            </a:r>
            <a:endParaRPr b="1" i="0" sz="1800" u="none" cap="none" strike="noStrike">
              <a:solidFill>
                <a:srgbClr val="00C0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99" name="Google Shape;1199;p44"/>
          <p:cNvSpPr txBox="1"/>
          <p:nvPr/>
        </p:nvSpPr>
        <p:spPr>
          <a:xfrm>
            <a:off x="7818586" y="3390288"/>
            <a:ext cx="639739" cy="4269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C0FF"/>
              </a:buClr>
              <a:buSzPts val="1800"/>
              <a:buFont typeface="Poppins"/>
              <a:buNone/>
            </a:pPr>
            <a:r>
              <a:rPr b="1" i="0" lang="es-ES" sz="1800" u="none" cap="none" strike="noStrike">
                <a:solidFill>
                  <a:srgbClr val="00C0FF"/>
                </a:solidFill>
                <a:latin typeface="Poppins"/>
                <a:ea typeface="Poppins"/>
                <a:cs typeface="Poppins"/>
                <a:sym typeface="Poppins"/>
              </a:rPr>
              <a:t>NO</a:t>
            </a:r>
            <a:endParaRPr b="1" i="0" sz="1800" u="none" cap="none" strike="noStrike">
              <a:solidFill>
                <a:srgbClr val="00C0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00" name="Google Shape;1200;p44"/>
          <p:cNvSpPr/>
          <p:nvPr/>
        </p:nvSpPr>
        <p:spPr>
          <a:xfrm>
            <a:off x="3254137" y="3392613"/>
            <a:ext cx="1798223" cy="934930"/>
          </a:xfrm>
          <a:prstGeom prst="roundRect">
            <a:avLst>
              <a:gd fmla="val 796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C0FF"/>
              </a:buClr>
              <a:buSzPts val="2400"/>
              <a:buFont typeface="Poppins"/>
              <a:buNone/>
            </a:pPr>
            <a:r>
              <a:rPr b="1" i="0" lang="es-ES" sz="2400" u="none" cap="none" strike="noStrike">
                <a:solidFill>
                  <a:srgbClr val="00C0FF"/>
                </a:solidFill>
                <a:latin typeface="Poppins"/>
                <a:ea typeface="Poppins"/>
                <a:cs typeface="Poppins"/>
                <a:sym typeface="Poppins"/>
              </a:rPr>
              <a:t>leer(x)</a:t>
            </a:r>
            <a:endParaRPr b="1" i="0" sz="2400" u="none" cap="none" strike="noStrike">
              <a:solidFill>
                <a:srgbClr val="00C0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1201" name="Google Shape;1201;p44"/>
          <p:cNvCxnSpPr>
            <a:stCxn id="1188" idx="3"/>
            <a:endCxn id="1200" idx="1"/>
          </p:cNvCxnSpPr>
          <p:nvPr/>
        </p:nvCxnSpPr>
        <p:spPr>
          <a:xfrm>
            <a:off x="2830553" y="3860078"/>
            <a:ext cx="423600" cy="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202" name="Google Shape;1202;p44"/>
          <p:cNvCxnSpPr>
            <a:stCxn id="1200" idx="3"/>
            <a:endCxn id="1193" idx="1"/>
          </p:cNvCxnSpPr>
          <p:nvPr/>
        </p:nvCxnSpPr>
        <p:spPr>
          <a:xfrm>
            <a:off x="5052360" y="3860078"/>
            <a:ext cx="390300" cy="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196" name="Google Shape;1196;p44"/>
          <p:cNvSpPr/>
          <p:nvPr/>
        </p:nvSpPr>
        <p:spPr>
          <a:xfrm>
            <a:off x="5405779" y="5112034"/>
            <a:ext cx="2676767" cy="1310849"/>
          </a:xfrm>
          <a:prstGeom prst="roundRect">
            <a:avLst>
              <a:gd fmla="val 796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C0FF"/>
              </a:buClr>
              <a:buSzPts val="2400"/>
              <a:buFont typeface="Poppins"/>
              <a:buNone/>
            </a:pPr>
            <a:r>
              <a:rPr b="1" i="0" lang="es-ES" sz="2400" u="none" cap="none" strike="noStrike">
                <a:solidFill>
                  <a:srgbClr val="00C0FF"/>
                </a:solidFill>
                <a:latin typeface="Poppins"/>
                <a:ea typeface="Poppins"/>
                <a:cs typeface="Poppins"/>
                <a:sym typeface="Poppins"/>
              </a:rPr>
              <a:t>print(n)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C0FF"/>
              </a:buClr>
              <a:buSzPts val="2400"/>
              <a:buFont typeface="Poppins"/>
              <a:buNone/>
            </a:pPr>
            <a:r>
              <a:rPr b="1" i="0" lang="es-ES" sz="2400" u="none" cap="none" strike="noStrike">
                <a:solidFill>
                  <a:srgbClr val="00C0FF"/>
                </a:solidFill>
                <a:latin typeface="Poppins"/>
                <a:ea typeface="Poppins"/>
                <a:cs typeface="Poppins"/>
                <a:sym typeface="Poppins"/>
              </a:rPr>
              <a:t>print(s)</a:t>
            </a:r>
            <a:endParaRPr b="1" i="0" sz="2400" u="none" cap="none" strike="noStrike">
              <a:solidFill>
                <a:srgbClr val="00C0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1203" name="Google Shape;1203;p44"/>
          <p:cNvCxnSpPr>
            <a:stCxn id="1196" idx="1"/>
            <a:endCxn id="1190" idx="3"/>
          </p:cNvCxnSpPr>
          <p:nvPr/>
        </p:nvCxnSpPr>
        <p:spPr>
          <a:xfrm rot="10800000">
            <a:off x="4698979" y="5767459"/>
            <a:ext cx="706800" cy="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194" name="Google Shape;1194;p44"/>
          <p:cNvSpPr/>
          <p:nvPr/>
        </p:nvSpPr>
        <p:spPr>
          <a:xfrm>
            <a:off x="8870898" y="3252700"/>
            <a:ext cx="2159052" cy="1214755"/>
          </a:xfrm>
          <a:prstGeom prst="roundRect">
            <a:avLst>
              <a:gd fmla="val 796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C0FF"/>
              </a:buClr>
              <a:buSzPts val="2400"/>
              <a:buFont typeface="Poppins"/>
              <a:buNone/>
            </a:pPr>
            <a:r>
              <a:rPr b="1" i="0" lang="es-ES" sz="2400" u="none" cap="none" strike="noStrike">
                <a:solidFill>
                  <a:srgbClr val="00C0FF"/>
                </a:solidFill>
                <a:latin typeface="Poppins"/>
                <a:ea typeface="Poppins"/>
                <a:cs typeface="Poppins"/>
                <a:sym typeface="Poppins"/>
              </a:rPr>
              <a:t>n = n + 1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C0FF"/>
              </a:buClr>
              <a:buSzPts val="2400"/>
              <a:buFont typeface="Poppins"/>
              <a:buNone/>
            </a:pPr>
            <a:r>
              <a:rPr b="1" i="0" lang="es-ES" sz="2400" u="none" cap="none" strike="noStrike">
                <a:solidFill>
                  <a:srgbClr val="00C0FF"/>
                </a:solidFill>
                <a:latin typeface="Poppins"/>
                <a:ea typeface="Poppins"/>
                <a:cs typeface="Poppins"/>
                <a:sym typeface="Poppins"/>
              </a:rPr>
              <a:t>s = s + x</a:t>
            </a:r>
            <a:endParaRPr b="1" i="0" sz="2400" u="none" cap="none" strike="noStrike">
              <a:solidFill>
                <a:srgbClr val="00C0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1204" name="Google Shape;1204;p44"/>
          <p:cNvCxnSpPr>
            <a:stCxn id="1194" idx="3"/>
            <a:endCxn id="1189" idx="3"/>
          </p:cNvCxnSpPr>
          <p:nvPr/>
        </p:nvCxnSpPr>
        <p:spPr>
          <a:xfrm rot="10800000">
            <a:off x="10267950" y="2278178"/>
            <a:ext cx="762000" cy="1581900"/>
          </a:xfrm>
          <a:prstGeom prst="bentConnector3">
            <a:avLst>
              <a:gd fmla="val -30000" name="adj1"/>
            </a:avLst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8" name="Shape 1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9" name="Google Shape;1209;p45"/>
          <p:cNvSpPr txBox="1"/>
          <p:nvPr/>
        </p:nvSpPr>
        <p:spPr>
          <a:xfrm>
            <a:off x="1112989" y="615954"/>
            <a:ext cx="2020239" cy="3138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ES" sz="12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3.2: Algoritmos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0" name="Google Shape;1210;p45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ES"/>
              <a:t>El promedio</a:t>
            </a:r>
            <a:endParaRPr/>
          </a:p>
        </p:txBody>
      </p:sp>
      <p:sp>
        <p:nvSpPr>
          <p:cNvPr id="1211" name="Google Shape;1211;p45"/>
          <p:cNvSpPr txBox="1"/>
          <p:nvPr/>
        </p:nvSpPr>
        <p:spPr>
          <a:xfrm>
            <a:off x="2551946" y="2156991"/>
            <a:ext cx="65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Poppins"/>
              <a:buNone/>
            </a:pPr>
            <a:r>
              <a:t/>
            </a:r>
            <a:endParaRPr b="1" i="0" sz="8000" u="none" cap="none" strike="noStrike">
              <a:solidFill>
                <a:srgbClr val="00C0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12" name="Google Shape;1212;p45"/>
          <p:cNvSpPr/>
          <p:nvPr/>
        </p:nvSpPr>
        <p:spPr>
          <a:xfrm>
            <a:off x="831609" y="2061628"/>
            <a:ext cx="1668780" cy="738665"/>
          </a:xfrm>
          <a:prstGeom prst="roundRect">
            <a:avLst>
              <a:gd fmla="val 7961" name="adj"/>
            </a:avLst>
          </a:prstGeom>
          <a:solidFill>
            <a:schemeClr val="accent1"/>
          </a:solidFill>
          <a:ln>
            <a:noFill/>
          </a:ln>
          <a:effectLst>
            <a:outerShdw blurRad="381000" rotWithShape="0" algn="ctr" dir="5400000" dist="127000">
              <a:srgbClr val="000000">
                <a:alpha val="2941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AF6FF"/>
              </a:buClr>
              <a:buSzPts val="2400"/>
              <a:buFont typeface="Poppins"/>
              <a:buNone/>
            </a:pPr>
            <a:r>
              <a:rPr b="1" i="0" lang="es-ES" sz="2400" u="none" cap="none" strike="noStrike">
                <a:solidFill>
                  <a:srgbClr val="EAF6FF"/>
                </a:solidFill>
                <a:latin typeface="Poppins"/>
                <a:ea typeface="Poppins"/>
                <a:cs typeface="Poppins"/>
                <a:sym typeface="Poppins"/>
              </a:rPr>
              <a:t>Inicio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3" name="Google Shape;1213;p45"/>
          <p:cNvSpPr/>
          <p:nvPr/>
        </p:nvSpPr>
        <p:spPr>
          <a:xfrm>
            <a:off x="501445" y="3288733"/>
            <a:ext cx="2329108" cy="1142690"/>
          </a:xfrm>
          <a:prstGeom prst="roundRect">
            <a:avLst>
              <a:gd fmla="val 796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C0FF"/>
              </a:buClr>
              <a:buSzPts val="2400"/>
              <a:buFont typeface="Poppins"/>
              <a:buNone/>
            </a:pPr>
            <a:r>
              <a:rPr b="1" i="0" lang="es-ES" sz="2400" u="none" cap="none" strike="noStrike">
                <a:solidFill>
                  <a:srgbClr val="00C0FF"/>
                </a:solidFill>
                <a:latin typeface="Poppins"/>
                <a:ea typeface="Poppins"/>
                <a:cs typeface="Poppins"/>
                <a:sym typeface="Poppins"/>
              </a:rPr>
              <a:t>n = 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C0FF"/>
              </a:buClr>
              <a:buSzPts val="2400"/>
              <a:buFont typeface="Poppins"/>
              <a:buNone/>
            </a:pPr>
            <a:r>
              <a:rPr b="1" i="0" lang="es-ES" sz="2400" u="none" cap="none" strike="noStrike">
                <a:solidFill>
                  <a:srgbClr val="00C0FF"/>
                </a:solidFill>
                <a:latin typeface="Poppins"/>
                <a:ea typeface="Poppins"/>
                <a:cs typeface="Poppins"/>
                <a:sym typeface="Poppins"/>
              </a:rPr>
              <a:t>s = 0</a:t>
            </a:r>
            <a:endParaRPr b="1" i="0" sz="2400" u="none" cap="none" strike="noStrike">
              <a:solidFill>
                <a:srgbClr val="00C0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14" name="Google Shape;1214;p45"/>
          <p:cNvSpPr/>
          <p:nvPr/>
        </p:nvSpPr>
        <p:spPr>
          <a:xfrm>
            <a:off x="8659925" y="1810810"/>
            <a:ext cx="1607898" cy="934930"/>
          </a:xfrm>
          <a:prstGeom prst="roundRect">
            <a:avLst>
              <a:gd fmla="val 796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C0FF"/>
              </a:buClr>
              <a:buSzPts val="2400"/>
              <a:buFont typeface="Poppins"/>
              <a:buNone/>
            </a:pPr>
            <a:r>
              <a:rPr b="1" i="0" lang="es-ES" sz="2400" u="none" cap="none" strike="noStrike">
                <a:solidFill>
                  <a:srgbClr val="00C0FF"/>
                </a:solidFill>
                <a:latin typeface="Poppins"/>
                <a:ea typeface="Poppins"/>
                <a:cs typeface="Poppins"/>
                <a:sym typeface="Poppins"/>
              </a:rPr>
              <a:t>leer(x)</a:t>
            </a:r>
            <a:endParaRPr b="1" i="0" sz="2400" u="none" cap="none" strike="noStrike">
              <a:solidFill>
                <a:srgbClr val="00C0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15" name="Google Shape;1215;p45"/>
          <p:cNvSpPr/>
          <p:nvPr/>
        </p:nvSpPr>
        <p:spPr>
          <a:xfrm>
            <a:off x="495583" y="5303590"/>
            <a:ext cx="1668780" cy="738665"/>
          </a:xfrm>
          <a:prstGeom prst="roundRect">
            <a:avLst>
              <a:gd fmla="val 7961" name="adj"/>
            </a:avLst>
          </a:prstGeom>
          <a:solidFill>
            <a:schemeClr val="accent1"/>
          </a:solidFill>
          <a:ln>
            <a:noFill/>
          </a:ln>
          <a:effectLst>
            <a:outerShdw blurRad="381000" rotWithShape="0" algn="ctr" dir="5400000" dist="127000">
              <a:srgbClr val="000000">
                <a:alpha val="2941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AF6FF"/>
              </a:buClr>
              <a:buSzPts val="2400"/>
              <a:buFont typeface="Poppins"/>
              <a:buNone/>
            </a:pPr>
            <a:r>
              <a:rPr b="1" i="0" lang="es-ES" sz="2400" u="none" cap="none" strike="noStrike">
                <a:solidFill>
                  <a:srgbClr val="EAF6FF"/>
                </a:solidFill>
                <a:latin typeface="Poppins"/>
                <a:ea typeface="Poppins"/>
                <a:cs typeface="Poppins"/>
                <a:sym typeface="Poppins"/>
              </a:rPr>
              <a:t>Fin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16" name="Google Shape;1216;p45"/>
          <p:cNvCxnSpPr>
            <a:stCxn id="1212" idx="2"/>
            <a:endCxn id="1213" idx="0"/>
          </p:cNvCxnSpPr>
          <p:nvPr/>
        </p:nvCxnSpPr>
        <p:spPr>
          <a:xfrm>
            <a:off x="1665999" y="2800293"/>
            <a:ext cx="0" cy="48840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217" name="Google Shape;1217;p45"/>
          <p:cNvCxnSpPr>
            <a:stCxn id="1218" idx="3"/>
            <a:endCxn id="1219" idx="1"/>
          </p:cNvCxnSpPr>
          <p:nvPr/>
        </p:nvCxnSpPr>
        <p:spPr>
          <a:xfrm>
            <a:off x="8045752" y="3860078"/>
            <a:ext cx="825000" cy="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218" name="Google Shape;1218;p45"/>
          <p:cNvSpPr/>
          <p:nvPr/>
        </p:nvSpPr>
        <p:spPr>
          <a:xfrm>
            <a:off x="5442574" y="2971078"/>
            <a:ext cx="2603178" cy="1778000"/>
          </a:xfrm>
          <a:prstGeom prst="diamond">
            <a:avLst/>
          </a:prstGeom>
          <a:solidFill>
            <a:srgbClr val="FFFFFF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C0FF"/>
              </a:buClr>
              <a:buSzPts val="2400"/>
              <a:buFont typeface="Poppins"/>
              <a:buNone/>
            </a:pPr>
            <a:r>
              <a:rPr b="1" i="0" lang="es-ES" sz="2400" u="none" cap="none" strike="noStrike">
                <a:solidFill>
                  <a:srgbClr val="00C0FF"/>
                </a:solidFill>
                <a:latin typeface="Poppins"/>
                <a:ea typeface="Poppins"/>
                <a:cs typeface="Poppins"/>
                <a:sym typeface="Poppins"/>
              </a:rPr>
              <a:t>x == -1</a:t>
            </a:r>
            <a:endParaRPr b="1" i="0" sz="2400" u="none" cap="none" strike="noStrike">
              <a:solidFill>
                <a:srgbClr val="00C0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1220" name="Google Shape;1220;p45"/>
          <p:cNvCxnSpPr>
            <a:stCxn id="1218" idx="2"/>
            <a:endCxn id="1221" idx="0"/>
          </p:cNvCxnSpPr>
          <p:nvPr/>
        </p:nvCxnSpPr>
        <p:spPr>
          <a:xfrm>
            <a:off x="6744163" y="4749078"/>
            <a:ext cx="0" cy="46740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222" name="Google Shape;1222;p45"/>
          <p:cNvCxnSpPr>
            <a:stCxn id="1214" idx="1"/>
            <a:endCxn id="1218" idx="0"/>
          </p:cNvCxnSpPr>
          <p:nvPr/>
        </p:nvCxnSpPr>
        <p:spPr>
          <a:xfrm flipH="1">
            <a:off x="6744125" y="2278275"/>
            <a:ext cx="1915800" cy="692700"/>
          </a:xfrm>
          <a:prstGeom prst="bentConnector2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223" name="Google Shape;1223;p45"/>
          <p:cNvSpPr txBox="1"/>
          <p:nvPr/>
        </p:nvSpPr>
        <p:spPr>
          <a:xfrm>
            <a:off x="6067425" y="4636048"/>
            <a:ext cx="639739" cy="4269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C0FF"/>
              </a:buClr>
              <a:buSzPts val="1800"/>
              <a:buFont typeface="Poppins"/>
              <a:buNone/>
            </a:pPr>
            <a:r>
              <a:rPr b="1" i="0" lang="es-ES" sz="1800" u="none" cap="none" strike="noStrike">
                <a:solidFill>
                  <a:srgbClr val="00C0FF"/>
                </a:solidFill>
                <a:latin typeface="Poppins"/>
                <a:ea typeface="Poppins"/>
                <a:cs typeface="Poppins"/>
                <a:sym typeface="Poppins"/>
              </a:rPr>
              <a:t>SI</a:t>
            </a:r>
            <a:endParaRPr b="1" i="0" sz="1800" u="none" cap="none" strike="noStrike">
              <a:solidFill>
                <a:srgbClr val="00C0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24" name="Google Shape;1224;p45"/>
          <p:cNvSpPr txBox="1"/>
          <p:nvPr/>
        </p:nvSpPr>
        <p:spPr>
          <a:xfrm>
            <a:off x="7818586" y="3390288"/>
            <a:ext cx="639739" cy="4269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C0FF"/>
              </a:buClr>
              <a:buSzPts val="1800"/>
              <a:buFont typeface="Poppins"/>
              <a:buNone/>
            </a:pPr>
            <a:r>
              <a:rPr b="1" i="0" lang="es-ES" sz="1800" u="none" cap="none" strike="noStrike">
                <a:solidFill>
                  <a:srgbClr val="00C0FF"/>
                </a:solidFill>
                <a:latin typeface="Poppins"/>
                <a:ea typeface="Poppins"/>
                <a:cs typeface="Poppins"/>
                <a:sym typeface="Poppins"/>
              </a:rPr>
              <a:t>NO</a:t>
            </a:r>
            <a:endParaRPr b="1" i="0" sz="1800" u="none" cap="none" strike="noStrike">
              <a:solidFill>
                <a:srgbClr val="00C0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25" name="Google Shape;1225;p45"/>
          <p:cNvSpPr/>
          <p:nvPr/>
        </p:nvSpPr>
        <p:spPr>
          <a:xfrm>
            <a:off x="3254137" y="3392613"/>
            <a:ext cx="1798223" cy="934930"/>
          </a:xfrm>
          <a:prstGeom prst="roundRect">
            <a:avLst>
              <a:gd fmla="val 796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C0FF"/>
              </a:buClr>
              <a:buSzPts val="2400"/>
              <a:buFont typeface="Poppins"/>
              <a:buNone/>
            </a:pPr>
            <a:r>
              <a:rPr b="1" i="0" lang="es-ES" sz="2400" u="none" cap="none" strike="noStrike">
                <a:solidFill>
                  <a:srgbClr val="00C0FF"/>
                </a:solidFill>
                <a:latin typeface="Poppins"/>
                <a:ea typeface="Poppins"/>
                <a:cs typeface="Poppins"/>
                <a:sym typeface="Poppins"/>
              </a:rPr>
              <a:t>leer(x)</a:t>
            </a:r>
            <a:endParaRPr b="1" i="0" sz="2400" u="none" cap="none" strike="noStrike">
              <a:solidFill>
                <a:srgbClr val="00C0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1226" name="Google Shape;1226;p45"/>
          <p:cNvCxnSpPr>
            <a:stCxn id="1213" idx="3"/>
            <a:endCxn id="1225" idx="1"/>
          </p:cNvCxnSpPr>
          <p:nvPr/>
        </p:nvCxnSpPr>
        <p:spPr>
          <a:xfrm>
            <a:off x="2830553" y="3860078"/>
            <a:ext cx="423600" cy="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227" name="Google Shape;1227;p45"/>
          <p:cNvCxnSpPr>
            <a:stCxn id="1225" idx="3"/>
            <a:endCxn id="1218" idx="1"/>
          </p:cNvCxnSpPr>
          <p:nvPr/>
        </p:nvCxnSpPr>
        <p:spPr>
          <a:xfrm>
            <a:off x="5052360" y="3860078"/>
            <a:ext cx="390300" cy="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221" name="Google Shape;1221;p45"/>
          <p:cNvSpPr/>
          <p:nvPr/>
        </p:nvSpPr>
        <p:spPr>
          <a:xfrm>
            <a:off x="5603406" y="5216543"/>
            <a:ext cx="2281513" cy="919216"/>
          </a:xfrm>
          <a:prstGeom prst="roundRect">
            <a:avLst>
              <a:gd fmla="val 796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C0FF"/>
              </a:buClr>
              <a:buSzPts val="2400"/>
              <a:buFont typeface="Poppins"/>
              <a:buNone/>
            </a:pPr>
            <a:r>
              <a:rPr b="1" i="0" lang="es-ES" sz="2400" u="none" cap="none" strike="noStrike">
                <a:solidFill>
                  <a:srgbClr val="00C0FF"/>
                </a:solidFill>
                <a:latin typeface="Poppins"/>
                <a:ea typeface="Poppins"/>
                <a:cs typeface="Poppins"/>
                <a:sym typeface="Poppins"/>
              </a:rPr>
              <a:t>prom = s / n</a:t>
            </a:r>
            <a:endParaRPr b="1" i="0" sz="2400" u="none" cap="none" strike="noStrike">
              <a:solidFill>
                <a:srgbClr val="00C0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1228" name="Google Shape;1228;p45"/>
          <p:cNvCxnSpPr>
            <a:stCxn id="1229" idx="1"/>
            <a:endCxn id="1215" idx="3"/>
          </p:cNvCxnSpPr>
          <p:nvPr/>
        </p:nvCxnSpPr>
        <p:spPr>
          <a:xfrm rot="10800000">
            <a:off x="2164387" y="5672851"/>
            <a:ext cx="282300" cy="330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219" name="Google Shape;1219;p45"/>
          <p:cNvSpPr/>
          <p:nvPr/>
        </p:nvSpPr>
        <p:spPr>
          <a:xfrm>
            <a:off x="8870898" y="3252700"/>
            <a:ext cx="2159052" cy="1214755"/>
          </a:xfrm>
          <a:prstGeom prst="roundRect">
            <a:avLst>
              <a:gd fmla="val 796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C0FF"/>
              </a:buClr>
              <a:buSzPts val="2400"/>
              <a:buFont typeface="Poppins"/>
              <a:buNone/>
            </a:pPr>
            <a:r>
              <a:rPr b="1" i="0" lang="es-ES" sz="2400" u="none" cap="none" strike="noStrike">
                <a:solidFill>
                  <a:srgbClr val="00C0FF"/>
                </a:solidFill>
                <a:latin typeface="Poppins"/>
                <a:ea typeface="Poppins"/>
                <a:cs typeface="Poppins"/>
                <a:sym typeface="Poppins"/>
              </a:rPr>
              <a:t>n = n + 1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C0FF"/>
              </a:buClr>
              <a:buSzPts val="2400"/>
              <a:buFont typeface="Poppins"/>
              <a:buNone/>
            </a:pPr>
            <a:r>
              <a:rPr b="1" i="0" lang="es-ES" sz="2400" u="none" cap="none" strike="noStrike">
                <a:solidFill>
                  <a:srgbClr val="00C0FF"/>
                </a:solidFill>
                <a:latin typeface="Poppins"/>
                <a:ea typeface="Poppins"/>
                <a:cs typeface="Poppins"/>
                <a:sym typeface="Poppins"/>
              </a:rPr>
              <a:t>s = s + x</a:t>
            </a:r>
            <a:endParaRPr b="1" i="0" sz="2400" u="none" cap="none" strike="noStrike">
              <a:solidFill>
                <a:srgbClr val="00C0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1230" name="Google Shape;1230;p45"/>
          <p:cNvCxnSpPr>
            <a:stCxn id="1219" idx="3"/>
            <a:endCxn id="1214" idx="3"/>
          </p:cNvCxnSpPr>
          <p:nvPr/>
        </p:nvCxnSpPr>
        <p:spPr>
          <a:xfrm rot="10800000">
            <a:off x="10267950" y="2278178"/>
            <a:ext cx="762000" cy="1581900"/>
          </a:xfrm>
          <a:prstGeom prst="bentConnector3">
            <a:avLst>
              <a:gd fmla="val -30000" name="adj1"/>
            </a:avLst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229" name="Google Shape;1229;p45"/>
          <p:cNvSpPr/>
          <p:nvPr/>
        </p:nvSpPr>
        <p:spPr>
          <a:xfrm>
            <a:off x="2446687" y="5216543"/>
            <a:ext cx="2676767" cy="919216"/>
          </a:xfrm>
          <a:prstGeom prst="roundRect">
            <a:avLst>
              <a:gd fmla="val 796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C0FF"/>
              </a:buClr>
              <a:buSzPts val="2400"/>
              <a:buFont typeface="Poppins"/>
              <a:buNone/>
            </a:pPr>
            <a:r>
              <a:rPr b="1" i="0" lang="es-ES" sz="2400" u="none" cap="none" strike="noStrike">
                <a:solidFill>
                  <a:srgbClr val="00C0FF"/>
                </a:solidFill>
                <a:latin typeface="Poppins"/>
                <a:ea typeface="Poppins"/>
                <a:cs typeface="Poppins"/>
                <a:sym typeface="Poppins"/>
              </a:rPr>
              <a:t>print(prom)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31" name="Google Shape;1231;p45"/>
          <p:cNvCxnSpPr>
            <a:stCxn id="1221" idx="1"/>
            <a:endCxn id="1229" idx="3"/>
          </p:cNvCxnSpPr>
          <p:nvPr/>
        </p:nvCxnSpPr>
        <p:spPr>
          <a:xfrm rot="10800000">
            <a:off x="5123406" y="5676151"/>
            <a:ext cx="480000" cy="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5" name="Shape 1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6" name="Google Shape;1236;p46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ES"/>
              <a:t>Porcentajes</a:t>
            </a:r>
            <a:endParaRPr/>
          </a:p>
        </p:txBody>
      </p:sp>
      <p:sp>
        <p:nvSpPr>
          <p:cNvPr id="1237" name="Google Shape;1237;p46"/>
          <p:cNvSpPr txBox="1"/>
          <p:nvPr/>
        </p:nvSpPr>
        <p:spPr>
          <a:xfrm>
            <a:off x="1112989" y="615954"/>
            <a:ext cx="2215254" cy="3138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ES" sz="12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3.2: Algoritmos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8" name="Google Shape;1238;p46"/>
          <p:cNvSpPr/>
          <p:nvPr/>
        </p:nvSpPr>
        <p:spPr>
          <a:xfrm>
            <a:off x="1104899" y="1702676"/>
            <a:ext cx="9982202" cy="3960705"/>
          </a:xfrm>
          <a:prstGeom prst="roundRect">
            <a:avLst>
              <a:gd fmla="val 785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504000" spcFirstLastPara="1" rIns="2743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Imagina que tienes todas tus notas, y quieres saber el % de tus notas que fue superior o igual a 4.0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¿Cómo se calcula el % de algo?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Entonces, para poder hacer este cálculo, hay que saber dos cosas: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s-ES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La cantidad de notas que cumplen la condición (o sea, &gt;= a 4.0)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s-ES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La cantidad de notas en total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Mantendremos el </a:t>
            </a:r>
            <a:r>
              <a:rPr b="1" i="0" lang="es-ES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-1</a:t>
            </a:r>
            <a:r>
              <a:rPr b="0" i="0" lang="es-ES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como indicador de </a:t>
            </a:r>
            <a:r>
              <a:rPr b="1" i="0" lang="es-ES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fin de datos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2" name="Shape 1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3" name="Google Shape;1243;p47"/>
          <p:cNvSpPr txBox="1"/>
          <p:nvPr/>
        </p:nvSpPr>
        <p:spPr>
          <a:xfrm>
            <a:off x="1112989" y="615954"/>
            <a:ext cx="2193585" cy="3138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ES" sz="12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3.2: Algoritmos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4" name="Google Shape;1244;p47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ES"/>
              <a:t>El porcentaje</a:t>
            </a:r>
            <a:endParaRPr/>
          </a:p>
        </p:txBody>
      </p:sp>
      <p:sp>
        <p:nvSpPr>
          <p:cNvPr id="1245" name="Google Shape;1245;p47"/>
          <p:cNvSpPr txBox="1"/>
          <p:nvPr/>
        </p:nvSpPr>
        <p:spPr>
          <a:xfrm>
            <a:off x="2551946" y="2156991"/>
            <a:ext cx="65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Poppins"/>
              <a:buNone/>
            </a:pPr>
            <a:r>
              <a:t/>
            </a:r>
            <a:endParaRPr b="1" i="0" sz="8000" u="none" cap="none" strike="noStrike">
              <a:solidFill>
                <a:srgbClr val="00C0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46" name="Google Shape;1246;p47"/>
          <p:cNvSpPr/>
          <p:nvPr/>
        </p:nvSpPr>
        <p:spPr>
          <a:xfrm>
            <a:off x="831609" y="2061628"/>
            <a:ext cx="1668780" cy="738665"/>
          </a:xfrm>
          <a:prstGeom prst="roundRect">
            <a:avLst>
              <a:gd fmla="val 7961" name="adj"/>
            </a:avLst>
          </a:prstGeom>
          <a:solidFill>
            <a:schemeClr val="accent1"/>
          </a:solidFill>
          <a:ln>
            <a:noFill/>
          </a:ln>
          <a:effectLst>
            <a:outerShdw blurRad="381000" rotWithShape="0" algn="ctr" dir="5400000" dist="127000">
              <a:srgbClr val="000000">
                <a:alpha val="2941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AF6FF"/>
              </a:buClr>
              <a:buSzPts val="2400"/>
              <a:buFont typeface="Poppins"/>
              <a:buNone/>
            </a:pPr>
            <a:r>
              <a:rPr b="1" i="0" lang="es-ES" sz="2400" u="none" cap="none" strike="noStrike">
                <a:solidFill>
                  <a:srgbClr val="EAF6FF"/>
                </a:solidFill>
                <a:latin typeface="Poppins"/>
                <a:ea typeface="Poppins"/>
                <a:cs typeface="Poppins"/>
                <a:sym typeface="Poppins"/>
              </a:rPr>
              <a:t>Inicio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7" name="Google Shape;1247;p47"/>
          <p:cNvSpPr/>
          <p:nvPr/>
        </p:nvSpPr>
        <p:spPr>
          <a:xfrm>
            <a:off x="501445" y="3288733"/>
            <a:ext cx="2329108" cy="1142690"/>
          </a:xfrm>
          <a:prstGeom prst="roundRect">
            <a:avLst>
              <a:gd fmla="val 796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C0FF"/>
              </a:buClr>
              <a:buSzPts val="2400"/>
              <a:buFont typeface="Poppins"/>
              <a:buNone/>
            </a:pPr>
            <a:r>
              <a:rPr b="1" i="0" lang="es-ES" sz="2400" u="none" cap="none" strike="noStrike">
                <a:solidFill>
                  <a:srgbClr val="00C0FF"/>
                </a:solidFill>
                <a:latin typeface="Poppins"/>
                <a:ea typeface="Poppins"/>
                <a:cs typeface="Poppins"/>
                <a:sym typeface="Poppins"/>
              </a:rPr>
              <a:t>n = 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C0FF"/>
              </a:buClr>
              <a:buSzPts val="2400"/>
              <a:buFont typeface="Poppins"/>
              <a:buNone/>
            </a:pPr>
            <a:r>
              <a:rPr b="1" i="0" lang="es-ES" sz="2400" u="none" cap="none" strike="noStrike">
                <a:solidFill>
                  <a:srgbClr val="00C0FF"/>
                </a:solidFill>
                <a:latin typeface="Poppins"/>
                <a:ea typeface="Poppins"/>
                <a:cs typeface="Poppins"/>
                <a:sym typeface="Poppins"/>
              </a:rPr>
              <a:t>c = 0</a:t>
            </a:r>
            <a:endParaRPr b="1" i="0" sz="2400" u="none" cap="none" strike="noStrike">
              <a:solidFill>
                <a:srgbClr val="00C0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48" name="Google Shape;1248;p47"/>
          <p:cNvSpPr/>
          <p:nvPr/>
        </p:nvSpPr>
        <p:spPr>
          <a:xfrm>
            <a:off x="6433203" y="907613"/>
            <a:ext cx="1607898" cy="934930"/>
          </a:xfrm>
          <a:prstGeom prst="roundRect">
            <a:avLst>
              <a:gd fmla="val 796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C0FF"/>
              </a:buClr>
              <a:buSzPts val="2400"/>
              <a:buFont typeface="Poppins"/>
              <a:buNone/>
            </a:pPr>
            <a:r>
              <a:rPr b="1" i="0" lang="es-ES" sz="2400" u="none" cap="none" strike="noStrike">
                <a:solidFill>
                  <a:srgbClr val="00C0FF"/>
                </a:solidFill>
                <a:latin typeface="Poppins"/>
                <a:ea typeface="Poppins"/>
                <a:cs typeface="Poppins"/>
                <a:sym typeface="Poppins"/>
              </a:rPr>
              <a:t>leer(x)</a:t>
            </a:r>
            <a:endParaRPr b="1" i="0" sz="2400" u="none" cap="none" strike="noStrike">
              <a:solidFill>
                <a:srgbClr val="00C0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49" name="Google Shape;1249;p47"/>
          <p:cNvSpPr/>
          <p:nvPr/>
        </p:nvSpPr>
        <p:spPr>
          <a:xfrm>
            <a:off x="495583" y="5303590"/>
            <a:ext cx="1668780" cy="738665"/>
          </a:xfrm>
          <a:prstGeom prst="roundRect">
            <a:avLst>
              <a:gd fmla="val 7961" name="adj"/>
            </a:avLst>
          </a:prstGeom>
          <a:solidFill>
            <a:schemeClr val="accent1"/>
          </a:solidFill>
          <a:ln>
            <a:noFill/>
          </a:ln>
          <a:effectLst>
            <a:outerShdw blurRad="381000" rotWithShape="0" algn="ctr" dir="5400000" dist="127000">
              <a:srgbClr val="000000">
                <a:alpha val="2941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AF6FF"/>
              </a:buClr>
              <a:buSzPts val="2400"/>
              <a:buFont typeface="Poppins"/>
              <a:buNone/>
            </a:pPr>
            <a:r>
              <a:rPr b="1" i="0" lang="es-ES" sz="2400" u="none" cap="none" strike="noStrike">
                <a:solidFill>
                  <a:srgbClr val="EAF6FF"/>
                </a:solidFill>
                <a:latin typeface="Poppins"/>
                <a:ea typeface="Poppins"/>
                <a:cs typeface="Poppins"/>
                <a:sym typeface="Poppins"/>
              </a:rPr>
              <a:t>Fin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50" name="Google Shape;1250;p47"/>
          <p:cNvCxnSpPr>
            <a:stCxn id="1246" idx="2"/>
            <a:endCxn id="1247" idx="0"/>
          </p:cNvCxnSpPr>
          <p:nvPr/>
        </p:nvCxnSpPr>
        <p:spPr>
          <a:xfrm>
            <a:off x="1665999" y="2800293"/>
            <a:ext cx="0" cy="48840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251" name="Google Shape;1251;p47"/>
          <p:cNvCxnSpPr>
            <a:stCxn id="1252" idx="3"/>
            <a:endCxn id="1253" idx="1"/>
          </p:cNvCxnSpPr>
          <p:nvPr/>
        </p:nvCxnSpPr>
        <p:spPr>
          <a:xfrm>
            <a:off x="8538741" y="3860078"/>
            <a:ext cx="527100" cy="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252" name="Google Shape;1252;p47"/>
          <p:cNvSpPr/>
          <p:nvPr/>
        </p:nvSpPr>
        <p:spPr>
          <a:xfrm>
            <a:off x="5935563" y="2971078"/>
            <a:ext cx="2603178" cy="1778000"/>
          </a:xfrm>
          <a:prstGeom prst="diamond">
            <a:avLst/>
          </a:prstGeom>
          <a:solidFill>
            <a:srgbClr val="FFFFFF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C0FF"/>
              </a:buClr>
              <a:buSzPts val="2400"/>
              <a:buFont typeface="Poppins"/>
              <a:buNone/>
            </a:pPr>
            <a:r>
              <a:rPr b="1" i="0" lang="es-ES" sz="2400" u="none" cap="none" strike="noStrike">
                <a:solidFill>
                  <a:srgbClr val="00C0FF"/>
                </a:solidFill>
                <a:latin typeface="Poppins"/>
                <a:ea typeface="Poppins"/>
                <a:cs typeface="Poppins"/>
                <a:sym typeface="Poppins"/>
              </a:rPr>
              <a:t>x == -1</a:t>
            </a:r>
            <a:endParaRPr b="1" i="0" sz="2400" u="none" cap="none" strike="noStrike">
              <a:solidFill>
                <a:srgbClr val="00C0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1254" name="Google Shape;1254;p47"/>
          <p:cNvCxnSpPr>
            <a:stCxn id="1252" idx="2"/>
            <a:endCxn id="1255" idx="0"/>
          </p:cNvCxnSpPr>
          <p:nvPr/>
        </p:nvCxnSpPr>
        <p:spPr>
          <a:xfrm>
            <a:off x="7237152" y="4749078"/>
            <a:ext cx="0" cy="46740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256" name="Google Shape;1256;p47"/>
          <p:cNvSpPr txBox="1"/>
          <p:nvPr/>
        </p:nvSpPr>
        <p:spPr>
          <a:xfrm>
            <a:off x="6541108" y="4555888"/>
            <a:ext cx="639739" cy="4269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C0FF"/>
              </a:buClr>
              <a:buSzPts val="1800"/>
              <a:buFont typeface="Poppins"/>
              <a:buNone/>
            </a:pPr>
            <a:r>
              <a:rPr b="1" i="0" lang="es-ES" sz="1800" u="none" cap="none" strike="noStrike">
                <a:solidFill>
                  <a:srgbClr val="00C0FF"/>
                </a:solidFill>
                <a:latin typeface="Poppins"/>
                <a:ea typeface="Poppins"/>
                <a:cs typeface="Poppins"/>
                <a:sym typeface="Poppins"/>
              </a:rPr>
              <a:t>SI</a:t>
            </a:r>
            <a:endParaRPr b="1" i="0" sz="1800" u="none" cap="none" strike="noStrike">
              <a:solidFill>
                <a:srgbClr val="00C0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57" name="Google Shape;1257;p47"/>
          <p:cNvSpPr txBox="1"/>
          <p:nvPr/>
        </p:nvSpPr>
        <p:spPr>
          <a:xfrm>
            <a:off x="8344646" y="3308881"/>
            <a:ext cx="639739" cy="4269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C0FF"/>
              </a:buClr>
              <a:buSzPts val="1800"/>
              <a:buFont typeface="Poppins"/>
              <a:buNone/>
            </a:pPr>
            <a:r>
              <a:rPr b="1" i="0" lang="es-ES" sz="1800" u="none" cap="none" strike="noStrike">
                <a:solidFill>
                  <a:srgbClr val="00C0FF"/>
                </a:solidFill>
                <a:latin typeface="Poppins"/>
                <a:ea typeface="Poppins"/>
                <a:cs typeface="Poppins"/>
                <a:sym typeface="Poppins"/>
              </a:rPr>
              <a:t>NO</a:t>
            </a:r>
            <a:endParaRPr b="1" i="0" sz="1800" u="none" cap="none" strike="noStrike">
              <a:solidFill>
                <a:srgbClr val="00C0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58" name="Google Shape;1258;p47"/>
          <p:cNvSpPr/>
          <p:nvPr/>
        </p:nvSpPr>
        <p:spPr>
          <a:xfrm>
            <a:off x="3254137" y="3392613"/>
            <a:ext cx="1798223" cy="934930"/>
          </a:xfrm>
          <a:prstGeom prst="roundRect">
            <a:avLst>
              <a:gd fmla="val 796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C0FF"/>
              </a:buClr>
              <a:buSzPts val="2400"/>
              <a:buFont typeface="Poppins"/>
              <a:buNone/>
            </a:pPr>
            <a:r>
              <a:rPr b="1" i="0" lang="es-ES" sz="2400" u="none" cap="none" strike="noStrike">
                <a:solidFill>
                  <a:srgbClr val="00C0FF"/>
                </a:solidFill>
                <a:latin typeface="Poppins"/>
                <a:ea typeface="Poppins"/>
                <a:cs typeface="Poppins"/>
                <a:sym typeface="Poppins"/>
              </a:rPr>
              <a:t>leer(x)</a:t>
            </a:r>
            <a:endParaRPr b="1" i="0" sz="2400" u="none" cap="none" strike="noStrike">
              <a:solidFill>
                <a:srgbClr val="00C0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1259" name="Google Shape;1259;p47"/>
          <p:cNvCxnSpPr>
            <a:stCxn id="1247" idx="3"/>
            <a:endCxn id="1258" idx="1"/>
          </p:cNvCxnSpPr>
          <p:nvPr/>
        </p:nvCxnSpPr>
        <p:spPr>
          <a:xfrm>
            <a:off x="2830553" y="3860078"/>
            <a:ext cx="423600" cy="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260" name="Google Shape;1260;p47"/>
          <p:cNvCxnSpPr>
            <a:stCxn id="1258" idx="3"/>
            <a:endCxn id="1252" idx="1"/>
          </p:cNvCxnSpPr>
          <p:nvPr/>
        </p:nvCxnSpPr>
        <p:spPr>
          <a:xfrm>
            <a:off x="5052360" y="3860078"/>
            <a:ext cx="883200" cy="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255" name="Google Shape;1255;p47"/>
          <p:cNvSpPr/>
          <p:nvPr/>
        </p:nvSpPr>
        <p:spPr>
          <a:xfrm>
            <a:off x="5603406" y="5216543"/>
            <a:ext cx="3267492" cy="919216"/>
          </a:xfrm>
          <a:prstGeom prst="roundRect">
            <a:avLst>
              <a:gd fmla="val 796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C0FF"/>
              </a:buClr>
              <a:buSzPts val="2400"/>
              <a:buFont typeface="Poppins"/>
              <a:buNone/>
            </a:pPr>
            <a:r>
              <a:rPr b="1" i="0" lang="es-ES" sz="2400" u="none" cap="none" strike="noStrike">
                <a:solidFill>
                  <a:srgbClr val="00C0FF"/>
                </a:solidFill>
                <a:latin typeface="Poppins"/>
                <a:ea typeface="Poppins"/>
                <a:cs typeface="Poppins"/>
                <a:sym typeface="Poppins"/>
              </a:rPr>
              <a:t>porc = 100 * c / n</a:t>
            </a:r>
            <a:endParaRPr b="1" i="0" sz="2400" u="none" cap="none" strike="noStrike">
              <a:solidFill>
                <a:srgbClr val="00C0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1261" name="Google Shape;1261;p47"/>
          <p:cNvCxnSpPr>
            <a:stCxn id="1262" idx="1"/>
            <a:endCxn id="1249" idx="3"/>
          </p:cNvCxnSpPr>
          <p:nvPr/>
        </p:nvCxnSpPr>
        <p:spPr>
          <a:xfrm rot="10800000">
            <a:off x="2164387" y="5672851"/>
            <a:ext cx="282300" cy="330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263" name="Google Shape;1263;p47"/>
          <p:cNvSpPr/>
          <p:nvPr/>
        </p:nvSpPr>
        <p:spPr>
          <a:xfrm>
            <a:off x="9287932" y="907613"/>
            <a:ext cx="2159052" cy="938763"/>
          </a:xfrm>
          <a:prstGeom prst="roundRect">
            <a:avLst>
              <a:gd fmla="val 796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C0FF"/>
              </a:buClr>
              <a:buSzPts val="2400"/>
              <a:buFont typeface="Poppins"/>
              <a:buNone/>
            </a:pPr>
            <a:r>
              <a:rPr b="1" i="0" lang="es-ES" sz="2400" u="none" cap="none" strike="noStrike">
                <a:solidFill>
                  <a:srgbClr val="00C0FF"/>
                </a:solidFill>
                <a:latin typeface="Poppins"/>
                <a:ea typeface="Poppins"/>
                <a:cs typeface="Poppins"/>
                <a:sym typeface="Poppins"/>
              </a:rPr>
              <a:t>n = n + 1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2" name="Google Shape;1262;p47"/>
          <p:cNvSpPr/>
          <p:nvPr/>
        </p:nvSpPr>
        <p:spPr>
          <a:xfrm>
            <a:off x="2446687" y="5216543"/>
            <a:ext cx="2676767" cy="919216"/>
          </a:xfrm>
          <a:prstGeom prst="roundRect">
            <a:avLst>
              <a:gd fmla="val 796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C0FF"/>
              </a:buClr>
              <a:buSzPts val="2400"/>
              <a:buFont typeface="Poppins"/>
              <a:buNone/>
            </a:pPr>
            <a:r>
              <a:rPr b="1" i="0" lang="es-ES" sz="2400" u="none" cap="none" strike="noStrike">
                <a:solidFill>
                  <a:srgbClr val="00C0FF"/>
                </a:solidFill>
                <a:latin typeface="Poppins"/>
                <a:ea typeface="Poppins"/>
                <a:cs typeface="Poppins"/>
                <a:sym typeface="Poppins"/>
              </a:rPr>
              <a:t>print(porc)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64" name="Google Shape;1264;p47"/>
          <p:cNvCxnSpPr>
            <a:stCxn id="1255" idx="1"/>
            <a:endCxn id="1262" idx="3"/>
          </p:cNvCxnSpPr>
          <p:nvPr/>
        </p:nvCxnSpPr>
        <p:spPr>
          <a:xfrm rot="10800000">
            <a:off x="5123406" y="5676151"/>
            <a:ext cx="480000" cy="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253" name="Google Shape;1253;p47"/>
          <p:cNvSpPr/>
          <p:nvPr/>
        </p:nvSpPr>
        <p:spPr>
          <a:xfrm>
            <a:off x="9065869" y="2971078"/>
            <a:ext cx="2603178" cy="1778000"/>
          </a:xfrm>
          <a:prstGeom prst="diamond">
            <a:avLst/>
          </a:prstGeom>
          <a:solidFill>
            <a:srgbClr val="FFFFFF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C0FF"/>
              </a:buClr>
              <a:buSzPts val="2400"/>
              <a:buFont typeface="Poppins"/>
              <a:buNone/>
            </a:pPr>
            <a:r>
              <a:rPr b="1" i="0" lang="es-ES" sz="2400" u="none" cap="none" strike="noStrike">
                <a:solidFill>
                  <a:srgbClr val="00C0FF"/>
                </a:solidFill>
                <a:latin typeface="Poppins"/>
                <a:ea typeface="Poppins"/>
                <a:cs typeface="Poppins"/>
                <a:sym typeface="Poppins"/>
              </a:rPr>
              <a:t>x &gt;= 4</a:t>
            </a:r>
            <a:endParaRPr b="1" i="0" sz="2400" u="none" cap="none" strike="noStrike">
              <a:solidFill>
                <a:srgbClr val="00C0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1265" name="Google Shape;1265;p47"/>
          <p:cNvCxnSpPr>
            <a:stCxn id="1248" idx="2"/>
            <a:endCxn id="1252" idx="0"/>
          </p:cNvCxnSpPr>
          <p:nvPr/>
        </p:nvCxnSpPr>
        <p:spPr>
          <a:xfrm>
            <a:off x="7237152" y="1842543"/>
            <a:ext cx="0" cy="112860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266" name="Google Shape;1266;p47"/>
          <p:cNvCxnSpPr>
            <a:stCxn id="1263" idx="1"/>
            <a:endCxn id="1248" idx="3"/>
          </p:cNvCxnSpPr>
          <p:nvPr/>
        </p:nvCxnSpPr>
        <p:spPr>
          <a:xfrm rot="10800000">
            <a:off x="8041132" y="1375195"/>
            <a:ext cx="1246800" cy="180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267" name="Google Shape;1267;p47"/>
          <p:cNvCxnSpPr>
            <a:stCxn id="1253" idx="2"/>
            <a:endCxn id="1268" idx="0"/>
          </p:cNvCxnSpPr>
          <p:nvPr/>
        </p:nvCxnSpPr>
        <p:spPr>
          <a:xfrm>
            <a:off x="10367458" y="4749078"/>
            <a:ext cx="0" cy="46740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268" name="Google Shape;1268;p47"/>
          <p:cNvSpPr/>
          <p:nvPr/>
        </p:nvSpPr>
        <p:spPr>
          <a:xfrm>
            <a:off x="9287932" y="5216543"/>
            <a:ext cx="2159052" cy="938763"/>
          </a:xfrm>
          <a:prstGeom prst="roundRect">
            <a:avLst>
              <a:gd fmla="val 796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C0FF"/>
              </a:buClr>
              <a:buSzPts val="2400"/>
              <a:buFont typeface="Poppins"/>
              <a:buNone/>
            </a:pPr>
            <a:r>
              <a:rPr b="1" i="0" lang="es-ES" sz="2400" u="none" cap="none" strike="noStrike">
                <a:solidFill>
                  <a:srgbClr val="00C0FF"/>
                </a:solidFill>
                <a:latin typeface="Poppins"/>
                <a:ea typeface="Poppins"/>
                <a:cs typeface="Poppins"/>
                <a:sym typeface="Poppins"/>
              </a:rPr>
              <a:t>c = c + 1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69" name="Google Shape;1269;p47"/>
          <p:cNvCxnSpPr>
            <a:stCxn id="1253" idx="0"/>
            <a:endCxn id="1263" idx="2"/>
          </p:cNvCxnSpPr>
          <p:nvPr/>
        </p:nvCxnSpPr>
        <p:spPr>
          <a:xfrm rot="10800000">
            <a:off x="10367458" y="1846378"/>
            <a:ext cx="0" cy="112470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270" name="Google Shape;1270;p47"/>
          <p:cNvSpPr txBox="1"/>
          <p:nvPr/>
        </p:nvSpPr>
        <p:spPr>
          <a:xfrm>
            <a:off x="10382018" y="2586832"/>
            <a:ext cx="639739" cy="4269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C0FF"/>
              </a:buClr>
              <a:buSzPts val="1800"/>
              <a:buFont typeface="Poppins"/>
              <a:buNone/>
            </a:pPr>
            <a:r>
              <a:rPr b="1" i="0" lang="es-ES" sz="1800" u="none" cap="none" strike="noStrike">
                <a:solidFill>
                  <a:srgbClr val="00C0FF"/>
                </a:solidFill>
                <a:latin typeface="Poppins"/>
                <a:ea typeface="Poppins"/>
                <a:cs typeface="Poppins"/>
                <a:sym typeface="Poppins"/>
              </a:rPr>
              <a:t>NO</a:t>
            </a:r>
            <a:endParaRPr b="1" i="0" sz="1800" u="none" cap="none" strike="noStrike">
              <a:solidFill>
                <a:srgbClr val="00C0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71" name="Google Shape;1271;p47"/>
          <p:cNvSpPr txBox="1"/>
          <p:nvPr/>
        </p:nvSpPr>
        <p:spPr>
          <a:xfrm>
            <a:off x="10454930" y="4638014"/>
            <a:ext cx="639739" cy="4269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C0FF"/>
              </a:buClr>
              <a:buSzPts val="1800"/>
              <a:buFont typeface="Poppins"/>
              <a:buNone/>
            </a:pPr>
            <a:r>
              <a:rPr b="1" i="0" lang="es-ES" sz="1800" u="none" cap="none" strike="noStrike">
                <a:solidFill>
                  <a:srgbClr val="00C0FF"/>
                </a:solidFill>
                <a:latin typeface="Poppins"/>
                <a:ea typeface="Poppins"/>
                <a:cs typeface="Poppins"/>
                <a:sym typeface="Poppins"/>
              </a:rPr>
              <a:t>SI</a:t>
            </a:r>
            <a:endParaRPr b="1" i="0" sz="1800" u="none" cap="none" strike="noStrike">
              <a:solidFill>
                <a:srgbClr val="00C0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1272" name="Google Shape;1272;p47"/>
          <p:cNvCxnSpPr>
            <a:stCxn id="1268" idx="3"/>
            <a:endCxn id="1263" idx="3"/>
          </p:cNvCxnSpPr>
          <p:nvPr/>
        </p:nvCxnSpPr>
        <p:spPr>
          <a:xfrm flipH="1" rot="10800000">
            <a:off x="11446984" y="1377025"/>
            <a:ext cx="600" cy="4308900"/>
          </a:xfrm>
          <a:prstGeom prst="bentConnector3">
            <a:avLst>
              <a:gd fmla="val 74151659" name="adj1"/>
            </a:avLst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6" name="Shape 1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7" name="Google Shape;1277;p48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ES"/>
              <a:t>Mayor mejorado</a:t>
            </a:r>
            <a:endParaRPr/>
          </a:p>
        </p:txBody>
      </p:sp>
      <p:sp>
        <p:nvSpPr>
          <p:cNvPr id="1278" name="Google Shape;1278;p48"/>
          <p:cNvSpPr txBox="1"/>
          <p:nvPr/>
        </p:nvSpPr>
        <p:spPr>
          <a:xfrm>
            <a:off x="1112989" y="615954"/>
            <a:ext cx="1981237" cy="3138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ES" sz="12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3.2: Algoritmos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9" name="Google Shape;1279;p48"/>
          <p:cNvSpPr/>
          <p:nvPr/>
        </p:nvSpPr>
        <p:spPr>
          <a:xfrm>
            <a:off x="1104899" y="1702676"/>
            <a:ext cx="9982202" cy="4835776"/>
          </a:xfrm>
          <a:prstGeom prst="roundRect">
            <a:avLst>
              <a:gd fmla="val 785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504000" spcFirstLastPara="1" rIns="2743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Ya conociste este algoritmo, pero solamente leímos una lista de números.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Esto no es tan útil.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Generalmente los números no vienen solos, sino que acompañan a algo más: por ejemplo, nombres.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Imagina que tenemos un conjunto de nombre de personas y sus edades, y queremos saber el nombre de la persona de más edad.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s-ES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Mantendremos el -1 como indicador de fin de datos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s-ES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OJO</a:t>
            </a:r>
            <a:r>
              <a:rPr b="0" i="0" lang="es-ES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: Vamos a leer la edad </a:t>
            </a:r>
            <a:r>
              <a:rPr b="1" i="0" lang="es-ES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primero</a:t>
            </a:r>
            <a:r>
              <a:rPr b="0" i="0" lang="es-ES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y </a:t>
            </a:r>
            <a:r>
              <a:rPr b="1" i="0" lang="es-ES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después</a:t>
            </a:r>
            <a:r>
              <a:rPr b="0" i="0" lang="es-ES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el nombre. Si se ingresa un </a:t>
            </a:r>
            <a:r>
              <a:rPr b="1" i="0" lang="es-ES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-1</a:t>
            </a:r>
            <a:r>
              <a:rPr b="0" i="0" lang="es-ES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no es necesario leer el nombre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3" name="Shape 1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" name="Google Shape;1284;p49"/>
          <p:cNvSpPr txBox="1"/>
          <p:nvPr/>
        </p:nvSpPr>
        <p:spPr>
          <a:xfrm>
            <a:off x="1112989" y="615954"/>
            <a:ext cx="2059242" cy="3138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ES" sz="12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3.2: Algoritmos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5" name="Google Shape;1285;p49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ES"/>
              <a:t>El mayor</a:t>
            </a:r>
            <a:endParaRPr/>
          </a:p>
        </p:txBody>
      </p:sp>
      <p:sp>
        <p:nvSpPr>
          <p:cNvPr id="1286" name="Google Shape;1286;p49"/>
          <p:cNvSpPr txBox="1"/>
          <p:nvPr/>
        </p:nvSpPr>
        <p:spPr>
          <a:xfrm>
            <a:off x="2551946" y="2156991"/>
            <a:ext cx="65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Poppins"/>
              <a:buNone/>
            </a:pPr>
            <a:r>
              <a:t/>
            </a:r>
            <a:endParaRPr b="1" i="0" sz="8000" u="none" cap="none" strike="noStrike">
              <a:solidFill>
                <a:srgbClr val="00C0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87" name="Google Shape;1287;p49"/>
          <p:cNvSpPr/>
          <p:nvPr/>
        </p:nvSpPr>
        <p:spPr>
          <a:xfrm>
            <a:off x="3045602" y="1407170"/>
            <a:ext cx="1668780" cy="738665"/>
          </a:xfrm>
          <a:prstGeom prst="roundRect">
            <a:avLst>
              <a:gd fmla="val 7961" name="adj"/>
            </a:avLst>
          </a:prstGeom>
          <a:solidFill>
            <a:schemeClr val="accent1"/>
          </a:solidFill>
          <a:ln>
            <a:noFill/>
          </a:ln>
          <a:effectLst>
            <a:outerShdw blurRad="381000" rotWithShape="0" algn="ctr" dir="5400000" dist="127000">
              <a:srgbClr val="000000">
                <a:alpha val="2941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AF6FF"/>
              </a:buClr>
              <a:buSzPts val="2400"/>
              <a:buFont typeface="Poppins"/>
              <a:buNone/>
            </a:pPr>
            <a:r>
              <a:rPr b="1" i="0" lang="es-ES" sz="2400" u="none" cap="none" strike="noStrike">
                <a:solidFill>
                  <a:srgbClr val="EAF6FF"/>
                </a:solidFill>
                <a:latin typeface="Poppins"/>
                <a:ea typeface="Poppins"/>
                <a:cs typeface="Poppins"/>
                <a:sym typeface="Poppins"/>
              </a:rPr>
              <a:t>Inicio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8" name="Google Shape;1288;p49"/>
          <p:cNvSpPr/>
          <p:nvPr/>
        </p:nvSpPr>
        <p:spPr>
          <a:xfrm>
            <a:off x="145647" y="1794082"/>
            <a:ext cx="2406297" cy="1356151"/>
          </a:xfrm>
          <a:prstGeom prst="roundRect">
            <a:avLst>
              <a:gd fmla="val 796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C0FF"/>
              </a:buClr>
              <a:buSzPts val="2400"/>
              <a:buFont typeface="Poppins"/>
              <a:buNone/>
            </a:pPr>
            <a:r>
              <a:rPr b="1" i="0" lang="es-ES" sz="2400" u="none" cap="none" strike="noStrike">
                <a:solidFill>
                  <a:srgbClr val="00C0FF"/>
                </a:solidFill>
                <a:latin typeface="Poppins"/>
                <a:ea typeface="Poppins"/>
                <a:cs typeface="Poppins"/>
                <a:sym typeface="Poppins"/>
              </a:rPr>
              <a:t>mayor = -1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C0FF"/>
              </a:buClr>
              <a:buSzPts val="2400"/>
              <a:buFont typeface="Poppins"/>
              <a:buNone/>
            </a:pPr>
            <a:r>
              <a:rPr b="1" i="0" lang="es-ES" sz="2400" u="none" cap="none" strike="noStrike">
                <a:solidFill>
                  <a:srgbClr val="00C0FF"/>
                </a:solidFill>
                <a:latin typeface="Poppins"/>
                <a:ea typeface="Poppins"/>
                <a:cs typeface="Poppins"/>
                <a:sym typeface="Poppins"/>
              </a:rPr>
              <a:t>nombreM = ‘’</a:t>
            </a:r>
            <a:endParaRPr b="1" i="0" sz="2400" u="none" cap="none" strike="noStrike">
              <a:solidFill>
                <a:srgbClr val="00C0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89" name="Google Shape;1289;p49"/>
          <p:cNvSpPr/>
          <p:nvPr/>
        </p:nvSpPr>
        <p:spPr>
          <a:xfrm>
            <a:off x="9226790" y="2008426"/>
            <a:ext cx="2089841" cy="934930"/>
          </a:xfrm>
          <a:prstGeom prst="roundRect">
            <a:avLst>
              <a:gd fmla="val 796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C0FF"/>
              </a:buClr>
              <a:buSzPts val="2400"/>
              <a:buFont typeface="Poppins"/>
              <a:buNone/>
            </a:pPr>
            <a:r>
              <a:rPr b="1" i="0" lang="es-ES" sz="2400" u="none" cap="none" strike="noStrike">
                <a:solidFill>
                  <a:srgbClr val="00C0FF"/>
                </a:solidFill>
                <a:latin typeface="Poppins"/>
                <a:ea typeface="Poppins"/>
                <a:cs typeface="Poppins"/>
                <a:sym typeface="Poppins"/>
              </a:rPr>
              <a:t>leer(edad)</a:t>
            </a:r>
            <a:endParaRPr b="1" i="0" sz="2400" u="none" cap="none" strike="noStrike">
              <a:solidFill>
                <a:srgbClr val="00C0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90" name="Google Shape;1290;p49"/>
          <p:cNvSpPr/>
          <p:nvPr/>
        </p:nvSpPr>
        <p:spPr>
          <a:xfrm>
            <a:off x="507330" y="5483558"/>
            <a:ext cx="1668780" cy="738665"/>
          </a:xfrm>
          <a:prstGeom prst="roundRect">
            <a:avLst>
              <a:gd fmla="val 7961" name="adj"/>
            </a:avLst>
          </a:prstGeom>
          <a:solidFill>
            <a:schemeClr val="accent1"/>
          </a:solidFill>
          <a:ln>
            <a:noFill/>
          </a:ln>
          <a:effectLst>
            <a:outerShdw blurRad="381000" rotWithShape="0" algn="ctr" dir="5400000" dist="127000">
              <a:srgbClr val="000000">
                <a:alpha val="2941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AF6FF"/>
              </a:buClr>
              <a:buSzPts val="2400"/>
              <a:buFont typeface="Poppins"/>
              <a:buNone/>
            </a:pPr>
            <a:r>
              <a:rPr b="1" i="0" lang="es-ES" sz="2400" u="none" cap="none" strike="noStrike">
                <a:solidFill>
                  <a:srgbClr val="EAF6FF"/>
                </a:solidFill>
                <a:latin typeface="Poppins"/>
                <a:ea typeface="Poppins"/>
                <a:cs typeface="Poppins"/>
                <a:sym typeface="Poppins"/>
              </a:rPr>
              <a:t>Fin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91" name="Google Shape;1291;p49"/>
          <p:cNvCxnSpPr>
            <a:stCxn id="1288" idx="2"/>
            <a:endCxn id="1292" idx="0"/>
          </p:cNvCxnSpPr>
          <p:nvPr/>
        </p:nvCxnSpPr>
        <p:spPr>
          <a:xfrm flipH="1">
            <a:off x="1341596" y="3150233"/>
            <a:ext cx="7200" cy="52650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293" name="Google Shape;1293;p49"/>
          <p:cNvCxnSpPr>
            <a:stCxn id="1294" idx="3"/>
            <a:endCxn id="1295" idx="1"/>
          </p:cNvCxnSpPr>
          <p:nvPr/>
        </p:nvCxnSpPr>
        <p:spPr>
          <a:xfrm>
            <a:off x="5688035" y="4143822"/>
            <a:ext cx="372600" cy="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294" name="Google Shape;1294;p49"/>
          <p:cNvSpPr/>
          <p:nvPr/>
        </p:nvSpPr>
        <p:spPr>
          <a:xfrm>
            <a:off x="3084857" y="3254822"/>
            <a:ext cx="2603178" cy="1778000"/>
          </a:xfrm>
          <a:prstGeom prst="diamond">
            <a:avLst/>
          </a:prstGeom>
          <a:solidFill>
            <a:srgbClr val="FFFFFF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C0FF"/>
              </a:buClr>
              <a:buSzPts val="1800"/>
              <a:buFont typeface="Poppins"/>
              <a:buNone/>
            </a:pPr>
            <a:r>
              <a:rPr b="1" i="0" lang="es-ES" sz="1800" u="none" cap="none" strike="noStrike">
                <a:solidFill>
                  <a:srgbClr val="00C0FF"/>
                </a:solidFill>
                <a:latin typeface="Poppins"/>
                <a:ea typeface="Poppins"/>
                <a:cs typeface="Poppins"/>
                <a:sym typeface="Poppins"/>
              </a:rPr>
              <a:t>edad == -1</a:t>
            </a:r>
            <a:endParaRPr b="1" i="0" sz="1800" u="none" cap="none" strike="noStrike">
              <a:solidFill>
                <a:srgbClr val="00C0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1296" name="Google Shape;1296;p49"/>
          <p:cNvCxnSpPr>
            <a:stCxn id="1294" idx="2"/>
            <a:endCxn id="1297" idx="0"/>
          </p:cNvCxnSpPr>
          <p:nvPr/>
        </p:nvCxnSpPr>
        <p:spPr>
          <a:xfrm>
            <a:off x="4386446" y="5032822"/>
            <a:ext cx="0" cy="35250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298" name="Google Shape;1298;p49"/>
          <p:cNvCxnSpPr>
            <a:stCxn id="1289" idx="1"/>
            <a:endCxn id="1294" idx="0"/>
          </p:cNvCxnSpPr>
          <p:nvPr/>
        </p:nvCxnSpPr>
        <p:spPr>
          <a:xfrm flipH="1">
            <a:off x="4386590" y="2475891"/>
            <a:ext cx="4840200" cy="778800"/>
          </a:xfrm>
          <a:prstGeom prst="bentConnector2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299" name="Google Shape;1299;p49"/>
          <p:cNvSpPr txBox="1"/>
          <p:nvPr/>
        </p:nvSpPr>
        <p:spPr>
          <a:xfrm>
            <a:off x="4354611" y="4909443"/>
            <a:ext cx="639739" cy="4269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C0FF"/>
              </a:buClr>
              <a:buSzPts val="1800"/>
              <a:buFont typeface="Poppins"/>
              <a:buNone/>
            </a:pPr>
            <a:r>
              <a:rPr b="1" i="0" lang="es-ES" sz="1800" u="none" cap="none" strike="noStrike">
                <a:solidFill>
                  <a:srgbClr val="00C0FF"/>
                </a:solidFill>
                <a:latin typeface="Poppins"/>
                <a:ea typeface="Poppins"/>
                <a:cs typeface="Poppins"/>
                <a:sym typeface="Poppins"/>
              </a:rPr>
              <a:t>SI</a:t>
            </a:r>
            <a:endParaRPr b="1" i="0" sz="1800" u="none" cap="none" strike="noStrike">
              <a:solidFill>
                <a:srgbClr val="00C0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00" name="Google Shape;1300;p49"/>
          <p:cNvSpPr txBox="1"/>
          <p:nvPr/>
        </p:nvSpPr>
        <p:spPr>
          <a:xfrm>
            <a:off x="5459881" y="3651178"/>
            <a:ext cx="639739" cy="4269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C0FF"/>
              </a:buClr>
              <a:buSzPts val="1800"/>
              <a:buFont typeface="Poppins"/>
              <a:buNone/>
            </a:pPr>
            <a:r>
              <a:rPr b="1" i="0" lang="es-ES" sz="1800" u="none" cap="none" strike="noStrike">
                <a:solidFill>
                  <a:srgbClr val="00C0FF"/>
                </a:solidFill>
                <a:latin typeface="Poppins"/>
                <a:ea typeface="Poppins"/>
                <a:cs typeface="Poppins"/>
                <a:sym typeface="Poppins"/>
              </a:rPr>
              <a:t>NO</a:t>
            </a:r>
            <a:endParaRPr b="1" i="0" sz="1800" u="none" cap="none" strike="noStrike">
              <a:solidFill>
                <a:srgbClr val="00C0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92" name="Google Shape;1292;p49"/>
          <p:cNvSpPr/>
          <p:nvPr/>
        </p:nvSpPr>
        <p:spPr>
          <a:xfrm>
            <a:off x="349633" y="3676670"/>
            <a:ext cx="1984174" cy="934930"/>
          </a:xfrm>
          <a:prstGeom prst="roundRect">
            <a:avLst>
              <a:gd fmla="val 796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C0FF"/>
              </a:buClr>
              <a:buSzPts val="2400"/>
              <a:buFont typeface="Poppins"/>
              <a:buNone/>
            </a:pPr>
            <a:r>
              <a:rPr b="1" i="0" lang="es-ES" sz="2400" u="none" cap="none" strike="noStrike">
                <a:solidFill>
                  <a:srgbClr val="00C0FF"/>
                </a:solidFill>
                <a:latin typeface="Poppins"/>
                <a:ea typeface="Poppins"/>
                <a:cs typeface="Poppins"/>
                <a:sym typeface="Poppins"/>
              </a:rPr>
              <a:t>leer(edad)</a:t>
            </a:r>
            <a:endParaRPr b="1" i="0" sz="2400" u="none" cap="none" strike="noStrike">
              <a:solidFill>
                <a:srgbClr val="00C0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1301" name="Google Shape;1301;p49"/>
          <p:cNvCxnSpPr>
            <a:stCxn id="1292" idx="3"/>
            <a:endCxn id="1294" idx="1"/>
          </p:cNvCxnSpPr>
          <p:nvPr/>
        </p:nvCxnSpPr>
        <p:spPr>
          <a:xfrm flipH="1" rot="10800000">
            <a:off x="2333807" y="4143835"/>
            <a:ext cx="751200" cy="30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297" name="Google Shape;1297;p49"/>
          <p:cNvSpPr/>
          <p:nvPr/>
        </p:nvSpPr>
        <p:spPr>
          <a:xfrm>
            <a:off x="2883215" y="5385426"/>
            <a:ext cx="3006461" cy="934930"/>
          </a:xfrm>
          <a:prstGeom prst="roundRect">
            <a:avLst>
              <a:gd fmla="val 796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C0FF"/>
              </a:buClr>
              <a:buSzPts val="2400"/>
              <a:buFont typeface="Poppins"/>
              <a:buNone/>
            </a:pPr>
            <a:r>
              <a:rPr b="1" i="0" lang="es-ES" sz="2400" u="none" cap="none" strike="noStrike">
                <a:solidFill>
                  <a:srgbClr val="00C0FF"/>
                </a:solidFill>
                <a:latin typeface="Poppins"/>
                <a:ea typeface="Poppins"/>
                <a:cs typeface="Poppins"/>
                <a:sym typeface="Poppins"/>
              </a:rPr>
              <a:t>print(nombreM)</a:t>
            </a:r>
            <a:endParaRPr b="1" i="0" sz="2400" u="none" cap="none" strike="noStrike">
              <a:solidFill>
                <a:srgbClr val="00C0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02" name="Google Shape;1302;p49"/>
          <p:cNvSpPr/>
          <p:nvPr/>
        </p:nvSpPr>
        <p:spPr>
          <a:xfrm>
            <a:off x="8998143" y="3382554"/>
            <a:ext cx="2547136" cy="1520257"/>
          </a:xfrm>
          <a:prstGeom prst="diamond">
            <a:avLst/>
          </a:prstGeom>
          <a:solidFill>
            <a:srgbClr val="FFFFFF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C0FF"/>
              </a:buClr>
              <a:buSzPts val="2400"/>
              <a:buFont typeface="Poppins"/>
              <a:buNone/>
            </a:pPr>
            <a:r>
              <a:rPr b="1" i="0" lang="es-ES" sz="2400" u="none" cap="none" strike="noStrike">
                <a:solidFill>
                  <a:srgbClr val="00C0FF"/>
                </a:solidFill>
                <a:latin typeface="Poppins"/>
                <a:ea typeface="Poppins"/>
                <a:cs typeface="Poppins"/>
                <a:sym typeface="Poppins"/>
              </a:rPr>
              <a:t>edad &gt; mayor</a:t>
            </a:r>
            <a:endParaRPr b="1" i="0" sz="2400" u="none" cap="none" strike="noStrike">
              <a:solidFill>
                <a:srgbClr val="00C0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1303" name="Google Shape;1303;p49"/>
          <p:cNvCxnSpPr>
            <a:stCxn id="1297" idx="1"/>
            <a:endCxn id="1290" idx="3"/>
          </p:cNvCxnSpPr>
          <p:nvPr/>
        </p:nvCxnSpPr>
        <p:spPr>
          <a:xfrm rot="10800000">
            <a:off x="2176115" y="5852891"/>
            <a:ext cx="707100" cy="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304" name="Google Shape;1304;p49"/>
          <p:cNvSpPr/>
          <p:nvPr/>
        </p:nvSpPr>
        <p:spPr>
          <a:xfrm>
            <a:off x="7517520" y="5293205"/>
            <a:ext cx="4023164" cy="1334603"/>
          </a:xfrm>
          <a:prstGeom prst="roundRect">
            <a:avLst>
              <a:gd fmla="val 796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C0FF"/>
              </a:buClr>
              <a:buSzPts val="2400"/>
              <a:buFont typeface="Poppins"/>
              <a:buNone/>
            </a:pPr>
            <a:r>
              <a:rPr b="1" i="0" lang="es-ES" sz="2400" u="none" cap="none" strike="noStrike">
                <a:solidFill>
                  <a:srgbClr val="00C0FF"/>
                </a:solidFill>
                <a:latin typeface="Poppins"/>
                <a:ea typeface="Poppins"/>
                <a:cs typeface="Poppins"/>
                <a:sym typeface="Poppins"/>
              </a:rPr>
              <a:t>mayor = edad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ES" sz="2400" u="none" cap="none" strike="noStrike">
                <a:solidFill>
                  <a:srgbClr val="00C0FF"/>
                </a:solidFill>
                <a:latin typeface="Poppins"/>
                <a:ea typeface="Poppins"/>
                <a:cs typeface="Poppins"/>
                <a:sym typeface="Poppins"/>
              </a:rPr>
              <a:t>nombreM = nombre</a:t>
            </a:r>
            <a:endParaRPr b="1" i="0" sz="2400" u="none" cap="none" strike="noStrike">
              <a:solidFill>
                <a:srgbClr val="00C0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1305" name="Google Shape;1305;p49"/>
          <p:cNvCxnSpPr>
            <a:stCxn id="1304" idx="3"/>
            <a:endCxn id="1289" idx="3"/>
          </p:cNvCxnSpPr>
          <p:nvPr/>
        </p:nvCxnSpPr>
        <p:spPr>
          <a:xfrm rot="10800000">
            <a:off x="11316584" y="2476007"/>
            <a:ext cx="224100" cy="3484500"/>
          </a:xfrm>
          <a:prstGeom prst="bentConnector3">
            <a:avLst>
              <a:gd fmla="val -102008" name="adj1"/>
            </a:avLst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306" name="Google Shape;1306;p49"/>
          <p:cNvSpPr txBox="1"/>
          <p:nvPr/>
        </p:nvSpPr>
        <p:spPr>
          <a:xfrm>
            <a:off x="10356023" y="3105227"/>
            <a:ext cx="639739" cy="4269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C0FF"/>
              </a:buClr>
              <a:buSzPts val="1800"/>
              <a:buFont typeface="Poppins"/>
              <a:buNone/>
            </a:pPr>
            <a:r>
              <a:rPr b="1" i="0" lang="es-ES" sz="1800" u="none" cap="none" strike="noStrike">
                <a:solidFill>
                  <a:srgbClr val="00C0FF"/>
                </a:solidFill>
                <a:latin typeface="Poppins"/>
                <a:ea typeface="Poppins"/>
                <a:cs typeface="Poppins"/>
                <a:sym typeface="Poppins"/>
              </a:rPr>
              <a:t>NO</a:t>
            </a:r>
            <a:endParaRPr b="1" i="0" sz="1800" u="none" cap="none" strike="noStrike">
              <a:solidFill>
                <a:srgbClr val="00C0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1307" name="Google Shape;1307;p49"/>
          <p:cNvCxnSpPr>
            <a:stCxn id="1302" idx="0"/>
            <a:endCxn id="1289" idx="2"/>
          </p:cNvCxnSpPr>
          <p:nvPr/>
        </p:nvCxnSpPr>
        <p:spPr>
          <a:xfrm rot="10800000">
            <a:off x="10271711" y="2943354"/>
            <a:ext cx="0" cy="43920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308" name="Google Shape;1308;p49"/>
          <p:cNvSpPr txBox="1"/>
          <p:nvPr/>
        </p:nvSpPr>
        <p:spPr>
          <a:xfrm>
            <a:off x="10196588" y="4753216"/>
            <a:ext cx="639739" cy="4269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C0FF"/>
              </a:buClr>
              <a:buSzPts val="1800"/>
              <a:buFont typeface="Poppins"/>
              <a:buNone/>
            </a:pPr>
            <a:r>
              <a:rPr b="1" i="0" lang="es-ES" sz="1800" u="none" cap="none" strike="noStrike">
                <a:solidFill>
                  <a:srgbClr val="00C0FF"/>
                </a:solidFill>
                <a:latin typeface="Poppins"/>
                <a:ea typeface="Poppins"/>
                <a:cs typeface="Poppins"/>
                <a:sym typeface="Poppins"/>
              </a:rPr>
              <a:t>SI</a:t>
            </a:r>
            <a:endParaRPr b="1" i="0" sz="1800" u="none" cap="none" strike="noStrike">
              <a:solidFill>
                <a:srgbClr val="00C0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1309" name="Google Shape;1309;p49"/>
          <p:cNvCxnSpPr>
            <a:stCxn id="1287" idx="2"/>
            <a:endCxn id="1288" idx="3"/>
          </p:cNvCxnSpPr>
          <p:nvPr/>
        </p:nvCxnSpPr>
        <p:spPr>
          <a:xfrm rot="5400000">
            <a:off x="3052742" y="1644985"/>
            <a:ext cx="326400" cy="1328100"/>
          </a:xfrm>
          <a:prstGeom prst="bentConnector2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295" name="Google Shape;1295;p49"/>
          <p:cNvSpPr/>
          <p:nvPr/>
        </p:nvSpPr>
        <p:spPr>
          <a:xfrm>
            <a:off x="6060636" y="3676357"/>
            <a:ext cx="2603177" cy="934930"/>
          </a:xfrm>
          <a:prstGeom prst="roundRect">
            <a:avLst>
              <a:gd fmla="val 796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C0FF"/>
              </a:buClr>
              <a:buSzPts val="2400"/>
              <a:buFont typeface="Poppins"/>
              <a:buNone/>
            </a:pPr>
            <a:r>
              <a:rPr b="1" i="0" lang="es-ES" sz="2400" u="none" cap="none" strike="noStrike">
                <a:solidFill>
                  <a:srgbClr val="00C0FF"/>
                </a:solidFill>
                <a:latin typeface="Poppins"/>
                <a:ea typeface="Poppins"/>
                <a:cs typeface="Poppins"/>
                <a:sym typeface="Poppins"/>
              </a:rPr>
              <a:t>leer(nombre)</a:t>
            </a:r>
            <a:endParaRPr b="1" i="0" sz="2400" u="none" cap="none" strike="noStrike">
              <a:solidFill>
                <a:srgbClr val="00C0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1310" name="Google Shape;1310;p49"/>
          <p:cNvCxnSpPr>
            <a:stCxn id="1295" idx="3"/>
            <a:endCxn id="1302" idx="1"/>
          </p:cNvCxnSpPr>
          <p:nvPr/>
        </p:nvCxnSpPr>
        <p:spPr>
          <a:xfrm flipH="1" rot="10800000">
            <a:off x="8663813" y="4142622"/>
            <a:ext cx="334200" cy="120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311" name="Google Shape;1311;p49"/>
          <p:cNvCxnSpPr>
            <a:stCxn id="1302" idx="2"/>
            <a:endCxn id="1304" idx="0"/>
          </p:cNvCxnSpPr>
          <p:nvPr/>
        </p:nvCxnSpPr>
        <p:spPr>
          <a:xfrm rot="5400000">
            <a:off x="9705311" y="4726711"/>
            <a:ext cx="390300" cy="742500"/>
          </a:xfrm>
          <a:prstGeom prst="bentConnector3">
            <a:avLst>
              <a:gd fmla="val 32378" name="adj1"/>
            </a:avLst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5" name="Shape 1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6" name="Google Shape;1316;p50"/>
          <p:cNvGrpSpPr/>
          <p:nvPr/>
        </p:nvGrpSpPr>
        <p:grpSpPr>
          <a:xfrm>
            <a:off x="5957405" y="620387"/>
            <a:ext cx="5603412" cy="6419046"/>
            <a:chOff x="5494338" y="449263"/>
            <a:chExt cx="5202237" cy="5959476"/>
          </a:xfrm>
        </p:grpSpPr>
        <p:sp>
          <p:nvSpPr>
            <p:cNvPr id="1317" name="Google Shape;1317;p50"/>
            <p:cNvSpPr/>
            <p:nvPr/>
          </p:nvSpPr>
          <p:spPr>
            <a:xfrm>
              <a:off x="5618163" y="3698876"/>
              <a:ext cx="4832350" cy="115888"/>
            </a:xfrm>
            <a:custGeom>
              <a:rect b="b" l="l" r="r" t="t"/>
              <a:pathLst>
                <a:path extrusionOk="0" h="27" w="1136">
                  <a:moveTo>
                    <a:pt x="1122" y="27"/>
                  </a:moveTo>
                  <a:cubicBezTo>
                    <a:pt x="13" y="27"/>
                    <a:pt x="13" y="27"/>
                    <a:pt x="13" y="27"/>
                  </a:cubicBezTo>
                  <a:cubicBezTo>
                    <a:pt x="6" y="27"/>
                    <a:pt x="0" y="21"/>
                    <a:pt x="0" y="14"/>
                  </a:cubicBezTo>
                  <a:cubicBezTo>
                    <a:pt x="0" y="6"/>
                    <a:pt x="6" y="0"/>
                    <a:pt x="13" y="0"/>
                  </a:cubicBezTo>
                  <a:cubicBezTo>
                    <a:pt x="1122" y="0"/>
                    <a:pt x="1122" y="0"/>
                    <a:pt x="1122" y="0"/>
                  </a:cubicBezTo>
                  <a:cubicBezTo>
                    <a:pt x="1130" y="0"/>
                    <a:pt x="1136" y="6"/>
                    <a:pt x="1136" y="14"/>
                  </a:cubicBezTo>
                  <a:cubicBezTo>
                    <a:pt x="1136" y="21"/>
                    <a:pt x="1130" y="27"/>
                    <a:pt x="1122" y="27"/>
                  </a:cubicBezTo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318" name="Google Shape;1318;p50"/>
            <p:cNvSpPr/>
            <p:nvPr/>
          </p:nvSpPr>
          <p:spPr>
            <a:xfrm>
              <a:off x="9229725" y="3698876"/>
              <a:ext cx="1220788" cy="115888"/>
            </a:xfrm>
            <a:custGeom>
              <a:rect b="b" l="l" r="r" t="t"/>
              <a:pathLst>
                <a:path extrusionOk="0" h="27" w="287">
                  <a:moveTo>
                    <a:pt x="273" y="0"/>
                  </a:moveTo>
                  <a:cubicBezTo>
                    <a:pt x="14" y="0"/>
                    <a:pt x="14" y="0"/>
                    <a:pt x="14" y="0"/>
                  </a:cubicBezTo>
                  <a:cubicBezTo>
                    <a:pt x="6" y="0"/>
                    <a:pt x="0" y="6"/>
                    <a:pt x="0" y="14"/>
                  </a:cubicBezTo>
                  <a:cubicBezTo>
                    <a:pt x="0" y="21"/>
                    <a:pt x="6" y="27"/>
                    <a:pt x="14" y="27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65" y="27"/>
                    <a:pt x="65" y="27"/>
                    <a:pt x="65" y="27"/>
                  </a:cubicBezTo>
                  <a:cubicBezTo>
                    <a:pt x="222" y="27"/>
                    <a:pt x="222" y="27"/>
                    <a:pt x="222" y="27"/>
                  </a:cubicBezTo>
                  <a:cubicBezTo>
                    <a:pt x="257" y="27"/>
                    <a:pt x="257" y="27"/>
                    <a:pt x="257" y="27"/>
                  </a:cubicBezTo>
                  <a:cubicBezTo>
                    <a:pt x="273" y="27"/>
                    <a:pt x="273" y="27"/>
                    <a:pt x="273" y="27"/>
                  </a:cubicBezTo>
                  <a:cubicBezTo>
                    <a:pt x="281" y="27"/>
                    <a:pt x="287" y="21"/>
                    <a:pt x="287" y="14"/>
                  </a:cubicBezTo>
                  <a:cubicBezTo>
                    <a:pt x="287" y="6"/>
                    <a:pt x="281" y="0"/>
                    <a:pt x="273" y="0"/>
                  </a:cubicBezTo>
                </a:path>
              </a:pathLst>
            </a:custGeom>
            <a:solidFill>
              <a:srgbClr val="3865C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319" name="Google Shape;1319;p50"/>
            <p:cNvSpPr/>
            <p:nvPr/>
          </p:nvSpPr>
          <p:spPr>
            <a:xfrm>
              <a:off x="6642100" y="3954463"/>
              <a:ext cx="3629025" cy="395288"/>
            </a:xfrm>
            <a:prstGeom prst="rect">
              <a:avLst/>
            </a:pr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320" name="Google Shape;1320;p50"/>
            <p:cNvSpPr/>
            <p:nvPr/>
          </p:nvSpPr>
          <p:spPr>
            <a:xfrm>
              <a:off x="6642100" y="3954463"/>
              <a:ext cx="3629025" cy="395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321" name="Google Shape;1321;p50"/>
            <p:cNvSpPr/>
            <p:nvPr/>
          </p:nvSpPr>
          <p:spPr>
            <a:xfrm>
              <a:off x="10172700" y="3814763"/>
              <a:ext cx="153988" cy="2505075"/>
            </a:xfrm>
            <a:custGeom>
              <a:rect b="b" l="l" r="r" t="t"/>
              <a:pathLst>
                <a:path extrusionOk="0" h="1578" w="97">
                  <a:moveTo>
                    <a:pt x="30" y="1578"/>
                  </a:moveTo>
                  <a:lnTo>
                    <a:pt x="97" y="1578"/>
                  </a:lnTo>
                  <a:lnTo>
                    <a:pt x="94" y="0"/>
                  </a:lnTo>
                  <a:lnTo>
                    <a:pt x="0" y="0"/>
                  </a:lnTo>
                  <a:lnTo>
                    <a:pt x="30" y="1578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322" name="Google Shape;1322;p50"/>
            <p:cNvSpPr/>
            <p:nvPr/>
          </p:nvSpPr>
          <p:spPr>
            <a:xfrm>
              <a:off x="10172700" y="3814763"/>
              <a:ext cx="153988" cy="2505075"/>
            </a:xfrm>
            <a:custGeom>
              <a:rect b="b" l="l" r="r" t="t"/>
              <a:pathLst>
                <a:path extrusionOk="0" h="1578" w="97">
                  <a:moveTo>
                    <a:pt x="30" y="1578"/>
                  </a:moveTo>
                  <a:lnTo>
                    <a:pt x="97" y="1578"/>
                  </a:lnTo>
                  <a:lnTo>
                    <a:pt x="94" y="0"/>
                  </a:lnTo>
                  <a:lnTo>
                    <a:pt x="0" y="0"/>
                  </a:lnTo>
                  <a:lnTo>
                    <a:pt x="30" y="1578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323" name="Google Shape;1323;p50"/>
            <p:cNvSpPr/>
            <p:nvPr/>
          </p:nvSpPr>
          <p:spPr>
            <a:xfrm>
              <a:off x="10172700" y="3814763"/>
              <a:ext cx="153988" cy="2505075"/>
            </a:xfrm>
            <a:custGeom>
              <a:rect b="b" l="l" r="r" t="t"/>
              <a:pathLst>
                <a:path extrusionOk="0" h="1578" w="97">
                  <a:moveTo>
                    <a:pt x="94" y="0"/>
                  </a:moveTo>
                  <a:lnTo>
                    <a:pt x="0" y="0"/>
                  </a:lnTo>
                  <a:lnTo>
                    <a:pt x="30" y="1578"/>
                  </a:lnTo>
                  <a:lnTo>
                    <a:pt x="97" y="1578"/>
                  </a:lnTo>
                  <a:lnTo>
                    <a:pt x="94" y="0"/>
                  </a:lnTo>
                  <a:close/>
                </a:path>
              </a:pathLst>
            </a:custGeom>
            <a:solidFill>
              <a:srgbClr val="3C474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324" name="Google Shape;1324;p50"/>
            <p:cNvSpPr/>
            <p:nvPr/>
          </p:nvSpPr>
          <p:spPr>
            <a:xfrm>
              <a:off x="9110663" y="3814763"/>
              <a:ext cx="395288" cy="2505075"/>
            </a:xfrm>
            <a:custGeom>
              <a:rect b="b" l="l" r="r" t="t"/>
              <a:pathLst>
                <a:path extrusionOk="0" h="1578" w="249">
                  <a:moveTo>
                    <a:pt x="69" y="1578"/>
                  </a:moveTo>
                  <a:lnTo>
                    <a:pt x="0" y="1578"/>
                  </a:lnTo>
                  <a:lnTo>
                    <a:pt x="155" y="0"/>
                  </a:lnTo>
                  <a:lnTo>
                    <a:pt x="249" y="0"/>
                  </a:lnTo>
                  <a:lnTo>
                    <a:pt x="69" y="1578"/>
                  </a:lnTo>
                  <a:close/>
                </a:path>
              </a:pathLst>
            </a:custGeom>
            <a:solidFill>
              <a:srgbClr val="263238">
                <a:alpha val="8000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325" name="Google Shape;1325;p50"/>
            <p:cNvSpPr/>
            <p:nvPr/>
          </p:nvSpPr>
          <p:spPr>
            <a:xfrm>
              <a:off x="9110663" y="3814763"/>
              <a:ext cx="395288" cy="2505075"/>
            </a:xfrm>
            <a:custGeom>
              <a:rect b="b" l="l" r="r" t="t"/>
              <a:pathLst>
                <a:path extrusionOk="0" h="1578" w="249">
                  <a:moveTo>
                    <a:pt x="69" y="1578"/>
                  </a:moveTo>
                  <a:lnTo>
                    <a:pt x="0" y="1578"/>
                  </a:lnTo>
                  <a:lnTo>
                    <a:pt x="155" y="0"/>
                  </a:lnTo>
                  <a:lnTo>
                    <a:pt x="249" y="0"/>
                  </a:lnTo>
                  <a:lnTo>
                    <a:pt x="69" y="1578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326" name="Google Shape;1326;p50"/>
            <p:cNvSpPr/>
            <p:nvPr/>
          </p:nvSpPr>
          <p:spPr>
            <a:xfrm>
              <a:off x="9110663" y="3814763"/>
              <a:ext cx="395288" cy="2505075"/>
            </a:xfrm>
            <a:custGeom>
              <a:rect b="b" l="l" r="r" t="t"/>
              <a:pathLst>
                <a:path extrusionOk="0" h="1578" w="249">
                  <a:moveTo>
                    <a:pt x="249" y="0"/>
                  </a:moveTo>
                  <a:lnTo>
                    <a:pt x="155" y="0"/>
                  </a:lnTo>
                  <a:lnTo>
                    <a:pt x="0" y="1578"/>
                  </a:lnTo>
                  <a:lnTo>
                    <a:pt x="69" y="1578"/>
                  </a:lnTo>
                  <a:lnTo>
                    <a:pt x="249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327" name="Google Shape;1327;p50"/>
            <p:cNvSpPr/>
            <p:nvPr/>
          </p:nvSpPr>
          <p:spPr>
            <a:xfrm>
              <a:off x="6557963" y="3814763"/>
              <a:ext cx="157163" cy="2505075"/>
            </a:xfrm>
            <a:custGeom>
              <a:rect b="b" l="l" r="r" t="t"/>
              <a:pathLst>
                <a:path extrusionOk="0" h="1578" w="99">
                  <a:moveTo>
                    <a:pt x="29" y="1578"/>
                  </a:moveTo>
                  <a:lnTo>
                    <a:pt x="99" y="1578"/>
                  </a:lnTo>
                  <a:lnTo>
                    <a:pt x="96" y="0"/>
                  </a:lnTo>
                  <a:lnTo>
                    <a:pt x="0" y="0"/>
                  </a:lnTo>
                  <a:lnTo>
                    <a:pt x="29" y="1578"/>
                  </a:lnTo>
                  <a:close/>
                </a:path>
              </a:pathLst>
            </a:custGeom>
            <a:solidFill>
              <a:srgbClr val="263238">
                <a:alpha val="8000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328" name="Google Shape;1328;p50"/>
            <p:cNvSpPr/>
            <p:nvPr/>
          </p:nvSpPr>
          <p:spPr>
            <a:xfrm>
              <a:off x="6557963" y="3814763"/>
              <a:ext cx="157163" cy="2505075"/>
            </a:xfrm>
            <a:custGeom>
              <a:rect b="b" l="l" r="r" t="t"/>
              <a:pathLst>
                <a:path extrusionOk="0" h="1578" w="99">
                  <a:moveTo>
                    <a:pt x="29" y="1578"/>
                  </a:moveTo>
                  <a:lnTo>
                    <a:pt x="99" y="1578"/>
                  </a:lnTo>
                  <a:lnTo>
                    <a:pt x="96" y="0"/>
                  </a:lnTo>
                  <a:lnTo>
                    <a:pt x="0" y="0"/>
                  </a:lnTo>
                  <a:lnTo>
                    <a:pt x="29" y="1578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329" name="Google Shape;1329;p50"/>
            <p:cNvSpPr/>
            <p:nvPr/>
          </p:nvSpPr>
          <p:spPr>
            <a:xfrm>
              <a:off x="6573838" y="4660901"/>
              <a:ext cx="136525" cy="1658938"/>
            </a:xfrm>
            <a:custGeom>
              <a:rect b="b" l="l" r="r" t="t"/>
              <a:pathLst>
                <a:path extrusionOk="0" h="1045" w="86">
                  <a:moveTo>
                    <a:pt x="86" y="0"/>
                  </a:moveTo>
                  <a:lnTo>
                    <a:pt x="0" y="0"/>
                  </a:lnTo>
                  <a:lnTo>
                    <a:pt x="19" y="1045"/>
                  </a:lnTo>
                  <a:lnTo>
                    <a:pt x="70" y="1045"/>
                  </a:lnTo>
                  <a:lnTo>
                    <a:pt x="86" y="536"/>
                  </a:lnTo>
                  <a:lnTo>
                    <a:pt x="86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330" name="Google Shape;1330;p50"/>
            <p:cNvSpPr/>
            <p:nvPr/>
          </p:nvSpPr>
          <p:spPr>
            <a:xfrm>
              <a:off x="5494338" y="3814763"/>
              <a:ext cx="400050" cy="2505075"/>
            </a:xfrm>
            <a:custGeom>
              <a:rect b="b" l="l" r="r" t="t"/>
              <a:pathLst>
                <a:path extrusionOk="0" h="1578" w="252">
                  <a:moveTo>
                    <a:pt x="69" y="1578"/>
                  </a:moveTo>
                  <a:lnTo>
                    <a:pt x="0" y="1578"/>
                  </a:lnTo>
                  <a:lnTo>
                    <a:pt x="155" y="0"/>
                  </a:lnTo>
                  <a:lnTo>
                    <a:pt x="252" y="0"/>
                  </a:lnTo>
                  <a:lnTo>
                    <a:pt x="69" y="1578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331" name="Google Shape;1331;p50"/>
            <p:cNvSpPr/>
            <p:nvPr/>
          </p:nvSpPr>
          <p:spPr>
            <a:xfrm>
              <a:off x="5494338" y="3814763"/>
              <a:ext cx="400050" cy="2505075"/>
            </a:xfrm>
            <a:custGeom>
              <a:rect b="b" l="l" r="r" t="t"/>
              <a:pathLst>
                <a:path extrusionOk="0" h="1578" w="252">
                  <a:moveTo>
                    <a:pt x="69" y="1578"/>
                  </a:moveTo>
                  <a:lnTo>
                    <a:pt x="0" y="1578"/>
                  </a:lnTo>
                  <a:lnTo>
                    <a:pt x="155" y="0"/>
                  </a:lnTo>
                  <a:lnTo>
                    <a:pt x="252" y="0"/>
                  </a:lnTo>
                  <a:lnTo>
                    <a:pt x="69" y="1578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332" name="Google Shape;1332;p50"/>
            <p:cNvSpPr/>
            <p:nvPr/>
          </p:nvSpPr>
          <p:spPr>
            <a:xfrm>
              <a:off x="5494338" y="3814763"/>
              <a:ext cx="400050" cy="2505075"/>
            </a:xfrm>
            <a:custGeom>
              <a:rect b="b" l="l" r="r" t="t"/>
              <a:pathLst>
                <a:path extrusionOk="0" h="1578" w="252">
                  <a:moveTo>
                    <a:pt x="252" y="0"/>
                  </a:moveTo>
                  <a:lnTo>
                    <a:pt x="155" y="0"/>
                  </a:lnTo>
                  <a:lnTo>
                    <a:pt x="0" y="1578"/>
                  </a:lnTo>
                  <a:lnTo>
                    <a:pt x="69" y="1578"/>
                  </a:lnTo>
                  <a:lnTo>
                    <a:pt x="252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333" name="Google Shape;1333;p50"/>
            <p:cNvSpPr/>
            <p:nvPr/>
          </p:nvSpPr>
          <p:spPr>
            <a:xfrm>
              <a:off x="8310563" y="3209926"/>
              <a:ext cx="349250" cy="488950"/>
            </a:xfrm>
            <a:custGeom>
              <a:rect b="b" l="l" r="r" t="t"/>
              <a:pathLst>
                <a:path extrusionOk="0" h="308" w="220">
                  <a:moveTo>
                    <a:pt x="220" y="308"/>
                  </a:moveTo>
                  <a:lnTo>
                    <a:pt x="64" y="308"/>
                  </a:lnTo>
                  <a:lnTo>
                    <a:pt x="0" y="0"/>
                  </a:lnTo>
                  <a:lnTo>
                    <a:pt x="158" y="0"/>
                  </a:lnTo>
                  <a:lnTo>
                    <a:pt x="220" y="308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334" name="Google Shape;1334;p50"/>
            <p:cNvSpPr/>
            <p:nvPr/>
          </p:nvSpPr>
          <p:spPr>
            <a:xfrm>
              <a:off x="7842250" y="2779713"/>
              <a:ext cx="1263650" cy="822325"/>
            </a:xfrm>
            <a:custGeom>
              <a:rect b="b" l="l" r="r" t="t"/>
              <a:pathLst>
                <a:path extrusionOk="0" h="193" w="297">
                  <a:moveTo>
                    <a:pt x="271" y="193"/>
                  </a:moveTo>
                  <a:cubicBezTo>
                    <a:pt x="15" y="193"/>
                    <a:pt x="15" y="193"/>
                    <a:pt x="15" y="193"/>
                  </a:cubicBezTo>
                  <a:cubicBezTo>
                    <a:pt x="7" y="193"/>
                    <a:pt x="0" y="186"/>
                    <a:pt x="1" y="177"/>
                  </a:cubicBezTo>
                  <a:cubicBezTo>
                    <a:pt x="10" y="15"/>
                    <a:pt x="10" y="15"/>
                    <a:pt x="10" y="15"/>
                  </a:cubicBezTo>
                  <a:cubicBezTo>
                    <a:pt x="11" y="7"/>
                    <a:pt x="18" y="0"/>
                    <a:pt x="27" y="0"/>
                  </a:cubicBezTo>
                  <a:cubicBezTo>
                    <a:pt x="282" y="0"/>
                    <a:pt x="282" y="0"/>
                    <a:pt x="282" y="0"/>
                  </a:cubicBezTo>
                  <a:cubicBezTo>
                    <a:pt x="291" y="0"/>
                    <a:pt x="297" y="7"/>
                    <a:pt x="297" y="15"/>
                  </a:cubicBezTo>
                  <a:cubicBezTo>
                    <a:pt x="287" y="177"/>
                    <a:pt x="287" y="177"/>
                    <a:pt x="287" y="177"/>
                  </a:cubicBezTo>
                  <a:cubicBezTo>
                    <a:pt x="286" y="186"/>
                    <a:pt x="279" y="193"/>
                    <a:pt x="271" y="193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335" name="Google Shape;1335;p50"/>
            <p:cNvSpPr/>
            <p:nvPr/>
          </p:nvSpPr>
          <p:spPr>
            <a:xfrm>
              <a:off x="7862888" y="2814638"/>
              <a:ext cx="1192213" cy="752475"/>
            </a:xfrm>
            <a:custGeom>
              <a:rect b="b" l="l" r="r" t="t"/>
              <a:pathLst>
                <a:path extrusionOk="0" h="177" w="280">
                  <a:moveTo>
                    <a:pt x="6" y="177"/>
                  </a:moveTo>
                  <a:cubicBezTo>
                    <a:pt x="4" y="177"/>
                    <a:pt x="3" y="176"/>
                    <a:pt x="1" y="175"/>
                  </a:cubicBezTo>
                  <a:cubicBezTo>
                    <a:pt x="0" y="173"/>
                    <a:pt x="0" y="171"/>
                    <a:pt x="0" y="170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10" y="4"/>
                    <a:pt x="13" y="0"/>
                    <a:pt x="18" y="0"/>
                  </a:cubicBezTo>
                  <a:cubicBezTo>
                    <a:pt x="273" y="0"/>
                    <a:pt x="273" y="0"/>
                    <a:pt x="273" y="0"/>
                  </a:cubicBezTo>
                  <a:cubicBezTo>
                    <a:pt x="275" y="0"/>
                    <a:pt x="277" y="1"/>
                    <a:pt x="278" y="2"/>
                  </a:cubicBezTo>
                  <a:cubicBezTo>
                    <a:pt x="279" y="3"/>
                    <a:pt x="280" y="5"/>
                    <a:pt x="280" y="7"/>
                  </a:cubicBezTo>
                  <a:cubicBezTo>
                    <a:pt x="270" y="169"/>
                    <a:pt x="270" y="169"/>
                    <a:pt x="270" y="169"/>
                  </a:cubicBezTo>
                  <a:cubicBezTo>
                    <a:pt x="270" y="173"/>
                    <a:pt x="266" y="177"/>
                    <a:pt x="262" y="177"/>
                  </a:cubicBezTo>
                  <a:lnTo>
                    <a:pt x="6" y="17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336" name="Google Shape;1336;p50"/>
            <p:cNvSpPr/>
            <p:nvPr/>
          </p:nvSpPr>
          <p:spPr>
            <a:xfrm>
              <a:off x="8366125" y="2779713"/>
              <a:ext cx="279400" cy="242888"/>
            </a:xfrm>
            <a:custGeom>
              <a:rect b="b" l="l" r="r" t="t"/>
              <a:pathLst>
                <a:path extrusionOk="0" h="153" w="176">
                  <a:moveTo>
                    <a:pt x="0" y="0"/>
                  </a:moveTo>
                  <a:lnTo>
                    <a:pt x="45" y="153"/>
                  </a:lnTo>
                  <a:lnTo>
                    <a:pt x="17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337" name="Google Shape;1337;p50"/>
            <p:cNvSpPr/>
            <p:nvPr/>
          </p:nvSpPr>
          <p:spPr>
            <a:xfrm>
              <a:off x="6677025" y="2168526"/>
              <a:ext cx="33338" cy="46038"/>
            </a:xfrm>
            <a:custGeom>
              <a:rect b="b" l="l" r="r" t="t"/>
              <a:pathLst>
                <a:path extrusionOk="0" h="11" w="8">
                  <a:moveTo>
                    <a:pt x="0" y="6"/>
                  </a:moveTo>
                  <a:cubicBezTo>
                    <a:pt x="1" y="9"/>
                    <a:pt x="3" y="11"/>
                    <a:pt x="5" y="11"/>
                  </a:cubicBezTo>
                  <a:cubicBezTo>
                    <a:pt x="7" y="11"/>
                    <a:pt x="8" y="9"/>
                    <a:pt x="7" y="5"/>
                  </a:cubicBezTo>
                  <a:cubicBezTo>
                    <a:pt x="7" y="2"/>
                    <a:pt x="5" y="0"/>
                    <a:pt x="3" y="0"/>
                  </a:cubicBezTo>
                  <a:cubicBezTo>
                    <a:pt x="1" y="0"/>
                    <a:pt x="0" y="3"/>
                    <a:pt x="0" y="6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338" name="Google Shape;1338;p50"/>
            <p:cNvSpPr/>
            <p:nvPr/>
          </p:nvSpPr>
          <p:spPr>
            <a:xfrm>
              <a:off x="6692900" y="2214563"/>
              <a:ext cx="55563" cy="111125"/>
            </a:xfrm>
            <a:custGeom>
              <a:rect b="b" l="l" r="r" t="t"/>
              <a:pathLst>
                <a:path extrusionOk="0" h="26" w="13">
                  <a:moveTo>
                    <a:pt x="0" y="0"/>
                  </a:moveTo>
                  <a:cubicBezTo>
                    <a:pt x="0" y="0"/>
                    <a:pt x="6" y="15"/>
                    <a:pt x="13" y="22"/>
                  </a:cubicBezTo>
                  <a:cubicBezTo>
                    <a:pt x="9" y="26"/>
                    <a:pt x="1" y="24"/>
                    <a:pt x="1" y="2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A0272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339" name="Google Shape;1339;p50"/>
            <p:cNvSpPr/>
            <p:nvPr/>
          </p:nvSpPr>
          <p:spPr>
            <a:xfrm>
              <a:off x="6626225" y="2087563"/>
              <a:ext cx="63500" cy="53975"/>
            </a:xfrm>
            <a:custGeom>
              <a:rect b="b" l="l" r="r" t="t"/>
              <a:pathLst>
                <a:path extrusionOk="0" h="13" w="15">
                  <a:moveTo>
                    <a:pt x="2" y="13"/>
                  </a:moveTo>
                  <a:cubicBezTo>
                    <a:pt x="1" y="13"/>
                    <a:pt x="1" y="13"/>
                    <a:pt x="1" y="13"/>
                  </a:cubicBezTo>
                  <a:cubicBezTo>
                    <a:pt x="0" y="13"/>
                    <a:pt x="0" y="12"/>
                    <a:pt x="0" y="11"/>
                  </a:cubicBezTo>
                  <a:cubicBezTo>
                    <a:pt x="4" y="2"/>
                    <a:pt x="12" y="0"/>
                    <a:pt x="13" y="0"/>
                  </a:cubicBezTo>
                  <a:cubicBezTo>
                    <a:pt x="14" y="0"/>
                    <a:pt x="15" y="1"/>
                    <a:pt x="15" y="1"/>
                  </a:cubicBezTo>
                  <a:cubicBezTo>
                    <a:pt x="15" y="2"/>
                    <a:pt x="14" y="3"/>
                    <a:pt x="13" y="4"/>
                  </a:cubicBezTo>
                  <a:cubicBezTo>
                    <a:pt x="13" y="4"/>
                    <a:pt x="7" y="5"/>
                    <a:pt x="4" y="12"/>
                  </a:cubicBezTo>
                  <a:cubicBezTo>
                    <a:pt x="3" y="13"/>
                    <a:pt x="3" y="13"/>
                    <a:pt x="2" y="13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340" name="Google Shape;1340;p50"/>
            <p:cNvSpPr/>
            <p:nvPr/>
          </p:nvSpPr>
          <p:spPr>
            <a:xfrm>
              <a:off x="6281738" y="2397126"/>
              <a:ext cx="357188" cy="447675"/>
            </a:xfrm>
            <a:custGeom>
              <a:rect b="b" l="l" r="r" t="t"/>
              <a:pathLst>
                <a:path extrusionOk="0" h="105" w="84">
                  <a:moveTo>
                    <a:pt x="3" y="0"/>
                  </a:moveTo>
                  <a:cubicBezTo>
                    <a:pt x="27" y="19"/>
                    <a:pt x="27" y="19"/>
                    <a:pt x="27" y="19"/>
                  </a:cubicBezTo>
                  <a:cubicBezTo>
                    <a:pt x="59" y="44"/>
                    <a:pt x="59" y="44"/>
                    <a:pt x="59" y="44"/>
                  </a:cubicBezTo>
                  <a:cubicBezTo>
                    <a:pt x="58" y="45"/>
                    <a:pt x="57" y="51"/>
                    <a:pt x="56" y="56"/>
                  </a:cubicBezTo>
                  <a:cubicBezTo>
                    <a:pt x="55" y="65"/>
                    <a:pt x="54" y="72"/>
                    <a:pt x="74" y="77"/>
                  </a:cubicBezTo>
                  <a:cubicBezTo>
                    <a:pt x="79" y="79"/>
                    <a:pt x="82" y="82"/>
                    <a:pt x="83" y="86"/>
                  </a:cubicBezTo>
                  <a:cubicBezTo>
                    <a:pt x="84" y="92"/>
                    <a:pt x="80" y="99"/>
                    <a:pt x="62" y="102"/>
                  </a:cubicBezTo>
                  <a:cubicBezTo>
                    <a:pt x="40" y="105"/>
                    <a:pt x="22" y="99"/>
                    <a:pt x="8" y="93"/>
                  </a:cubicBezTo>
                  <a:cubicBezTo>
                    <a:pt x="0" y="89"/>
                    <a:pt x="0" y="84"/>
                    <a:pt x="4" y="76"/>
                  </a:cubicBezTo>
                  <a:cubicBezTo>
                    <a:pt x="14" y="53"/>
                    <a:pt x="9" y="23"/>
                    <a:pt x="3" y="0"/>
                  </a:cubicBezTo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341" name="Google Shape;1341;p50"/>
            <p:cNvSpPr/>
            <p:nvPr/>
          </p:nvSpPr>
          <p:spPr>
            <a:xfrm>
              <a:off x="6175375" y="2619376"/>
              <a:ext cx="531813" cy="160338"/>
            </a:xfrm>
            <a:custGeom>
              <a:rect b="b" l="l" r="r" t="t"/>
              <a:pathLst>
                <a:path extrusionOk="0" h="38" w="125">
                  <a:moveTo>
                    <a:pt x="0" y="31"/>
                  </a:moveTo>
                  <a:cubicBezTo>
                    <a:pt x="8" y="15"/>
                    <a:pt x="11" y="3"/>
                    <a:pt x="11" y="3"/>
                  </a:cubicBezTo>
                  <a:cubicBezTo>
                    <a:pt x="11" y="3"/>
                    <a:pt x="72" y="0"/>
                    <a:pt x="92" y="6"/>
                  </a:cubicBezTo>
                  <a:cubicBezTo>
                    <a:pt x="112" y="12"/>
                    <a:pt x="125" y="38"/>
                    <a:pt x="125" y="38"/>
                  </a:cubicBezTo>
                  <a:cubicBezTo>
                    <a:pt x="0" y="31"/>
                    <a:pt x="0" y="31"/>
                    <a:pt x="0" y="31"/>
                  </a:cubicBezTo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342" name="Google Shape;1342;p50"/>
            <p:cNvSpPr/>
            <p:nvPr/>
          </p:nvSpPr>
          <p:spPr>
            <a:xfrm>
              <a:off x="5949950" y="2860676"/>
              <a:ext cx="611188" cy="876300"/>
            </a:xfrm>
            <a:custGeom>
              <a:rect b="b" l="l" r="r" t="t"/>
              <a:pathLst>
                <a:path extrusionOk="0" h="206" w="144">
                  <a:moveTo>
                    <a:pt x="78" y="19"/>
                  </a:moveTo>
                  <a:cubicBezTo>
                    <a:pt x="77" y="24"/>
                    <a:pt x="75" y="29"/>
                    <a:pt x="74" y="34"/>
                  </a:cubicBezTo>
                  <a:cubicBezTo>
                    <a:pt x="69" y="50"/>
                    <a:pt x="69" y="50"/>
                    <a:pt x="69" y="50"/>
                  </a:cubicBezTo>
                  <a:cubicBezTo>
                    <a:pt x="66" y="60"/>
                    <a:pt x="64" y="71"/>
                    <a:pt x="62" y="81"/>
                  </a:cubicBezTo>
                  <a:cubicBezTo>
                    <a:pt x="59" y="91"/>
                    <a:pt x="58" y="102"/>
                    <a:pt x="56" y="112"/>
                  </a:cubicBezTo>
                  <a:cubicBezTo>
                    <a:pt x="55" y="122"/>
                    <a:pt x="55" y="132"/>
                    <a:pt x="56" y="141"/>
                  </a:cubicBezTo>
                  <a:cubicBezTo>
                    <a:pt x="56" y="145"/>
                    <a:pt x="57" y="149"/>
                    <a:pt x="57" y="152"/>
                  </a:cubicBezTo>
                  <a:cubicBezTo>
                    <a:pt x="58" y="153"/>
                    <a:pt x="58" y="154"/>
                    <a:pt x="58" y="155"/>
                  </a:cubicBezTo>
                  <a:cubicBezTo>
                    <a:pt x="58" y="156"/>
                    <a:pt x="59" y="156"/>
                    <a:pt x="59" y="157"/>
                  </a:cubicBezTo>
                  <a:cubicBezTo>
                    <a:pt x="59" y="157"/>
                    <a:pt x="59" y="157"/>
                    <a:pt x="59" y="157"/>
                  </a:cubicBezTo>
                  <a:cubicBezTo>
                    <a:pt x="59" y="157"/>
                    <a:pt x="59" y="157"/>
                    <a:pt x="59" y="157"/>
                  </a:cubicBezTo>
                  <a:cubicBezTo>
                    <a:pt x="59" y="157"/>
                    <a:pt x="58" y="156"/>
                    <a:pt x="58" y="156"/>
                  </a:cubicBezTo>
                  <a:cubicBezTo>
                    <a:pt x="58" y="155"/>
                    <a:pt x="57" y="155"/>
                    <a:pt x="57" y="154"/>
                  </a:cubicBezTo>
                  <a:cubicBezTo>
                    <a:pt x="56" y="153"/>
                    <a:pt x="55" y="153"/>
                    <a:pt x="55" y="153"/>
                  </a:cubicBezTo>
                  <a:cubicBezTo>
                    <a:pt x="54" y="152"/>
                    <a:pt x="54" y="152"/>
                    <a:pt x="54" y="152"/>
                  </a:cubicBezTo>
                  <a:cubicBezTo>
                    <a:pt x="55" y="153"/>
                    <a:pt x="56" y="154"/>
                    <a:pt x="58" y="154"/>
                  </a:cubicBezTo>
                  <a:cubicBezTo>
                    <a:pt x="60" y="155"/>
                    <a:pt x="62" y="156"/>
                    <a:pt x="64" y="157"/>
                  </a:cubicBezTo>
                  <a:cubicBezTo>
                    <a:pt x="69" y="158"/>
                    <a:pt x="74" y="160"/>
                    <a:pt x="79" y="161"/>
                  </a:cubicBezTo>
                  <a:cubicBezTo>
                    <a:pt x="100" y="166"/>
                    <a:pt x="122" y="170"/>
                    <a:pt x="144" y="175"/>
                  </a:cubicBezTo>
                  <a:cubicBezTo>
                    <a:pt x="143" y="203"/>
                    <a:pt x="143" y="203"/>
                    <a:pt x="143" y="203"/>
                  </a:cubicBezTo>
                  <a:cubicBezTo>
                    <a:pt x="131" y="204"/>
                    <a:pt x="120" y="205"/>
                    <a:pt x="108" y="206"/>
                  </a:cubicBezTo>
                  <a:cubicBezTo>
                    <a:pt x="96" y="206"/>
                    <a:pt x="84" y="206"/>
                    <a:pt x="72" y="205"/>
                  </a:cubicBezTo>
                  <a:cubicBezTo>
                    <a:pt x="66" y="205"/>
                    <a:pt x="60" y="204"/>
                    <a:pt x="53" y="203"/>
                  </a:cubicBezTo>
                  <a:cubicBezTo>
                    <a:pt x="50" y="202"/>
                    <a:pt x="46" y="201"/>
                    <a:pt x="43" y="200"/>
                  </a:cubicBezTo>
                  <a:cubicBezTo>
                    <a:pt x="39" y="199"/>
                    <a:pt x="35" y="198"/>
                    <a:pt x="31" y="196"/>
                  </a:cubicBezTo>
                  <a:cubicBezTo>
                    <a:pt x="28" y="195"/>
                    <a:pt x="26" y="193"/>
                    <a:pt x="23" y="191"/>
                  </a:cubicBezTo>
                  <a:cubicBezTo>
                    <a:pt x="21" y="190"/>
                    <a:pt x="20" y="188"/>
                    <a:pt x="18" y="186"/>
                  </a:cubicBezTo>
                  <a:cubicBezTo>
                    <a:pt x="17" y="185"/>
                    <a:pt x="16" y="184"/>
                    <a:pt x="16" y="183"/>
                  </a:cubicBezTo>
                  <a:cubicBezTo>
                    <a:pt x="15" y="182"/>
                    <a:pt x="15" y="182"/>
                    <a:pt x="14" y="181"/>
                  </a:cubicBezTo>
                  <a:cubicBezTo>
                    <a:pt x="14" y="180"/>
                    <a:pt x="14" y="180"/>
                    <a:pt x="14" y="180"/>
                  </a:cubicBezTo>
                  <a:cubicBezTo>
                    <a:pt x="11" y="174"/>
                    <a:pt x="11" y="174"/>
                    <a:pt x="11" y="174"/>
                  </a:cubicBezTo>
                  <a:cubicBezTo>
                    <a:pt x="10" y="172"/>
                    <a:pt x="10" y="171"/>
                    <a:pt x="9" y="169"/>
                  </a:cubicBezTo>
                  <a:cubicBezTo>
                    <a:pt x="6" y="161"/>
                    <a:pt x="4" y="154"/>
                    <a:pt x="3" y="147"/>
                  </a:cubicBezTo>
                  <a:cubicBezTo>
                    <a:pt x="0" y="119"/>
                    <a:pt x="3" y="94"/>
                    <a:pt x="7" y="70"/>
                  </a:cubicBezTo>
                  <a:cubicBezTo>
                    <a:pt x="9" y="58"/>
                    <a:pt x="12" y="47"/>
                    <a:pt x="15" y="35"/>
                  </a:cubicBezTo>
                  <a:cubicBezTo>
                    <a:pt x="16" y="29"/>
                    <a:pt x="18" y="23"/>
                    <a:pt x="20" y="18"/>
                  </a:cubicBezTo>
                  <a:cubicBezTo>
                    <a:pt x="22" y="12"/>
                    <a:pt x="24" y="6"/>
                    <a:pt x="26" y="0"/>
                  </a:cubicBezTo>
                  <a:cubicBezTo>
                    <a:pt x="78" y="19"/>
                    <a:pt x="78" y="19"/>
                    <a:pt x="78" y="19"/>
                  </a:cubicBezTo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343" name="Google Shape;1343;p50"/>
            <p:cNvSpPr/>
            <p:nvPr/>
          </p:nvSpPr>
          <p:spPr>
            <a:xfrm>
              <a:off x="5922963" y="2686051"/>
              <a:ext cx="460375" cy="574675"/>
            </a:xfrm>
            <a:custGeom>
              <a:rect b="b" l="l" r="r" t="t"/>
              <a:pathLst>
                <a:path extrusionOk="0" h="135" w="108">
                  <a:moveTo>
                    <a:pt x="47" y="10"/>
                  </a:moveTo>
                  <a:cubicBezTo>
                    <a:pt x="85" y="0"/>
                    <a:pt x="108" y="31"/>
                    <a:pt x="95" y="82"/>
                  </a:cubicBezTo>
                  <a:cubicBezTo>
                    <a:pt x="82" y="133"/>
                    <a:pt x="78" y="135"/>
                    <a:pt x="78" y="135"/>
                  </a:cubicBezTo>
                  <a:cubicBezTo>
                    <a:pt x="0" y="122"/>
                    <a:pt x="0" y="122"/>
                    <a:pt x="0" y="122"/>
                  </a:cubicBezTo>
                  <a:cubicBezTo>
                    <a:pt x="9" y="72"/>
                    <a:pt x="9" y="20"/>
                    <a:pt x="47" y="10"/>
                  </a:cubicBezTo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344" name="Google Shape;1344;p50"/>
            <p:cNvSpPr/>
            <p:nvPr/>
          </p:nvSpPr>
          <p:spPr>
            <a:xfrm>
              <a:off x="6477000" y="3559176"/>
              <a:ext cx="280988" cy="203200"/>
            </a:xfrm>
            <a:custGeom>
              <a:rect b="b" l="l" r="r" t="t"/>
              <a:pathLst>
                <a:path extrusionOk="0" h="48" w="66">
                  <a:moveTo>
                    <a:pt x="40" y="0"/>
                  </a:moveTo>
                  <a:cubicBezTo>
                    <a:pt x="34" y="0"/>
                    <a:pt x="34" y="0"/>
                    <a:pt x="34" y="0"/>
                  </a:cubicBezTo>
                  <a:cubicBezTo>
                    <a:pt x="17" y="0"/>
                    <a:pt x="14" y="4"/>
                    <a:pt x="4" y="14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27" y="48"/>
                    <a:pt x="41" y="33"/>
                    <a:pt x="41" y="33"/>
                  </a:cubicBezTo>
                  <a:cubicBezTo>
                    <a:pt x="66" y="33"/>
                    <a:pt x="66" y="33"/>
                    <a:pt x="66" y="33"/>
                  </a:cubicBezTo>
                  <a:cubicBezTo>
                    <a:pt x="58" y="13"/>
                    <a:pt x="58" y="13"/>
                    <a:pt x="58" y="13"/>
                  </a:cubicBezTo>
                  <a:cubicBezTo>
                    <a:pt x="54" y="6"/>
                    <a:pt x="48" y="1"/>
                    <a:pt x="40" y="0"/>
                  </a:cubicBezTo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345" name="Google Shape;1345;p50"/>
            <p:cNvSpPr/>
            <p:nvPr/>
          </p:nvSpPr>
          <p:spPr>
            <a:xfrm>
              <a:off x="6216650" y="1933576"/>
              <a:ext cx="511175" cy="714375"/>
            </a:xfrm>
            <a:custGeom>
              <a:rect b="b" l="l" r="r" t="t"/>
              <a:pathLst>
                <a:path extrusionOk="0" h="168" w="120">
                  <a:moveTo>
                    <a:pt x="7" y="69"/>
                  </a:moveTo>
                  <a:cubicBezTo>
                    <a:pt x="14" y="106"/>
                    <a:pt x="16" y="128"/>
                    <a:pt x="37" y="144"/>
                  </a:cubicBezTo>
                  <a:cubicBezTo>
                    <a:pt x="68" y="168"/>
                    <a:pt x="112" y="145"/>
                    <a:pt x="116" y="107"/>
                  </a:cubicBezTo>
                  <a:cubicBezTo>
                    <a:pt x="120" y="73"/>
                    <a:pt x="108" y="19"/>
                    <a:pt x="70" y="10"/>
                  </a:cubicBezTo>
                  <a:cubicBezTo>
                    <a:pt x="33" y="0"/>
                    <a:pt x="0" y="33"/>
                    <a:pt x="7" y="69"/>
                  </a:cubicBez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346" name="Google Shape;1346;p50"/>
            <p:cNvSpPr/>
            <p:nvPr/>
          </p:nvSpPr>
          <p:spPr>
            <a:xfrm>
              <a:off x="6046788" y="1806576"/>
              <a:ext cx="638175" cy="696913"/>
            </a:xfrm>
            <a:custGeom>
              <a:rect b="b" l="l" r="r" t="t"/>
              <a:pathLst>
                <a:path extrusionOk="0" h="164" w="150">
                  <a:moveTo>
                    <a:pt x="119" y="112"/>
                  </a:moveTo>
                  <a:cubicBezTo>
                    <a:pt x="145" y="110"/>
                    <a:pt x="138" y="83"/>
                    <a:pt x="130" y="77"/>
                  </a:cubicBezTo>
                  <a:cubicBezTo>
                    <a:pt x="142" y="72"/>
                    <a:pt x="150" y="53"/>
                    <a:pt x="139" y="40"/>
                  </a:cubicBezTo>
                  <a:cubicBezTo>
                    <a:pt x="146" y="22"/>
                    <a:pt x="126" y="0"/>
                    <a:pt x="91" y="3"/>
                  </a:cubicBezTo>
                  <a:cubicBezTo>
                    <a:pt x="66" y="6"/>
                    <a:pt x="63" y="19"/>
                    <a:pt x="63" y="19"/>
                  </a:cubicBezTo>
                  <a:cubicBezTo>
                    <a:pt x="63" y="19"/>
                    <a:pt x="33" y="16"/>
                    <a:pt x="21" y="41"/>
                  </a:cubicBezTo>
                  <a:cubicBezTo>
                    <a:pt x="10" y="62"/>
                    <a:pt x="23" y="74"/>
                    <a:pt x="23" y="74"/>
                  </a:cubicBezTo>
                  <a:cubicBezTo>
                    <a:pt x="23" y="74"/>
                    <a:pt x="0" y="80"/>
                    <a:pt x="6" y="110"/>
                  </a:cubicBezTo>
                  <a:cubicBezTo>
                    <a:pt x="13" y="141"/>
                    <a:pt x="38" y="134"/>
                    <a:pt x="38" y="134"/>
                  </a:cubicBezTo>
                  <a:cubicBezTo>
                    <a:pt x="38" y="134"/>
                    <a:pt x="32" y="163"/>
                    <a:pt x="65" y="164"/>
                  </a:cubicBezTo>
                  <a:cubicBezTo>
                    <a:pt x="94" y="164"/>
                    <a:pt x="94" y="143"/>
                    <a:pt x="94" y="143"/>
                  </a:cubicBezTo>
                  <a:cubicBezTo>
                    <a:pt x="94" y="143"/>
                    <a:pt x="131" y="139"/>
                    <a:pt x="119" y="112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347" name="Google Shape;1347;p50"/>
            <p:cNvSpPr/>
            <p:nvPr/>
          </p:nvSpPr>
          <p:spPr>
            <a:xfrm>
              <a:off x="6459538" y="2206626"/>
              <a:ext cx="153988" cy="182563"/>
            </a:xfrm>
            <a:custGeom>
              <a:rect b="b" l="l" r="r" t="t"/>
              <a:pathLst>
                <a:path extrusionOk="0" h="43" w="36">
                  <a:moveTo>
                    <a:pt x="3" y="20"/>
                  </a:moveTo>
                  <a:cubicBezTo>
                    <a:pt x="6" y="29"/>
                    <a:pt x="13" y="35"/>
                    <a:pt x="19" y="38"/>
                  </a:cubicBezTo>
                  <a:cubicBezTo>
                    <a:pt x="28" y="43"/>
                    <a:pt x="36" y="33"/>
                    <a:pt x="34" y="23"/>
                  </a:cubicBezTo>
                  <a:cubicBezTo>
                    <a:pt x="33" y="14"/>
                    <a:pt x="24" y="2"/>
                    <a:pt x="14" y="1"/>
                  </a:cubicBezTo>
                  <a:cubicBezTo>
                    <a:pt x="4" y="0"/>
                    <a:pt x="0" y="11"/>
                    <a:pt x="3" y="20"/>
                  </a:cubicBez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348" name="Google Shape;1348;p50"/>
            <p:cNvSpPr/>
            <p:nvPr/>
          </p:nvSpPr>
          <p:spPr>
            <a:xfrm>
              <a:off x="8016875" y="5702301"/>
              <a:ext cx="255588" cy="425450"/>
            </a:xfrm>
            <a:custGeom>
              <a:rect b="b" l="l" r="r" t="t"/>
              <a:pathLst>
                <a:path extrusionOk="0" h="268" w="161">
                  <a:moveTo>
                    <a:pt x="67" y="268"/>
                  </a:moveTo>
                  <a:lnTo>
                    <a:pt x="161" y="228"/>
                  </a:lnTo>
                  <a:lnTo>
                    <a:pt x="94" y="0"/>
                  </a:lnTo>
                  <a:lnTo>
                    <a:pt x="0" y="38"/>
                  </a:lnTo>
                  <a:lnTo>
                    <a:pt x="67" y="268"/>
                  </a:ln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349" name="Google Shape;1349;p50"/>
            <p:cNvSpPr/>
            <p:nvPr/>
          </p:nvSpPr>
          <p:spPr>
            <a:xfrm>
              <a:off x="8016875" y="5702301"/>
              <a:ext cx="255588" cy="425450"/>
            </a:xfrm>
            <a:custGeom>
              <a:rect b="b" l="l" r="r" t="t"/>
              <a:pathLst>
                <a:path extrusionOk="0" h="268" w="161">
                  <a:moveTo>
                    <a:pt x="67" y="268"/>
                  </a:moveTo>
                  <a:lnTo>
                    <a:pt x="161" y="228"/>
                  </a:lnTo>
                  <a:lnTo>
                    <a:pt x="94" y="0"/>
                  </a:lnTo>
                  <a:lnTo>
                    <a:pt x="0" y="38"/>
                  </a:lnTo>
                  <a:lnTo>
                    <a:pt x="67" y="268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350" name="Google Shape;1350;p50"/>
            <p:cNvSpPr/>
            <p:nvPr/>
          </p:nvSpPr>
          <p:spPr>
            <a:xfrm>
              <a:off x="8191500" y="5792788"/>
              <a:ext cx="28575" cy="88900"/>
            </a:xfrm>
            <a:custGeom>
              <a:rect b="b" l="l" r="r" t="t"/>
              <a:pathLst>
                <a:path extrusionOk="0" h="56" w="18">
                  <a:moveTo>
                    <a:pt x="0" y="0"/>
                  </a:moveTo>
                  <a:lnTo>
                    <a:pt x="0" y="0"/>
                  </a:lnTo>
                  <a:lnTo>
                    <a:pt x="18" y="56"/>
                  </a:lnTo>
                  <a:lnTo>
                    <a:pt x="18" y="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351" name="Google Shape;1351;p50"/>
            <p:cNvSpPr/>
            <p:nvPr/>
          </p:nvSpPr>
          <p:spPr>
            <a:xfrm>
              <a:off x="8191500" y="5792788"/>
              <a:ext cx="28575" cy="88900"/>
            </a:xfrm>
            <a:custGeom>
              <a:rect b="b" l="l" r="r" t="t"/>
              <a:pathLst>
                <a:path extrusionOk="0" h="56" w="18">
                  <a:moveTo>
                    <a:pt x="0" y="0"/>
                  </a:moveTo>
                  <a:lnTo>
                    <a:pt x="0" y="0"/>
                  </a:lnTo>
                  <a:lnTo>
                    <a:pt x="18" y="56"/>
                  </a:lnTo>
                  <a:lnTo>
                    <a:pt x="18" y="56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352" name="Google Shape;1352;p50"/>
            <p:cNvSpPr/>
            <p:nvPr/>
          </p:nvSpPr>
          <p:spPr>
            <a:xfrm>
              <a:off x="8042275" y="5792788"/>
              <a:ext cx="177800" cy="147638"/>
            </a:xfrm>
            <a:custGeom>
              <a:rect b="b" l="l" r="r" t="t"/>
              <a:pathLst>
                <a:path extrusionOk="0" h="93" w="112">
                  <a:moveTo>
                    <a:pt x="94" y="0"/>
                  </a:moveTo>
                  <a:lnTo>
                    <a:pt x="0" y="34"/>
                  </a:lnTo>
                  <a:lnTo>
                    <a:pt x="16" y="93"/>
                  </a:lnTo>
                  <a:lnTo>
                    <a:pt x="112" y="56"/>
                  </a:lnTo>
                  <a:lnTo>
                    <a:pt x="94" y="0"/>
                  </a:lnTo>
                  <a:close/>
                </a:path>
              </a:pathLst>
            </a:custGeom>
            <a:solidFill>
              <a:srgbClr val="91494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353" name="Google Shape;1353;p50"/>
            <p:cNvSpPr/>
            <p:nvPr/>
          </p:nvSpPr>
          <p:spPr>
            <a:xfrm>
              <a:off x="8042275" y="5792788"/>
              <a:ext cx="177800" cy="147638"/>
            </a:xfrm>
            <a:custGeom>
              <a:rect b="b" l="l" r="r" t="t"/>
              <a:pathLst>
                <a:path extrusionOk="0" h="93" w="112">
                  <a:moveTo>
                    <a:pt x="94" y="0"/>
                  </a:moveTo>
                  <a:lnTo>
                    <a:pt x="0" y="34"/>
                  </a:lnTo>
                  <a:lnTo>
                    <a:pt x="16" y="93"/>
                  </a:lnTo>
                  <a:lnTo>
                    <a:pt x="112" y="56"/>
                  </a:lnTo>
                  <a:lnTo>
                    <a:pt x="94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354" name="Google Shape;1354;p50"/>
            <p:cNvSpPr/>
            <p:nvPr/>
          </p:nvSpPr>
          <p:spPr>
            <a:xfrm>
              <a:off x="8075613" y="5975351"/>
              <a:ext cx="506413" cy="268288"/>
            </a:xfrm>
            <a:custGeom>
              <a:rect b="b" l="l" r="r" t="t"/>
              <a:pathLst>
                <a:path extrusionOk="0" h="63" w="119">
                  <a:moveTo>
                    <a:pt x="43" y="7"/>
                  </a:moveTo>
                  <a:cubicBezTo>
                    <a:pt x="3" y="21"/>
                    <a:pt x="3" y="21"/>
                    <a:pt x="3" y="21"/>
                  </a:cubicBezTo>
                  <a:cubicBezTo>
                    <a:pt x="1" y="21"/>
                    <a:pt x="0" y="23"/>
                    <a:pt x="1" y="24"/>
                  </a:cubicBezTo>
                  <a:cubicBezTo>
                    <a:pt x="10" y="57"/>
                    <a:pt x="10" y="57"/>
                    <a:pt x="10" y="57"/>
                  </a:cubicBezTo>
                  <a:cubicBezTo>
                    <a:pt x="11" y="61"/>
                    <a:pt x="15" y="63"/>
                    <a:pt x="19" y="61"/>
                  </a:cubicBezTo>
                  <a:cubicBezTo>
                    <a:pt x="33" y="56"/>
                    <a:pt x="38" y="53"/>
                    <a:pt x="56" y="46"/>
                  </a:cubicBezTo>
                  <a:cubicBezTo>
                    <a:pt x="66" y="41"/>
                    <a:pt x="92" y="30"/>
                    <a:pt x="106" y="22"/>
                  </a:cubicBezTo>
                  <a:cubicBezTo>
                    <a:pt x="119" y="14"/>
                    <a:pt x="111" y="0"/>
                    <a:pt x="105" y="3"/>
                  </a:cubicBezTo>
                  <a:cubicBezTo>
                    <a:pt x="89" y="8"/>
                    <a:pt x="63" y="11"/>
                    <a:pt x="50" y="7"/>
                  </a:cubicBezTo>
                  <a:cubicBezTo>
                    <a:pt x="48" y="6"/>
                    <a:pt x="46" y="6"/>
                    <a:pt x="43" y="7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355" name="Google Shape;1355;p50"/>
            <p:cNvSpPr/>
            <p:nvPr/>
          </p:nvSpPr>
          <p:spPr>
            <a:xfrm>
              <a:off x="6254750" y="4005263"/>
              <a:ext cx="1974850" cy="1854200"/>
            </a:xfrm>
            <a:custGeom>
              <a:rect b="b" l="l" r="r" t="t"/>
              <a:pathLst>
                <a:path extrusionOk="0" h="436" w="464">
                  <a:moveTo>
                    <a:pt x="153" y="6"/>
                  </a:moveTo>
                  <a:cubicBezTo>
                    <a:pt x="153" y="6"/>
                    <a:pt x="422" y="30"/>
                    <a:pt x="429" y="107"/>
                  </a:cubicBezTo>
                  <a:cubicBezTo>
                    <a:pt x="443" y="265"/>
                    <a:pt x="464" y="416"/>
                    <a:pt x="464" y="416"/>
                  </a:cubicBezTo>
                  <a:cubicBezTo>
                    <a:pt x="410" y="436"/>
                    <a:pt x="410" y="436"/>
                    <a:pt x="410" y="436"/>
                  </a:cubicBezTo>
                  <a:cubicBezTo>
                    <a:pt x="410" y="436"/>
                    <a:pt x="343" y="263"/>
                    <a:pt x="344" y="140"/>
                  </a:cubicBezTo>
                  <a:cubicBezTo>
                    <a:pt x="266" y="118"/>
                    <a:pt x="62" y="150"/>
                    <a:pt x="29" y="91"/>
                  </a:cubicBezTo>
                  <a:cubicBezTo>
                    <a:pt x="0" y="38"/>
                    <a:pt x="25" y="0"/>
                    <a:pt x="25" y="0"/>
                  </a:cubicBezTo>
                  <a:cubicBezTo>
                    <a:pt x="153" y="6"/>
                    <a:pt x="153" y="6"/>
                    <a:pt x="153" y="6"/>
                  </a:cubicBezTo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356" name="Google Shape;1356;p50"/>
            <p:cNvSpPr/>
            <p:nvPr/>
          </p:nvSpPr>
          <p:spPr>
            <a:xfrm>
              <a:off x="7931150" y="5686426"/>
              <a:ext cx="341313" cy="228600"/>
            </a:xfrm>
            <a:custGeom>
              <a:rect b="b" l="l" r="r" t="t"/>
              <a:pathLst>
                <a:path extrusionOk="0" h="144" w="215">
                  <a:moveTo>
                    <a:pt x="32" y="144"/>
                  </a:moveTo>
                  <a:lnTo>
                    <a:pt x="215" y="83"/>
                  </a:lnTo>
                  <a:lnTo>
                    <a:pt x="207" y="0"/>
                  </a:lnTo>
                  <a:lnTo>
                    <a:pt x="0" y="64"/>
                  </a:lnTo>
                  <a:lnTo>
                    <a:pt x="32" y="144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357" name="Google Shape;1357;p50"/>
            <p:cNvSpPr/>
            <p:nvPr/>
          </p:nvSpPr>
          <p:spPr>
            <a:xfrm>
              <a:off x="8275638" y="5965826"/>
              <a:ext cx="77788" cy="55563"/>
            </a:xfrm>
            <a:custGeom>
              <a:rect b="b" l="l" r="r" t="t"/>
              <a:pathLst>
                <a:path extrusionOk="0" h="13" w="18">
                  <a:moveTo>
                    <a:pt x="11" y="11"/>
                  </a:moveTo>
                  <a:cubicBezTo>
                    <a:pt x="8" y="12"/>
                    <a:pt x="4" y="12"/>
                    <a:pt x="1" y="13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1" y="10"/>
                    <a:pt x="9" y="0"/>
                    <a:pt x="14" y="0"/>
                  </a:cubicBezTo>
                  <a:cubicBezTo>
                    <a:pt x="15" y="0"/>
                    <a:pt x="16" y="0"/>
                    <a:pt x="17" y="1"/>
                  </a:cubicBezTo>
                  <a:cubicBezTo>
                    <a:pt x="18" y="3"/>
                    <a:pt x="18" y="5"/>
                    <a:pt x="17" y="6"/>
                  </a:cubicBezTo>
                  <a:cubicBezTo>
                    <a:pt x="17" y="8"/>
                    <a:pt x="14" y="10"/>
                    <a:pt x="11" y="11"/>
                  </a:cubicBezTo>
                  <a:close/>
                  <a:moveTo>
                    <a:pt x="3" y="11"/>
                  </a:moveTo>
                  <a:cubicBezTo>
                    <a:pt x="10" y="10"/>
                    <a:pt x="15" y="8"/>
                    <a:pt x="16" y="6"/>
                  </a:cubicBezTo>
                  <a:cubicBezTo>
                    <a:pt x="16" y="5"/>
                    <a:pt x="16" y="4"/>
                    <a:pt x="15" y="2"/>
                  </a:cubicBezTo>
                  <a:cubicBezTo>
                    <a:pt x="15" y="2"/>
                    <a:pt x="15" y="2"/>
                    <a:pt x="14" y="1"/>
                  </a:cubicBezTo>
                  <a:cubicBezTo>
                    <a:pt x="11" y="1"/>
                    <a:pt x="6" y="7"/>
                    <a:pt x="3" y="1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358" name="Google Shape;1358;p50"/>
            <p:cNvSpPr/>
            <p:nvPr/>
          </p:nvSpPr>
          <p:spPr>
            <a:xfrm>
              <a:off x="8259763" y="5940426"/>
              <a:ext cx="46038" cy="80963"/>
            </a:xfrm>
            <a:custGeom>
              <a:rect b="b" l="l" r="r" t="t"/>
              <a:pathLst>
                <a:path extrusionOk="0" h="19" w="11">
                  <a:moveTo>
                    <a:pt x="5" y="19"/>
                  </a:moveTo>
                  <a:cubicBezTo>
                    <a:pt x="5" y="19"/>
                    <a:pt x="5" y="19"/>
                    <a:pt x="5" y="19"/>
                  </a:cubicBezTo>
                  <a:cubicBezTo>
                    <a:pt x="4" y="18"/>
                    <a:pt x="4" y="18"/>
                    <a:pt x="4" y="18"/>
                  </a:cubicBezTo>
                  <a:cubicBezTo>
                    <a:pt x="4" y="18"/>
                    <a:pt x="0" y="8"/>
                    <a:pt x="2" y="3"/>
                  </a:cubicBezTo>
                  <a:cubicBezTo>
                    <a:pt x="3" y="2"/>
                    <a:pt x="4" y="1"/>
                    <a:pt x="5" y="0"/>
                  </a:cubicBezTo>
                  <a:cubicBezTo>
                    <a:pt x="7" y="0"/>
                    <a:pt x="8" y="1"/>
                    <a:pt x="9" y="2"/>
                  </a:cubicBezTo>
                  <a:cubicBezTo>
                    <a:pt x="11" y="6"/>
                    <a:pt x="9" y="15"/>
                    <a:pt x="6" y="18"/>
                  </a:cubicBezTo>
                  <a:lnTo>
                    <a:pt x="5" y="19"/>
                  </a:lnTo>
                  <a:close/>
                  <a:moveTo>
                    <a:pt x="5" y="2"/>
                  </a:moveTo>
                  <a:cubicBezTo>
                    <a:pt x="5" y="2"/>
                    <a:pt x="4" y="3"/>
                    <a:pt x="4" y="4"/>
                  </a:cubicBezTo>
                  <a:cubicBezTo>
                    <a:pt x="2" y="6"/>
                    <a:pt x="4" y="13"/>
                    <a:pt x="5" y="16"/>
                  </a:cubicBezTo>
                  <a:cubicBezTo>
                    <a:pt x="8" y="12"/>
                    <a:pt x="9" y="5"/>
                    <a:pt x="8" y="3"/>
                  </a:cubicBezTo>
                  <a:cubicBezTo>
                    <a:pt x="7" y="2"/>
                    <a:pt x="7" y="2"/>
                    <a:pt x="6" y="2"/>
                  </a:cubicBezTo>
                  <a:lnTo>
                    <a:pt x="5" y="2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359" name="Google Shape;1359;p50"/>
            <p:cNvSpPr/>
            <p:nvPr/>
          </p:nvSpPr>
          <p:spPr>
            <a:xfrm>
              <a:off x="7315200" y="5846763"/>
              <a:ext cx="187325" cy="387350"/>
            </a:xfrm>
            <a:custGeom>
              <a:rect b="b" l="l" r="r" t="t"/>
              <a:pathLst>
                <a:path extrusionOk="0" h="244" w="118">
                  <a:moveTo>
                    <a:pt x="0" y="244"/>
                  </a:moveTo>
                  <a:lnTo>
                    <a:pt x="102" y="239"/>
                  </a:lnTo>
                  <a:lnTo>
                    <a:pt x="118" y="0"/>
                  </a:lnTo>
                  <a:lnTo>
                    <a:pt x="16" y="3"/>
                  </a:lnTo>
                  <a:lnTo>
                    <a:pt x="0" y="244"/>
                  </a:ln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360" name="Google Shape;1360;p50"/>
            <p:cNvSpPr/>
            <p:nvPr/>
          </p:nvSpPr>
          <p:spPr>
            <a:xfrm>
              <a:off x="7315200" y="5846763"/>
              <a:ext cx="187325" cy="387350"/>
            </a:xfrm>
            <a:custGeom>
              <a:rect b="b" l="l" r="r" t="t"/>
              <a:pathLst>
                <a:path extrusionOk="0" h="244" w="118">
                  <a:moveTo>
                    <a:pt x="0" y="244"/>
                  </a:moveTo>
                  <a:lnTo>
                    <a:pt x="102" y="239"/>
                  </a:lnTo>
                  <a:lnTo>
                    <a:pt x="118" y="0"/>
                  </a:lnTo>
                  <a:lnTo>
                    <a:pt x="16" y="3"/>
                  </a:lnTo>
                  <a:lnTo>
                    <a:pt x="0" y="244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361" name="Google Shape;1361;p50"/>
            <p:cNvSpPr/>
            <p:nvPr/>
          </p:nvSpPr>
          <p:spPr>
            <a:xfrm>
              <a:off x="7267575" y="6191251"/>
              <a:ext cx="485775" cy="196850"/>
            </a:xfrm>
            <a:custGeom>
              <a:rect b="b" l="l" r="r" t="t"/>
              <a:pathLst>
                <a:path extrusionOk="0" h="46" w="114">
                  <a:moveTo>
                    <a:pt x="49" y="2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5" y="0"/>
                    <a:pt x="4" y="1"/>
                    <a:pt x="4" y="3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40"/>
                    <a:pt x="3" y="44"/>
                    <a:pt x="7" y="44"/>
                  </a:cubicBezTo>
                  <a:cubicBezTo>
                    <a:pt x="22" y="44"/>
                    <a:pt x="29" y="44"/>
                    <a:pt x="48" y="44"/>
                  </a:cubicBezTo>
                  <a:cubicBezTo>
                    <a:pt x="60" y="44"/>
                    <a:pt x="82" y="46"/>
                    <a:pt x="98" y="44"/>
                  </a:cubicBezTo>
                  <a:cubicBezTo>
                    <a:pt x="114" y="42"/>
                    <a:pt x="112" y="26"/>
                    <a:pt x="105" y="26"/>
                  </a:cubicBezTo>
                  <a:cubicBezTo>
                    <a:pt x="89" y="25"/>
                    <a:pt x="67" y="13"/>
                    <a:pt x="56" y="4"/>
                  </a:cubicBezTo>
                  <a:cubicBezTo>
                    <a:pt x="54" y="3"/>
                    <a:pt x="52" y="2"/>
                    <a:pt x="49" y="2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362" name="Google Shape;1362;p50"/>
            <p:cNvSpPr/>
            <p:nvPr/>
          </p:nvSpPr>
          <p:spPr>
            <a:xfrm>
              <a:off x="7489825" y="6183313"/>
              <a:ext cx="84138" cy="47625"/>
            </a:xfrm>
            <a:custGeom>
              <a:rect b="b" l="l" r="r" t="t"/>
              <a:pathLst>
                <a:path extrusionOk="0" h="11" w="20">
                  <a:moveTo>
                    <a:pt x="11" y="11"/>
                  </a:moveTo>
                  <a:cubicBezTo>
                    <a:pt x="7" y="11"/>
                    <a:pt x="3" y="10"/>
                    <a:pt x="1" y="9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2" y="7"/>
                    <a:pt x="13" y="0"/>
                    <a:pt x="17" y="2"/>
                  </a:cubicBezTo>
                  <a:cubicBezTo>
                    <a:pt x="18" y="2"/>
                    <a:pt x="19" y="3"/>
                    <a:pt x="19" y="4"/>
                  </a:cubicBezTo>
                  <a:cubicBezTo>
                    <a:pt x="20" y="6"/>
                    <a:pt x="19" y="8"/>
                    <a:pt x="18" y="9"/>
                  </a:cubicBezTo>
                  <a:cubicBezTo>
                    <a:pt x="17" y="11"/>
                    <a:pt x="14" y="11"/>
                    <a:pt x="11" y="11"/>
                  </a:cubicBezTo>
                  <a:close/>
                  <a:moveTo>
                    <a:pt x="3" y="8"/>
                  </a:moveTo>
                  <a:cubicBezTo>
                    <a:pt x="10" y="10"/>
                    <a:pt x="15" y="10"/>
                    <a:pt x="17" y="8"/>
                  </a:cubicBezTo>
                  <a:cubicBezTo>
                    <a:pt x="18" y="7"/>
                    <a:pt x="18" y="6"/>
                    <a:pt x="18" y="5"/>
                  </a:cubicBezTo>
                  <a:cubicBezTo>
                    <a:pt x="17" y="4"/>
                    <a:pt x="17" y="4"/>
                    <a:pt x="17" y="3"/>
                  </a:cubicBezTo>
                  <a:cubicBezTo>
                    <a:pt x="14" y="2"/>
                    <a:pt x="8" y="5"/>
                    <a:pt x="3" y="8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363" name="Google Shape;1363;p50"/>
            <p:cNvSpPr/>
            <p:nvPr/>
          </p:nvSpPr>
          <p:spPr>
            <a:xfrm>
              <a:off x="7485063" y="6149976"/>
              <a:ext cx="50800" cy="71438"/>
            </a:xfrm>
            <a:custGeom>
              <a:rect b="b" l="l" r="r" t="t"/>
              <a:pathLst>
                <a:path extrusionOk="0" h="17" w="12">
                  <a:moveTo>
                    <a:pt x="2" y="17"/>
                  </a:moveTo>
                  <a:cubicBezTo>
                    <a:pt x="1" y="17"/>
                    <a:pt x="1" y="17"/>
                    <a:pt x="1" y="17"/>
                  </a:cubicBezTo>
                  <a:cubicBezTo>
                    <a:pt x="1" y="16"/>
                    <a:pt x="1" y="16"/>
                    <a:pt x="1" y="16"/>
                  </a:cubicBezTo>
                  <a:cubicBezTo>
                    <a:pt x="1" y="16"/>
                    <a:pt x="0" y="5"/>
                    <a:pt x="4" y="1"/>
                  </a:cubicBezTo>
                  <a:cubicBezTo>
                    <a:pt x="6" y="0"/>
                    <a:pt x="7" y="0"/>
                    <a:pt x="8" y="0"/>
                  </a:cubicBezTo>
                  <a:cubicBezTo>
                    <a:pt x="10" y="0"/>
                    <a:pt x="11" y="1"/>
                    <a:pt x="11" y="3"/>
                  </a:cubicBezTo>
                  <a:cubicBezTo>
                    <a:pt x="12" y="7"/>
                    <a:pt x="6" y="15"/>
                    <a:pt x="2" y="17"/>
                  </a:cubicBezTo>
                  <a:close/>
                  <a:moveTo>
                    <a:pt x="8" y="2"/>
                  </a:moveTo>
                  <a:cubicBezTo>
                    <a:pt x="7" y="2"/>
                    <a:pt x="6" y="2"/>
                    <a:pt x="6" y="3"/>
                  </a:cubicBezTo>
                  <a:cubicBezTo>
                    <a:pt x="3" y="5"/>
                    <a:pt x="3" y="11"/>
                    <a:pt x="3" y="15"/>
                  </a:cubicBezTo>
                  <a:cubicBezTo>
                    <a:pt x="6" y="12"/>
                    <a:pt x="10" y="6"/>
                    <a:pt x="10" y="3"/>
                  </a:cubicBezTo>
                  <a:cubicBezTo>
                    <a:pt x="10" y="3"/>
                    <a:pt x="9" y="2"/>
                    <a:pt x="8" y="2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364" name="Google Shape;1364;p50"/>
            <p:cNvSpPr/>
            <p:nvPr/>
          </p:nvSpPr>
          <p:spPr>
            <a:xfrm>
              <a:off x="7323138" y="5995988"/>
              <a:ext cx="4763" cy="68263"/>
            </a:xfrm>
            <a:custGeom>
              <a:rect b="b" l="l" r="r" t="t"/>
              <a:pathLst>
                <a:path extrusionOk="0" h="43" w="3">
                  <a:moveTo>
                    <a:pt x="3" y="0"/>
                  </a:moveTo>
                  <a:lnTo>
                    <a:pt x="3" y="0"/>
                  </a:lnTo>
                  <a:lnTo>
                    <a:pt x="0" y="43"/>
                  </a:lnTo>
                  <a:lnTo>
                    <a:pt x="0" y="43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365" name="Google Shape;1365;p50"/>
            <p:cNvSpPr/>
            <p:nvPr/>
          </p:nvSpPr>
          <p:spPr>
            <a:xfrm>
              <a:off x="7323138" y="5995988"/>
              <a:ext cx="4763" cy="68263"/>
            </a:xfrm>
            <a:custGeom>
              <a:rect b="b" l="l" r="r" t="t"/>
              <a:pathLst>
                <a:path extrusionOk="0" h="43" w="3">
                  <a:moveTo>
                    <a:pt x="3" y="0"/>
                  </a:moveTo>
                  <a:lnTo>
                    <a:pt x="3" y="0"/>
                  </a:lnTo>
                  <a:lnTo>
                    <a:pt x="0" y="43"/>
                  </a:lnTo>
                  <a:lnTo>
                    <a:pt x="0" y="43"/>
                  </a:lnTo>
                  <a:lnTo>
                    <a:pt x="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366" name="Google Shape;1366;p50"/>
            <p:cNvSpPr/>
            <p:nvPr/>
          </p:nvSpPr>
          <p:spPr>
            <a:xfrm>
              <a:off x="7323138" y="5992813"/>
              <a:ext cx="166688" cy="71438"/>
            </a:xfrm>
            <a:custGeom>
              <a:rect b="b" l="l" r="r" t="t"/>
              <a:pathLst>
                <a:path extrusionOk="0" h="45" w="105">
                  <a:moveTo>
                    <a:pt x="105" y="0"/>
                  </a:moveTo>
                  <a:lnTo>
                    <a:pt x="3" y="2"/>
                  </a:lnTo>
                  <a:lnTo>
                    <a:pt x="0" y="45"/>
                  </a:lnTo>
                  <a:lnTo>
                    <a:pt x="102" y="45"/>
                  </a:lnTo>
                  <a:lnTo>
                    <a:pt x="105" y="0"/>
                  </a:lnTo>
                  <a:close/>
                </a:path>
              </a:pathLst>
            </a:custGeom>
            <a:solidFill>
              <a:srgbClr val="91494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367" name="Google Shape;1367;p50"/>
            <p:cNvSpPr/>
            <p:nvPr/>
          </p:nvSpPr>
          <p:spPr>
            <a:xfrm>
              <a:off x="7323138" y="5992813"/>
              <a:ext cx="166688" cy="71438"/>
            </a:xfrm>
            <a:custGeom>
              <a:rect b="b" l="l" r="r" t="t"/>
              <a:pathLst>
                <a:path extrusionOk="0" h="45" w="105">
                  <a:moveTo>
                    <a:pt x="105" y="0"/>
                  </a:moveTo>
                  <a:lnTo>
                    <a:pt x="3" y="2"/>
                  </a:lnTo>
                  <a:lnTo>
                    <a:pt x="0" y="45"/>
                  </a:lnTo>
                  <a:lnTo>
                    <a:pt x="102" y="45"/>
                  </a:lnTo>
                  <a:lnTo>
                    <a:pt x="105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368" name="Google Shape;1368;p50"/>
            <p:cNvSpPr/>
            <p:nvPr/>
          </p:nvSpPr>
          <p:spPr>
            <a:xfrm>
              <a:off x="5919788" y="3992563"/>
              <a:ext cx="1841500" cy="2003425"/>
            </a:xfrm>
            <a:custGeom>
              <a:rect b="b" l="l" r="r" t="t"/>
              <a:pathLst>
                <a:path extrusionOk="0" h="471" w="433">
                  <a:moveTo>
                    <a:pt x="143" y="5"/>
                  </a:moveTo>
                  <a:cubicBezTo>
                    <a:pt x="143" y="5"/>
                    <a:pt x="433" y="49"/>
                    <a:pt x="428" y="116"/>
                  </a:cubicBezTo>
                  <a:cubicBezTo>
                    <a:pt x="420" y="236"/>
                    <a:pt x="379" y="470"/>
                    <a:pt x="379" y="470"/>
                  </a:cubicBezTo>
                  <a:cubicBezTo>
                    <a:pt x="322" y="471"/>
                    <a:pt x="322" y="471"/>
                    <a:pt x="322" y="471"/>
                  </a:cubicBezTo>
                  <a:cubicBezTo>
                    <a:pt x="322" y="471"/>
                    <a:pt x="309" y="230"/>
                    <a:pt x="330" y="143"/>
                  </a:cubicBezTo>
                  <a:cubicBezTo>
                    <a:pt x="259" y="143"/>
                    <a:pt x="58" y="140"/>
                    <a:pt x="31" y="104"/>
                  </a:cubicBezTo>
                  <a:cubicBezTo>
                    <a:pt x="0" y="63"/>
                    <a:pt x="32" y="0"/>
                    <a:pt x="32" y="0"/>
                  </a:cubicBezTo>
                  <a:cubicBezTo>
                    <a:pt x="143" y="5"/>
                    <a:pt x="143" y="5"/>
                    <a:pt x="143" y="5"/>
                  </a:cubicBezTo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369" name="Google Shape;1369;p50"/>
            <p:cNvSpPr/>
            <p:nvPr/>
          </p:nvSpPr>
          <p:spPr>
            <a:xfrm>
              <a:off x="7246938" y="5856288"/>
              <a:ext cx="322263" cy="157163"/>
            </a:xfrm>
            <a:custGeom>
              <a:rect b="b" l="l" r="r" t="t"/>
              <a:pathLst>
                <a:path extrusionOk="0" h="99" w="203">
                  <a:moveTo>
                    <a:pt x="11" y="99"/>
                  </a:moveTo>
                  <a:lnTo>
                    <a:pt x="195" y="96"/>
                  </a:lnTo>
                  <a:lnTo>
                    <a:pt x="203" y="0"/>
                  </a:lnTo>
                  <a:lnTo>
                    <a:pt x="0" y="8"/>
                  </a:lnTo>
                  <a:lnTo>
                    <a:pt x="11" y="99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370" name="Google Shape;1370;p50"/>
            <p:cNvSpPr/>
            <p:nvPr/>
          </p:nvSpPr>
          <p:spPr>
            <a:xfrm>
              <a:off x="6000750" y="2690813"/>
              <a:ext cx="904875" cy="1339850"/>
            </a:xfrm>
            <a:custGeom>
              <a:rect b="b" l="l" r="r" t="t"/>
              <a:pathLst>
                <a:path extrusionOk="0" h="315" w="213">
                  <a:moveTo>
                    <a:pt x="175" y="5"/>
                  </a:moveTo>
                  <a:cubicBezTo>
                    <a:pt x="152" y="0"/>
                    <a:pt x="47" y="2"/>
                    <a:pt x="47" y="2"/>
                  </a:cubicBezTo>
                  <a:cubicBezTo>
                    <a:pt x="25" y="1"/>
                    <a:pt x="6" y="17"/>
                    <a:pt x="4" y="39"/>
                  </a:cubicBezTo>
                  <a:cubicBezTo>
                    <a:pt x="0" y="71"/>
                    <a:pt x="21" y="144"/>
                    <a:pt x="21" y="181"/>
                  </a:cubicBezTo>
                  <a:cubicBezTo>
                    <a:pt x="22" y="226"/>
                    <a:pt x="13" y="245"/>
                    <a:pt x="13" y="306"/>
                  </a:cubicBezTo>
                  <a:cubicBezTo>
                    <a:pt x="213" y="315"/>
                    <a:pt x="213" y="315"/>
                    <a:pt x="213" y="315"/>
                  </a:cubicBezTo>
                  <a:cubicBezTo>
                    <a:pt x="213" y="192"/>
                    <a:pt x="208" y="90"/>
                    <a:pt x="203" y="41"/>
                  </a:cubicBezTo>
                  <a:cubicBezTo>
                    <a:pt x="201" y="24"/>
                    <a:pt x="198" y="10"/>
                    <a:pt x="175" y="5"/>
                  </a:cubicBezTo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371" name="Google Shape;1371;p50"/>
            <p:cNvSpPr/>
            <p:nvPr/>
          </p:nvSpPr>
          <p:spPr>
            <a:xfrm>
              <a:off x="6013450" y="2698751"/>
              <a:ext cx="892175" cy="1331913"/>
            </a:xfrm>
            <a:custGeom>
              <a:rect b="b" l="l" r="r" t="t"/>
              <a:pathLst>
                <a:path extrusionOk="0" h="313" w="210">
                  <a:moveTo>
                    <a:pt x="76" y="0"/>
                  </a:moveTo>
                  <a:cubicBezTo>
                    <a:pt x="57" y="0"/>
                    <a:pt x="44" y="0"/>
                    <a:pt x="44" y="0"/>
                  </a:cubicBezTo>
                  <a:cubicBezTo>
                    <a:pt x="43" y="0"/>
                    <a:pt x="43" y="0"/>
                    <a:pt x="42" y="0"/>
                  </a:cubicBezTo>
                  <a:cubicBezTo>
                    <a:pt x="21" y="0"/>
                    <a:pt x="3" y="16"/>
                    <a:pt x="1" y="37"/>
                  </a:cubicBezTo>
                  <a:cubicBezTo>
                    <a:pt x="0" y="40"/>
                    <a:pt x="0" y="42"/>
                    <a:pt x="0" y="46"/>
                  </a:cubicBezTo>
                  <a:cubicBezTo>
                    <a:pt x="0" y="81"/>
                    <a:pt x="18" y="145"/>
                    <a:pt x="18" y="179"/>
                  </a:cubicBezTo>
                  <a:cubicBezTo>
                    <a:pt x="18" y="181"/>
                    <a:pt x="18" y="183"/>
                    <a:pt x="18" y="185"/>
                  </a:cubicBezTo>
                  <a:cubicBezTo>
                    <a:pt x="18" y="226"/>
                    <a:pt x="10" y="245"/>
                    <a:pt x="10" y="304"/>
                  </a:cubicBezTo>
                  <a:cubicBezTo>
                    <a:pt x="210" y="313"/>
                    <a:pt x="210" y="313"/>
                    <a:pt x="210" y="313"/>
                  </a:cubicBezTo>
                  <a:cubicBezTo>
                    <a:pt x="210" y="307"/>
                    <a:pt x="210" y="301"/>
                    <a:pt x="210" y="295"/>
                  </a:cubicBezTo>
                  <a:cubicBezTo>
                    <a:pt x="210" y="295"/>
                    <a:pt x="210" y="295"/>
                    <a:pt x="210" y="295"/>
                  </a:cubicBezTo>
                  <a:cubicBezTo>
                    <a:pt x="210" y="284"/>
                    <a:pt x="210" y="273"/>
                    <a:pt x="210" y="262"/>
                  </a:cubicBezTo>
                  <a:cubicBezTo>
                    <a:pt x="210" y="253"/>
                    <a:pt x="210" y="244"/>
                    <a:pt x="210" y="235"/>
                  </a:cubicBezTo>
                  <a:cubicBezTo>
                    <a:pt x="208" y="148"/>
                    <a:pt x="204" y="77"/>
                    <a:pt x="200" y="39"/>
                  </a:cubicBezTo>
                  <a:cubicBezTo>
                    <a:pt x="198" y="22"/>
                    <a:pt x="195" y="8"/>
                    <a:pt x="172" y="3"/>
                  </a:cubicBezTo>
                  <a:cubicBezTo>
                    <a:pt x="157" y="0"/>
                    <a:pt x="109" y="0"/>
                    <a:pt x="76" y="0"/>
                  </a:cubicBezTo>
                </a:path>
              </a:pathLst>
            </a:custGeom>
            <a:solidFill>
              <a:srgbClr val="7AA3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372" name="Google Shape;1372;p50"/>
            <p:cNvSpPr/>
            <p:nvPr/>
          </p:nvSpPr>
          <p:spPr>
            <a:xfrm>
              <a:off x="6629400" y="2878138"/>
              <a:ext cx="804863" cy="858838"/>
            </a:xfrm>
            <a:custGeom>
              <a:rect b="b" l="l" r="r" t="t"/>
              <a:pathLst>
                <a:path extrusionOk="0" h="202" w="189">
                  <a:moveTo>
                    <a:pt x="54" y="0"/>
                  </a:moveTo>
                  <a:cubicBezTo>
                    <a:pt x="61" y="21"/>
                    <a:pt x="67" y="44"/>
                    <a:pt x="74" y="65"/>
                  </a:cubicBezTo>
                  <a:cubicBezTo>
                    <a:pt x="80" y="87"/>
                    <a:pt x="87" y="109"/>
                    <a:pt x="94" y="129"/>
                  </a:cubicBezTo>
                  <a:cubicBezTo>
                    <a:pt x="96" y="135"/>
                    <a:pt x="98" y="139"/>
                    <a:pt x="100" y="144"/>
                  </a:cubicBezTo>
                  <a:cubicBezTo>
                    <a:pt x="103" y="152"/>
                    <a:pt x="103" y="152"/>
                    <a:pt x="103" y="152"/>
                  </a:cubicBezTo>
                  <a:cubicBezTo>
                    <a:pt x="104" y="152"/>
                    <a:pt x="104" y="152"/>
                    <a:pt x="104" y="152"/>
                  </a:cubicBezTo>
                  <a:cubicBezTo>
                    <a:pt x="104" y="153"/>
                    <a:pt x="104" y="153"/>
                    <a:pt x="104" y="153"/>
                  </a:cubicBezTo>
                  <a:cubicBezTo>
                    <a:pt x="104" y="153"/>
                    <a:pt x="104" y="153"/>
                    <a:pt x="104" y="153"/>
                  </a:cubicBezTo>
                  <a:cubicBezTo>
                    <a:pt x="104" y="153"/>
                    <a:pt x="104" y="153"/>
                    <a:pt x="104" y="153"/>
                  </a:cubicBezTo>
                  <a:cubicBezTo>
                    <a:pt x="104" y="153"/>
                    <a:pt x="104" y="153"/>
                    <a:pt x="104" y="153"/>
                  </a:cubicBezTo>
                  <a:cubicBezTo>
                    <a:pt x="103" y="151"/>
                    <a:pt x="102" y="150"/>
                    <a:pt x="101" y="150"/>
                  </a:cubicBezTo>
                  <a:cubicBezTo>
                    <a:pt x="100" y="148"/>
                    <a:pt x="99" y="148"/>
                    <a:pt x="99" y="148"/>
                  </a:cubicBezTo>
                  <a:cubicBezTo>
                    <a:pt x="99" y="148"/>
                    <a:pt x="100" y="149"/>
                    <a:pt x="102" y="150"/>
                  </a:cubicBezTo>
                  <a:cubicBezTo>
                    <a:pt x="104" y="151"/>
                    <a:pt x="106" y="152"/>
                    <a:pt x="108" y="152"/>
                  </a:cubicBezTo>
                  <a:cubicBezTo>
                    <a:pt x="113" y="154"/>
                    <a:pt x="118" y="155"/>
                    <a:pt x="123" y="157"/>
                  </a:cubicBezTo>
                  <a:cubicBezTo>
                    <a:pt x="144" y="162"/>
                    <a:pt x="167" y="166"/>
                    <a:pt x="189" y="171"/>
                  </a:cubicBezTo>
                  <a:cubicBezTo>
                    <a:pt x="188" y="199"/>
                    <a:pt x="188" y="199"/>
                    <a:pt x="188" y="199"/>
                  </a:cubicBezTo>
                  <a:cubicBezTo>
                    <a:pt x="176" y="200"/>
                    <a:pt x="164" y="201"/>
                    <a:pt x="152" y="202"/>
                  </a:cubicBezTo>
                  <a:cubicBezTo>
                    <a:pt x="140" y="202"/>
                    <a:pt x="128" y="202"/>
                    <a:pt x="116" y="201"/>
                  </a:cubicBezTo>
                  <a:cubicBezTo>
                    <a:pt x="110" y="200"/>
                    <a:pt x="103" y="200"/>
                    <a:pt x="97" y="198"/>
                  </a:cubicBezTo>
                  <a:cubicBezTo>
                    <a:pt x="93" y="198"/>
                    <a:pt x="90" y="197"/>
                    <a:pt x="86" y="196"/>
                  </a:cubicBezTo>
                  <a:cubicBezTo>
                    <a:pt x="82" y="195"/>
                    <a:pt x="78" y="193"/>
                    <a:pt x="73" y="191"/>
                  </a:cubicBezTo>
                  <a:cubicBezTo>
                    <a:pt x="71" y="189"/>
                    <a:pt x="68" y="187"/>
                    <a:pt x="64" y="184"/>
                  </a:cubicBezTo>
                  <a:cubicBezTo>
                    <a:pt x="63" y="182"/>
                    <a:pt x="61" y="180"/>
                    <a:pt x="59" y="177"/>
                  </a:cubicBezTo>
                  <a:cubicBezTo>
                    <a:pt x="58" y="174"/>
                    <a:pt x="58" y="174"/>
                    <a:pt x="58" y="174"/>
                  </a:cubicBezTo>
                  <a:cubicBezTo>
                    <a:pt x="53" y="166"/>
                    <a:pt x="53" y="166"/>
                    <a:pt x="53" y="166"/>
                  </a:cubicBezTo>
                  <a:cubicBezTo>
                    <a:pt x="51" y="160"/>
                    <a:pt x="48" y="155"/>
                    <a:pt x="46" y="149"/>
                  </a:cubicBezTo>
                  <a:cubicBezTo>
                    <a:pt x="41" y="138"/>
                    <a:pt x="36" y="127"/>
                    <a:pt x="32" y="116"/>
                  </a:cubicBezTo>
                  <a:cubicBezTo>
                    <a:pt x="28" y="104"/>
                    <a:pt x="24" y="93"/>
                    <a:pt x="20" y="82"/>
                  </a:cubicBezTo>
                  <a:cubicBezTo>
                    <a:pt x="13" y="60"/>
                    <a:pt x="6" y="37"/>
                    <a:pt x="0" y="14"/>
                  </a:cubicBezTo>
                  <a:lnTo>
                    <a:pt x="54" y="0"/>
                  </a:ln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373" name="Google Shape;1373;p50"/>
            <p:cNvSpPr/>
            <p:nvPr/>
          </p:nvSpPr>
          <p:spPr>
            <a:xfrm>
              <a:off x="6497638" y="2665413"/>
              <a:ext cx="514350" cy="630238"/>
            </a:xfrm>
            <a:custGeom>
              <a:rect b="b" l="l" r="r" t="t"/>
              <a:pathLst>
                <a:path extrusionOk="0" h="148" w="121">
                  <a:moveTo>
                    <a:pt x="28" y="27"/>
                  </a:moveTo>
                  <a:cubicBezTo>
                    <a:pt x="56" y="0"/>
                    <a:pt x="91" y="15"/>
                    <a:pt x="106" y="65"/>
                  </a:cubicBezTo>
                  <a:cubicBezTo>
                    <a:pt x="121" y="116"/>
                    <a:pt x="118" y="120"/>
                    <a:pt x="118" y="120"/>
                  </a:cubicBezTo>
                  <a:cubicBezTo>
                    <a:pt x="45" y="148"/>
                    <a:pt x="45" y="148"/>
                    <a:pt x="45" y="148"/>
                  </a:cubicBezTo>
                  <a:cubicBezTo>
                    <a:pt x="27" y="100"/>
                    <a:pt x="0" y="56"/>
                    <a:pt x="28" y="27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374" name="Google Shape;1374;p50"/>
            <p:cNvSpPr/>
            <p:nvPr/>
          </p:nvSpPr>
          <p:spPr>
            <a:xfrm>
              <a:off x="7348538" y="3559176"/>
              <a:ext cx="280988" cy="207963"/>
            </a:xfrm>
            <a:custGeom>
              <a:rect b="b" l="l" r="r" t="t"/>
              <a:pathLst>
                <a:path extrusionOk="0" h="49" w="66">
                  <a:moveTo>
                    <a:pt x="39" y="0"/>
                  </a:moveTo>
                  <a:cubicBezTo>
                    <a:pt x="34" y="0"/>
                    <a:pt x="34" y="0"/>
                    <a:pt x="34" y="0"/>
                  </a:cubicBezTo>
                  <a:cubicBezTo>
                    <a:pt x="17" y="0"/>
                    <a:pt x="14" y="4"/>
                    <a:pt x="4" y="14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27" y="49"/>
                    <a:pt x="41" y="33"/>
                    <a:pt x="41" y="33"/>
                  </a:cubicBezTo>
                  <a:cubicBezTo>
                    <a:pt x="66" y="33"/>
                    <a:pt x="66" y="33"/>
                    <a:pt x="66" y="33"/>
                  </a:cubicBezTo>
                  <a:cubicBezTo>
                    <a:pt x="58" y="13"/>
                    <a:pt x="58" y="13"/>
                    <a:pt x="58" y="13"/>
                  </a:cubicBezTo>
                  <a:cubicBezTo>
                    <a:pt x="54" y="6"/>
                    <a:pt x="47" y="1"/>
                    <a:pt x="39" y="0"/>
                  </a:cubicBez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375" name="Google Shape;1375;p50"/>
            <p:cNvSpPr/>
            <p:nvPr/>
          </p:nvSpPr>
          <p:spPr>
            <a:xfrm>
              <a:off x="6046788" y="4503738"/>
              <a:ext cx="1177925" cy="157163"/>
            </a:xfrm>
            <a:custGeom>
              <a:rect b="b" l="l" r="r" t="t"/>
              <a:pathLst>
                <a:path extrusionOk="0" h="37" w="277">
                  <a:moveTo>
                    <a:pt x="10" y="37"/>
                  </a:moveTo>
                  <a:cubicBezTo>
                    <a:pt x="267" y="37"/>
                    <a:pt x="267" y="37"/>
                    <a:pt x="267" y="37"/>
                  </a:cubicBezTo>
                  <a:cubicBezTo>
                    <a:pt x="272" y="37"/>
                    <a:pt x="277" y="33"/>
                    <a:pt x="277" y="27"/>
                  </a:cubicBezTo>
                  <a:cubicBezTo>
                    <a:pt x="277" y="11"/>
                    <a:pt x="277" y="11"/>
                    <a:pt x="277" y="11"/>
                  </a:cubicBezTo>
                  <a:cubicBezTo>
                    <a:pt x="277" y="5"/>
                    <a:pt x="272" y="0"/>
                    <a:pt x="267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33"/>
                    <a:pt x="5" y="37"/>
                    <a:pt x="10" y="37"/>
                  </a:cubicBezTo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376" name="Google Shape;1376;p50"/>
            <p:cNvSpPr/>
            <p:nvPr/>
          </p:nvSpPr>
          <p:spPr>
            <a:xfrm>
              <a:off x="6046788" y="4660901"/>
              <a:ext cx="123825" cy="1747838"/>
            </a:xfrm>
            <a:custGeom>
              <a:rect b="b" l="l" r="r" t="t"/>
              <a:pathLst>
                <a:path extrusionOk="0" h="1101" w="78">
                  <a:moveTo>
                    <a:pt x="32" y="1101"/>
                  </a:moveTo>
                  <a:lnTo>
                    <a:pt x="0" y="1101"/>
                  </a:lnTo>
                  <a:lnTo>
                    <a:pt x="35" y="0"/>
                  </a:lnTo>
                  <a:lnTo>
                    <a:pt x="78" y="0"/>
                  </a:lnTo>
                  <a:lnTo>
                    <a:pt x="32" y="110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377" name="Google Shape;1377;p50"/>
            <p:cNvSpPr/>
            <p:nvPr/>
          </p:nvSpPr>
          <p:spPr>
            <a:xfrm>
              <a:off x="6046788" y="4660901"/>
              <a:ext cx="123825" cy="1747838"/>
            </a:xfrm>
            <a:custGeom>
              <a:rect b="b" l="l" r="r" t="t"/>
              <a:pathLst>
                <a:path extrusionOk="0" h="1101" w="78">
                  <a:moveTo>
                    <a:pt x="32" y="1101"/>
                  </a:moveTo>
                  <a:lnTo>
                    <a:pt x="0" y="1101"/>
                  </a:lnTo>
                  <a:lnTo>
                    <a:pt x="35" y="0"/>
                  </a:lnTo>
                  <a:lnTo>
                    <a:pt x="78" y="0"/>
                  </a:lnTo>
                  <a:lnTo>
                    <a:pt x="32" y="110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378" name="Google Shape;1378;p50"/>
            <p:cNvSpPr/>
            <p:nvPr/>
          </p:nvSpPr>
          <p:spPr>
            <a:xfrm>
              <a:off x="6467475" y="4660901"/>
              <a:ext cx="119063" cy="1747838"/>
            </a:xfrm>
            <a:custGeom>
              <a:rect b="b" l="l" r="r" t="t"/>
              <a:pathLst>
                <a:path extrusionOk="0" h="1101" w="75">
                  <a:moveTo>
                    <a:pt x="46" y="1101"/>
                  </a:moveTo>
                  <a:lnTo>
                    <a:pt x="75" y="1101"/>
                  </a:lnTo>
                  <a:lnTo>
                    <a:pt x="41" y="0"/>
                  </a:lnTo>
                  <a:lnTo>
                    <a:pt x="0" y="0"/>
                  </a:lnTo>
                  <a:lnTo>
                    <a:pt x="46" y="110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379" name="Google Shape;1379;p50"/>
            <p:cNvSpPr/>
            <p:nvPr/>
          </p:nvSpPr>
          <p:spPr>
            <a:xfrm>
              <a:off x="6467475" y="4660901"/>
              <a:ext cx="119063" cy="1747838"/>
            </a:xfrm>
            <a:custGeom>
              <a:rect b="b" l="l" r="r" t="t"/>
              <a:pathLst>
                <a:path extrusionOk="0" h="1101" w="75">
                  <a:moveTo>
                    <a:pt x="46" y="1101"/>
                  </a:moveTo>
                  <a:lnTo>
                    <a:pt x="75" y="1101"/>
                  </a:lnTo>
                  <a:lnTo>
                    <a:pt x="41" y="0"/>
                  </a:lnTo>
                  <a:lnTo>
                    <a:pt x="0" y="0"/>
                  </a:lnTo>
                  <a:lnTo>
                    <a:pt x="46" y="110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380" name="Google Shape;1380;p50"/>
            <p:cNvSpPr/>
            <p:nvPr/>
          </p:nvSpPr>
          <p:spPr>
            <a:xfrm>
              <a:off x="6684963" y="4660901"/>
              <a:ext cx="123825" cy="1747838"/>
            </a:xfrm>
            <a:custGeom>
              <a:rect b="b" l="l" r="r" t="t"/>
              <a:pathLst>
                <a:path extrusionOk="0" h="1101" w="78">
                  <a:moveTo>
                    <a:pt x="30" y="1101"/>
                  </a:moveTo>
                  <a:lnTo>
                    <a:pt x="0" y="1101"/>
                  </a:lnTo>
                  <a:lnTo>
                    <a:pt x="35" y="0"/>
                  </a:lnTo>
                  <a:lnTo>
                    <a:pt x="78" y="0"/>
                  </a:lnTo>
                  <a:lnTo>
                    <a:pt x="30" y="110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381" name="Google Shape;1381;p50"/>
            <p:cNvSpPr/>
            <p:nvPr/>
          </p:nvSpPr>
          <p:spPr>
            <a:xfrm>
              <a:off x="6684963" y="4660901"/>
              <a:ext cx="123825" cy="1747838"/>
            </a:xfrm>
            <a:custGeom>
              <a:rect b="b" l="l" r="r" t="t"/>
              <a:pathLst>
                <a:path extrusionOk="0" h="1101" w="78">
                  <a:moveTo>
                    <a:pt x="30" y="1101"/>
                  </a:moveTo>
                  <a:lnTo>
                    <a:pt x="0" y="1101"/>
                  </a:lnTo>
                  <a:lnTo>
                    <a:pt x="35" y="0"/>
                  </a:lnTo>
                  <a:lnTo>
                    <a:pt x="78" y="0"/>
                  </a:lnTo>
                  <a:lnTo>
                    <a:pt x="30" y="110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382" name="Google Shape;1382;p50"/>
            <p:cNvSpPr/>
            <p:nvPr/>
          </p:nvSpPr>
          <p:spPr>
            <a:xfrm>
              <a:off x="6804025" y="4660901"/>
              <a:ext cx="4763" cy="68263"/>
            </a:xfrm>
            <a:custGeom>
              <a:rect b="b" l="l" r="r" t="t"/>
              <a:pathLst>
                <a:path extrusionOk="0" h="43" w="3">
                  <a:moveTo>
                    <a:pt x="3" y="0"/>
                  </a:moveTo>
                  <a:lnTo>
                    <a:pt x="0" y="0"/>
                  </a:lnTo>
                  <a:lnTo>
                    <a:pt x="0" y="43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8CB0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383" name="Google Shape;1383;p50"/>
            <p:cNvSpPr/>
            <p:nvPr/>
          </p:nvSpPr>
          <p:spPr>
            <a:xfrm>
              <a:off x="6804025" y="4660901"/>
              <a:ext cx="4763" cy="68263"/>
            </a:xfrm>
            <a:custGeom>
              <a:rect b="b" l="l" r="r" t="t"/>
              <a:pathLst>
                <a:path extrusionOk="0" h="43" w="3">
                  <a:moveTo>
                    <a:pt x="3" y="0"/>
                  </a:moveTo>
                  <a:lnTo>
                    <a:pt x="0" y="0"/>
                  </a:lnTo>
                  <a:lnTo>
                    <a:pt x="0" y="43"/>
                  </a:lnTo>
                  <a:lnTo>
                    <a:pt x="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384" name="Google Shape;1384;p50"/>
            <p:cNvSpPr/>
            <p:nvPr/>
          </p:nvSpPr>
          <p:spPr>
            <a:xfrm>
              <a:off x="7102475" y="4660901"/>
              <a:ext cx="122238" cy="1747838"/>
            </a:xfrm>
            <a:custGeom>
              <a:rect b="b" l="l" r="r" t="t"/>
              <a:pathLst>
                <a:path extrusionOk="0" h="1101" w="77">
                  <a:moveTo>
                    <a:pt x="48" y="1101"/>
                  </a:moveTo>
                  <a:lnTo>
                    <a:pt x="77" y="1101"/>
                  </a:lnTo>
                  <a:lnTo>
                    <a:pt x="43" y="0"/>
                  </a:lnTo>
                  <a:lnTo>
                    <a:pt x="0" y="0"/>
                  </a:lnTo>
                  <a:lnTo>
                    <a:pt x="48" y="110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385" name="Google Shape;1385;p50"/>
            <p:cNvSpPr/>
            <p:nvPr/>
          </p:nvSpPr>
          <p:spPr>
            <a:xfrm>
              <a:off x="7102475" y="4660901"/>
              <a:ext cx="122238" cy="1747838"/>
            </a:xfrm>
            <a:custGeom>
              <a:rect b="b" l="l" r="r" t="t"/>
              <a:pathLst>
                <a:path extrusionOk="0" h="1101" w="77">
                  <a:moveTo>
                    <a:pt x="48" y="1101"/>
                  </a:moveTo>
                  <a:lnTo>
                    <a:pt x="77" y="1101"/>
                  </a:lnTo>
                  <a:lnTo>
                    <a:pt x="43" y="0"/>
                  </a:lnTo>
                  <a:lnTo>
                    <a:pt x="0" y="0"/>
                  </a:lnTo>
                  <a:lnTo>
                    <a:pt x="48" y="110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386" name="Google Shape;1386;p50"/>
            <p:cNvSpPr/>
            <p:nvPr/>
          </p:nvSpPr>
          <p:spPr>
            <a:xfrm>
              <a:off x="7105650" y="4737101"/>
              <a:ext cx="119063" cy="1671638"/>
            </a:xfrm>
            <a:custGeom>
              <a:rect b="b" l="l" r="r" t="t"/>
              <a:pathLst>
                <a:path extrusionOk="0" h="1053" w="75">
                  <a:moveTo>
                    <a:pt x="41" y="0"/>
                  </a:moveTo>
                  <a:lnTo>
                    <a:pt x="0" y="0"/>
                  </a:lnTo>
                  <a:lnTo>
                    <a:pt x="46" y="1053"/>
                  </a:lnTo>
                  <a:lnTo>
                    <a:pt x="75" y="1053"/>
                  </a:lnTo>
                  <a:lnTo>
                    <a:pt x="4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387" name="Google Shape;1387;p50"/>
            <p:cNvSpPr/>
            <p:nvPr/>
          </p:nvSpPr>
          <p:spPr>
            <a:xfrm>
              <a:off x="6102350" y="4660901"/>
              <a:ext cx="68263" cy="76200"/>
            </a:xfrm>
            <a:custGeom>
              <a:rect b="b" l="l" r="r" t="t"/>
              <a:pathLst>
                <a:path extrusionOk="0" h="48" w="43">
                  <a:moveTo>
                    <a:pt x="0" y="0"/>
                  </a:move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0" y="0"/>
                  </a:lnTo>
                  <a:close/>
                  <a:moveTo>
                    <a:pt x="43" y="0"/>
                  </a:moveTo>
                  <a:lnTo>
                    <a:pt x="43" y="0"/>
                  </a:lnTo>
                  <a:lnTo>
                    <a:pt x="40" y="48"/>
                  </a:lnTo>
                  <a:lnTo>
                    <a:pt x="40" y="48"/>
                  </a:lnTo>
                  <a:lnTo>
                    <a:pt x="43" y="0"/>
                  </a:lnTo>
                  <a:close/>
                </a:path>
              </a:pathLst>
            </a:custGeom>
            <a:solidFill>
              <a:srgbClr val="C5D7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388" name="Google Shape;1388;p50"/>
            <p:cNvSpPr/>
            <p:nvPr/>
          </p:nvSpPr>
          <p:spPr>
            <a:xfrm>
              <a:off x="6102350" y="4660901"/>
              <a:ext cx="68263" cy="76200"/>
            </a:xfrm>
            <a:custGeom>
              <a:rect b="b" l="l" r="r" t="t"/>
              <a:pathLst>
                <a:path extrusionOk="0" h="48" w="43">
                  <a:moveTo>
                    <a:pt x="0" y="0"/>
                  </a:move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0" y="0"/>
                  </a:lnTo>
                  <a:moveTo>
                    <a:pt x="43" y="0"/>
                  </a:moveTo>
                  <a:lnTo>
                    <a:pt x="43" y="0"/>
                  </a:lnTo>
                  <a:lnTo>
                    <a:pt x="40" y="48"/>
                  </a:lnTo>
                  <a:lnTo>
                    <a:pt x="40" y="48"/>
                  </a:lnTo>
                  <a:lnTo>
                    <a:pt x="4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389" name="Google Shape;1389;p50"/>
            <p:cNvSpPr/>
            <p:nvPr/>
          </p:nvSpPr>
          <p:spPr>
            <a:xfrm>
              <a:off x="6102350" y="4660901"/>
              <a:ext cx="68263" cy="0"/>
            </a:xfrm>
            <a:custGeom>
              <a:rect b="b" l="l" r="r" t="t"/>
              <a:pathLst>
                <a:path extrusionOk="0" h="120000" w="43">
                  <a:moveTo>
                    <a:pt x="43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43" y="0"/>
                  </a:lnTo>
                  <a:lnTo>
                    <a:pt x="43" y="0"/>
                  </a:lnTo>
                  <a:lnTo>
                    <a:pt x="43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390" name="Google Shape;1390;p50"/>
            <p:cNvSpPr/>
            <p:nvPr/>
          </p:nvSpPr>
          <p:spPr>
            <a:xfrm>
              <a:off x="6102350" y="4660901"/>
              <a:ext cx="68263" cy="0"/>
            </a:xfrm>
            <a:custGeom>
              <a:rect b="b" l="l" r="r" t="t"/>
              <a:pathLst>
                <a:path extrusionOk="0" h="120000" w="43">
                  <a:moveTo>
                    <a:pt x="43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43" y="0"/>
                  </a:lnTo>
                  <a:lnTo>
                    <a:pt x="43" y="0"/>
                  </a:lnTo>
                  <a:lnTo>
                    <a:pt x="4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391" name="Google Shape;1391;p50"/>
            <p:cNvSpPr/>
            <p:nvPr/>
          </p:nvSpPr>
          <p:spPr>
            <a:xfrm>
              <a:off x="6102350" y="4660901"/>
              <a:ext cx="68263" cy="76200"/>
            </a:xfrm>
            <a:custGeom>
              <a:rect b="b" l="l" r="r" t="t"/>
              <a:pathLst>
                <a:path extrusionOk="0" h="48" w="43">
                  <a:moveTo>
                    <a:pt x="43" y="0"/>
                  </a:moveTo>
                  <a:lnTo>
                    <a:pt x="0" y="0"/>
                  </a:lnTo>
                  <a:lnTo>
                    <a:pt x="0" y="48"/>
                  </a:lnTo>
                  <a:lnTo>
                    <a:pt x="40" y="48"/>
                  </a:lnTo>
                  <a:lnTo>
                    <a:pt x="4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392" name="Google Shape;1392;p50"/>
            <p:cNvSpPr/>
            <p:nvPr/>
          </p:nvSpPr>
          <p:spPr>
            <a:xfrm>
              <a:off x="6467475" y="4660901"/>
              <a:ext cx="68263" cy="76200"/>
            </a:xfrm>
            <a:custGeom>
              <a:rect b="b" l="l" r="r" t="t"/>
              <a:pathLst>
                <a:path extrusionOk="0" h="48" w="43">
                  <a:moveTo>
                    <a:pt x="0" y="45"/>
                  </a:moveTo>
                  <a:lnTo>
                    <a:pt x="0" y="48"/>
                  </a:lnTo>
                  <a:lnTo>
                    <a:pt x="0" y="45"/>
                  </a:lnTo>
                  <a:close/>
                  <a:moveTo>
                    <a:pt x="41" y="0"/>
                  </a:moveTo>
                  <a:lnTo>
                    <a:pt x="41" y="0"/>
                  </a:lnTo>
                  <a:lnTo>
                    <a:pt x="43" y="48"/>
                  </a:lnTo>
                  <a:lnTo>
                    <a:pt x="43" y="48"/>
                  </a:lnTo>
                  <a:lnTo>
                    <a:pt x="41" y="0"/>
                  </a:lnTo>
                  <a:close/>
                </a:path>
              </a:pathLst>
            </a:custGeom>
            <a:solidFill>
              <a:srgbClr val="C5D7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393" name="Google Shape;1393;p50"/>
            <p:cNvSpPr/>
            <p:nvPr/>
          </p:nvSpPr>
          <p:spPr>
            <a:xfrm>
              <a:off x="6467475" y="4660901"/>
              <a:ext cx="68263" cy="76200"/>
            </a:xfrm>
            <a:custGeom>
              <a:rect b="b" l="l" r="r" t="t"/>
              <a:pathLst>
                <a:path extrusionOk="0" h="48" w="43">
                  <a:moveTo>
                    <a:pt x="0" y="45"/>
                  </a:moveTo>
                  <a:lnTo>
                    <a:pt x="0" y="48"/>
                  </a:lnTo>
                  <a:lnTo>
                    <a:pt x="0" y="45"/>
                  </a:lnTo>
                  <a:moveTo>
                    <a:pt x="41" y="0"/>
                  </a:moveTo>
                  <a:lnTo>
                    <a:pt x="41" y="0"/>
                  </a:lnTo>
                  <a:lnTo>
                    <a:pt x="43" y="48"/>
                  </a:lnTo>
                  <a:lnTo>
                    <a:pt x="43" y="48"/>
                  </a:lnTo>
                  <a:lnTo>
                    <a:pt x="4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394" name="Google Shape;1394;p50"/>
            <p:cNvSpPr/>
            <p:nvPr/>
          </p:nvSpPr>
          <p:spPr>
            <a:xfrm>
              <a:off x="6467475" y="4660901"/>
              <a:ext cx="65088" cy="1588"/>
            </a:xfrm>
            <a:prstGeom prst="rect">
              <a:avLst/>
            </a:pr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395" name="Google Shape;1395;p50"/>
            <p:cNvSpPr/>
            <p:nvPr/>
          </p:nvSpPr>
          <p:spPr>
            <a:xfrm>
              <a:off x="6467475" y="4660901"/>
              <a:ext cx="65088" cy="15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396" name="Google Shape;1396;p50"/>
            <p:cNvSpPr/>
            <p:nvPr/>
          </p:nvSpPr>
          <p:spPr>
            <a:xfrm>
              <a:off x="6467475" y="4660901"/>
              <a:ext cx="68263" cy="76200"/>
            </a:xfrm>
            <a:custGeom>
              <a:rect b="b" l="l" r="r" t="t"/>
              <a:pathLst>
                <a:path extrusionOk="0" h="48" w="43">
                  <a:moveTo>
                    <a:pt x="41" y="0"/>
                  </a:moveTo>
                  <a:lnTo>
                    <a:pt x="0" y="0"/>
                  </a:lnTo>
                  <a:lnTo>
                    <a:pt x="0" y="45"/>
                  </a:lnTo>
                  <a:lnTo>
                    <a:pt x="0" y="48"/>
                  </a:lnTo>
                  <a:lnTo>
                    <a:pt x="43" y="48"/>
                  </a:lnTo>
                  <a:lnTo>
                    <a:pt x="4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397" name="Google Shape;1397;p50"/>
            <p:cNvSpPr/>
            <p:nvPr/>
          </p:nvSpPr>
          <p:spPr>
            <a:xfrm>
              <a:off x="6740525" y="4660901"/>
              <a:ext cx="63500" cy="1588"/>
            </a:xfrm>
            <a:prstGeom prst="rect">
              <a:avLst/>
            </a:pr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398" name="Google Shape;1398;p50"/>
            <p:cNvSpPr/>
            <p:nvPr/>
          </p:nvSpPr>
          <p:spPr>
            <a:xfrm>
              <a:off x="6740525" y="4660901"/>
              <a:ext cx="63500" cy="15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399" name="Google Shape;1399;p50"/>
            <p:cNvSpPr/>
            <p:nvPr/>
          </p:nvSpPr>
          <p:spPr>
            <a:xfrm>
              <a:off x="6735763" y="4660901"/>
              <a:ext cx="68263" cy="76200"/>
            </a:xfrm>
            <a:custGeom>
              <a:rect b="b" l="l" r="r" t="t"/>
              <a:pathLst>
                <a:path extrusionOk="0" h="48" w="43">
                  <a:moveTo>
                    <a:pt x="43" y="0"/>
                  </a:moveTo>
                  <a:lnTo>
                    <a:pt x="3" y="0"/>
                  </a:lnTo>
                  <a:lnTo>
                    <a:pt x="0" y="48"/>
                  </a:lnTo>
                  <a:lnTo>
                    <a:pt x="43" y="48"/>
                  </a:lnTo>
                  <a:lnTo>
                    <a:pt x="43" y="43"/>
                  </a:lnTo>
                  <a:lnTo>
                    <a:pt x="4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00" name="Google Shape;1400;p50"/>
            <p:cNvSpPr/>
            <p:nvPr/>
          </p:nvSpPr>
          <p:spPr>
            <a:xfrm>
              <a:off x="7102475" y="4660901"/>
              <a:ext cx="68263" cy="76200"/>
            </a:xfrm>
            <a:custGeom>
              <a:rect b="b" l="l" r="r" t="t"/>
              <a:pathLst>
                <a:path extrusionOk="0" h="48" w="43">
                  <a:moveTo>
                    <a:pt x="0" y="0"/>
                  </a:moveTo>
                  <a:lnTo>
                    <a:pt x="0" y="0"/>
                  </a:lnTo>
                  <a:lnTo>
                    <a:pt x="2" y="48"/>
                  </a:lnTo>
                  <a:lnTo>
                    <a:pt x="2" y="48"/>
                  </a:lnTo>
                  <a:lnTo>
                    <a:pt x="0" y="0"/>
                  </a:lnTo>
                  <a:close/>
                  <a:moveTo>
                    <a:pt x="43" y="0"/>
                  </a:moveTo>
                  <a:lnTo>
                    <a:pt x="43" y="0"/>
                  </a:lnTo>
                  <a:lnTo>
                    <a:pt x="43" y="48"/>
                  </a:lnTo>
                  <a:lnTo>
                    <a:pt x="43" y="48"/>
                  </a:lnTo>
                  <a:lnTo>
                    <a:pt x="43" y="0"/>
                  </a:lnTo>
                  <a:close/>
                </a:path>
              </a:pathLst>
            </a:custGeom>
            <a:solidFill>
              <a:srgbClr val="C5D7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01" name="Google Shape;1401;p50"/>
            <p:cNvSpPr/>
            <p:nvPr/>
          </p:nvSpPr>
          <p:spPr>
            <a:xfrm>
              <a:off x="7102475" y="4660901"/>
              <a:ext cx="68263" cy="76200"/>
            </a:xfrm>
            <a:custGeom>
              <a:rect b="b" l="l" r="r" t="t"/>
              <a:pathLst>
                <a:path extrusionOk="0" h="48" w="43">
                  <a:moveTo>
                    <a:pt x="0" y="0"/>
                  </a:moveTo>
                  <a:lnTo>
                    <a:pt x="0" y="0"/>
                  </a:lnTo>
                  <a:lnTo>
                    <a:pt x="2" y="48"/>
                  </a:lnTo>
                  <a:lnTo>
                    <a:pt x="2" y="48"/>
                  </a:lnTo>
                  <a:lnTo>
                    <a:pt x="0" y="0"/>
                  </a:lnTo>
                  <a:moveTo>
                    <a:pt x="43" y="0"/>
                  </a:moveTo>
                  <a:lnTo>
                    <a:pt x="43" y="0"/>
                  </a:lnTo>
                  <a:lnTo>
                    <a:pt x="43" y="48"/>
                  </a:lnTo>
                  <a:lnTo>
                    <a:pt x="43" y="48"/>
                  </a:lnTo>
                  <a:lnTo>
                    <a:pt x="4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02" name="Google Shape;1402;p50"/>
            <p:cNvSpPr/>
            <p:nvPr/>
          </p:nvSpPr>
          <p:spPr>
            <a:xfrm>
              <a:off x="7102475" y="4660901"/>
              <a:ext cx="68263" cy="0"/>
            </a:xfrm>
            <a:custGeom>
              <a:rect b="b" l="l" r="r" t="t"/>
              <a:pathLst>
                <a:path extrusionOk="0" h="120000" w="43">
                  <a:moveTo>
                    <a:pt x="43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43" y="0"/>
                  </a:lnTo>
                  <a:lnTo>
                    <a:pt x="43" y="0"/>
                  </a:lnTo>
                  <a:lnTo>
                    <a:pt x="43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03" name="Google Shape;1403;p50"/>
            <p:cNvSpPr/>
            <p:nvPr/>
          </p:nvSpPr>
          <p:spPr>
            <a:xfrm>
              <a:off x="7102475" y="4660901"/>
              <a:ext cx="68263" cy="0"/>
            </a:xfrm>
            <a:custGeom>
              <a:rect b="b" l="l" r="r" t="t"/>
              <a:pathLst>
                <a:path extrusionOk="0" h="120000" w="43">
                  <a:moveTo>
                    <a:pt x="43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43" y="0"/>
                  </a:lnTo>
                  <a:lnTo>
                    <a:pt x="43" y="0"/>
                  </a:lnTo>
                  <a:lnTo>
                    <a:pt x="4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04" name="Google Shape;1404;p50"/>
            <p:cNvSpPr/>
            <p:nvPr/>
          </p:nvSpPr>
          <p:spPr>
            <a:xfrm>
              <a:off x="7102475" y="4660901"/>
              <a:ext cx="68263" cy="76200"/>
            </a:xfrm>
            <a:custGeom>
              <a:rect b="b" l="l" r="r" t="t"/>
              <a:pathLst>
                <a:path extrusionOk="0" h="48" w="43">
                  <a:moveTo>
                    <a:pt x="43" y="0"/>
                  </a:moveTo>
                  <a:lnTo>
                    <a:pt x="0" y="0"/>
                  </a:lnTo>
                  <a:lnTo>
                    <a:pt x="2" y="48"/>
                  </a:lnTo>
                  <a:lnTo>
                    <a:pt x="43" y="48"/>
                  </a:lnTo>
                  <a:lnTo>
                    <a:pt x="4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05" name="Google Shape;1405;p50"/>
            <p:cNvSpPr/>
            <p:nvPr/>
          </p:nvSpPr>
          <p:spPr>
            <a:xfrm>
              <a:off x="7527925" y="474663"/>
              <a:ext cx="3168650" cy="2051050"/>
            </a:xfrm>
            <a:custGeom>
              <a:rect b="b" l="l" r="r" t="t"/>
              <a:pathLst>
                <a:path extrusionOk="0" h="482" w="745">
                  <a:moveTo>
                    <a:pt x="678" y="482"/>
                  </a:moveTo>
                  <a:cubicBezTo>
                    <a:pt x="37" y="482"/>
                    <a:pt x="37" y="482"/>
                    <a:pt x="37" y="482"/>
                  </a:cubicBezTo>
                  <a:cubicBezTo>
                    <a:pt x="16" y="482"/>
                    <a:pt x="0" y="465"/>
                    <a:pt x="1" y="444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7" y="17"/>
                    <a:pt x="45" y="0"/>
                    <a:pt x="66" y="0"/>
                  </a:cubicBezTo>
                  <a:cubicBezTo>
                    <a:pt x="707" y="0"/>
                    <a:pt x="707" y="0"/>
                    <a:pt x="707" y="0"/>
                  </a:cubicBezTo>
                  <a:cubicBezTo>
                    <a:pt x="728" y="0"/>
                    <a:pt x="745" y="17"/>
                    <a:pt x="743" y="38"/>
                  </a:cubicBezTo>
                  <a:cubicBezTo>
                    <a:pt x="719" y="444"/>
                    <a:pt x="719" y="444"/>
                    <a:pt x="719" y="444"/>
                  </a:cubicBezTo>
                  <a:cubicBezTo>
                    <a:pt x="717" y="465"/>
                    <a:pt x="699" y="482"/>
                    <a:pt x="678" y="482"/>
                  </a:cubicBezTo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06" name="Google Shape;1406;p50"/>
            <p:cNvSpPr/>
            <p:nvPr/>
          </p:nvSpPr>
          <p:spPr>
            <a:xfrm>
              <a:off x="8050213" y="2163763"/>
              <a:ext cx="995363" cy="858838"/>
            </a:xfrm>
            <a:custGeom>
              <a:rect b="b" l="l" r="r" t="t"/>
              <a:pathLst>
                <a:path extrusionOk="0" h="541" w="627">
                  <a:moveTo>
                    <a:pt x="0" y="0"/>
                  </a:moveTo>
                  <a:lnTo>
                    <a:pt x="158" y="541"/>
                  </a:lnTo>
                  <a:lnTo>
                    <a:pt x="62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07" name="Google Shape;1407;p50"/>
            <p:cNvSpPr/>
            <p:nvPr/>
          </p:nvSpPr>
          <p:spPr>
            <a:xfrm>
              <a:off x="8050213" y="2163763"/>
              <a:ext cx="995363" cy="858838"/>
            </a:xfrm>
            <a:custGeom>
              <a:rect b="b" l="l" r="r" t="t"/>
              <a:pathLst>
                <a:path extrusionOk="0" h="541" w="627">
                  <a:moveTo>
                    <a:pt x="0" y="0"/>
                  </a:moveTo>
                  <a:lnTo>
                    <a:pt x="158" y="541"/>
                  </a:lnTo>
                  <a:lnTo>
                    <a:pt x="627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08" name="Google Shape;1408;p50"/>
            <p:cNvSpPr/>
            <p:nvPr/>
          </p:nvSpPr>
          <p:spPr>
            <a:xfrm>
              <a:off x="8701088" y="682626"/>
              <a:ext cx="1736725" cy="1149350"/>
            </a:xfrm>
            <a:custGeom>
              <a:rect b="b" l="l" r="r" t="t"/>
              <a:pathLst>
                <a:path extrusionOk="0" h="270" w="408">
                  <a:moveTo>
                    <a:pt x="387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16" y="0"/>
                    <a:pt x="6" y="9"/>
                    <a:pt x="5" y="21"/>
                  </a:cubicBezTo>
                  <a:cubicBezTo>
                    <a:pt x="0" y="98"/>
                    <a:pt x="0" y="98"/>
                    <a:pt x="0" y="98"/>
                  </a:cubicBezTo>
                  <a:cubicBezTo>
                    <a:pt x="92" y="98"/>
                    <a:pt x="92" y="98"/>
                    <a:pt x="92" y="98"/>
                  </a:cubicBezTo>
                  <a:cubicBezTo>
                    <a:pt x="105" y="87"/>
                    <a:pt x="105" y="87"/>
                    <a:pt x="105" y="87"/>
                  </a:cubicBezTo>
                  <a:cubicBezTo>
                    <a:pt x="105" y="87"/>
                    <a:pt x="105" y="87"/>
                    <a:pt x="105" y="87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3" y="79"/>
                    <a:pt x="121" y="88"/>
                    <a:pt x="120" y="98"/>
                  </a:cubicBezTo>
                  <a:cubicBezTo>
                    <a:pt x="195" y="98"/>
                    <a:pt x="195" y="98"/>
                    <a:pt x="195" y="98"/>
                  </a:cubicBezTo>
                  <a:cubicBezTo>
                    <a:pt x="207" y="98"/>
                    <a:pt x="216" y="107"/>
                    <a:pt x="215" y="119"/>
                  </a:cubicBezTo>
                  <a:cubicBezTo>
                    <a:pt x="206" y="270"/>
                    <a:pt x="206" y="270"/>
                    <a:pt x="206" y="270"/>
                  </a:cubicBezTo>
                  <a:cubicBezTo>
                    <a:pt x="371" y="270"/>
                    <a:pt x="371" y="270"/>
                    <a:pt x="371" y="270"/>
                  </a:cubicBezTo>
                  <a:cubicBezTo>
                    <a:pt x="383" y="270"/>
                    <a:pt x="393" y="261"/>
                    <a:pt x="394" y="249"/>
                  </a:cubicBezTo>
                  <a:cubicBezTo>
                    <a:pt x="407" y="21"/>
                    <a:pt x="407" y="21"/>
                    <a:pt x="407" y="21"/>
                  </a:cubicBezTo>
                  <a:cubicBezTo>
                    <a:pt x="408" y="9"/>
                    <a:pt x="399" y="0"/>
                    <a:pt x="387" y="0"/>
                  </a:cubicBezTo>
                </a:path>
              </a:pathLst>
            </a:custGeom>
            <a:solidFill>
              <a:srgbClr val="5388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09" name="Google Shape;1409;p50"/>
            <p:cNvSpPr/>
            <p:nvPr/>
          </p:nvSpPr>
          <p:spPr>
            <a:xfrm>
              <a:off x="7847013" y="1100138"/>
              <a:ext cx="1730375" cy="1147763"/>
            </a:xfrm>
            <a:custGeom>
              <a:rect b="b" l="l" r="r" t="t"/>
              <a:pathLst>
                <a:path extrusionOk="0" h="270" w="407">
                  <a:moveTo>
                    <a:pt x="407" y="172"/>
                  </a:moveTo>
                  <a:cubicBezTo>
                    <a:pt x="372" y="172"/>
                    <a:pt x="372" y="172"/>
                    <a:pt x="372" y="172"/>
                  </a:cubicBezTo>
                  <a:cubicBezTo>
                    <a:pt x="370" y="192"/>
                    <a:pt x="367" y="211"/>
                    <a:pt x="365" y="228"/>
                  </a:cubicBezTo>
                  <a:cubicBezTo>
                    <a:pt x="365" y="228"/>
                    <a:pt x="365" y="228"/>
                    <a:pt x="365" y="228"/>
                  </a:cubicBezTo>
                  <a:cubicBezTo>
                    <a:pt x="365" y="229"/>
                    <a:pt x="365" y="229"/>
                    <a:pt x="365" y="229"/>
                  </a:cubicBezTo>
                  <a:cubicBezTo>
                    <a:pt x="363" y="245"/>
                    <a:pt x="362" y="258"/>
                    <a:pt x="362" y="270"/>
                  </a:cubicBezTo>
                  <a:cubicBezTo>
                    <a:pt x="380" y="270"/>
                    <a:pt x="380" y="270"/>
                    <a:pt x="380" y="270"/>
                  </a:cubicBezTo>
                  <a:cubicBezTo>
                    <a:pt x="392" y="270"/>
                    <a:pt x="402" y="261"/>
                    <a:pt x="403" y="249"/>
                  </a:cubicBezTo>
                  <a:cubicBezTo>
                    <a:pt x="407" y="172"/>
                    <a:pt x="407" y="172"/>
                    <a:pt x="407" y="172"/>
                  </a:cubicBezTo>
                  <a:moveTo>
                    <a:pt x="201" y="0"/>
                  </a:moveTo>
                  <a:cubicBezTo>
                    <a:pt x="37" y="0"/>
                    <a:pt x="37" y="0"/>
                    <a:pt x="37" y="0"/>
                  </a:cubicBezTo>
                  <a:cubicBezTo>
                    <a:pt x="25" y="0"/>
                    <a:pt x="15" y="9"/>
                    <a:pt x="14" y="21"/>
                  </a:cubicBezTo>
                  <a:cubicBezTo>
                    <a:pt x="0" y="249"/>
                    <a:pt x="0" y="249"/>
                    <a:pt x="0" y="249"/>
                  </a:cubicBezTo>
                  <a:cubicBezTo>
                    <a:pt x="0" y="261"/>
                    <a:pt x="9" y="270"/>
                    <a:pt x="21" y="270"/>
                  </a:cubicBezTo>
                  <a:cubicBezTo>
                    <a:pt x="54" y="270"/>
                    <a:pt x="54" y="270"/>
                    <a:pt x="54" y="270"/>
                  </a:cubicBezTo>
                  <a:cubicBezTo>
                    <a:pt x="48" y="250"/>
                    <a:pt x="48" y="250"/>
                    <a:pt x="48" y="250"/>
                  </a:cubicBezTo>
                  <a:cubicBezTo>
                    <a:pt x="180" y="250"/>
                    <a:pt x="180" y="250"/>
                    <a:pt x="180" y="250"/>
                  </a:cubicBezTo>
                  <a:cubicBezTo>
                    <a:pt x="179" y="166"/>
                    <a:pt x="188" y="119"/>
                    <a:pt x="196" y="92"/>
                  </a:cubicBezTo>
                  <a:cubicBezTo>
                    <a:pt x="201" y="0"/>
                    <a:pt x="201" y="0"/>
                    <a:pt x="201" y="0"/>
                  </a:cubicBezTo>
                </a:path>
              </a:pathLst>
            </a:custGeom>
            <a:solidFill>
              <a:srgbClr val="5388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10" name="Google Shape;1410;p50"/>
            <p:cNvSpPr/>
            <p:nvPr/>
          </p:nvSpPr>
          <p:spPr>
            <a:xfrm>
              <a:off x="8050213" y="2163763"/>
              <a:ext cx="561975" cy="84138"/>
            </a:xfrm>
            <a:custGeom>
              <a:rect b="b" l="l" r="r" t="t"/>
              <a:pathLst>
                <a:path extrusionOk="0" h="20" w="132">
                  <a:moveTo>
                    <a:pt x="132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6" y="20"/>
                    <a:pt x="6" y="20"/>
                    <a:pt x="6" y="20"/>
                  </a:cubicBezTo>
                  <a:cubicBezTo>
                    <a:pt x="132" y="20"/>
                    <a:pt x="132" y="20"/>
                    <a:pt x="132" y="20"/>
                  </a:cubicBezTo>
                  <a:cubicBezTo>
                    <a:pt x="132" y="13"/>
                    <a:pt x="132" y="6"/>
                    <a:pt x="132" y="0"/>
                  </a:cubicBezTo>
                </a:path>
              </a:pathLst>
            </a:custGeom>
            <a:solidFill>
              <a:srgbClr val="5388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11" name="Google Shape;1411;p50"/>
            <p:cNvSpPr/>
            <p:nvPr/>
          </p:nvSpPr>
          <p:spPr>
            <a:xfrm>
              <a:off x="8680450" y="1100138"/>
              <a:ext cx="939800" cy="731838"/>
            </a:xfrm>
            <a:custGeom>
              <a:rect b="b" l="l" r="r" t="t"/>
              <a:pathLst>
                <a:path extrusionOk="0" h="172" w="221">
                  <a:moveTo>
                    <a:pt x="97" y="0"/>
                  </a:moveTo>
                  <a:cubicBezTo>
                    <a:pt x="5" y="0"/>
                    <a:pt x="5" y="0"/>
                    <a:pt x="5" y="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2" y="86"/>
                    <a:pt x="3" y="82"/>
                    <a:pt x="5" y="77"/>
                  </a:cubicBezTo>
                  <a:cubicBezTo>
                    <a:pt x="9" y="65"/>
                    <a:pt x="19" y="56"/>
                    <a:pt x="30" y="54"/>
                  </a:cubicBezTo>
                  <a:cubicBezTo>
                    <a:pt x="38" y="52"/>
                    <a:pt x="58" y="51"/>
                    <a:pt x="63" y="51"/>
                  </a:cubicBezTo>
                  <a:cubicBezTo>
                    <a:pt x="64" y="51"/>
                    <a:pt x="64" y="51"/>
                    <a:pt x="64" y="51"/>
                  </a:cubicBezTo>
                  <a:cubicBezTo>
                    <a:pt x="64" y="51"/>
                    <a:pt x="64" y="52"/>
                    <a:pt x="63" y="52"/>
                  </a:cubicBezTo>
                  <a:cubicBezTo>
                    <a:pt x="84" y="48"/>
                    <a:pt x="88" y="35"/>
                    <a:pt x="86" y="21"/>
                  </a:cubicBezTo>
                  <a:cubicBezTo>
                    <a:pt x="86" y="17"/>
                    <a:pt x="85" y="14"/>
                    <a:pt x="84" y="10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97" y="0"/>
                    <a:pt x="97" y="0"/>
                    <a:pt x="97" y="0"/>
                  </a:cubicBezTo>
                  <a:moveTo>
                    <a:pt x="200" y="0"/>
                  </a:moveTo>
                  <a:cubicBezTo>
                    <a:pt x="125" y="0"/>
                    <a:pt x="125" y="0"/>
                    <a:pt x="125" y="0"/>
                  </a:cubicBezTo>
                  <a:cubicBezTo>
                    <a:pt x="123" y="19"/>
                    <a:pt x="123" y="39"/>
                    <a:pt x="132" y="51"/>
                  </a:cubicBezTo>
                  <a:cubicBezTo>
                    <a:pt x="132" y="51"/>
                    <a:pt x="133" y="51"/>
                    <a:pt x="134" y="51"/>
                  </a:cubicBezTo>
                  <a:cubicBezTo>
                    <a:pt x="147" y="52"/>
                    <a:pt x="160" y="54"/>
                    <a:pt x="171" y="56"/>
                  </a:cubicBezTo>
                  <a:cubicBezTo>
                    <a:pt x="171" y="56"/>
                    <a:pt x="171" y="56"/>
                    <a:pt x="171" y="56"/>
                  </a:cubicBezTo>
                  <a:cubicBezTo>
                    <a:pt x="183" y="58"/>
                    <a:pt x="191" y="69"/>
                    <a:pt x="189" y="81"/>
                  </a:cubicBezTo>
                  <a:cubicBezTo>
                    <a:pt x="189" y="85"/>
                    <a:pt x="188" y="91"/>
                    <a:pt x="187" y="97"/>
                  </a:cubicBezTo>
                  <a:cubicBezTo>
                    <a:pt x="187" y="97"/>
                    <a:pt x="187" y="97"/>
                    <a:pt x="187" y="97"/>
                  </a:cubicBezTo>
                  <a:cubicBezTo>
                    <a:pt x="184" y="117"/>
                    <a:pt x="180" y="144"/>
                    <a:pt x="176" y="172"/>
                  </a:cubicBezTo>
                  <a:cubicBezTo>
                    <a:pt x="211" y="172"/>
                    <a:pt x="211" y="172"/>
                    <a:pt x="211" y="172"/>
                  </a:cubicBezTo>
                  <a:cubicBezTo>
                    <a:pt x="220" y="21"/>
                    <a:pt x="220" y="21"/>
                    <a:pt x="220" y="21"/>
                  </a:cubicBezTo>
                  <a:cubicBezTo>
                    <a:pt x="221" y="9"/>
                    <a:pt x="212" y="0"/>
                    <a:pt x="200" y="0"/>
                  </a:cubicBezTo>
                </a:path>
              </a:pathLst>
            </a:custGeom>
            <a:solidFill>
              <a:srgbClr val="6594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12" name="Google Shape;1412;p50"/>
            <p:cNvSpPr/>
            <p:nvPr/>
          </p:nvSpPr>
          <p:spPr>
            <a:xfrm>
              <a:off x="7821613" y="573088"/>
              <a:ext cx="93663" cy="101600"/>
            </a:xfrm>
            <a:custGeom>
              <a:rect b="b" l="l" r="r" t="t"/>
              <a:pathLst>
                <a:path extrusionOk="0" h="24" w="22">
                  <a:moveTo>
                    <a:pt x="12" y="0"/>
                  </a:moveTo>
                  <a:cubicBezTo>
                    <a:pt x="6" y="0"/>
                    <a:pt x="1" y="5"/>
                    <a:pt x="1" y="12"/>
                  </a:cubicBezTo>
                  <a:cubicBezTo>
                    <a:pt x="0" y="19"/>
                    <a:pt x="5" y="24"/>
                    <a:pt x="10" y="24"/>
                  </a:cubicBezTo>
                  <a:cubicBezTo>
                    <a:pt x="16" y="24"/>
                    <a:pt x="21" y="19"/>
                    <a:pt x="22" y="12"/>
                  </a:cubicBezTo>
                  <a:cubicBezTo>
                    <a:pt x="22" y="5"/>
                    <a:pt x="18" y="0"/>
                    <a:pt x="12" y="0"/>
                  </a:cubicBezTo>
                </a:path>
              </a:pathLst>
            </a:custGeom>
            <a:solidFill>
              <a:srgbClr val="A0BD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13" name="Google Shape;1413;p50"/>
            <p:cNvSpPr/>
            <p:nvPr/>
          </p:nvSpPr>
          <p:spPr>
            <a:xfrm>
              <a:off x="7986713" y="573088"/>
              <a:ext cx="98425" cy="101600"/>
            </a:xfrm>
            <a:custGeom>
              <a:rect b="b" l="l" r="r" t="t"/>
              <a:pathLst>
                <a:path extrusionOk="0" h="24" w="23">
                  <a:moveTo>
                    <a:pt x="12" y="0"/>
                  </a:moveTo>
                  <a:cubicBezTo>
                    <a:pt x="7" y="0"/>
                    <a:pt x="1" y="5"/>
                    <a:pt x="1" y="12"/>
                  </a:cubicBezTo>
                  <a:cubicBezTo>
                    <a:pt x="0" y="19"/>
                    <a:pt x="5" y="24"/>
                    <a:pt x="11" y="24"/>
                  </a:cubicBezTo>
                  <a:cubicBezTo>
                    <a:pt x="17" y="24"/>
                    <a:pt x="22" y="19"/>
                    <a:pt x="22" y="12"/>
                  </a:cubicBezTo>
                  <a:cubicBezTo>
                    <a:pt x="23" y="5"/>
                    <a:pt x="18" y="0"/>
                    <a:pt x="12" y="0"/>
                  </a:cubicBezTo>
                </a:path>
              </a:pathLst>
            </a:custGeom>
            <a:solidFill>
              <a:srgbClr val="A0BD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14" name="Google Shape;1414;p50"/>
            <p:cNvSpPr/>
            <p:nvPr/>
          </p:nvSpPr>
          <p:spPr>
            <a:xfrm>
              <a:off x="8156575" y="573088"/>
              <a:ext cx="93663" cy="101600"/>
            </a:xfrm>
            <a:custGeom>
              <a:rect b="b" l="l" r="r" t="t"/>
              <a:pathLst>
                <a:path extrusionOk="0" h="24" w="22">
                  <a:moveTo>
                    <a:pt x="12" y="0"/>
                  </a:moveTo>
                  <a:cubicBezTo>
                    <a:pt x="6" y="0"/>
                    <a:pt x="1" y="5"/>
                    <a:pt x="0" y="12"/>
                  </a:cubicBezTo>
                  <a:cubicBezTo>
                    <a:pt x="0" y="19"/>
                    <a:pt x="4" y="24"/>
                    <a:pt x="10" y="24"/>
                  </a:cubicBezTo>
                  <a:cubicBezTo>
                    <a:pt x="16" y="24"/>
                    <a:pt x="21" y="19"/>
                    <a:pt x="21" y="12"/>
                  </a:cubicBezTo>
                  <a:cubicBezTo>
                    <a:pt x="22" y="5"/>
                    <a:pt x="18" y="0"/>
                    <a:pt x="12" y="0"/>
                  </a:cubicBezTo>
                </a:path>
              </a:pathLst>
            </a:custGeom>
            <a:solidFill>
              <a:srgbClr val="A0BD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15" name="Google Shape;1415;p50"/>
            <p:cNvSpPr/>
            <p:nvPr/>
          </p:nvSpPr>
          <p:spPr>
            <a:xfrm>
              <a:off x="7505700" y="449263"/>
              <a:ext cx="3144838" cy="2036763"/>
            </a:xfrm>
            <a:custGeom>
              <a:rect b="b" l="l" r="r" t="t"/>
              <a:pathLst>
                <a:path extrusionOk="0" h="479" w="739">
                  <a:moveTo>
                    <a:pt x="707" y="0"/>
                  </a:moveTo>
                  <a:cubicBezTo>
                    <a:pt x="67" y="0"/>
                    <a:pt x="67" y="0"/>
                    <a:pt x="67" y="0"/>
                  </a:cubicBezTo>
                  <a:cubicBezTo>
                    <a:pt x="45" y="0"/>
                    <a:pt x="26" y="18"/>
                    <a:pt x="25" y="40"/>
                  </a:cubicBezTo>
                  <a:cubicBezTo>
                    <a:pt x="0" y="445"/>
                    <a:pt x="0" y="445"/>
                    <a:pt x="0" y="445"/>
                  </a:cubicBezTo>
                  <a:cubicBezTo>
                    <a:pt x="0" y="456"/>
                    <a:pt x="3" y="466"/>
                    <a:pt x="10" y="473"/>
                  </a:cubicBezTo>
                  <a:cubicBezTo>
                    <a:pt x="13" y="476"/>
                    <a:pt x="15" y="478"/>
                    <a:pt x="18" y="479"/>
                  </a:cubicBezTo>
                  <a:cubicBezTo>
                    <a:pt x="15" y="477"/>
                    <a:pt x="13" y="474"/>
                    <a:pt x="11" y="471"/>
                  </a:cubicBezTo>
                  <a:cubicBezTo>
                    <a:pt x="5" y="464"/>
                    <a:pt x="2" y="455"/>
                    <a:pt x="2" y="445"/>
                  </a:cubicBezTo>
                  <a:cubicBezTo>
                    <a:pt x="27" y="40"/>
                    <a:pt x="27" y="40"/>
                    <a:pt x="27" y="40"/>
                  </a:cubicBezTo>
                  <a:cubicBezTo>
                    <a:pt x="28" y="19"/>
                    <a:pt x="46" y="2"/>
                    <a:pt x="67" y="2"/>
                  </a:cubicBezTo>
                  <a:cubicBezTo>
                    <a:pt x="707" y="2"/>
                    <a:pt x="707" y="2"/>
                    <a:pt x="707" y="2"/>
                  </a:cubicBezTo>
                  <a:cubicBezTo>
                    <a:pt x="716" y="2"/>
                    <a:pt x="724" y="5"/>
                    <a:pt x="731" y="11"/>
                  </a:cubicBezTo>
                  <a:cubicBezTo>
                    <a:pt x="734" y="13"/>
                    <a:pt x="737" y="15"/>
                    <a:pt x="739" y="18"/>
                  </a:cubicBezTo>
                  <a:cubicBezTo>
                    <a:pt x="738" y="16"/>
                    <a:pt x="736" y="14"/>
                    <a:pt x="734" y="12"/>
                  </a:cubicBezTo>
                  <a:cubicBezTo>
                    <a:pt x="727" y="4"/>
                    <a:pt x="718" y="0"/>
                    <a:pt x="707" y="0"/>
                  </a:cubicBezTo>
                </a:path>
              </a:pathLst>
            </a:custGeom>
            <a:solidFill>
              <a:srgbClr val="BDC1C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16" name="Google Shape;1416;p50"/>
            <p:cNvSpPr/>
            <p:nvPr/>
          </p:nvSpPr>
          <p:spPr>
            <a:xfrm>
              <a:off x="8148638" y="2503488"/>
              <a:ext cx="600075" cy="9525"/>
            </a:xfrm>
            <a:custGeom>
              <a:rect b="b" l="l" r="r" t="t"/>
              <a:pathLst>
                <a:path extrusionOk="0" h="2" w="141">
                  <a:moveTo>
                    <a:pt x="112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40" y="2"/>
                    <a:pt x="140" y="2"/>
                    <a:pt x="140" y="2"/>
                  </a:cubicBezTo>
                  <a:cubicBezTo>
                    <a:pt x="141" y="1"/>
                    <a:pt x="141" y="1"/>
                    <a:pt x="141" y="1"/>
                  </a:cubicBezTo>
                  <a:cubicBezTo>
                    <a:pt x="113" y="1"/>
                    <a:pt x="113" y="1"/>
                    <a:pt x="113" y="1"/>
                  </a:cubicBezTo>
                  <a:cubicBezTo>
                    <a:pt x="113" y="0"/>
                    <a:pt x="113" y="0"/>
                    <a:pt x="112" y="0"/>
                  </a:cubicBezTo>
                </a:path>
              </a:pathLst>
            </a:custGeom>
            <a:solidFill>
              <a:srgbClr val="3865C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17" name="Google Shape;1417;p50"/>
            <p:cNvSpPr/>
            <p:nvPr/>
          </p:nvSpPr>
          <p:spPr>
            <a:xfrm>
              <a:off x="8199438" y="1317626"/>
              <a:ext cx="739775" cy="782638"/>
            </a:xfrm>
            <a:custGeom>
              <a:rect b="b" l="l" r="r" t="t"/>
              <a:pathLst>
                <a:path extrusionOk="0" h="184" w="174">
                  <a:moveTo>
                    <a:pt x="168" y="44"/>
                  </a:moveTo>
                  <a:cubicBezTo>
                    <a:pt x="165" y="49"/>
                    <a:pt x="163" y="54"/>
                    <a:pt x="160" y="60"/>
                  </a:cubicBezTo>
                  <a:cubicBezTo>
                    <a:pt x="158" y="65"/>
                    <a:pt x="155" y="70"/>
                    <a:pt x="152" y="75"/>
                  </a:cubicBezTo>
                  <a:cubicBezTo>
                    <a:pt x="146" y="85"/>
                    <a:pt x="140" y="94"/>
                    <a:pt x="133" y="104"/>
                  </a:cubicBezTo>
                  <a:cubicBezTo>
                    <a:pt x="130" y="109"/>
                    <a:pt x="126" y="114"/>
                    <a:pt x="123" y="118"/>
                  </a:cubicBezTo>
                  <a:cubicBezTo>
                    <a:pt x="119" y="123"/>
                    <a:pt x="116" y="128"/>
                    <a:pt x="112" y="132"/>
                  </a:cubicBezTo>
                  <a:cubicBezTo>
                    <a:pt x="105" y="141"/>
                    <a:pt x="96" y="150"/>
                    <a:pt x="88" y="159"/>
                  </a:cubicBezTo>
                  <a:cubicBezTo>
                    <a:pt x="85" y="161"/>
                    <a:pt x="83" y="163"/>
                    <a:pt x="81" y="165"/>
                  </a:cubicBezTo>
                  <a:cubicBezTo>
                    <a:pt x="78" y="167"/>
                    <a:pt x="76" y="169"/>
                    <a:pt x="73" y="171"/>
                  </a:cubicBezTo>
                  <a:cubicBezTo>
                    <a:pt x="66" y="177"/>
                    <a:pt x="66" y="177"/>
                    <a:pt x="66" y="177"/>
                  </a:cubicBezTo>
                  <a:cubicBezTo>
                    <a:pt x="66" y="177"/>
                    <a:pt x="64" y="178"/>
                    <a:pt x="63" y="178"/>
                  </a:cubicBezTo>
                  <a:cubicBezTo>
                    <a:pt x="62" y="179"/>
                    <a:pt x="61" y="180"/>
                    <a:pt x="60" y="180"/>
                  </a:cubicBezTo>
                  <a:cubicBezTo>
                    <a:pt x="58" y="181"/>
                    <a:pt x="56" y="182"/>
                    <a:pt x="53" y="183"/>
                  </a:cubicBezTo>
                  <a:cubicBezTo>
                    <a:pt x="49" y="184"/>
                    <a:pt x="44" y="184"/>
                    <a:pt x="39" y="183"/>
                  </a:cubicBezTo>
                  <a:cubicBezTo>
                    <a:pt x="34" y="182"/>
                    <a:pt x="30" y="180"/>
                    <a:pt x="26" y="177"/>
                  </a:cubicBezTo>
                  <a:cubicBezTo>
                    <a:pt x="24" y="175"/>
                    <a:pt x="22" y="174"/>
                    <a:pt x="21" y="172"/>
                  </a:cubicBezTo>
                  <a:cubicBezTo>
                    <a:pt x="20" y="170"/>
                    <a:pt x="20" y="170"/>
                    <a:pt x="20" y="170"/>
                  </a:cubicBezTo>
                  <a:cubicBezTo>
                    <a:pt x="19" y="170"/>
                    <a:pt x="19" y="170"/>
                    <a:pt x="19" y="170"/>
                  </a:cubicBezTo>
                  <a:cubicBezTo>
                    <a:pt x="19" y="169"/>
                    <a:pt x="19" y="169"/>
                    <a:pt x="19" y="169"/>
                  </a:cubicBezTo>
                  <a:cubicBezTo>
                    <a:pt x="18" y="168"/>
                    <a:pt x="18" y="168"/>
                    <a:pt x="18" y="168"/>
                  </a:cubicBezTo>
                  <a:cubicBezTo>
                    <a:pt x="15" y="163"/>
                    <a:pt x="15" y="163"/>
                    <a:pt x="15" y="163"/>
                  </a:cubicBezTo>
                  <a:cubicBezTo>
                    <a:pt x="15" y="161"/>
                    <a:pt x="14" y="159"/>
                    <a:pt x="13" y="158"/>
                  </a:cubicBezTo>
                  <a:cubicBezTo>
                    <a:pt x="10" y="151"/>
                    <a:pt x="9" y="145"/>
                    <a:pt x="7" y="139"/>
                  </a:cubicBezTo>
                  <a:cubicBezTo>
                    <a:pt x="4" y="127"/>
                    <a:pt x="2" y="116"/>
                    <a:pt x="1" y="104"/>
                  </a:cubicBezTo>
                  <a:cubicBezTo>
                    <a:pt x="0" y="92"/>
                    <a:pt x="0" y="81"/>
                    <a:pt x="0" y="69"/>
                  </a:cubicBezTo>
                  <a:cubicBezTo>
                    <a:pt x="0" y="62"/>
                    <a:pt x="6" y="56"/>
                    <a:pt x="14" y="56"/>
                  </a:cubicBezTo>
                  <a:cubicBezTo>
                    <a:pt x="20" y="56"/>
                    <a:pt x="25" y="60"/>
                    <a:pt x="27" y="66"/>
                  </a:cubicBezTo>
                  <a:cubicBezTo>
                    <a:pt x="27" y="66"/>
                    <a:pt x="27" y="66"/>
                    <a:pt x="27" y="66"/>
                  </a:cubicBezTo>
                  <a:cubicBezTo>
                    <a:pt x="33" y="87"/>
                    <a:pt x="39" y="108"/>
                    <a:pt x="47" y="126"/>
                  </a:cubicBezTo>
                  <a:cubicBezTo>
                    <a:pt x="49" y="131"/>
                    <a:pt x="51" y="135"/>
                    <a:pt x="53" y="138"/>
                  </a:cubicBezTo>
                  <a:cubicBezTo>
                    <a:pt x="53" y="139"/>
                    <a:pt x="54" y="140"/>
                    <a:pt x="54" y="141"/>
                  </a:cubicBezTo>
                  <a:cubicBezTo>
                    <a:pt x="55" y="141"/>
                    <a:pt x="55" y="142"/>
                    <a:pt x="56" y="143"/>
                  </a:cubicBezTo>
                  <a:cubicBezTo>
                    <a:pt x="56" y="143"/>
                    <a:pt x="56" y="143"/>
                    <a:pt x="56" y="143"/>
                  </a:cubicBezTo>
                  <a:cubicBezTo>
                    <a:pt x="56" y="143"/>
                    <a:pt x="56" y="143"/>
                    <a:pt x="56" y="143"/>
                  </a:cubicBezTo>
                  <a:cubicBezTo>
                    <a:pt x="56" y="143"/>
                    <a:pt x="56" y="143"/>
                    <a:pt x="56" y="143"/>
                  </a:cubicBezTo>
                  <a:cubicBezTo>
                    <a:pt x="56" y="142"/>
                    <a:pt x="56" y="142"/>
                    <a:pt x="56" y="142"/>
                  </a:cubicBezTo>
                  <a:cubicBezTo>
                    <a:pt x="55" y="142"/>
                    <a:pt x="54" y="141"/>
                    <a:pt x="53" y="140"/>
                  </a:cubicBezTo>
                  <a:cubicBezTo>
                    <a:pt x="52" y="139"/>
                    <a:pt x="50" y="138"/>
                    <a:pt x="48" y="137"/>
                  </a:cubicBezTo>
                  <a:cubicBezTo>
                    <a:pt x="46" y="137"/>
                    <a:pt x="44" y="137"/>
                    <a:pt x="42" y="137"/>
                  </a:cubicBezTo>
                  <a:cubicBezTo>
                    <a:pt x="41" y="138"/>
                    <a:pt x="40" y="138"/>
                    <a:pt x="39" y="138"/>
                  </a:cubicBezTo>
                  <a:cubicBezTo>
                    <a:pt x="38" y="139"/>
                    <a:pt x="38" y="139"/>
                    <a:pt x="38" y="139"/>
                  </a:cubicBezTo>
                  <a:cubicBezTo>
                    <a:pt x="37" y="139"/>
                    <a:pt x="36" y="140"/>
                    <a:pt x="37" y="139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4" y="133"/>
                    <a:pt x="45" y="131"/>
                    <a:pt x="47" y="129"/>
                  </a:cubicBezTo>
                  <a:cubicBezTo>
                    <a:pt x="48" y="128"/>
                    <a:pt x="50" y="126"/>
                    <a:pt x="52" y="124"/>
                  </a:cubicBezTo>
                  <a:cubicBezTo>
                    <a:pt x="65" y="109"/>
                    <a:pt x="76" y="92"/>
                    <a:pt x="87" y="74"/>
                  </a:cubicBezTo>
                  <a:cubicBezTo>
                    <a:pt x="93" y="65"/>
                    <a:pt x="98" y="56"/>
                    <a:pt x="104" y="47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19" y="20"/>
                    <a:pt x="119" y="20"/>
                    <a:pt x="119" y="20"/>
                  </a:cubicBezTo>
                  <a:cubicBezTo>
                    <a:pt x="119" y="19"/>
                    <a:pt x="119" y="19"/>
                    <a:pt x="119" y="19"/>
                  </a:cubicBezTo>
                  <a:cubicBezTo>
                    <a:pt x="126" y="5"/>
                    <a:pt x="143" y="0"/>
                    <a:pt x="156" y="8"/>
                  </a:cubicBezTo>
                  <a:cubicBezTo>
                    <a:pt x="169" y="15"/>
                    <a:pt x="174" y="30"/>
                    <a:pt x="168" y="44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18" name="Google Shape;1418;p50"/>
            <p:cNvSpPr/>
            <p:nvPr/>
          </p:nvSpPr>
          <p:spPr>
            <a:xfrm>
              <a:off x="8131175" y="1465263"/>
              <a:ext cx="182563" cy="153988"/>
            </a:xfrm>
            <a:custGeom>
              <a:rect b="b" l="l" r="r" t="t"/>
              <a:pathLst>
                <a:path extrusionOk="0" h="36" w="43">
                  <a:moveTo>
                    <a:pt x="19" y="33"/>
                  </a:moveTo>
                  <a:cubicBezTo>
                    <a:pt x="0" y="22"/>
                    <a:pt x="0" y="22"/>
                    <a:pt x="0" y="22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1" y="0"/>
                    <a:pt x="30" y="6"/>
                    <a:pt x="38" y="15"/>
                  </a:cubicBezTo>
                  <a:cubicBezTo>
                    <a:pt x="43" y="21"/>
                    <a:pt x="42" y="30"/>
                    <a:pt x="35" y="33"/>
                  </a:cubicBezTo>
                  <a:cubicBezTo>
                    <a:pt x="30" y="36"/>
                    <a:pt x="24" y="35"/>
                    <a:pt x="19" y="33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19" name="Google Shape;1419;p50"/>
            <p:cNvSpPr/>
            <p:nvPr/>
          </p:nvSpPr>
          <p:spPr>
            <a:xfrm>
              <a:off x="8097838" y="1419226"/>
              <a:ext cx="122238" cy="139700"/>
            </a:xfrm>
            <a:custGeom>
              <a:rect b="b" l="l" r="r" t="t"/>
              <a:pathLst>
                <a:path extrusionOk="0" h="33" w="29">
                  <a:moveTo>
                    <a:pt x="4" y="10"/>
                  </a:moveTo>
                  <a:cubicBezTo>
                    <a:pt x="14" y="2"/>
                    <a:pt x="14" y="2"/>
                    <a:pt x="14" y="2"/>
                  </a:cubicBezTo>
                  <a:cubicBezTo>
                    <a:pt x="17" y="0"/>
                    <a:pt x="21" y="1"/>
                    <a:pt x="23" y="3"/>
                  </a:cubicBezTo>
                  <a:cubicBezTo>
                    <a:pt x="29" y="11"/>
                    <a:pt x="29" y="11"/>
                    <a:pt x="29" y="11"/>
                  </a:cubicBezTo>
                  <a:cubicBezTo>
                    <a:pt x="8" y="33"/>
                    <a:pt x="8" y="33"/>
                    <a:pt x="8" y="33"/>
                  </a:cubicBezTo>
                  <a:cubicBezTo>
                    <a:pt x="1" y="18"/>
                    <a:pt x="1" y="18"/>
                    <a:pt x="1" y="18"/>
                  </a:cubicBezTo>
                  <a:cubicBezTo>
                    <a:pt x="0" y="15"/>
                    <a:pt x="1" y="11"/>
                    <a:pt x="4" y="10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20" name="Google Shape;1420;p50"/>
            <p:cNvSpPr/>
            <p:nvPr/>
          </p:nvSpPr>
          <p:spPr>
            <a:xfrm>
              <a:off x="8632825" y="1317626"/>
              <a:ext cx="838200" cy="1147763"/>
            </a:xfrm>
            <a:custGeom>
              <a:rect b="b" l="l" r="r" t="t"/>
              <a:pathLst>
                <a:path extrusionOk="0" h="270" w="197">
                  <a:moveTo>
                    <a:pt x="24" y="26"/>
                  </a:moveTo>
                  <a:cubicBezTo>
                    <a:pt x="27" y="15"/>
                    <a:pt x="36" y="7"/>
                    <a:pt x="47" y="5"/>
                  </a:cubicBezTo>
                  <a:cubicBezTo>
                    <a:pt x="56" y="4"/>
                    <a:pt x="60" y="2"/>
                    <a:pt x="71" y="2"/>
                  </a:cubicBezTo>
                  <a:cubicBezTo>
                    <a:pt x="90" y="0"/>
                    <a:pt x="121" y="1"/>
                    <a:pt x="142" y="3"/>
                  </a:cubicBezTo>
                  <a:cubicBezTo>
                    <a:pt x="155" y="4"/>
                    <a:pt x="168" y="5"/>
                    <a:pt x="178" y="7"/>
                  </a:cubicBezTo>
                  <a:cubicBezTo>
                    <a:pt x="178" y="7"/>
                    <a:pt x="178" y="7"/>
                    <a:pt x="178" y="7"/>
                  </a:cubicBezTo>
                  <a:cubicBezTo>
                    <a:pt x="189" y="9"/>
                    <a:pt x="197" y="20"/>
                    <a:pt x="195" y="31"/>
                  </a:cubicBezTo>
                  <a:cubicBezTo>
                    <a:pt x="190" y="60"/>
                    <a:pt x="176" y="110"/>
                    <a:pt x="174" y="157"/>
                  </a:cubicBezTo>
                  <a:cubicBezTo>
                    <a:pt x="172" y="220"/>
                    <a:pt x="173" y="255"/>
                    <a:pt x="172" y="270"/>
                  </a:cubicBezTo>
                  <a:cubicBezTo>
                    <a:pt x="11" y="267"/>
                    <a:pt x="11" y="267"/>
                    <a:pt x="11" y="267"/>
                  </a:cubicBezTo>
                  <a:cubicBezTo>
                    <a:pt x="0" y="115"/>
                    <a:pt x="14" y="60"/>
                    <a:pt x="24" y="2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21" name="Google Shape;1421;p50"/>
            <p:cNvSpPr/>
            <p:nvPr/>
          </p:nvSpPr>
          <p:spPr>
            <a:xfrm>
              <a:off x="8578850" y="1317626"/>
              <a:ext cx="914400" cy="1190625"/>
            </a:xfrm>
            <a:custGeom>
              <a:rect b="b" l="l" r="r" t="t"/>
              <a:pathLst>
                <a:path extrusionOk="0" h="280" w="215">
                  <a:moveTo>
                    <a:pt x="195" y="5"/>
                  </a:moveTo>
                  <a:cubicBezTo>
                    <a:pt x="195" y="5"/>
                    <a:pt x="195" y="5"/>
                    <a:pt x="195" y="5"/>
                  </a:cubicBezTo>
                  <a:cubicBezTo>
                    <a:pt x="184" y="3"/>
                    <a:pt x="171" y="1"/>
                    <a:pt x="158" y="0"/>
                  </a:cubicBezTo>
                  <a:cubicBezTo>
                    <a:pt x="156" y="0"/>
                    <a:pt x="153" y="0"/>
                    <a:pt x="151" y="0"/>
                  </a:cubicBezTo>
                  <a:cubicBezTo>
                    <a:pt x="144" y="29"/>
                    <a:pt x="102" y="77"/>
                    <a:pt x="89" y="151"/>
                  </a:cubicBezTo>
                  <a:cubicBezTo>
                    <a:pt x="84" y="90"/>
                    <a:pt x="81" y="25"/>
                    <a:pt x="88" y="0"/>
                  </a:cubicBezTo>
                  <a:cubicBezTo>
                    <a:pt x="83" y="0"/>
                    <a:pt x="63" y="1"/>
                    <a:pt x="54" y="3"/>
                  </a:cubicBezTo>
                  <a:cubicBezTo>
                    <a:pt x="43" y="5"/>
                    <a:pt x="33" y="14"/>
                    <a:pt x="29" y="26"/>
                  </a:cubicBezTo>
                  <a:cubicBezTo>
                    <a:pt x="19" y="55"/>
                    <a:pt x="0" y="120"/>
                    <a:pt x="12" y="280"/>
                  </a:cubicBezTo>
                  <a:cubicBezTo>
                    <a:pt x="190" y="280"/>
                    <a:pt x="190" y="280"/>
                    <a:pt x="190" y="280"/>
                  </a:cubicBezTo>
                  <a:cubicBezTo>
                    <a:pt x="191" y="264"/>
                    <a:pt x="187" y="230"/>
                    <a:pt x="193" y="178"/>
                  </a:cubicBezTo>
                  <a:cubicBezTo>
                    <a:pt x="199" y="128"/>
                    <a:pt x="208" y="60"/>
                    <a:pt x="213" y="30"/>
                  </a:cubicBezTo>
                  <a:cubicBezTo>
                    <a:pt x="215" y="18"/>
                    <a:pt x="207" y="7"/>
                    <a:pt x="195" y="5"/>
                  </a:cubicBezTo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22" name="Google Shape;1422;p50"/>
            <p:cNvSpPr/>
            <p:nvPr/>
          </p:nvSpPr>
          <p:spPr>
            <a:xfrm>
              <a:off x="8923338" y="1993901"/>
              <a:ext cx="38100" cy="476250"/>
            </a:xfrm>
            <a:custGeom>
              <a:rect b="b" l="l" r="r" t="t"/>
              <a:pathLst>
                <a:path extrusionOk="0" h="112" w="9">
                  <a:moveTo>
                    <a:pt x="8" y="0"/>
                  </a:moveTo>
                  <a:cubicBezTo>
                    <a:pt x="7" y="0"/>
                    <a:pt x="7" y="1"/>
                    <a:pt x="7" y="1"/>
                  </a:cubicBezTo>
                  <a:cubicBezTo>
                    <a:pt x="7" y="2"/>
                    <a:pt x="0" y="66"/>
                    <a:pt x="3" y="111"/>
                  </a:cubicBezTo>
                  <a:cubicBezTo>
                    <a:pt x="3" y="112"/>
                    <a:pt x="4" y="112"/>
                    <a:pt x="4" y="112"/>
                  </a:cubicBezTo>
                  <a:cubicBezTo>
                    <a:pt x="4" y="112"/>
                    <a:pt x="4" y="112"/>
                    <a:pt x="4" y="112"/>
                  </a:cubicBezTo>
                  <a:cubicBezTo>
                    <a:pt x="5" y="112"/>
                    <a:pt x="6" y="112"/>
                    <a:pt x="5" y="111"/>
                  </a:cubicBezTo>
                  <a:cubicBezTo>
                    <a:pt x="2" y="66"/>
                    <a:pt x="9" y="2"/>
                    <a:pt x="9" y="1"/>
                  </a:cubicBezTo>
                  <a:cubicBezTo>
                    <a:pt x="9" y="1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</a:path>
              </a:pathLst>
            </a:custGeom>
            <a:solidFill>
              <a:srgbClr val="515B6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23" name="Google Shape;1423;p50"/>
            <p:cNvSpPr/>
            <p:nvPr/>
          </p:nvSpPr>
          <p:spPr>
            <a:xfrm>
              <a:off x="9399588" y="1831976"/>
              <a:ext cx="30163" cy="238125"/>
            </a:xfrm>
            <a:custGeom>
              <a:rect b="b" l="l" r="r" t="t"/>
              <a:pathLst>
                <a:path extrusionOk="0" h="56" w="7">
                  <a:moveTo>
                    <a:pt x="7" y="0"/>
                  </a:moveTo>
                  <a:cubicBezTo>
                    <a:pt x="7" y="0"/>
                    <a:pt x="7" y="0"/>
                    <a:pt x="7" y="0"/>
                  </a:cubicBezTo>
                  <a:cubicBezTo>
                    <a:pt x="5" y="19"/>
                    <a:pt x="2" y="39"/>
                    <a:pt x="0" y="56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2" y="39"/>
                    <a:pt x="5" y="20"/>
                    <a:pt x="7" y="0"/>
                  </a:cubicBezTo>
                </a:path>
              </a:pathLst>
            </a:custGeom>
            <a:solidFill>
              <a:srgbClr val="3A5F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24" name="Google Shape;1424;p50"/>
            <p:cNvSpPr/>
            <p:nvPr/>
          </p:nvSpPr>
          <p:spPr>
            <a:xfrm>
              <a:off x="9429750" y="1512888"/>
              <a:ext cx="46038" cy="319088"/>
            </a:xfrm>
            <a:custGeom>
              <a:rect b="b" l="l" r="r" t="t"/>
              <a:pathLst>
                <a:path extrusionOk="0" h="75" w="11">
                  <a:moveTo>
                    <a:pt x="11" y="0"/>
                  </a:moveTo>
                  <a:cubicBezTo>
                    <a:pt x="8" y="20"/>
                    <a:pt x="4" y="47"/>
                    <a:pt x="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4" y="47"/>
                    <a:pt x="8" y="20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</a:path>
              </a:pathLst>
            </a:custGeom>
            <a:solidFill>
              <a:srgbClr val="4767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25" name="Google Shape;1425;p50"/>
            <p:cNvSpPr/>
            <p:nvPr/>
          </p:nvSpPr>
          <p:spPr>
            <a:xfrm>
              <a:off x="9356725" y="1503363"/>
              <a:ext cx="119063" cy="566738"/>
            </a:xfrm>
            <a:custGeom>
              <a:rect b="b" l="l" r="r" t="t"/>
              <a:pathLst>
                <a:path extrusionOk="0" h="133" w="28">
                  <a:moveTo>
                    <a:pt x="22" y="0"/>
                  </a:moveTo>
                  <a:cubicBezTo>
                    <a:pt x="16" y="0"/>
                    <a:pt x="10" y="6"/>
                    <a:pt x="6" y="24"/>
                  </a:cubicBezTo>
                  <a:cubicBezTo>
                    <a:pt x="0" y="54"/>
                    <a:pt x="3" y="95"/>
                    <a:pt x="10" y="133"/>
                  </a:cubicBezTo>
                  <a:cubicBezTo>
                    <a:pt x="12" y="116"/>
                    <a:pt x="15" y="96"/>
                    <a:pt x="17" y="77"/>
                  </a:cubicBezTo>
                  <a:cubicBezTo>
                    <a:pt x="21" y="49"/>
                    <a:pt x="25" y="22"/>
                    <a:pt x="28" y="2"/>
                  </a:cubicBezTo>
                  <a:cubicBezTo>
                    <a:pt x="26" y="0"/>
                    <a:pt x="24" y="0"/>
                    <a:pt x="22" y="0"/>
                  </a:cubicBezTo>
                </a:path>
              </a:pathLst>
            </a:custGeom>
            <a:solidFill>
              <a:srgbClr val="1B2327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26" name="Google Shape;1426;p50"/>
            <p:cNvSpPr/>
            <p:nvPr/>
          </p:nvSpPr>
          <p:spPr>
            <a:xfrm>
              <a:off x="8918575" y="989013"/>
              <a:ext cx="331788" cy="430213"/>
            </a:xfrm>
            <a:custGeom>
              <a:rect b="b" l="l" r="r" t="t"/>
              <a:pathLst>
                <a:path extrusionOk="0" h="101" w="78">
                  <a:moveTo>
                    <a:pt x="7" y="78"/>
                  </a:moveTo>
                  <a:cubicBezTo>
                    <a:pt x="28" y="74"/>
                    <a:pt x="32" y="61"/>
                    <a:pt x="30" y="47"/>
                  </a:cubicBezTo>
                  <a:cubicBezTo>
                    <a:pt x="30" y="43"/>
                    <a:pt x="29" y="40"/>
                    <a:pt x="28" y="36"/>
                  </a:cubicBezTo>
                  <a:cubicBezTo>
                    <a:pt x="54" y="15"/>
                    <a:pt x="54" y="15"/>
                    <a:pt x="54" y="15"/>
                  </a:cubicBezTo>
                  <a:cubicBezTo>
                    <a:pt x="73" y="0"/>
                    <a:pt x="73" y="0"/>
                    <a:pt x="73" y="0"/>
                  </a:cubicBezTo>
                  <a:cubicBezTo>
                    <a:pt x="68" y="23"/>
                    <a:pt x="63" y="64"/>
                    <a:pt x="78" y="80"/>
                  </a:cubicBezTo>
                  <a:cubicBezTo>
                    <a:pt x="78" y="80"/>
                    <a:pt x="65" y="101"/>
                    <a:pt x="30" y="98"/>
                  </a:cubicBezTo>
                  <a:cubicBezTo>
                    <a:pt x="0" y="96"/>
                    <a:pt x="7" y="78"/>
                    <a:pt x="7" y="78"/>
                  </a:cubicBezTo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27" name="Google Shape;1427;p50"/>
            <p:cNvSpPr/>
            <p:nvPr/>
          </p:nvSpPr>
          <p:spPr>
            <a:xfrm>
              <a:off x="9058275" y="1384301"/>
              <a:ext cx="77788" cy="55563"/>
            </a:xfrm>
            <a:custGeom>
              <a:rect b="b" l="l" r="r" t="t"/>
              <a:pathLst>
                <a:path extrusionOk="0" h="35" w="49">
                  <a:moveTo>
                    <a:pt x="16" y="0"/>
                  </a:moveTo>
                  <a:lnTo>
                    <a:pt x="0" y="17"/>
                  </a:lnTo>
                  <a:lnTo>
                    <a:pt x="49" y="35"/>
                  </a:lnTo>
                  <a:lnTo>
                    <a:pt x="43" y="17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28" name="Google Shape;1428;p50"/>
            <p:cNvSpPr/>
            <p:nvPr/>
          </p:nvSpPr>
          <p:spPr>
            <a:xfrm>
              <a:off x="9083675" y="1300163"/>
              <a:ext cx="212725" cy="177800"/>
            </a:xfrm>
            <a:custGeom>
              <a:rect b="b" l="l" r="r" t="t"/>
              <a:pathLst>
                <a:path extrusionOk="0" h="42" w="50">
                  <a:moveTo>
                    <a:pt x="14" y="42"/>
                  </a:moveTo>
                  <a:cubicBezTo>
                    <a:pt x="14" y="42"/>
                    <a:pt x="7" y="24"/>
                    <a:pt x="0" y="20"/>
                  </a:cubicBezTo>
                  <a:cubicBezTo>
                    <a:pt x="24" y="14"/>
                    <a:pt x="35" y="0"/>
                    <a:pt x="35" y="0"/>
                  </a:cubicBezTo>
                  <a:cubicBezTo>
                    <a:pt x="46" y="5"/>
                    <a:pt x="46" y="5"/>
                    <a:pt x="46" y="5"/>
                  </a:cubicBezTo>
                  <a:cubicBezTo>
                    <a:pt x="46" y="5"/>
                    <a:pt x="50" y="26"/>
                    <a:pt x="14" y="42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29" name="Google Shape;1429;p50"/>
            <p:cNvSpPr/>
            <p:nvPr/>
          </p:nvSpPr>
          <p:spPr>
            <a:xfrm>
              <a:off x="8977313" y="1381126"/>
              <a:ext cx="80963" cy="33338"/>
            </a:xfrm>
            <a:custGeom>
              <a:rect b="b" l="l" r="r" t="t"/>
              <a:pathLst>
                <a:path extrusionOk="0" h="21" w="51">
                  <a:moveTo>
                    <a:pt x="41" y="0"/>
                  </a:moveTo>
                  <a:lnTo>
                    <a:pt x="51" y="19"/>
                  </a:lnTo>
                  <a:lnTo>
                    <a:pt x="0" y="21"/>
                  </a:lnTo>
                  <a:lnTo>
                    <a:pt x="11" y="5"/>
                  </a:lnTo>
                  <a:lnTo>
                    <a:pt x="4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30" name="Google Shape;1430;p50"/>
            <p:cNvSpPr/>
            <p:nvPr/>
          </p:nvSpPr>
          <p:spPr>
            <a:xfrm>
              <a:off x="8870950" y="1304926"/>
              <a:ext cx="171450" cy="152400"/>
            </a:xfrm>
            <a:custGeom>
              <a:rect b="b" l="l" r="r" t="t"/>
              <a:pathLst>
                <a:path extrusionOk="0" h="36" w="40">
                  <a:moveTo>
                    <a:pt x="15" y="36"/>
                  </a:moveTo>
                  <a:cubicBezTo>
                    <a:pt x="15" y="36"/>
                    <a:pt x="25" y="25"/>
                    <a:pt x="40" y="18"/>
                  </a:cubicBezTo>
                  <a:cubicBezTo>
                    <a:pt x="29" y="15"/>
                    <a:pt x="29" y="0"/>
                    <a:pt x="29" y="0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8" y="2"/>
                    <a:pt x="0" y="20"/>
                    <a:pt x="15" y="36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31" name="Google Shape;1431;p50"/>
            <p:cNvSpPr/>
            <p:nvPr/>
          </p:nvSpPr>
          <p:spPr>
            <a:xfrm>
              <a:off x="9093200" y="1052513"/>
              <a:ext cx="55563" cy="47625"/>
            </a:xfrm>
            <a:custGeom>
              <a:rect b="b" l="l" r="r" t="t"/>
              <a:pathLst>
                <a:path extrusionOk="0" h="30" w="35">
                  <a:moveTo>
                    <a:pt x="35" y="0"/>
                  </a:moveTo>
                  <a:lnTo>
                    <a:pt x="0" y="30"/>
                  </a:lnTo>
                  <a:lnTo>
                    <a:pt x="0" y="30"/>
                  </a:lnTo>
                  <a:lnTo>
                    <a:pt x="35" y="0"/>
                  </a:lnTo>
                  <a:lnTo>
                    <a:pt x="35" y="0"/>
                  </a:lnTo>
                  <a:close/>
                </a:path>
              </a:pathLst>
            </a:custGeom>
            <a:solidFill>
              <a:srgbClr val="426D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32" name="Google Shape;1432;p50"/>
            <p:cNvSpPr/>
            <p:nvPr/>
          </p:nvSpPr>
          <p:spPr>
            <a:xfrm>
              <a:off x="9093200" y="1052513"/>
              <a:ext cx="55563" cy="47625"/>
            </a:xfrm>
            <a:custGeom>
              <a:rect b="b" l="l" r="r" t="t"/>
              <a:pathLst>
                <a:path extrusionOk="0" h="30" w="35">
                  <a:moveTo>
                    <a:pt x="35" y="0"/>
                  </a:moveTo>
                  <a:lnTo>
                    <a:pt x="0" y="30"/>
                  </a:lnTo>
                  <a:lnTo>
                    <a:pt x="0" y="30"/>
                  </a:lnTo>
                  <a:lnTo>
                    <a:pt x="35" y="0"/>
                  </a:lnTo>
                  <a:lnTo>
                    <a:pt x="35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33" name="Google Shape;1433;p50"/>
            <p:cNvSpPr/>
            <p:nvPr/>
          </p:nvSpPr>
          <p:spPr>
            <a:xfrm>
              <a:off x="9037638" y="1100138"/>
              <a:ext cx="55563" cy="42863"/>
            </a:xfrm>
            <a:custGeom>
              <a:rect b="b" l="l" r="r" t="t"/>
              <a:pathLst>
                <a:path extrusionOk="0" h="10" w="13">
                  <a:moveTo>
                    <a:pt x="13" y="0"/>
                  </a:moveTo>
                  <a:cubicBezTo>
                    <a:pt x="13" y="0"/>
                    <a:pt x="13" y="0"/>
                    <a:pt x="13" y="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13" y="0"/>
                    <a:pt x="13" y="0"/>
                    <a:pt x="13" y="0"/>
                  </a:cubicBezTo>
                </a:path>
              </a:pathLst>
            </a:custGeom>
            <a:solidFill>
              <a:srgbClr val="517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34" name="Google Shape;1434;p50"/>
            <p:cNvSpPr/>
            <p:nvPr/>
          </p:nvSpPr>
          <p:spPr>
            <a:xfrm>
              <a:off x="9037638" y="1052513"/>
              <a:ext cx="114300" cy="136525"/>
            </a:xfrm>
            <a:custGeom>
              <a:rect b="b" l="l" r="r" t="t"/>
              <a:pathLst>
                <a:path extrusionOk="0" h="32" w="27">
                  <a:moveTo>
                    <a:pt x="26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1" y="25"/>
                    <a:pt x="2" y="28"/>
                    <a:pt x="2" y="32"/>
                  </a:cubicBezTo>
                  <a:cubicBezTo>
                    <a:pt x="12" y="30"/>
                    <a:pt x="25" y="20"/>
                    <a:pt x="26" y="10"/>
                  </a:cubicBezTo>
                  <a:cubicBezTo>
                    <a:pt x="27" y="6"/>
                    <a:pt x="27" y="3"/>
                    <a:pt x="26" y="0"/>
                  </a:cubicBezTo>
                </a:path>
              </a:pathLst>
            </a:custGeom>
            <a:solidFill>
              <a:srgbClr val="CC9C97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35" name="Google Shape;1435;p50"/>
            <p:cNvSpPr/>
            <p:nvPr/>
          </p:nvSpPr>
          <p:spPr>
            <a:xfrm>
              <a:off x="8867775" y="611188"/>
              <a:ext cx="169863" cy="314325"/>
            </a:xfrm>
            <a:custGeom>
              <a:rect b="b" l="l" r="r" t="t"/>
              <a:pathLst>
                <a:path extrusionOk="0" h="74" w="40">
                  <a:moveTo>
                    <a:pt x="9" y="21"/>
                  </a:moveTo>
                  <a:cubicBezTo>
                    <a:pt x="0" y="32"/>
                    <a:pt x="1" y="73"/>
                    <a:pt x="20" y="74"/>
                  </a:cubicBezTo>
                  <a:cubicBezTo>
                    <a:pt x="40" y="74"/>
                    <a:pt x="26" y="0"/>
                    <a:pt x="9" y="2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36" name="Google Shape;1436;p50"/>
            <p:cNvSpPr/>
            <p:nvPr/>
          </p:nvSpPr>
          <p:spPr>
            <a:xfrm>
              <a:off x="8867775" y="593726"/>
              <a:ext cx="407988" cy="617538"/>
            </a:xfrm>
            <a:custGeom>
              <a:rect b="b" l="l" r="r" t="t"/>
              <a:pathLst>
                <a:path extrusionOk="0" h="145" w="96">
                  <a:moveTo>
                    <a:pt x="94" y="55"/>
                  </a:moveTo>
                  <a:cubicBezTo>
                    <a:pt x="92" y="86"/>
                    <a:pt x="92" y="104"/>
                    <a:pt x="76" y="120"/>
                  </a:cubicBezTo>
                  <a:cubicBezTo>
                    <a:pt x="53" y="145"/>
                    <a:pt x="14" y="131"/>
                    <a:pt x="7" y="100"/>
                  </a:cubicBezTo>
                  <a:cubicBezTo>
                    <a:pt x="0" y="72"/>
                    <a:pt x="5" y="25"/>
                    <a:pt x="35" y="13"/>
                  </a:cubicBezTo>
                  <a:cubicBezTo>
                    <a:pt x="65" y="0"/>
                    <a:pt x="96" y="23"/>
                    <a:pt x="94" y="55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37" name="Google Shape;1437;p50"/>
            <p:cNvSpPr/>
            <p:nvPr/>
          </p:nvSpPr>
          <p:spPr>
            <a:xfrm>
              <a:off x="9118600" y="682626"/>
              <a:ext cx="369888" cy="361950"/>
            </a:xfrm>
            <a:custGeom>
              <a:rect b="b" l="l" r="r" t="t"/>
              <a:pathLst>
                <a:path extrusionOk="0" h="85" w="87">
                  <a:moveTo>
                    <a:pt x="19" y="8"/>
                  </a:moveTo>
                  <a:cubicBezTo>
                    <a:pt x="0" y="27"/>
                    <a:pt x="25" y="41"/>
                    <a:pt x="15" y="52"/>
                  </a:cubicBezTo>
                  <a:cubicBezTo>
                    <a:pt x="34" y="61"/>
                    <a:pt x="27" y="69"/>
                    <a:pt x="27" y="69"/>
                  </a:cubicBezTo>
                  <a:cubicBezTo>
                    <a:pt x="27" y="69"/>
                    <a:pt x="24" y="76"/>
                    <a:pt x="27" y="85"/>
                  </a:cubicBezTo>
                  <a:cubicBezTo>
                    <a:pt x="48" y="80"/>
                    <a:pt x="87" y="10"/>
                    <a:pt x="44" y="0"/>
                  </a:cubicBezTo>
                  <a:cubicBezTo>
                    <a:pt x="19" y="11"/>
                    <a:pt x="19" y="8"/>
                    <a:pt x="19" y="8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38" name="Google Shape;1438;p50"/>
            <p:cNvSpPr/>
            <p:nvPr/>
          </p:nvSpPr>
          <p:spPr>
            <a:xfrm>
              <a:off x="8855075" y="538163"/>
              <a:ext cx="496888" cy="247650"/>
            </a:xfrm>
            <a:custGeom>
              <a:rect b="b" l="l" r="r" t="t"/>
              <a:pathLst>
                <a:path extrusionOk="0" h="58" w="117">
                  <a:moveTo>
                    <a:pt x="89" y="56"/>
                  </a:moveTo>
                  <a:cubicBezTo>
                    <a:pt x="71" y="58"/>
                    <a:pt x="47" y="50"/>
                    <a:pt x="33" y="42"/>
                  </a:cubicBezTo>
                  <a:cubicBezTo>
                    <a:pt x="18" y="35"/>
                    <a:pt x="16" y="49"/>
                    <a:pt x="21" y="53"/>
                  </a:cubicBezTo>
                  <a:cubicBezTo>
                    <a:pt x="12" y="53"/>
                    <a:pt x="0" y="46"/>
                    <a:pt x="3" y="30"/>
                  </a:cubicBezTo>
                  <a:cubicBezTo>
                    <a:pt x="6" y="15"/>
                    <a:pt x="26" y="0"/>
                    <a:pt x="54" y="13"/>
                  </a:cubicBezTo>
                  <a:cubicBezTo>
                    <a:pt x="73" y="22"/>
                    <a:pt x="98" y="10"/>
                    <a:pt x="107" y="21"/>
                  </a:cubicBezTo>
                  <a:cubicBezTo>
                    <a:pt x="117" y="31"/>
                    <a:pt x="102" y="54"/>
                    <a:pt x="89" y="56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39" name="Google Shape;1439;p50"/>
            <p:cNvSpPr/>
            <p:nvPr/>
          </p:nvSpPr>
          <p:spPr>
            <a:xfrm>
              <a:off x="9288463" y="588963"/>
              <a:ext cx="98425" cy="128588"/>
            </a:xfrm>
            <a:custGeom>
              <a:rect b="b" l="l" r="r" t="t"/>
              <a:pathLst>
                <a:path extrusionOk="0" h="30" w="23">
                  <a:moveTo>
                    <a:pt x="0" y="23"/>
                  </a:moveTo>
                  <a:cubicBezTo>
                    <a:pt x="12" y="22"/>
                    <a:pt x="13" y="14"/>
                    <a:pt x="9" y="0"/>
                  </a:cubicBezTo>
                  <a:cubicBezTo>
                    <a:pt x="23" y="19"/>
                    <a:pt x="18" y="25"/>
                    <a:pt x="9" y="30"/>
                  </a:cubicBezTo>
                  <a:cubicBezTo>
                    <a:pt x="1" y="27"/>
                    <a:pt x="0" y="23"/>
                    <a:pt x="0" y="23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40" name="Google Shape;1440;p50"/>
            <p:cNvSpPr/>
            <p:nvPr/>
          </p:nvSpPr>
          <p:spPr>
            <a:xfrm>
              <a:off x="9194800" y="857251"/>
              <a:ext cx="119063" cy="144463"/>
            </a:xfrm>
            <a:custGeom>
              <a:rect b="b" l="l" r="r" t="t"/>
              <a:pathLst>
                <a:path extrusionOk="0" h="34" w="28">
                  <a:moveTo>
                    <a:pt x="25" y="17"/>
                  </a:moveTo>
                  <a:cubicBezTo>
                    <a:pt x="22" y="23"/>
                    <a:pt x="17" y="28"/>
                    <a:pt x="11" y="30"/>
                  </a:cubicBezTo>
                  <a:cubicBezTo>
                    <a:pt x="4" y="34"/>
                    <a:pt x="0" y="27"/>
                    <a:pt x="2" y="18"/>
                  </a:cubicBezTo>
                  <a:cubicBezTo>
                    <a:pt x="4" y="11"/>
                    <a:pt x="10" y="0"/>
                    <a:pt x="18" y="0"/>
                  </a:cubicBezTo>
                  <a:cubicBezTo>
                    <a:pt x="25" y="0"/>
                    <a:pt x="28" y="9"/>
                    <a:pt x="25" y="17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41" name="Google Shape;1441;p50"/>
            <p:cNvSpPr/>
            <p:nvPr/>
          </p:nvSpPr>
          <p:spPr>
            <a:xfrm>
              <a:off x="9032875" y="844551"/>
              <a:ext cx="25400" cy="42863"/>
            </a:xfrm>
            <a:custGeom>
              <a:rect b="b" l="l" r="r" t="t"/>
              <a:pathLst>
                <a:path extrusionOk="0" h="10" w="6">
                  <a:moveTo>
                    <a:pt x="6" y="5"/>
                  </a:moveTo>
                  <a:cubicBezTo>
                    <a:pt x="6" y="8"/>
                    <a:pt x="4" y="10"/>
                    <a:pt x="3" y="10"/>
                  </a:cubicBezTo>
                  <a:cubicBezTo>
                    <a:pt x="1" y="10"/>
                    <a:pt x="0" y="8"/>
                    <a:pt x="0" y="5"/>
                  </a:cubicBezTo>
                  <a:cubicBezTo>
                    <a:pt x="0" y="3"/>
                    <a:pt x="1" y="0"/>
                    <a:pt x="3" y="0"/>
                  </a:cubicBezTo>
                  <a:cubicBezTo>
                    <a:pt x="5" y="0"/>
                    <a:pt x="6" y="2"/>
                    <a:pt x="6" y="5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42" name="Google Shape;1442;p50"/>
            <p:cNvSpPr/>
            <p:nvPr/>
          </p:nvSpPr>
          <p:spPr>
            <a:xfrm>
              <a:off x="8910638" y="849313"/>
              <a:ext cx="25400" cy="381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43" name="Google Shape;1443;p50"/>
            <p:cNvSpPr/>
            <p:nvPr/>
          </p:nvSpPr>
          <p:spPr>
            <a:xfrm>
              <a:off x="8931275" y="869951"/>
              <a:ext cx="50800" cy="111125"/>
            </a:xfrm>
            <a:custGeom>
              <a:rect b="b" l="l" r="r" t="t"/>
              <a:pathLst>
                <a:path extrusionOk="0" h="26" w="12">
                  <a:moveTo>
                    <a:pt x="12" y="0"/>
                  </a:moveTo>
                  <a:cubicBezTo>
                    <a:pt x="12" y="0"/>
                    <a:pt x="6" y="15"/>
                    <a:pt x="0" y="22"/>
                  </a:cubicBezTo>
                  <a:cubicBezTo>
                    <a:pt x="4" y="26"/>
                    <a:pt x="12" y="24"/>
                    <a:pt x="12" y="24"/>
                  </a:cubicBezTo>
                  <a:lnTo>
                    <a:pt x="12" y="0"/>
                  </a:lnTo>
                  <a:close/>
                </a:path>
              </a:pathLst>
            </a:custGeom>
            <a:solidFill>
              <a:srgbClr val="ED847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44" name="Google Shape;1444;p50"/>
            <p:cNvSpPr/>
            <p:nvPr/>
          </p:nvSpPr>
          <p:spPr>
            <a:xfrm>
              <a:off x="9007475" y="958851"/>
              <a:ext cx="80963" cy="42863"/>
            </a:xfrm>
            <a:custGeom>
              <a:rect b="b" l="l" r="r" t="t"/>
              <a:pathLst>
                <a:path extrusionOk="0" h="10" w="19">
                  <a:moveTo>
                    <a:pt x="4" y="10"/>
                  </a:moveTo>
                  <a:cubicBezTo>
                    <a:pt x="14" y="9"/>
                    <a:pt x="19" y="2"/>
                    <a:pt x="19" y="1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8" y="1"/>
                    <a:pt x="18" y="1"/>
                    <a:pt x="18" y="1"/>
                  </a:cubicBezTo>
                  <a:cubicBezTo>
                    <a:pt x="17" y="1"/>
                    <a:pt x="12" y="9"/>
                    <a:pt x="1" y="9"/>
                  </a:cubicBezTo>
                  <a:cubicBezTo>
                    <a:pt x="1" y="9"/>
                    <a:pt x="0" y="9"/>
                    <a:pt x="0" y="9"/>
                  </a:cubicBezTo>
                  <a:cubicBezTo>
                    <a:pt x="0" y="10"/>
                    <a:pt x="1" y="10"/>
                    <a:pt x="1" y="10"/>
                  </a:cubicBezTo>
                  <a:cubicBezTo>
                    <a:pt x="2" y="10"/>
                    <a:pt x="3" y="10"/>
                    <a:pt x="4" y="1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45" name="Google Shape;1445;p50"/>
            <p:cNvSpPr/>
            <p:nvPr/>
          </p:nvSpPr>
          <p:spPr>
            <a:xfrm>
              <a:off x="9063038" y="785813"/>
              <a:ext cx="60325" cy="38100"/>
            </a:xfrm>
            <a:custGeom>
              <a:rect b="b" l="l" r="r" t="t"/>
              <a:pathLst>
                <a:path extrusionOk="0" h="9" w="14">
                  <a:moveTo>
                    <a:pt x="13" y="9"/>
                  </a:moveTo>
                  <a:cubicBezTo>
                    <a:pt x="13" y="9"/>
                    <a:pt x="13" y="9"/>
                    <a:pt x="13" y="9"/>
                  </a:cubicBezTo>
                  <a:cubicBezTo>
                    <a:pt x="14" y="8"/>
                    <a:pt x="14" y="7"/>
                    <a:pt x="14" y="7"/>
                  </a:cubicBezTo>
                  <a:cubicBezTo>
                    <a:pt x="9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3"/>
                    <a:pt x="2" y="3"/>
                  </a:cubicBezTo>
                  <a:cubicBezTo>
                    <a:pt x="2" y="3"/>
                    <a:pt x="7" y="3"/>
                    <a:pt x="11" y="8"/>
                  </a:cubicBezTo>
                  <a:cubicBezTo>
                    <a:pt x="12" y="9"/>
                    <a:pt x="12" y="9"/>
                    <a:pt x="13" y="9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46" name="Google Shape;1446;p50"/>
            <p:cNvSpPr/>
            <p:nvPr/>
          </p:nvSpPr>
          <p:spPr>
            <a:xfrm>
              <a:off x="8880475" y="781051"/>
              <a:ext cx="55563" cy="46038"/>
            </a:xfrm>
            <a:custGeom>
              <a:rect b="b" l="l" r="r" t="t"/>
              <a:pathLst>
                <a:path extrusionOk="0" h="11" w="13">
                  <a:moveTo>
                    <a:pt x="2" y="11"/>
                  </a:moveTo>
                  <a:cubicBezTo>
                    <a:pt x="2" y="11"/>
                    <a:pt x="3" y="11"/>
                    <a:pt x="3" y="10"/>
                  </a:cubicBezTo>
                  <a:cubicBezTo>
                    <a:pt x="6" y="4"/>
                    <a:pt x="11" y="3"/>
                    <a:pt x="11" y="3"/>
                  </a:cubicBezTo>
                  <a:cubicBezTo>
                    <a:pt x="12" y="3"/>
                    <a:pt x="13" y="3"/>
                    <a:pt x="12" y="2"/>
                  </a:cubicBezTo>
                  <a:cubicBezTo>
                    <a:pt x="12" y="1"/>
                    <a:pt x="12" y="0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0" y="1"/>
                    <a:pt x="4" y="2"/>
                    <a:pt x="0" y="9"/>
                  </a:cubicBezTo>
                  <a:cubicBezTo>
                    <a:pt x="0" y="10"/>
                    <a:pt x="0" y="11"/>
                    <a:pt x="1" y="11"/>
                  </a:cubicBezTo>
                  <a:lnTo>
                    <a:pt x="2" y="1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47" name="Google Shape;1447;p50"/>
            <p:cNvSpPr/>
            <p:nvPr/>
          </p:nvSpPr>
          <p:spPr>
            <a:xfrm>
              <a:off x="9217025" y="1330326"/>
              <a:ext cx="479425" cy="1003300"/>
            </a:xfrm>
            <a:custGeom>
              <a:rect b="b" l="l" r="r" t="t"/>
              <a:pathLst>
                <a:path extrusionOk="0" h="236" w="113">
                  <a:moveTo>
                    <a:pt x="68" y="20"/>
                  </a:moveTo>
                  <a:cubicBezTo>
                    <a:pt x="73" y="30"/>
                    <a:pt x="77" y="40"/>
                    <a:pt x="81" y="50"/>
                  </a:cubicBezTo>
                  <a:cubicBezTo>
                    <a:pt x="85" y="60"/>
                    <a:pt x="89" y="70"/>
                    <a:pt x="92" y="80"/>
                  </a:cubicBezTo>
                  <a:cubicBezTo>
                    <a:pt x="99" y="101"/>
                    <a:pt x="105" y="122"/>
                    <a:pt x="109" y="144"/>
                  </a:cubicBezTo>
                  <a:cubicBezTo>
                    <a:pt x="110" y="149"/>
                    <a:pt x="111" y="155"/>
                    <a:pt x="112" y="160"/>
                  </a:cubicBezTo>
                  <a:cubicBezTo>
                    <a:pt x="112" y="165"/>
                    <a:pt x="112" y="165"/>
                    <a:pt x="112" y="165"/>
                  </a:cubicBezTo>
                  <a:cubicBezTo>
                    <a:pt x="112" y="167"/>
                    <a:pt x="112" y="167"/>
                    <a:pt x="112" y="167"/>
                  </a:cubicBezTo>
                  <a:cubicBezTo>
                    <a:pt x="113" y="168"/>
                    <a:pt x="113" y="168"/>
                    <a:pt x="113" y="168"/>
                  </a:cubicBezTo>
                  <a:cubicBezTo>
                    <a:pt x="113" y="169"/>
                    <a:pt x="113" y="169"/>
                    <a:pt x="113" y="169"/>
                  </a:cubicBezTo>
                  <a:cubicBezTo>
                    <a:pt x="113" y="173"/>
                    <a:pt x="113" y="177"/>
                    <a:pt x="113" y="182"/>
                  </a:cubicBezTo>
                  <a:cubicBezTo>
                    <a:pt x="112" y="190"/>
                    <a:pt x="109" y="200"/>
                    <a:pt x="104" y="207"/>
                  </a:cubicBezTo>
                  <a:cubicBezTo>
                    <a:pt x="99" y="215"/>
                    <a:pt x="92" y="220"/>
                    <a:pt x="85" y="224"/>
                  </a:cubicBezTo>
                  <a:cubicBezTo>
                    <a:pt x="79" y="228"/>
                    <a:pt x="72" y="231"/>
                    <a:pt x="66" y="232"/>
                  </a:cubicBezTo>
                  <a:cubicBezTo>
                    <a:pt x="60" y="234"/>
                    <a:pt x="54" y="235"/>
                    <a:pt x="48" y="236"/>
                  </a:cubicBezTo>
                  <a:cubicBezTo>
                    <a:pt x="42" y="236"/>
                    <a:pt x="36" y="236"/>
                    <a:pt x="30" y="236"/>
                  </a:cubicBezTo>
                  <a:cubicBezTo>
                    <a:pt x="24" y="236"/>
                    <a:pt x="19" y="235"/>
                    <a:pt x="13" y="234"/>
                  </a:cubicBezTo>
                  <a:cubicBezTo>
                    <a:pt x="5" y="233"/>
                    <a:pt x="0" y="226"/>
                    <a:pt x="1" y="218"/>
                  </a:cubicBezTo>
                  <a:cubicBezTo>
                    <a:pt x="2" y="213"/>
                    <a:pt x="7" y="208"/>
                    <a:pt x="12" y="207"/>
                  </a:cubicBezTo>
                  <a:cubicBezTo>
                    <a:pt x="13" y="207"/>
                    <a:pt x="13" y="207"/>
                    <a:pt x="13" y="207"/>
                  </a:cubicBezTo>
                  <a:cubicBezTo>
                    <a:pt x="17" y="206"/>
                    <a:pt x="23" y="205"/>
                    <a:pt x="27" y="204"/>
                  </a:cubicBezTo>
                  <a:cubicBezTo>
                    <a:pt x="32" y="202"/>
                    <a:pt x="36" y="201"/>
                    <a:pt x="40" y="199"/>
                  </a:cubicBezTo>
                  <a:cubicBezTo>
                    <a:pt x="49" y="196"/>
                    <a:pt x="56" y="192"/>
                    <a:pt x="61" y="188"/>
                  </a:cubicBezTo>
                  <a:cubicBezTo>
                    <a:pt x="63" y="186"/>
                    <a:pt x="64" y="184"/>
                    <a:pt x="64" y="183"/>
                  </a:cubicBezTo>
                  <a:cubicBezTo>
                    <a:pt x="64" y="182"/>
                    <a:pt x="64" y="180"/>
                    <a:pt x="64" y="179"/>
                  </a:cubicBezTo>
                  <a:cubicBezTo>
                    <a:pt x="64" y="178"/>
                    <a:pt x="64" y="177"/>
                    <a:pt x="63" y="175"/>
                  </a:cubicBezTo>
                  <a:cubicBezTo>
                    <a:pt x="62" y="169"/>
                    <a:pt x="62" y="169"/>
                    <a:pt x="62" y="169"/>
                  </a:cubicBezTo>
                  <a:cubicBezTo>
                    <a:pt x="61" y="164"/>
                    <a:pt x="60" y="160"/>
                    <a:pt x="59" y="155"/>
                  </a:cubicBezTo>
                  <a:cubicBezTo>
                    <a:pt x="56" y="146"/>
                    <a:pt x="53" y="136"/>
                    <a:pt x="50" y="127"/>
                  </a:cubicBezTo>
                  <a:cubicBezTo>
                    <a:pt x="47" y="117"/>
                    <a:pt x="44" y="108"/>
                    <a:pt x="40" y="99"/>
                  </a:cubicBezTo>
                  <a:cubicBezTo>
                    <a:pt x="37" y="89"/>
                    <a:pt x="33" y="80"/>
                    <a:pt x="29" y="70"/>
                  </a:cubicBezTo>
                  <a:cubicBezTo>
                    <a:pt x="25" y="61"/>
                    <a:pt x="22" y="52"/>
                    <a:pt x="18" y="43"/>
                  </a:cubicBezTo>
                  <a:cubicBezTo>
                    <a:pt x="18" y="42"/>
                    <a:pt x="18" y="42"/>
                    <a:pt x="18" y="42"/>
                  </a:cubicBezTo>
                  <a:cubicBezTo>
                    <a:pt x="12" y="28"/>
                    <a:pt x="18" y="12"/>
                    <a:pt x="32" y="6"/>
                  </a:cubicBezTo>
                  <a:cubicBezTo>
                    <a:pt x="46" y="0"/>
                    <a:pt x="62" y="6"/>
                    <a:pt x="68" y="2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48" name="Google Shape;1448;p50"/>
            <p:cNvSpPr/>
            <p:nvPr/>
          </p:nvSpPr>
          <p:spPr>
            <a:xfrm>
              <a:off x="9139238" y="2244726"/>
              <a:ext cx="217488" cy="96838"/>
            </a:xfrm>
            <a:custGeom>
              <a:rect b="b" l="l" r="r" t="t"/>
              <a:pathLst>
                <a:path extrusionOk="0" h="23" w="51">
                  <a:moveTo>
                    <a:pt x="18" y="4"/>
                  </a:moveTo>
                  <a:cubicBezTo>
                    <a:pt x="0" y="12"/>
                    <a:pt x="0" y="12"/>
                    <a:pt x="0" y="12"/>
                  </a:cubicBezTo>
                  <a:cubicBezTo>
                    <a:pt x="31" y="23"/>
                    <a:pt x="31" y="23"/>
                    <a:pt x="31" y="23"/>
                  </a:cubicBezTo>
                  <a:cubicBezTo>
                    <a:pt x="31" y="23"/>
                    <a:pt x="51" y="16"/>
                    <a:pt x="41" y="5"/>
                  </a:cubicBezTo>
                  <a:cubicBezTo>
                    <a:pt x="36" y="3"/>
                    <a:pt x="36" y="3"/>
                    <a:pt x="36" y="3"/>
                  </a:cubicBezTo>
                  <a:cubicBezTo>
                    <a:pt x="27" y="0"/>
                    <a:pt x="22" y="1"/>
                    <a:pt x="18" y="4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49" name="Google Shape;1449;p50"/>
            <p:cNvSpPr/>
            <p:nvPr/>
          </p:nvSpPr>
          <p:spPr>
            <a:xfrm>
              <a:off x="9110663" y="2295526"/>
              <a:ext cx="160338" cy="106363"/>
            </a:xfrm>
            <a:custGeom>
              <a:rect b="b" l="l" r="r" t="t"/>
              <a:pathLst>
                <a:path extrusionOk="0" h="25" w="38">
                  <a:moveTo>
                    <a:pt x="9" y="22"/>
                  </a:moveTo>
                  <a:cubicBezTo>
                    <a:pt x="23" y="24"/>
                    <a:pt x="23" y="24"/>
                    <a:pt x="23" y="24"/>
                  </a:cubicBezTo>
                  <a:cubicBezTo>
                    <a:pt x="27" y="25"/>
                    <a:pt x="31" y="23"/>
                    <a:pt x="33" y="19"/>
                  </a:cubicBezTo>
                  <a:cubicBezTo>
                    <a:pt x="38" y="11"/>
                    <a:pt x="38" y="11"/>
                    <a:pt x="38" y="11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0" y="14"/>
                    <a:pt x="3" y="20"/>
                    <a:pt x="9" y="22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1450" name="Google Shape;1450;p50"/>
          <p:cNvSpPr txBox="1"/>
          <p:nvPr/>
        </p:nvSpPr>
        <p:spPr>
          <a:xfrm>
            <a:off x="1104900" y="1333022"/>
            <a:ext cx="4563529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s-ES" sz="6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Clase 03.2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1" name="Google Shape;1451;p50"/>
          <p:cNvSpPr txBox="1"/>
          <p:nvPr/>
        </p:nvSpPr>
        <p:spPr>
          <a:xfrm>
            <a:off x="1104900" y="929147"/>
            <a:ext cx="1193596" cy="3016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ES" sz="12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52" name="Google Shape;1452;p50"/>
          <p:cNvGrpSpPr/>
          <p:nvPr/>
        </p:nvGrpSpPr>
        <p:grpSpPr>
          <a:xfrm>
            <a:off x="1409091" y="3842795"/>
            <a:ext cx="4201202" cy="1826757"/>
            <a:chOff x="1067655" y="3842795"/>
            <a:chExt cx="3235325" cy="1826757"/>
          </a:xfrm>
        </p:grpSpPr>
        <p:sp>
          <p:nvSpPr>
            <p:cNvPr id="1453" name="Google Shape;1453;p50"/>
            <p:cNvSpPr/>
            <p:nvPr/>
          </p:nvSpPr>
          <p:spPr>
            <a:xfrm>
              <a:off x="1067655" y="3842795"/>
              <a:ext cx="3235325" cy="1826757"/>
            </a:xfrm>
            <a:prstGeom prst="roundRect">
              <a:avLst>
                <a:gd fmla="val 12488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254000" rotWithShape="0" algn="ctr" dir="5400000" dist="127000">
                <a:srgbClr val="000000">
                  <a:alpha val="9411"/>
                </a:srgbClr>
              </a:outerShdw>
            </a:effectLst>
          </p:spPr>
          <p:txBody>
            <a:bodyPr anchorCtr="0" anchor="b" bIns="180000" lIns="216000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1" i="0" sz="16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54" name="Google Shape;1454;p50"/>
            <p:cNvSpPr txBox="1"/>
            <p:nvPr/>
          </p:nvSpPr>
          <p:spPr>
            <a:xfrm>
              <a:off x="1361797" y="4221499"/>
              <a:ext cx="2738043" cy="12003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C0FF"/>
                </a:buClr>
                <a:buSzPts val="6000"/>
                <a:buFont typeface="Poppins"/>
                <a:buNone/>
              </a:pPr>
              <a:r>
                <a:rPr b="1" i="0" lang="es-ES" sz="6000" u="none" cap="none" strike="noStrike">
                  <a:solidFill>
                    <a:srgbClr val="00C0FF"/>
                  </a:solidFill>
                  <a:latin typeface="Poppins"/>
                  <a:ea typeface="Poppins"/>
                  <a:cs typeface="Poppins"/>
                  <a:sym typeface="Poppins"/>
                </a:rPr>
                <a:t>Ejercicios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8" name="Shape 1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9" name="Google Shape;1459;p51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ES"/>
              <a:t>Ejercicio 1</a:t>
            </a:r>
            <a:endParaRPr/>
          </a:p>
        </p:txBody>
      </p:sp>
      <p:sp>
        <p:nvSpPr>
          <p:cNvPr id="1460" name="Google Shape;1460;p51"/>
          <p:cNvSpPr txBox="1"/>
          <p:nvPr/>
        </p:nvSpPr>
        <p:spPr>
          <a:xfrm>
            <a:off x="1112989" y="615954"/>
            <a:ext cx="1664879" cy="3016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ES" sz="12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03.2: Ejercicios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1" name="Google Shape;1461;p51"/>
          <p:cNvSpPr/>
          <p:nvPr/>
        </p:nvSpPr>
        <p:spPr>
          <a:xfrm>
            <a:off x="1104900" y="1600200"/>
            <a:ext cx="9925049" cy="4871545"/>
          </a:xfrm>
          <a:prstGeom prst="roundRect">
            <a:avLst>
              <a:gd fmla="val 5915" name="adj"/>
            </a:avLst>
          </a:prstGeom>
          <a:solidFill>
            <a:srgbClr val="FFFFFF"/>
          </a:solidFill>
          <a:ln>
            <a:noFill/>
          </a:ln>
        </p:spPr>
        <p:txBody>
          <a:bodyPr anchorCtr="1" anchor="ctr" bIns="0" lIns="360000" spcFirstLastPara="1" rIns="3600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En base al diagrama visto en clase implementa el mayor.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s-E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Si ingresamos los números 4, 5, 1 y 0, ¿qué resultado te debería entregar? ¿qué resultado te entrega?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s-E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Si los ingresamos en el orden inverso, ¿cambia el resultado?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s-E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Si ingresamos un -1 como primer elemento, ¿qué pasa?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8001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s-E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Corrige el código para que si esto sucede, diga "no se puede calcular el número mayor"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5" name="Shape 1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6" name="Google Shape;1466;p52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ES"/>
              <a:t>Ejercicio 2</a:t>
            </a:r>
            <a:endParaRPr/>
          </a:p>
        </p:txBody>
      </p:sp>
      <p:sp>
        <p:nvSpPr>
          <p:cNvPr id="1467" name="Google Shape;1467;p52"/>
          <p:cNvSpPr txBox="1"/>
          <p:nvPr/>
        </p:nvSpPr>
        <p:spPr>
          <a:xfrm>
            <a:off x="1112989" y="615954"/>
            <a:ext cx="1664879" cy="3016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ES" sz="12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03.2: Ejercicios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8" name="Google Shape;1468;p52"/>
          <p:cNvSpPr/>
          <p:nvPr/>
        </p:nvSpPr>
        <p:spPr>
          <a:xfrm>
            <a:off x="1104900" y="1600201"/>
            <a:ext cx="9925049" cy="4904294"/>
          </a:xfrm>
          <a:prstGeom prst="roundRect">
            <a:avLst>
              <a:gd fmla="val 5915" name="adj"/>
            </a:avLst>
          </a:prstGeom>
          <a:solidFill>
            <a:srgbClr val="FFFFFF"/>
          </a:solidFill>
          <a:ln>
            <a:noFill/>
          </a:ln>
        </p:spPr>
        <p:txBody>
          <a:bodyPr anchorCtr="1" anchor="ctr" bIns="0" lIns="360000" spcFirstLastPara="1" rIns="3600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En base al diagrama visto en clase implementa el menor.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s-E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Si ingresamos los números 4, 5, 1 y 0, ¿qué resultado debería entregar? ¿qué resultado te entrega?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s-E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Si los ingresamos en el orden inverso, ¿cambia el resultado?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s-E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Si ingresamos un -1 como primer elemento, ¿qué pasa?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8001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s-E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Corrige el código para que si esto sucede, diga "no se puede calcular el número menor"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s-E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¿Qué pasa si ingresamos 100, 1000, 700?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2" name="Shape 1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3" name="Google Shape;1473;p53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ES"/>
              <a:t>Ejercicio 3</a:t>
            </a:r>
            <a:endParaRPr/>
          </a:p>
        </p:txBody>
      </p:sp>
      <p:sp>
        <p:nvSpPr>
          <p:cNvPr id="1474" name="Google Shape;1474;p53"/>
          <p:cNvSpPr txBox="1"/>
          <p:nvPr/>
        </p:nvSpPr>
        <p:spPr>
          <a:xfrm>
            <a:off x="1112989" y="615954"/>
            <a:ext cx="1664879" cy="3016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ES" sz="12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03.2: Ejercicios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5" name="Google Shape;1475;p53"/>
          <p:cNvSpPr/>
          <p:nvPr/>
        </p:nvSpPr>
        <p:spPr>
          <a:xfrm>
            <a:off x="1104900" y="1600201"/>
            <a:ext cx="9925049" cy="4904294"/>
          </a:xfrm>
          <a:prstGeom prst="roundRect">
            <a:avLst>
              <a:gd fmla="val 5915" name="adj"/>
            </a:avLst>
          </a:prstGeom>
          <a:solidFill>
            <a:srgbClr val="FFFFFF"/>
          </a:solidFill>
          <a:ln>
            <a:noFill/>
          </a:ln>
        </p:spPr>
        <p:txBody>
          <a:bodyPr anchorCtr="1" anchor="ctr" bIns="0" lIns="360000" spcFirstLastPara="1" rIns="3600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En base al diagrama visto en clase implementa el promedio.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s-E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Si ingresamos los números 4, 5, 1 y 0, ¿qué resultado te debería entregar? ¿qué resultado te entrega?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s-E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Si los ingresamos en el orden inverso, ¿cambia el resultado?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s-E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Si ingresamos un -1 como primer elemento, ¿qué pasa?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8001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s-E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Corrige el código para que si esto sucede, diga "no se puede calcular el promedio"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9" name="Shape 1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0" name="Google Shape;1480;p54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ES"/>
              <a:t>Ejercicio 4</a:t>
            </a:r>
            <a:endParaRPr/>
          </a:p>
        </p:txBody>
      </p:sp>
      <p:sp>
        <p:nvSpPr>
          <p:cNvPr id="1481" name="Google Shape;1481;p54"/>
          <p:cNvSpPr txBox="1"/>
          <p:nvPr/>
        </p:nvSpPr>
        <p:spPr>
          <a:xfrm>
            <a:off x="1112989" y="615954"/>
            <a:ext cx="1664879" cy="3016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ES" sz="12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03.2: Ejercicios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2" name="Google Shape;1482;p54"/>
          <p:cNvSpPr/>
          <p:nvPr/>
        </p:nvSpPr>
        <p:spPr>
          <a:xfrm>
            <a:off x="1104900" y="1600201"/>
            <a:ext cx="10119827" cy="4904294"/>
          </a:xfrm>
          <a:prstGeom prst="roundRect">
            <a:avLst>
              <a:gd fmla="val 5915" name="adj"/>
            </a:avLst>
          </a:prstGeom>
          <a:solidFill>
            <a:srgbClr val="FFFFFF"/>
          </a:solidFill>
          <a:ln>
            <a:noFill/>
          </a:ln>
        </p:spPr>
        <p:txBody>
          <a:bodyPr anchorCtr="1" anchor="ctr" bIns="0" lIns="360000" spcFirstLastPara="1" rIns="3600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En base al diagrama visto en clase implementa el porcentaje.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s-E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Si ingresamos las notas 1.7, 4.4, 5.5, 2.2, 3.9 y 7.0, ¿qué resultado te debería entregar? ¿qué resultado te entrega?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s-E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Si los ingresamos en el orden inverso, ¿cambia el resultado?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s-E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Si ingresamos un -1 como primer elemento, ¿qué pasa?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8001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s-E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Corrige el código para que si esto sucede, diga "no se puede realizar el cálculo"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6" name="Shape 1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7" name="Google Shape;1487;p55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ES"/>
              <a:t>Ejercicio 5</a:t>
            </a:r>
            <a:endParaRPr/>
          </a:p>
        </p:txBody>
      </p:sp>
      <p:sp>
        <p:nvSpPr>
          <p:cNvPr id="1488" name="Google Shape;1488;p55"/>
          <p:cNvSpPr txBox="1"/>
          <p:nvPr/>
        </p:nvSpPr>
        <p:spPr>
          <a:xfrm>
            <a:off x="1112989" y="615954"/>
            <a:ext cx="1664879" cy="3016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ES" sz="12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03.2: Ejercicios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9" name="Google Shape;1489;p55"/>
          <p:cNvSpPr/>
          <p:nvPr/>
        </p:nvSpPr>
        <p:spPr>
          <a:xfrm>
            <a:off x="1104900" y="1600201"/>
            <a:ext cx="9925049" cy="4904294"/>
          </a:xfrm>
          <a:prstGeom prst="roundRect">
            <a:avLst>
              <a:gd fmla="val 5915" name="adj"/>
            </a:avLst>
          </a:prstGeom>
          <a:solidFill>
            <a:srgbClr val="FFFFFF"/>
          </a:solidFill>
          <a:ln>
            <a:noFill/>
          </a:ln>
        </p:spPr>
        <p:txBody>
          <a:bodyPr anchorCtr="1" anchor="ctr" bIns="0" lIns="360000" spcFirstLastPara="1" rIns="3600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En base al diagrama visto en clase implementa el mayor mejorado.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s-ES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Si ingresamos estos datos ¿qué resultado te entrega?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8001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s-ES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40 juan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8001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s-ES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30 pedro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8001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s-ES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21 maria</a:t>
            </a:r>
            <a:endParaRPr b="0" i="0" sz="2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1" marL="8001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s-ES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75 jose</a:t>
            </a:r>
            <a:endParaRPr b="0" i="0" sz="2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s-ES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Si ingresamos un -1 como primer elemento, ¿qué pasa?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s-ES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Corrige el código para que si esto sucede, diga "no se puede calcular el número mayor"</a:t>
            </a:r>
            <a:endParaRPr b="0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3" name="Shape 1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4" name="Google Shape;1494;p56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ES"/>
              <a:t>Trabajo autónomo mínimo</a:t>
            </a:r>
            <a:endParaRPr/>
          </a:p>
        </p:txBody>
      </p:sp>
      <p:sp>
        <p:nvSpPr>
          <p:cNvPr id="1495" name="Google Shape;1495;p56"/>
          <p:cNvSpPr txBox="1"/>
          <p:nvPr/>
        </p:nvSpPr>
        <p:spPr>
          <a:xfrm>
            <a:off x="1112989" y="615954"/>
            <a:ext cx="1786708" cy="3016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ES" sz="12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03.2: Algoritmos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6" name="Google Shape;1496;p56"/>
          <p:cNvSpPr/>
          <p:nvPr/>
        </p:nvSpPr>
        <p:spPr>
          <a:xfrm>
            <a:off x="1104899" y="1702676"/>
            <a:ext cx="9982202" cy="1418029"/>
          </a:xfrm>
          <a:prstGeom prst="roundRect">
            <a:avLst>
              <a:gd fmla="val 785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504000" spcFirstLastPara="1" rIns="2743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Revisar capítulo 6 del libro guía.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Resolver ejercicios 9-13.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STARTUP">
      <a:dk1>
        <a:srgbClr val="000000"/>
      </a:dk1>
      <a:lt1>
        <a:srgbClr val="FFFFFF"/>
      </a:lt1>
      <a:dk2>
        <a:srgbClr val="2C2C2C"/>
      </a:dk2>
      <a:lt2>
        <a:srgbClr val="E7E7E9"/>
      </a:lt2>
      <a:accent1>
        <a:srgbClr val="005FF9"/>
      </a:accent1>
      <a:accent2>
        <a:srgbClr val="FC2C38"/>
      </a:accent2>
      <a:accent3>
        <a:srgbClr val="FF9E00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2020-12-19T16:12:24Z</dcterms:created>
  <dc:creator>Munkhuu</dc:creator>
</cp:coreProperties>
</file>