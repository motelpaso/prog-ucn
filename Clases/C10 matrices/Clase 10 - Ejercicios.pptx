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Poppins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4BpEmo1JI61P3K1b/NH5L15uS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A030BC-B033-43A8-A550-4E94F4741911}">
  <a:tblStyle styleId="{A4A030BC-B033-43A8-A550-4E94F4741911}" styleName="Table_0">
    <a:wholeTbl>
      <a:tcTxStyle b="off" i="off">
        <a:font>
          <a:latin typeface="Poppins"/>
          <a:ea typeface="Poppins"/>
          <a:cs typeface="Poppi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9FE"/>
          </a:solidFill>
        </a:fill>
      </a:tcStyle>
    </a:wholeTbl>
    <a:band1H>
      <a:tcTxStyle/>
      <a:tcStyle>
        <a:tcBdr/>
        <a:fill>
          <a:solidFill>
            <a:srgbClr val="CAD1F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F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Poppins"/>
          <a:ea typeface="Poppins"/>
          <a:cs typeface="Poppi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Poppins"/>
          <a:ea typeface="Poppins"/>
          <a:cs typeface="Poppi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Poppins"/>
          <a:ea typeface="Poppins"/>
          <a:cs typeface="Poppi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Poppins"/>
          <a:ea typeface="Poppins"/>
          <a:cs typeface="Poppi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72" y="3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Slide">
  <p:cSld name="28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"/>
          <p:cNvSpPr>
            <a:spLocks noGrp="1"/>
          </p:cNvSpPr>
          <p:nvPr>
            <p:ph type="pic" idx="2"/>
          </p:nvPr>
        </p:nvSpPr>
        <p:spPr>
          <a:xfrm>
            <a:off x="6719886" y="0"/>
            <a:ext cx="3828041" cy="6858000"/>
          </a:xfrm>
          <a:prstGeom prst="roundRect">
            <a:avLst>
              <a:gd name="adj" fmla="val 86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6" name="Google Shape;16;p8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Custom Layout">
  <p:cSld name="21_Custom Layou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>
            <a:spLocks noGrp="1"/>
          </p:cNvSpPr>
          <p:nvPr>
            <p:ph type="pic" idx="2"/>
          </p:nvPr>
        </p:nvSpPr>
        <p:spPr>
          <a:xfrm>
            <a:off x="110490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5" name="Google Shape;25;p12"/>
          <p:cNvSpPr>
            <a:spLocks noGrp="1"/>
          </p:cNvSpPr>
          <p:nvPr>
            <p:ph type="pic" idx="3"/>
          </p:nvPr>
        </p:nvSpPr>
        <p:spPr>
          <a:xfrm>
            <a:off x="423862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6" name="Google Shape;26;p12"/>
          <p:cNvSpPr>
            <a:spLocks noGrp="1"/>
          </p:cNvSpPr>
          <p:nvPr>
            <p:ph type="pic" idx="4"/>
          </p:nvPr>
        </p:nvSpPr>
        <p:spPr>
          <a:xfrm>
            <a:off x="737235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7" name="Google Shape;27;p12"/>
          <p:cNvSpPr/>
          <p:nvPr/>
        </p:nvSpPr>
        <p:spPr>
          <a:xfrm>
            <a:off x="10506075" y="1390909"/>
            <a:ext cx="2089863" cy="2938495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>
            <a:spLocks noGrp="1"/>
          </p:cNvSpPr>
          <p:nvPr>
            <p:ph type="pic" idx="2"/>
          </p:nvPr>
        </p:nvSpPr>
        <p:spPr>
          <a:xfrm>
            <a:off x="212407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0" name="Google Shape;30;p13"/>
          <p:cNvSpPr>
            <a:spLocks noGrp="1"/>
          </p:cNvSpPr>
          <p:nvPr>
            <p:ph type="pic" idx="3"/>
          </p:nvPr>
        </p:nvSpPr>
        <p:spPr>
          <a:xfrm>
            <a:off x="525780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1" name="Google Shape;31;p13"/>
          <p:cNvSpPr>
            <a:spLocks noGrp="1"/>
          </p:cNvSpPr>
          <p:nvPr>
            <p:ph type="pic" idx="4"/>
          </p:nvPr>
        </p:nvSpPr>
        <p:spPr>
          <a:xfrm>
            <a:off x="839152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2" name="Google Shape;32;p13"/>
          <p:cNvSpPr/>
          <p:nvPr/>
        </p:nvSpPr>
        <p:spPr>
          <a:xfrm>
            <a:off x="-407826" y="1390908"/>
            <a:ext cx="2089863" cy="2938495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>
            <a:spLocks noGrp="1"/>
          </p:cNvSpPr>
          <p:nvPr>
            <p:ph type="pic" idx="2"/>
          </p:nvPr>
        </p:nvSpPr>
        <p:spPr>
          <a:xfrm>
            <a:off x="1514475" y="1733809"/>
            <a:ext cx="9172575" cy="293344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803"/>
              </a:srgbClr>
            </a:outerShdw>
          </a:effectLst>
        </p:spPr>
      </p:sp>
      <p:sp>
        <p:nvSpPr>
          <p:cNvPr id="35" name="Google Shape;35;p14"/>
          <p:cNvSpPr/>
          <p:nvPr/>
        </p:nvSpPr>
        <p:spPr>
          <a:xfrm>
            <a:off x="4481511" y="-247650"/>
            <a:ext cx="3228975" cy="1152784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>
            <a:spLocks noGrp="1"/>
          </p:cNvSpPr>
          <p:nvPr>
            <p:ph type="pic" idx="2"/>
          </p:nvPr>
        </p:nvSpPr>
        <p:spPr>
          <a:xfrm>
            <a:off x="2130295" y="2789853"/>
            <a:ext cx="1928521" cy="2567862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803"/>
              </a:srgbClr>
            </a:outerShdw>
          </a:effectLst>
        </p:spPr>
      </p:sp>
      <p:sp>
        <p:nvSpPr>
          <p:cNvPr id="38" name="Google Shape;38;p15"/>
          <p:cNvSpPr/>
          <p:nvPr/>
        </p:nvSpPr>
        <p:spPr>
          <a:xfrm>
            <a:off x="-547591" y="2789853"/>
            <a:ext cx="1928521" cy="2567862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15"/>
          <p:cNvSpPr/>
          <p:nvPr/>
        </p:nvSpPr>
        <p:spPr>
          <a:xfrm>
            <a:off x="11663005" y="2789853"/>
            <a:ext cx="1928521" cy="2567862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>
            <a:spLocks noGrp="1"/>
          </p:cNvSpPr>
          <p:nvPr>
            <p:ph type="pic" idx="2"/>
          </p:nvPr>
        </p:nvSpPr>
        <p:spPr>
          <a:xfrm>
            <a:off x="0" y="0"/>
            <a:ext cx="10544175" cy="3924300"/>
          </a:xfrm>
          <a:prstGeom prst="rect">
            <a:avLst/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803"/>
              </a:srgbClr>
            </a:outerShdw>
          </a:effectLst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>
            <a:spLocks noGrp="1"/>
          </p:cNvSpPr>
          <p:nvPr>
            <p:ph type="pic" idx="2"/>
          </p:nvPr>
        </p:nvSpPr>
        <p:spPr>
          <a:xfrm>
            <a:off x="1104900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6" name="Google Shape;46;p17"/>
          <p:cNvSpPr>
            <a:spLocks noGrp="1"/>
          </p:cNvSpPr>
          <p:nvPr>
            <p:ph type="pic" idx="3"/>
          </p:nvPr>
        </p:nvSpPr>
        <p:spPr>
          <a:xfrm>
            <a:off x="3170875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7" name="Google Shape;47;p17"/>
          <p:cNvSpPr>
            <a:spLocks noGrp="1"/>
          </p:cNvSpPr>
          <p:nvPr>
            <p:ph type="pic" idx="4"/>
          </p:nvPr>
        </p:nvSpPr>
        <p:spPr>
          <a:xfrm>
            <a:off x="5236850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8" name="Google Shape;48;p17"/>
          <p:cNvSpPr>
            <a:spLocks noGrp="1"/>
          </p:cNvSpPr>
          <p:nvPr>
            <p:ph type="pic" idx="5"/>
          </p:nvPr>
        </p:nvSpPr>
        <p:spPr>
          <a:xfrm>
            <a:off x="7302825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9" name="Google Shape;49;p17"/>
          <p:cNvSpPr>
            <a:spLocks noGrp="1"/>
          </p:cNvSpPr>
          <p:nvPr>
            <p:ph type="pic" idx="6"/>
          </p:nvPr>
        </p:nvSpPr>
        <p:spPr>
          <a:xfrm>
            <a:off x="9362601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08058"/>
            <a:ext cx="12192000" cy="217237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 txBox="1">
            <a:spLocks noGrp="1"/>
          </p:cNvSpPr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>
            <a:spLocks noGrp="1"/>
          </p:cNvSpPr>
          <p:nvPr>
            <p:ph type="pic" idx="2"/>
          </p:nvPr>
        </p:nvSpPr>
        <p:spPr>
          <a:xfrm>
            <a:off x="176737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4" name="Google Shape;54;p18"/>
          <p:cNvSpPr>
            <a:spLocks noGrp="1"/>
          </p:cNvSpPr>
          <p:nvPr>
            <p:ph type="pic" idx="3"/>
          </p:nvPr>
        </p:nvSpPr>
        <p:spPr>
          <a:xfrm>
            <a:off x="402162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5" name="Google Shape;55;p18"/>
          <p:cNvSpPr>
            <a:spLocks noGrp="1"/>
          </p:cNvSpPr>
          <p:nvPr>
            <p:ph type="pic" idx="4"/>
          </p:nvPr>
        </p:nvSpPr>
        <p:spPr>
          <a:xfrm>
            <a:off x="627587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6" name="Google Shape;56;p18"/>
          <p:cNvSpPr>
            <a:spLocks noGrp="1"/>
          </p:cNvSpPr>
          <p:nvPr>
            <p:ph type="pic" idx="5"/>
          </p:nvPr>
        </p:nvSpPr>
        <p:spPr>
          <a:xfrm>
            <a:off x="853012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7" name="Google Shape;57;p18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>
            <a:spLocks noGrp="1"/>
          </p:cNvSpPr>
          <p:nvPr>
            <p:ph type="pic" idx="2"/>
          </p:nvPr>
        </p:nvSpPr>
        <p:spPr>
          <a:xfrm>
            <a:off x="7410450" y="1362075"/>
            <a:ext cx="3019425" cy="413385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60" name="Google Shape;60;p19"/>
          <p:cNvSpPr>
            <a:spLocks noGrp="1"/>
          </p:cNvSpPr>
          <p:nvPr>
            <p:ph type="pic" idx="3"/>
          </p:nvPr>
        </p:nvSpPr>
        <p:spPr>
          <a:xfrm>
            <a:off x="5943600" y="1957388"/>
            <a:ext cx="1785938" cy="3833812"/>
          </a:xfrm>
          <a:prstGeom prst="roundRect">
            <a:avLst>
              <a:gd name="adj" fmla="val 8747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>
            <a:spLocks noGrp="1"/>
          </p:cNvSpPr>
          <p:nvPr>
            <p:ph type="pic" idx="2"/>
          </p:nvPr>
        </p:nvSpPr>
        <p:spPr>
          <a:xfrm>
            <a:off x="1104900" y="1016342"/>
            <a:ext cx="10063843" cy="293344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>
            <a:spLocks noGrp="1"/>
          </p:cNvSpPr>
          <p:nvPr>
            <p:ph type="pic" idx="2"/>
          </p:nvPr>
        </p:nvSpPr>
        <p:spPr>
          <a:xfrm>
            <a:off x="6886575" y="0"/>
            <a:ext cx="5885996" cy="6858000"/>
          </a:xfrm>
          <a:prstGeom prst="roundRect">
            <a:avLst>
              <a:gd name="adj" fmla="val 194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ustom Layout">
  <p:cSld name="11_Custom Layou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>
            <a:spLocks noGrp="1"/>
          </p:cNvSpPr>
          <p:nvPr>
            <p:ph type="pic" idx="2"/>
          </p:nvPr>
        </p:nvSpPr>
        <p:spPr>
          <a:xfrm>
            <a:off x="1" y="-200025"/>
            <a:ext cx="12192000" cy="2847975"/>
          </a:xfrm>
          <a:prstGeom prst="roundRect">
            <a:avLst>
              <a:gd name="adj" fmla="val 5690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t" rotWithShape="0">
              <a:srgbClr val="000000">
                <a:alpha val="29803"/>
              </a:srgbClr>
            </a:outerShdw>
          </a:effectLst>
        </p:spPr>
      </p:sp>
      <p:sp>
        <p:nvSpPr>
          <p:cNvPr id="67" name="Google Shape;67;p22"/>
          <p:cNvSpPr txBox="1">
            <a:spLocks noGrp="1"/>
          </p:cNvSpPr>
          <p:nvPr>
            <p:ph type="title"/>
          </p:nvPr>
        </p:nvSpPr>
        <p:spPr>
          <a:xfrm>
            <a:off x="1119187" y="443105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  <a:defRPr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 Layout">
  <p:cSld name="13_Custom Layou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>
            <a:spLocks noGrp="1"/>
          </p:cNvSpPr>
          <p:nvPr>
            <p:ph type="pic" idx="2"/>
          </p:nvPr>
        </p:nvSpPr>
        <p:spPr>
          <a:xfrm>
            <a:off x="1" y="-200025"/>
            <a:ext cx="12192000" cy="2847975"/>
          </a:xfrm>
          <a:prstGeom prst="roundRect">
            <a:avLst>
              <a:gd name="adj" fmla="val 5690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70" name="Google Shape;70;p23"/>
          <p:cNvSpPr>
            <a:spLocks noGrp="1"/>
          </p:cNvSpPr>
          <p:nvPr>
            <p:ph type="pic" idx="3"/>
          </p:nvPr>
        </p:nvSpPr>
        <p:spPr>
          <a:xfrm>
            <a:off x="5421745" y="1673769"/>
            <a:ext cx="1348510" cy="1354638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1" name="Google Shape;71;p23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24"/>
          <p:cNvSpPr>
            <a:spLocks noGrp="1"/>
          </p:cNvSpPr>
          <p:nvPr>
            <p:ph type="pic" idx="2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5" name="Google Shape;75;p24"/>
          <p:cNvSpPr>
            <a:spLocks noGrp="1"/>
          </p:cNvSpPr>
          <p:nvPr>
            <p:ph type="pic" idx="3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6" name="Google Shape;76;p24"/>
          <p:cNvSpPr>
            <a:spLocks noGrp="1"/>
          </p:cNvSpPr>
          <p:nvPr>
            <p:ph type="pic" idx="4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7" name="Google Shape;77;p24"/>
          <p:cNvSpPr>
            <a:spLocks noGrp="1"/>
          </p:cNvSpPr>
          <p:nvPr>
            <p:ph type="pic" idx="5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8" name="Google Shape;78;p24"/>
          <p:cNvSpPr>
            <a:spLocks noGrp="1"/>
          </p:cNvSpPr>
          <p:nvPr>
            <p:ph type="pic" idx="6"/>
          </p:nvPr>
        </p:nvSpPr>
        <p:spPr>
          <a:xfrm>
            <a:off x="7013575" y="1928395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9" name="Google Shape;79;p24"/>
          <p:cNvSpPr>
            <a:spLocks noGrp="1"/>
          </p:cNvSpPr>
          <p:nvPr>
            <p:ph type="pic" idx="7"/>
          </p:nvPr>
        </p:nvSpPr>
        <p:spPr>
          <a:xfrm>
            <a:off x="701357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0" name="Google Shape;80;p24"/>
          <p:cNvSpPr>
            <a:spLocks noGrp="1"/>
          </p:cNvSpPr>
          <p:nvPr>
            <p:ph type="pic" idx="8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1" name="Google Shape;81;p24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>
            <a:spLocks noGrp="1"/>
          </p:cNvSpPr>
          <p:nvPr>
            <p:ph type="pic" idx="9"/>
          </p:nvPr>
        </p:nvSpPr>
        <p:spPr>
          <a:xfrm>
            <a:off x="95567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ustom Layout">
  <p:cSld name="15_Custom Layou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5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25"/>
          <p:cNvSpPr>
            <a:spLocks noGrp="1"/>
          </p:cNvSpPr>
          <p:nvPr>
            <p:ph type="pic" idx="2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6" name="Google Shape;86;p25"/>
          <p:cNvSpPr>
            <a:spLocks noGrp="1"/>
          </p:cNvSpPr>
          <p:nvPr>
            <p:ph type="pic" idx="3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7" name="Google Shape;87;p25"/>
          <p:cNvSpPr>
            <a:spLocks noGrp="1"/>
          </p:cNvSpPr>
          <p:nvPr>
            <p:ph type="pic" idx="4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8" name="Google Shape;88;p25"/>
          <p:cNvSpPr>
            <a:spLocks noGrp="1"/>
          </p:cNvSpPr>
          <p:nvPr>
            <p:ph type="pic" idx="5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9" name="Google Shape;89;p25"/>
          <p:cNvSpPr>
            <a:spLocks noGrp="1"/>
          </p:cNvSpPr>
          <p:nvPr>
            <p:ph type="pic" idx="6"/>
          </p:nvPr>
        </p:nvSpPr>
        <p:spPr>
          <a:xfrm>
            <a:off x="701357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0" name="Google Shape;90;p25"/>
          <p:cNvSpPr>
            <a:spLocks noGrp="1"/>
          </p:cNvSpPr>
          <p:nvPr>
            <p:ph type="pic" idx="7"/>
          </p:nvPr>
        </p:nvSpPr>
        <p:spPr>
          <a:xfrm>
            <a:off x="67754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1" name="Google Shape;91;p25"/>
          <p:cNvSpPr>
            <a:spLocks noGrp="1"/>
          </p:cNvSpPr>
          <p:nvPr>
            <p:ph type="pic" idx="8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2" name="Google Shape;92;p25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Custom Layout">
  <p:cSld name="16_Custom Layou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6"/>
          <p:cNvSpPr>
            <a:spLocks noGrp="1"/>
          </p:cNvSpPr>
          <p:nvPr>
            <p:ph type="pic" idx="2"/>
          </p:nvPr>
        </p:nvSpPr>
        <p:spPr>
          <a:xfrm>
            <a:off x="110490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6" name="Google Shape;96;p26"/>
          <p:cNvSpPr>
            <a:spLocks noGrp="1"/>
          </p:cNvSpPr>
          <p:nvPr>
            <p:ph type="pic" idx="3"/>
          </p:nvPr>
        </p:nvSpPr>
        <p:spPr>
          <a:xfrm>
            <a:off x="110490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7" name="Google Shape;97;p26"/>
          <p:cNvSpPr>
            <a:spLocks noGrp="1"/>
          </p:cNvSpPr>
          <p:nvPr>
            <p:ph type="pic" idx="4"/>
          </p:nvPr>
        </p:nvSpPr>
        <p:spPr>
          <a:xfrm>
            <a:off x="3095626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8" name="Google Shape;98;p26"/>
          <p:cNvSpPr>
            <a:spLocks noGrp="1"/>
          </p:cNvSpPr>
          <p:nvPr>
            <p:ph type="pic" idx="5"/>
          </p:nvPr>
        </p:nvSpPr>
        <p:spPr>
          <a:xfrm>
            <a:off x="3095626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6"/>
          </p:nvPr>
        </p:nvSpPr>
        <p:spPr>
          <a:xfrm>
            <a:off x="508635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0" name="Google Shape;100;p26"/>
          <p:cNvSpPr>
            <a:spLocks noGrp="1"/>
          </p:cNvSpPr>
          <p:nvPr>
            <p:ph type="pic" idx="7"/>
          </p:nvPr>
        </p:nvSpPr>
        <p:spPr>
          <a:xfrm>
            <a:off x="508635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1" name="Google Shape;101;p26"/>
          <p:cNvSpPr>
            <a:spLocks noGrp="1"/>
          </p:cNvSpPr>
          <p:nvPr>
            <p:ph type="pic" idx="8"/>
          </p:nvPr>
        </p:nvSpPr>
        <p:spPr>
          <a:xfrm>
            <a:off x="7077076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2" name="Google Shape;102;p26"/>
          <p:cNvSpPr>
            <a:spLocks noGrp="1"/>
          </p:cNvSpPr>
          <p:nvPr>
            <p:ph type="pic" idx="9"/>
          </p:nvPr>
        </p:nvSpPr>
        <p:spPr>
          <a:xfrm>
            <a:off x="7077076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3" name="Google Shape;103;p26"/>
          <p:cNvSpPr>
            <a:spLocks noGrp="1"/>
          </p:cNvSpPr>
          <p:nvPr>
            <p:ph type="pic" idx="13"/>
          </p:nvPr>
        </p:nvSpPr>
        <p:spPr>
          <a:xfrm>
            <a:off x="906780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4" name="Google Shape;104;p26"/>
          <p:cNvSpPr>
            <a:spLocks noGrp="1"/>
          </p:cNvSpPr>
          <p:nvPr>
            <p:ph type="pic" idx="14"/>
          </p:nvPr>
        </p:nvSpPr>
        <p:spPr>
          <a:xfrm>
            <a:off x="906780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Custom Layout">
  <p:cSld name="17_Custom Layou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7"/>
          <p:cNvSpPr>
            <a:spLocks noGrp="1"/>
          </p:cNvSpPr>
          <p:nvPr>
            <p:ph type="pic" idx="2"/>
          </p:nvPr>
        </p:nvSpPr>
        <p:spPr>
          <a:xfrm>
            <a:off x="1104900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8" name="Google Shape;108;p27"/>
          <p:cNvSpPr>
            <a:spLocks noGrp="1"/>
          </p:cNvSpPr>
          <p:nvPr>
            <p:ph type="pic" idx="3"/>
          </p:nvPr>
        </p:nvSpPr>
        <p:spPr>
          <a:xfrm>
            <a:off x="1104900" y="4152899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9" name="Google Shape;109;p27"/>
          <p:cNvSpPr>
            <a:spLocks noGrp="1"/>
          </p:cNvSpPr>
          <p:nvPr>
            <p:ph type="pic" idx="4"/>
          </p:nvPr>
        </p:nvSpPr>
        <p:spPr>
          <a:xfrm>
            <a:off x="3371850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0" name="Google Shape;110;p27"/>
          <p:cNvSpPr>
            <a:spLocks noGrp="1"/>
          </p:cNvSpPr>
          <p:nvPr>
            <p:ph type="pic" idx="5"/>
          </p:nvPr>
        </p:nvSpPr>
        <p:spPr>
          <a:xfrm>
            <a:off x="3371850" y="4152899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1" name="Google Shape;111;p27"/>
          <p:cNvSpPr>
            <a:spLocks noGrp="1"/>
          </p:cNvSpPr>
          <p:nvPr>
            <p:ph type="pic" idx="6"/>
          </p:nvPr>
        </p:nvSpPr>
        <p:spPr>
          <a:xfrm>
            <a:off x="5638800" y="1787524"/>
            <a:ext cx="3124200" cy="4543426"/>
          </a:xfrm>
          <a:prstGeom prst="roundRect">
            <a:avLst>
              <a:gd name="adj" fmla="val 5463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2" name="Google Shape;112;p27"/>
          <p:cNvSpPr>
            <a:spLocks noGrp="1"/>
          </p:cNvSpPr>
          <p:nvPr>
            <p:ph type="pic" idx="7"/>
          </p:nvPr>
        </p:nvSpPr>
        <p:spPr>
          <a:xfrm>
            <a:off x="9010651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3" name="Google Shape;113;p27"/>
          <p:cNvSpPr>
            <a:spLocks noGrp="1"/>
          </p:cNvSpPr>
          <p:nvPr>
            <p:ph type="pic" idx="8"/>
          </p:nvPr>
        </p:nvSpPr>
        <p:spPr>
          <a:xfrm>
            <a:off x="9010651" y="4152898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Custom Layout">
  <p:cSld name="18_Custom Layou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>
            <a:spLocks noGrp="1"/>
          </p:cNvSpPr>
          <p:nvPr>
            <p:ph type="pic" idx="2"/>
          </p:nvPr>
        </p:nvSpPr>
        <p:spPr>
          <a:xfrm>
            <a:off x="7810498" y="2291293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6" name="Google Shape;116;p28"/>
          <p:cNvSpPr>
            <a:spLocks noGrp="1"/>
          </p:cNvSpPr>
          <p:nvPr>
            <p:ph type="pic" idx="3"/>
          </p:nvPr>
        </p:nvSpPr>
        <p:spPr>
          <a:xfrm>
            <a:off x="1943100" y="2291293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7" name="Google Shape;117;p28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8"/>
          <p:cNvSpPr>
            <a:spLocks noGrp="1"/>
          </p:cNvSpPr>
          <p:nvPr>
            <p:ph type="pic" idx="4"/>
          </p:nvPr>
        </p:nvSpPr>
        <p:spPr>
          <a:xfrm>
            <a:off x="4876798" y="2034118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803"/>
              </a:srgbClr>
            </a:outerShdw>
          </a:effectLst>
        </p:spPr>
      </p:sp>
      <p:sp>
        <p:nvSpPr>
          <p:cNvPr id="119" name="Google Shape;119;p28"/>
          <p:cNvSpPr/>
          <p:nvPr/>
        </p:nvSpPr>
        <p:spPr>
          <a:xfrm>
            <a:off x="-547591" y="2291293"/>
            <a:ext cx="1928521" cy="2465914"/>
          </a:xfrm>
          <a:prstGeom prst="roundRect">
            <a:avLst>
              <a:gd name="adj" fmla="val 116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28"/>
          <p:cNvSpPr/>
          <p:nvPr/>
        </p:nvSpPr>
        <p:spPr>
          <a:xfrm>
            <a:off x="10811068" y="2291293"/>
            <a:ext cx="1928521" cy="2465914"/>
          </a:xfrm>
          <a:prstGeom prst="roundRect">
            <a:avLst>
              <a:gd name="adj" fmla="val 116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Custom Layout">
  <p:cSld name="19_Custom Layou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9"/>
          <p:cNvSpPr>
            <a:spLocks noGrp="1"/>
          </p:cNvSpPr>
          <p:nvPr>
            <p:ph type="pic" idx="2"/>
          </p:nvPr>
        </p:nvSpPr>
        <p:spPr>
          <a:xfrm>
            <a:off x="2889160" y="3222611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4" name="Google Shape;124;p29"/>
          <p:cNvSpPr>
            <a:spLocks noGrp="1"/>
          </p:cNvSpPr>
          <p:nvPr>
            <p:ph type="pic" idx="3"/>
          </p:nvPr>
        </p:nvSpPr>
        <p:spPr>
          <a:xfrm>
            <a:off x="8313412" y="3059889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5" name="Google Shape;125;p29"/>
          <p:cNvSpPr>
            <a:spLocks noGrp="1"/>
          </p:cNvSpPr>
          <p:nvPr>
            <p:ph type="pic" idx="4"/>
          </p:nvPr>
        </p:nvSpPr>
        <p:spPr>
          <a:xfrm>
            <a:off x="6633174" y="216773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6" name="Google Shape;126;p29"/>
          <p:cNvSpPr>
            <a:spLocks noGrp="1"/>
          </p:cNvSpPr>
          <p:nvPr>
            <p:ph type="pic" idx="5"/>
          </p:nvPr>
        </p:nvSpPr>
        <p:spPr>
          <a:xfrm>
            <a:off x="9484342" y="427536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7" name="Google Shape;127;p29"/>
          <p:cNvSpPr>
            <a:spLocks noGrp="1"/>
          </p:cNvSpPr>
          <p:nvPr>
            <p:ph type="pic" idx="6"/>
          </p:nvPr>
        </p:nvSpPr>
        <p:spPr>
          <a:xfrm>
            <a:off x="5237804" y="2920768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8" name="Google Shape;128;p29"/>
          <p:cNvSpPr>
            <a:spLocks noGrp="1"/>
          </p:cNvSpPr>
          <p:nvPr>
            <p:ph type="pic" idx="7"/>
          </p:nvPr>
        </p:nvSpPr>
        <p:spPr>
          <a:xfrm>
            <a:off x="6543231" y="3999763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>
            <a:spLocks noGrp="1"/>
          </p:cNvSpPr>
          <p:nvPr>
            <p:ph type="pic" idx="2"/>
          </p:nvPr>
        </p:nvSpPr>
        <p:spPr>
          <a:xfrm>
            <a:off x="5876925" y="1466849"/>
            <a:ext cx="6315075" cy="5391151"/>
          </a:xfrm>
          <a:prstGeom prst="rect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1104900" y="365125"/>
            <a:ext cx="102298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1104900" y="1825625"/>
            <a:ext cx="10229850" cy="2852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136" name="Google Shape;136;p1"/>
            <p:cNvSpPr/>
            <p:nvPr/>
          </p:nvSpPr>
          <p:spPr>
            <a:xfrm>
              <a:off x="5618163" y="3698876"/>
              <a:ext cx="4832350" cy="115888"/>
            </a:xfrm>
            <a:custGeom>
              <a:avLst/>
              <a:gdLst/>
              <a:ahLst/>
              <a:cxnLst/>
              <a:rect l="l" t="t" r="r" b="b"/>
              <a:pathLst>
                <a:path w="1136" h="27" extrusionOk="0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9229725" y="3698876"/>
              <a:ext cx="1220788" cy="115888"/>
            </a:xfrm>
            <a:custGeom>
              <a:avLst/>
              <a:gdLst/>
              <a:ahLst/>
              <a:cxnLst/>
              <a:rect l="l" t="t" r="r" b="b"/>
              <a:pathLst>
                <a:path w="287" h="27" extrusionOk="0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6557963" y="3814763"/>
              <a:ext cx="157163" cy="2505075"/>
            </a:xfrm>
            <a:custGeom>
              <a:avLst/>
              <a:gdLst/>
              <a:ahLst/>
              <a:cxnLst/>
              <a:rect l="l" t="t" r="r" b="b"/>
              <a:pathLst>
                <a:path w="99" h="1578" extrusionOk="0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6557963" y="3814763"/>
              <a:ext cx="157163" cy="2505075"/>
            </a:xfrm>
            <a:custGeom>
              <a:avLst/>
              <a:gdLst/>
              <a:ahLst/>
              <a:cxnLst/>
              <a:rect l="l" t="t" r="r" b="b"/>
              <a:pathLst>
                <a:path w="99" h="1578" extrusionOk="0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6573838" y="4660901"/>
              <a:ext cx="136525" cy="1658938"/>
            </a:xfrm>
            <a:custGeom>
              <a:avLst/>
              <a:gdLst/>
              <a:ahLst/>
              <a:cxnLst/>
              <a:rect l="l" t="t" r="r" b="b"/>
              <a:pathLst>
                <a:path w="86" h="1045" extrusionOk="0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310563" y="3209926"/>
              <a:ext cx="349250" cy="488950"/>
            </a:xfrm>
            <a:custGeom>
              <a:avLst/>
              <a:gdLst/>
              <a:ahLst/>
              <a:cxnLst/>
              <a:rect l="l" t="t" r="r" b="b"/>
              <a:pathLst>
                <a:path w="220" h="308" extrusionOk="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7842250" y="2779713"/>
              <a:ext cx="1263650" cy="822325"/>
            </a:xfrm>
            <a:custGeom>
              <a:avLst/>
              <a:gdLst/>
              <a:ahLst/>
              <a:cxnLst/>
              <a:rect l="l" t="t" r="r" b="b"/>
              <a:pathLst>
                <a:path w="297" h="193" extrusionOk="0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7862888" y="2814638"/>
              <a:ext cx="1192213" cy="752475"/>
            </a:xfrm>
            <a:custGeom>
              <a:avLst/>
              <a:gdLst/>
              <a:ahLst/>
              <a:cxnLst/>
              <a:rect l="l" t="t" r="r" b="b"/>
              <a:pathLst>
                <a:path w="280" h="177" extrusionOk="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8366125" y="2779713"/>
              <a:ext cx="279400" cy="242888"/>
            </a:xfrm>
            <a:custGeom>
              <a:avLst/>
              <a:gdLst/>
              <a:ahLst/>
              <a:cxnLst/>
              <a:rect l="l" t="t" r="r" b="b"/>
              <a:pathLst>
                <a:path w="176" h="153" extrusionOk="0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677025" y="2168526"/>
              <a:ext cx="33338" cy="46038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92900" y="2214563"/>
              <a:ext cx="55563" cy="111125"/>
            </a:xfrm>
            <a:custGeom>
              <a:avLst/>
              <a:gdLst/>
              <a:ahLst/>
              <a:cxnLst/>
              <a:rect l="l" t="t" r="r" b="b"/>
              <a:pathLst>
                <a:path w="13" h="26" extrusionOk="0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626225" y="2087563"/>
              <a:ext cx="63500" cy="53975"/>
            </a:xfrm>
            <a:custGeom>
              <a:avLst/>
              <a:gdLst/>
              <a:ahLst/>
              <a:cxnLst/>
              <a:rect l="l" t="t" r="r" b="b"/>
              <a:pathLst>
                <a:path w="15" h="13" extrusionOk="0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281738" y="2397126"/>
              <a:ext cx="357188" cy="447675"/>
            </a:xfrm>
            <a:custGeom>
              <a:avLst/>
              <a:gdLst/>
              <a:ahLst/>
              <a:cxnLst/>
              <a:rect l="l" t="t" r="r" b="b"/>
              <a:pathLst>
                <a:path w="84" h="105" extrusionOk="0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175375" y="2619376"/>
              <a:ext cx="531813" cy="160338"/>
            </a:xfrm>
            <a:custGeom>
              <a:avLst/>
              <a:gdLst/>
              <a:ahLst/>
              <a:cxnLst/>
              <a:rect l="l" t="t" r="r" b="b"/>
              <a:pathLst>
                <a:path w="125" h="38" extrusionOk="0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949950" y="2860676"/>
              <a:ext cx="611188" cy="876300"/>
            </a:xfrm>
            <a:custGeom>
              <a:avLst/>
              <a:gdLst/>
              <a:ahLst/>
              <a:cxnLst/>
              <a:rect l="l" t="t" r="r" b="b"/>
              <a:pathLst>
                <a:path w="144" h="206" extrusionOk="0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5922963" y="2686051"/>
              <a:ext cx="460375" cy="574675"/>
            </a:xfrm>
            <a:custGeom>
              <a:avLst/>
              <a:gdLst/>
              <a:ahLst/>
              <a:cxnLst/>
              <a:rect l="l" t="t" r="r" b="b"/>
              <a:pathLst>
                <a:path w="108" h="135" extrusionOk="0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477000" y="3559176"/>
              <a:ext cx="280988" cy="203200"/>
            </a:xfrm>
            <a:custGeom>
              <a:avLst/>
              <a:gdLst/>
              <a:ahLst/>
              <a:cxnLst/>
              <a:rect l="l" t="t" r="r" b="b"/>
              <a:pathLst>
                <a:path w="66" h="48" extrusionOk="0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216650" y="1933576"/>
              <a:ext cx="511175" cy="714375"/>
            </a:xfrm>
            <a:custGeom>
              <a:avLst/>
              <a:gdLst/>
              <a:ahLst/>
              <a:cxnLst/>
              <a:rect l="l" t="t" r="r" b="b"/>
              <a:pathLst>
                <a:path w="120" h="168" extrusionOk="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046788" y="1806576"/>
              <a:ext cx="638175" cy="696913"/>
            </a:xfrm>
            <a:custGeom>
              <a:avLst/>
              <a:gdLst/>
              <a:ahLst/>
              <a:cxnLst/>
              <a:rect l="l" t="t" r="r" b="b"/>
              <a:pathLst>
                <a:path w="150" h="164" extrusionOk="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459538" y="2206626"/>
              <a:ext cx="153988" cy="182563"/>
            </a:xfrm>
            <a:custGeom>
              <a:avLst/>
              <a:gdLst/>
              <a:ahLst/>
              <a:cxnLst/>
              <a:rect l="l" t="t" r="r" b="b"/>
              <a:pathLst>
                <a:path w="36" h="43" extrusionOk="0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8016875" y="5702301"/>
              <a:ext cx="255588" cy="425450"/>
            </a:xfrm>
            <a:custGeom>
              <a:avLst/>
              <a:gdLst/>
              <a:ahLst/>
              <a:cxnLst/>
              <a:rect l="l" t="t" r="r" b="b"/>
              <a:pathLst>
                <a:path w="161" h="268" extrusionOk="0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8016875" y="5702301"/>
              <a:ext cx="255588" cy="425450"/>
            </a:xfrm>
            <a:custGeom>
              <a:avLst/>
              <a:gdLst/>
              <a:ahLst/>
              <a:cxnLst/>
              <a:rect l="l" t="t" r="r" b="b"/>
              <a:pathLst>
                <a:path w="161" h="268" extrusionOk="0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191500" y="5792788"/>
              <a:ext cx="28575" cy="88900"/>
            </a:xfrm>
            <a:custGeom>
              <a:avLst/>
              <a:gdLst/>
              <a:ahLst/>
              <a:cxnLst/>
              <a:rect l="l" t="t" r="r" b="b"/>
              <a:pathLst>
                <a:path w="18" h="56" extrusionOk="0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8191500" y="5792788"/>
              <a:ext cx="28575" cy="88900"/>
            </a:xfrm>
            <a:custGeom>
              <a:avLst/>
              <a:gdLst/>
              <a:ahLst/>
              <a:cxnLst/>
              <a:rect l="l" t="t" r="r" b="b"/>
              <a:pathLst>
                <a:path w="18" h="56" extrusionOk="0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8042275" y="5792788"/>
              <a:ext cx="177800" cy="147638"/>
            </a:xfrm>
            <a:custGeom>
              <a:avLst/>
              <a:gdLst/>
              <a:ahLst/>
              <a:cxnLst/>
              <a:rect l="l" t="t" r="r" b="b"/>
              <a:pathLst>
                <a:path w="112" h="93" extrusionOk="0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8042275" y="5792788"/>
              <a:ext cx="177800" cy="147638"/>
            </a:xfrm>
            <a:custGeom>
              <a:avLst/>
              <a:gdLst/>
              <a:ahLst/>
              <a:cxnLst/>
              <a:rect l="l" t="t" r="r" b="b"/>
              <a:pathLst>
                <a:path w="112" h="93" extrusionOk="0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8075613" y="5975351"/>
              <a:ext cx="506413" cy="268288"/>
            </a:xfrm>
            <a:custGeom>
              <a:avLst/>
              <a:gdLst/>
              <a:ahLst/>
              <a:cxnLst/>
              <a:rect l="l" t="t" r="r" b="b"/>
              <a:pathLst>
                <a:path w="119" h="63" extrusionOk="0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6254750" y="4005263"/>
              <a:ext cx="1974850" cy="1854200"/>
            </a:xfrm>
            <a:custGeom>
              <a:avLst/>
              <a:gdLst/>
              <a:ahLst/>
              <a:cxnLst/>
              <a:rect l="l" t="t" r="r" b="b"/>
              <a:pathLst>
                <a:path w="464" h="436" extrusionOk="0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7931150" y="5686426"/>
              <a:ext cx="341313" cy="228600"/>
            </a:xfrm>
            <a:custGeom>
              <a:avLst/>
              <a:gdLst/>
              <a:ahLst/>
              <a:cxnLst/>
              <a:rect l="l" t="t" r="r" b="b"/>
              <a:pathLst>
                <a:path w="215" h="144" extrusionOk="0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8275638" y="5965826"/>
              <a:ext cx="77788" cy="55563"/>
            </a:xfrm>
            <a:custGeom>
              <a:avLst/>
              <a:gdLst/>
              <a:ahLst/>
              <a:cxnLst/>
              <a:rect l="l" t="t" r="r" b="b"/>
              <a:pathLst>
                <a:path w="18" h="13" extrusionOk="0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8259763" y="5940426"/>
              <a:ext cx="46038" cy="80963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7315200" y="5846763"/>
              <a:ext cx="187325" cy="387350"/>
            </a:xfrm>
            <a:custGeom>
              <a:avLst/>
              <a:gdLst/>
              <a:ahLst/>
              <a:cxnLst/>
              <a:rect l="l" t="t" r="r" b="b"/>
              <a:pathLst>
                <a:path w="118" h="244" extrusionOk="0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7315200" y="5846763"/>
              <a:ext cx="187325" cy="387350"/>
            </a:xfrm>
            <a:custGeom>
              <a:avLst/>
              <a:gdLst/>
              <a:ahLst/>
              <a:cxnLst/>
              <a:rect l="l" t="t" r="r" b="b"/>
              <a:pathLst>
                <a:path w="118" h="244" extrusionOk="0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7267575" y="6191251"/>
              <a:ext cx="485775" cy="196850"/>
            </a:xfrm>
            <a:custGeom>
              <a:avLst/>
              <a:gdLst/>
              <a:ahLst/>
              <a:cxnLst/>
              <a:rect l="l" t="t" r="r" b="b"/>
              <a:pathLst>
                <a:path w="114" h="46" extrusionOk="0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7489825" y="6183313"/>
              <a:ext cx="84138" cy="47625"/>
            </a:xfrm>
            <a:custGeom>
              <a:avLst/>
              <a:gdLst/>
              <a:ahLst/>
              <a:cxnLst/>
              <a:rect l="l" t="t" r="r" b="b"/>
              <a:pathLst>
                <a:path w="20" h="11" extrusionOk="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7485063" y="6149976"/>
              <a:ext cx="50800" cy="71438"/>
            </a:xfrm>
            <a:custGeom>
              <a:avLst/>
              <a:gdLst/>
              <a:ahLst/>
              <a:cxnLst/>
              <a:rect l="l" t="t" r="r" b="b"/>
              <a:pathLst>
                <a:path w="12" h="17" extrusionOk="0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7323138" y="5995988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7323138" y="5995988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7323138" y="5992813"/>
              <a:ext cx="166688" cy="71438"/>
            </a:xfrm>
            <a:custGeom>
              <a:avLst/>
              <a:gdLst/>
              <a:ahLst/>
              <a:cxnLst/>
              <a:rect l="l" t="t" r="r" b="b"/>
              <a:pathLst>
                <a:path w="105" h="45" extrusionOk="0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7323138" y="5992813"/>
              <a:ext cx="166688" cy="71438"/>
            </a:xfrm>
            <a:custGeom>
              <a:avLst/>
              <a:gdLst/>
              <a:ahLst/>
              <a:cxnLst/>
              <a:rect l="l" t="t" r="r" b="b"/>
              <a:pathLst>
                <a:path w="105" h="45" extrusionOk="0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5919788" y="3992563"/>
              <a:ext cx="1841500" cy="2003425"/>
            </a:xfrm>
            <a:custGeom>
              <a:avLst/>
              <a:gdLst/>
              <a:ahLst/>
              <a:cxnLst/>
              <a:rect l="l" t="t" r="r" b="b"/>
              <a:pathLst>
                <a:path w="433" h="471" extrusionOk="0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7246938" y="5856288"/>
              <a:ext cx="322263" cy="157163"/>
            </a:xfrm>
            <a:custGeom>
              <a:avLst/>
              <a:gdLst/>
              <a:ahLst/>
              <a:cxnLst/>
              <a:rect l="l" t="t" r="r" b="b"/>
              <a:pathLst>
                <a:path w="203" h="99" extrusionOk="0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6000750" y="2690813"/>
              <a:ext cx="904875" cy="1339850"/>
            </a:xfrm>
            <a:custGeom>
              <a:avLst/>
              <a:gdLst/>
              <a:ahLst/>
              <a:cxnLst/>
              <a:rect l="l" t="t" r="r" b="b"/>
              <a:pathLst>
                <a:path w="213" h="315" extrusionOk="0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6013450" y="2698751"/>
              <a:ext cx="892175" cy="1331913"/>
            </a:xfrm>
            <a:custGeom>
              <a:avLst/>
              <a:gdLst/>
              <a:ahLst/>
              <a:cxnLst/>
              <a:rect l="l" t="t" r="r" b="b"/>
              <a:pathLst>
                <a:path w="210" h="313" extrusionOk="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6629400" y="2878138"/>
              <a:ext cx="804863" cy="858838"/>
            </a:xfrm>
            <a:custGeom>
              <a:avLst/>
              <a:gdLst/>
              <a:ahLst/>
              <a:cxnLst/>
              <a:rect l="l" t="t" r="r" b="b"/>
              <a:pathLst>
                <a:path w="189" h="202" extrusionOk="0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6497638" y="2665413"/>
              <a:ext cx="514350" cy="630238"/>
            </a:xfrm>
            <a:custGeom>
              <a:avLst/>
              <a:gdLst/>
              <a:ahLst/>
              <a:cxnLst/>
              <a:rect l="l" t="t" r="r" b="b"/>
              <a:pathLst>
                <a:path w="121" h="148" extrusionOk="0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7348538" y="3559176"/>
              <a:ext cx="280988" cy="207963"/>
            </a:xfrm>
            <a:custGeom>
              <a:avLst/>
              <a:gdLst/>
              <a:ahLst/>
              <a:cxnLst/>
              <a:rect l="l" t="t" r="r" b="b"/>
              <a:pathLst>
                <a:path w="66" h="49" extrusionOk="0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6046788" y="4503738"/>
              <a:ext cx="1177925" cy="157163"/>
            </a:xfrm>
            <a:custGeom>
              <a:avLst/>
              <a:gdLst/>
              <a:ahLst/>
              <a:cxnLst/>
              <a:rect l="l" t="t" r="r" b="b"/>
              <a:pathLst>
                <a:path w="277" h="37" extrusionOk="0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6046788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046788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6467475" y="4660901"/>
              <a:ext cx="119063" cy="1747838"/>
            </a:xfrm>
            <a:custGeom>
              <a:avLst/>
              <a:gdLst/>
              <a:ahLst/>
              <a:cxnLst/>
              <a:rect l="l" t="t" r="r" b="b"/>
              <a:pathLst>
                <a:path w="75" h="1101" extrusionOk="0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6467475" y="4660901"/>
              <a:ext cx="119063" cy="1747838"/>
            </a:xfrm>
            <a:custGeom>
              <a:avLst/>
              <a:gdLst/>
              <a:ahLst/>
              <a:cxnLst/>
              <a:rect l="l" t="t" r="r" b="b"/>
              <a:pathLst>
                <a:path w="75" h="1101" extrusionOk="0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6684963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6684963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6804025" y="4660901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804025" y="4660901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7102475" y="4660901"/>
              <a:ext cx="122238" cy="1747838"/>
            </a:xfrm>
            <a:custGeom>
              <a:avLst/>
              <a:gdLst/>
              <a:ahLst/>
              <a:cxnLst/>
              <a:rect l="l" t="t" r="r" b="b"/>
              <a:pathLst>
                <a:path w="77" h="1101" extrusionOk="0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7102475" y="4660901"/>
              <a:ext cx="122238" cy="1747838"/>
            </a:xfrm>
            <a:custGeom>
              <a:avLst/>
              <a:gdLst/>
              <a:ahLst/>
              <a:cxnLst/>
              <a:rect l="l" t="t" r="r" b="b"/>
              <a:pathLst>
                <a:path w="77" h="1101" extrusionOk="0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7105650" y="4737101"/>
              <a:ext cx="119063" cy="1671638"/>
            </a:xfrm>
            <a:custGeom>
              <a:avLst/>
              <a:gdLst/>
              <a:ahLst/>
              <a:cxnLst/>
              <a:rect l="l" t="t" r="r" b="b"/>
              <a:pathLst>
                <a:path w="75" h="1053" extrusionOk="0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6102350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102350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6735763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102475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102475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527925" y="474663"/>
              <a:ext cx="3168650" cy="2051050"/>
            </a:xfrm>
            <a:custGeom>
              <a:avLst/>
              <a:gdLst/>
              <a:ahLst/>
              <a:cxnLst/>
              <a:rect l="l" t="t" r="r" b="b"/>
              <a:pathLst>
                <a:path w="745" h="482" extrusionOk="0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8050213" y="2163763"/>
              <a:ext cx="995363" cy="858838"/>
            </a:xfrm>
            <a:custGeom>
              <a:avLst/>
              <a:gdLst/>
              <a:ahLst/>
              <a:cxnLst/>
              <a:rect l="l" t="t" r="r" b="b"/>
              <a:pathLst>
                <a:path w="627" h="541" extrusionOk="0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8050213" y="2163763"/>
              <a:ext cx="995363" cy="858838"/>
            </a:xfrm>
            <a:custGeom>
              <a:avLst/>
              <a:gdLst/>
              <a:ahLst/>
              <a:cxnLst/>
              <a:rect l="l" t="t" r="r" b="b"/>
              <a:pathLst>
                <a:path w="627" h="541" extrusionOk="0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8701088" y="682626"/>
              <a:ext cx="1736725" cy="1149350"/>
            </a:xfrm>
            <a:custGeom>
              <a:avLst/>
              <a:gdLst/>
              <a:ahLst/>
              <a:cxnLst/>
              <a:rect l="l" t="t" r="r" b="b"/>
              <a:pathLst>
                <a:path w="408" h="270" extrusionOk="0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847013" y="1100138"/>
              <a:ext cx="1730375" cy="1147763"/>
            </a:xfrm>
            <a:custGeom>
              <a:avLst/>
              <a:gdLst/>
              <a:ahLst/>
              <a:cxnLst/>
              <a:rect l="l" t="t" r="r" b="b"/>
              <a:pathLst>
                <a:path w="407" h="270" extrusionOk="0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8050213" y="2163763"/>
              <a:ext cx="561975" cy="84138"/>
            </a:xfrm>
            <a:custGeom>
              <a:avLst/>
              <a:gdLst/>
              <a:ahLst/>
              <a:cxnLst/>
              <a:rect l="l" t="t" r="r" b="b"/>
              <a:pathLst>
                <a:path w="132" h="20" extrusionOk="0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8680450" y="1100138"/>
              <a:ext cx="939800" cy="731838"/>
            </a:xfrm>
            <a:custGeom>
              <a:avLst/>
              <a:gdLst/>
              <a:ahLst/>
              <a:cxnLst/>
              <a:rect l="l" t="t" r="r" b="b"/>
              <a:pathLst>
                <a:path w="221" h="172" extrusionOk="0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821613" y="573088"/>
              <a:ext cx="93663" cy="101600"/>
            </a:xfrm>
            <a:custGeom>
              <a:avLst/>
              <a:gdLst/>
              <a:ahLst/>
              <a:cxnLst/>
              <a:rect l="l" t="t" r="r" b="b"/>
              <a:pathLst>
                <a:path w="22" h="24" extrusionOk="0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986713" y="573088"/>
              <a:ext cx="98425" cy="101600"/>
            </a:xfrm>
            <a:custGeom>
              <a:avLst/>
              <a:gdLst/>
              <a:ahLst/>
              <a:cxnLst/>
              <a:rect l="l" t="t" r="r" b="b"/>
              <a:pathLst>
                <a:path w="23" h="24" extrusionOk="0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8156575" y="573088"/>
              <a:ext cx="93663" cy="101600"/>
            </a:xfrm>
            <a:custGeom>
              <a:avLst/>
              <a:gdLst/>
              <a:ahLst/>
              <a:cxnLst/>
              <a:rect l="l" t="t" r="r" b="b"/>
              <a:pathLst>
                <a:path w="22" h="24" extrusionOk="0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7505700" y="449263"/>
              <a:ext cx="3144838" cy="2036763"/>
            </a:xfrm>
            <a:custGeom>
              <a:avLst/>
              <a:gdLst/>
              <a:ahLst/>
              <a:cxnLst/>
              <a:rect l="l" t="t" r="r" b="b"/>
              <a:pathLst>
                <a:path w="739" h="479" extrusionOk="0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8148638" y="2503488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141" h="2" extrusionOk="0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199438" y="1317626"/>
              <a:ext cx="739775" cy="782638"/>
            </a:xfrm>
            <a:custGeom>
              <a:avLst/>
              <a:gdLst/>
              <a:ahLst/>
              <a:cxnLst/>
              <a:rect l="l" t="t" r="r" b="b"/>
              <a:pathLst>
                <a:path w="174" h="184" extrusionOk="0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8131175" y="1465263"/>
              <a:ext cx="182563" cy="153988"/>
            </a:xfrm>
            <a:custGeom>
              <a:avLst/>
              <a:gdLst/>
              <a:ahLst/>
              <a:cxnLst/>
              <a:rect l="l" t="t" r="r" b="b"/>
              <a:pathLst>
                <a:path w="43" h="36" extrusionOk="0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8097838" y="1419226"/>
              <a:ext cx="122238" cy="139700"/>
            </a:xfrm>
            <a:custGeom>
              <a:avLst/>
              <a:gdLst/>
              <a:ahLst/>
              <a:cxnLst/>
              <a:rect l="l" t="t" r="r" b="b"/>
              <a:pathLst>
                <a:path w="29" h="33" extrusionOk="0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8632825" y="1317626"/>
              <a:ext cx="838200" cy="1147763"/>
            </a:xfrm>
            <a:custGeom>
              <a:avLst/>
              <a:gdLst/>
              <a:ahLst/>
              <a:cxnLst/>
              <a:rect l="l" t="t" r="r" b="b"/>
              <a:pathLst>
                <a:path w="197" h="270" extrusionOk="0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8578850" y="1317626"/>
              <a:ext cx="914400" cy="1190625"/>
            </a:xfrm>
            <a:custGeom>
              <a:avLst/>
              <a:gdLst/>
              <a:ahLst/>
              <a:cxnLst/>
              <a:rect l="l" t="t" r="r" b="b"/>
              <a:pathLst>
                <a:path w="215" h="280" extrusionOk="0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923338" y="1993901"/>
              <a:ext cx="38100" cy="476250"/>
            </a:xfrm>
            <a:custGeom>
              <a:avLst/>
              <a:gdLst/>
              <a:ahLst/>
              <a:cxnLst/>
              <a:rect l="l" t="t" r="r" b="b"/>
              <a:pathLst>
                <a:path w="9" h="112" extrusionOk="0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9399588" y="1831976"/>
              <a:ext cx="30163" cy="238125"/>
            </a:xfrm>
            <a:custGeom>
              <a:avLst/>
              <a:gdLst/>
              <a:ahLst/>
              <a:cxnLst/>
              <a:rect l="l" t="t" r="r" b="b"/>
              <a:pathLst>
                <a:path w="7" h="56" extrusionOk="0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9429750" y="1512888"/>
              <a:ext cx="46038" cy="319088"/>
            </a:xfrm>
            <a:custGeom>
              <a:avLst/>
              <a:gdLst/>
              <a:ahLst/>
              <a:cxnLst/>
              <a:rect l="l" t="t" r="r" b="b"/>
              <a:pathLst>
                <a:path w="11" h="75" extrusionOk="0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9356725" y="1503363"/>
              <a:ext cx="119063" cy="566738"/>
            </a:xfrm>
            <a:custGeom>
              <a:avLst/>
              <a:gdLst/>
              <a:ahLst/>
              <a:cxnLst/>
              <a:rect l="l" t="t" r="r" b="b"/>
              <a:pathLst>
                <a:path w="28" h="133" extrusionOk="0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918575" y="989013"/>
              <a:ext cx="331788" cy="430213"/>
            </a:xfrm>
            <a:custGeom>
              <a:avLst/>
              <a:gdLst/>
              <a:ahLst/>
              <a:cxnLst/>
              <a:rect l="l" t="t" r="r" b="b"/>
              <a:pathLst>
                <a:path w="78" h="101" extrusionOk="0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9058275" y="1384301"/>
              <a:ext cx="77788" cy="55563"/>
            </a:xfrm>
            <a:custGeom>
              <a:avLst/>
              <a:gdLst/>
              <a:ahLst/>
              <a:cxnLst/>
              <a:rect l="l" t="t" r="r" b="b"/>
              <a:pathLst>
                <a:path w="49" h="35" extrusionOk="0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9083675" y="1300163"/>
              <a:ext cx="212725" cy="177800"/>
            </a:xfrm>
            <a:custGeom>
              <a:avLst/>
              <a:gdLst/>
              <a:ahLst/>
              <a:cxnLst/>
              <a:rect l="l" t="t" r="r" b="b"/>
              <a:pathLst>
                <a:path w="50" h="42" extrusionOk="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977313" y="1381126"/>
              <a:ext cx="80963" cy="33338"/>
            </a:xfrm>
            <a:custGeom>
              <a:avLst/>
              <a:gdLst/>
              <a:ahLst/>
              <a:cxnLst/>
              <a:rect l="l" t="t" r="r" b="b"/>
              <a:pathLst>
                <a:path w="51" h="21" extrusionOk="0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870950" y="1304926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40" h="36" extrusionOk="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9093200" y="1052513"/>
              <a:ext cx="55563" cy="47625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9093200" y="1052513"/>
              <a:ext cx="55563" cy="47625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9037638" y="1100138"/>
              <a:ext cx="55563" cy="42863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9037638" y="1052513"/>
              <a:ext cx="114300" cy="136525"/>
            </a:xfrm>
            <a:custGeom>
              <a:avLst/>
              <a:gdLst/>
              <a:ahLst/>
              <a:cxnLst/>
              <a:rect l="l" t="t" r="r" b="b"/>
              <a:pathLst>
                <a:path w="27" h="32" extrusionOk="0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867775" y="611188"/>
              <a:ext cx="169863" cy="314325"/>
            </a:xfrm>
            <a:custGeom>
              <a:avLst/>
              <a:gdLst/>
              <a:ahLst/>
              <a:cxnLst/>
              <a:rect l="l" t="t" r="r" b="b"/>
              <a:pathLst>
                <a:path w="40" h="74" extrusionOk="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867775" y="593726"/>
              <a:ext cx="407988" cy="617538"/>
            </a:xfrm>
            <a:custGeom>
              <a:avLst/>
              <a:gdLst/>
              <a:ahLst/>
              <a:cxnLst/>
              <a:rect l="l" t="t" r="r" b="b"/>
              <a:pathLst>
                <a:path w="96" h="145" extrusionOk="0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9118600" y="682626"/>
              <a:ext cx="369888" cy="361950"/>
            </a:xfrm>
            <a:custGeom>
              <a:avLst/>
              <a:gdLst/>
              <a:ahLst/>
              <a:cxnLst/>
              <a:rect l="l" t="t" r="r" b="b"/>
              <a:pathLst>
                <a:path w="87" h="85" extrusionOk="0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8855075" y="538163"/>
              <a:ext cx="496888" cy="247650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9288463" y="588963"/>
              <a:ext cx="98425" cy="128588"/>
            </a:xfrm>
            <a:custGeom>
              <a:avLst/>
              <a:gdLst/>
              <a:ahLst/>
              <a:cxnLst/>
              <a:rect l="l" t="t" r="r" b="b"/>
              <a:pathLst>
                <a:path w="23" h="30" extrusionOk="0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9194800" y="857251"/>
              <a:ext cx="119063" cy="144463"/>
            </a:xfrm>
            <a:custGeom>
              <a:avLst/>
              <a:gdLst/>
              <a:ahLst/>
              <a:cxnLst/>
              <a:rect l="l" t="t" r="r" b="b"/>
              <a:pathLst>
                <a:path w="28" h="34" extrusionOk="0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9032875" y="844551"/>
              <a:ext cx="25400" cy="42863"/>
            </a:xfrm>
            <a:custGeom>
              <a:avLst/>
              <a:gdLst/>
              <a:ahLst/>
              <a:cxnLst/>
              <a:rect l="l" t="t" r="r" b="b"/>
              <a:pathLst>
                <a:path w="6" h="10" extrusionOk="0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8931275" y="869951"/>
              <a:ext cx="50800" cy="111125"/>
            </a:xfrm>
            <a:custGeom>
              <a:avLst/>
              <a:gdLst/>
              <a:ahLst/>
              <a:cxnLst/>
              <a:rect l="l" t="t" r="r" b="b"/>
              <a:pathLst>
                <a:path w="12" h="26" extrusionOk="0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9007475" y="958851"/>
              <a:ext cx="80963" cy="42863"/>
            </a:xfrm>
            <a:custGeom>
              <a:avLst/>
              <a:gdLst/>
              <a:ahLst/>
              <a:cxnLst/>
              <a:rect l="l" t="t" r="r" b="b"/>
              <a:pathLst>
                <a:path w="19" h="10" extrusionOk="0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9063038" y="785813"/>
              <a:ext cx="60325" cy="38100"/>
            </a:xfrm>
            <a:custGeom>
              <a:avLst/>
              <a:gdLst/>
              <a:ahLst/>
              <a:cxnLst/>
              <a:rect l="l" t="t" r="r" b="b"/>
              <a:pathLst>
                <a:path w="14" h="9" extrusionOk="0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8880475" y="781051"/>
              <a:ext cx="55563" cy="46038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9217025" y="1330326"/>
              <a:ext cx="479425" cy="1003300"/>
            </a:xfrm>
            <a:custGeom>
              <a:avLst/>
              <a:gdLst/>
              <a:ahLst/>
              <a:cxnLst/>
              <a:rect l="l" t="t" r="r" b="b"/>
              <a:pathLst>
                <a:path w="113" h="236" extrusionOk="0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9139238" y="2244726"/>
              <a:ext cx="217488" cy="96838"/>
            </a:xfrm>
            <a:custGeom>
              <a:avLst/>
              <a:gdLst/>
              <a:ahLst/>
              <a:cxnLst/>
              <a:rect l="l" t="t" r="r" b="b"/>
              <a:pathLst>
                <a:path w="51" h="23" extrusionOk="0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9110663" y="2295526"/>
              <a:ext cx="160338" cy="106363"/>
            </a:xfrm>
            <a:custGeom>
              <a:avLst/>
              <a:gdLst/>
              <a:ahLst/>
              <a:cxnLst/>
              <a:rect l="l" t="t" r="r" b="b"/>
              <a:pathLst>
                <a:path w="38" h="25" extrusionOk="0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69" name="Google Shape;269;p1"/>
          <p:cNvSpPr txBox="1"/>
          <p:nvPr/>
        </p:nvSpPr>
        <p:spPr>
          <a:xfrm>
            <a:off x="1104900" y="1333022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10</a:t>
            </a:r>
            <a:endParaRPr dirty="0"/>
          </a:p>
        </p:txBody>
      </p:sp>
      <p:sp>
        <p:nvSpPr>
          <p:cNvPr id="270" name="Google Shape;270;p1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/>
          </a:p>
        </p:txBody>
      </p:sp>
      <p:grpSp>
        <p:nvGrpSpPr>
          <p:cNvPr id="271" name="Google Shape;271;p1"/>
          <p:cNvGrpSpPr/>
          <p:nvPr/>
        </p:nvGrpSpPr>
        <p:grpSpPr>
          <a:xfrm>
            <a:off x="1409091" y="3842795"/>
            <a:ext cx="4201202" cy="1826757"/>
            <a:chOff x="1067655" y="3842795"/>
            <a:chExt cx="3235325" cy="1826757"/>
          </a:xfrm>
        </p:grpSpPr>
        <p:sp>
          <p:nvSpPr>
            <p:cNvPr id="272" name="Google Shape;272;p1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name="adj" fmla="val 12488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dist="127000" dir="5400000" algn="ctr" rotWithShape="0">
                <a:srgbClr val="000000">
                  <a:alpha val="9803"/>
                </a:srgbClr>
              </a:outerShdw>
            </a:effectLst>
          </p:spPr>
          <p:txBody>
            <a:bodyPr spcFirstLastPara="1" wrap="square" lIns="216000" tIns="45700" rIns="91425" bIns="18000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3" name="Google Shape;273;p1"/>
            <p:cNvSpPr txBox="1"/>
            <p:nvPr/>
          </p:nvSpPr>
          <p:spPr>
            <a:xfrm>
              <a:off x="1361797" y="4221499"/>
              <a:ext cx="2738043" cy="1089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lang="es-CL" sz="5400" b="1" i="0" u="none" strike="noStrike" cap="none" dirty="0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Ejercicios</a:t>
              </a:r>
              <a:endParaRPr sz="12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Ejercicio 1</a:t>
            </a:r>
            <a:endParaRPr/>
          </a:p>
        </p:txBody>
      </p:sp>
      <p:sp>
        <p:nvSpPr>
          <p:cNvPr id="280" name="Google Shape;280;p2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10: Ejercicios</a:t>
            </a:r>
            <a:endParaRPr dirty="0"/>
          </a:p>
        </p:txBody>
      </p:sp>
      <p:sp>
        <p:nvSpPr>
          <p:cNvPr id="281" name="Google Shape;281;p2"/>
          <p:cNvSpPr/>
          <p:nvPr/>
        </p:nvSpPr>
        <p:spPr>
          <a:xfrm>
            <a:off x="1112989" y="1600200"/>
            <a:ext cx="5090948" cy="3460531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1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un archivo se encuentran almacenadas las distancias entre diferentes ciudades.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 línea contiene un par de ciudades y la distancia entre ellas.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asume que si la distancia entre A y B es X, entonces la distancia entre B y A también es X.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2" name="Google Shape;28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9343" y="1991956"/>
            <a:ext cx="4305168" cy="2874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Ejercicio 1</a:t>
            </a:r>
            <a:endParaRPr/>
          </a:p>
        </p:txBody>
      </p:sp>
      <p:sp>
        <p:nvSpPr>
          <p:cNvPr id="289" name="Google Shape;289;p3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10: Ejercicios</a:t>
            </a:r>
            <a:endParaRPr dirty="0"/>
          </a:p>
        </p:txBody>
      </p:sp>
      <p:sp>
        <p:nvSpPr>
          <p:cNvPr id="290" name="Google Shape;290;p3"/>
          <p:cNvSpPr/>
          <p:nvPr/>
        </p:nvSpPr>
        <p:spPr>
          <a:xfrm>
            <a:off x="1104900" y="1600201"/>
            <a:ext cx="5327431" cy="2758965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debe leer el archivo, almacenar los datos, y después leer el archivo de consultas.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Este archivo contiene una serie de preguntas que deben ser respondidas</a:t>
            </a:r>
            <a:endParaRPr/>
          </a:p>
        </p:txBody>
      </p:sp>
      <p:pic>
        <p:nvPicPr>
          <p:cNvPr id="291" name="Google Shape;29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7819" y="1600200"/>
            <a:ext cx="4255558" cy="284096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"/>
          <p:cNvSpPr/>
          <p:nvPr/>
        </p:nvSpPr>
        <p:spPr>
          <a:xfrm>
            <a:off x="2900444" y="4992399"/>
            <a:ext cx="804123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COQUIMBO y CALDERA no están conectadas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VALLENAR y LA SERENA están a 300.0km de distancia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ANTOFAGASTA no existe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COQUIMBO y LA SERENA están a 15.0km de distancia</a:t>
            </a:r>
            <a:endParaRPr sz="1800" b="1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Ejercicio 2</a:t>
            </a:r>
            <a:endParaRPr/>
          </a:p>
        </p:txBody>
      </p:sp>
      <p:sp>
        <p:nvSpPr>
          <p:cNvPr id="299" name="Google Shape;299;p4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10: Ejercicios</a:t>
            </a:r>
            <a:endParaRPr dirty="0"/>
          </a:p>
        </p:txBody>
      </p:sp>
      <p:sp>
        <p:nvSpPr>
          <p:cNvPr id="300" name="Google Shape;300;p4"/>
          <p:cNvSpPr/>
          <p:nvPr/>
        </p:nvSpPr>
        <p:spPr>
          <a:xfrm>
            <a:off x="1104900" y="1600201"/>
            <a:ext cx="6186652" cy="4564116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1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una empresa de taxis hay 10 vehículos y 6 trabajadores. El siguiente archivo muestra la máquina, el conductor que la usó y la cantidad de kilómetros que recorrió.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pide: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vehículo más usado.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conductor que más kilómetros recorrió.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 combinación vehículo-conductor que más kilómetros recorrió.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Imprima un listado de las máquinas y su kilometraje.</a:t>
            </a:r>
            <a:endParaRPr/>
          </a:p>
        </p:txBody>
      </p:sp>
      <p:sp>
        <p:nvSpPr>
          <p:cNvPr id="301" name="Google Shape;301;p4"/>
          <p:cNvSpPr/>
          <p:nvPr/>
        </p:nvSpPr>
        <p:spPr>
          <a:xfrm>
            <a:off x="7528239" y="391510"/>
            <a:ext cx="4085691" cy="5772807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1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Las máquinas son: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A1 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B1 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B2 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C3 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C7 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D3 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D8 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F1 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F3 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F5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todos los conductores conducen todos los vehículos.</a:t>
            </a:r>
            <a:endParaRPr sz="1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Ejercicio 2</a:t>
            </a:r>
            <a:endParaRPr/>
          </a:p>
        </p:txBody>
      </p:sp>
      <p:sp>
        <p:nvSpPr>
          <p:cNvPr id="307" name="Google Shape;307;p5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10: Ejercicios</a:t>
            </a:r>
            <a:endParaRPr dirty="0"/>
          </a:p>
        </p:txBody>
      </p:sp>
      <p:sp>
        <p:nvSpPr>
          <p:cNvPr id="308" name="Google Shape;308;p5"/>
          <p:cNvSpPr/>
          <p:nvPr/>
        </p:nvSpPr>
        <p:spPr>
          <a:xfrm>
            <a:off x="7567448" y="1600201"/>
            <a:ext cx="3767959" cy="2467301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1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Copia y pega este cuadro en un archivo txt.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Las respuestas son: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Patricio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F5</a:t>
            </a:r>
            <a:endParaRPr/>
          </a:p>
        </p:txBody>
      </p:sp>
      <p:graphicFrame>
        <p:nvGraphicFramePr>
          <p:cNvPr id="309" name="Google Shape;309;p5"/>
          <p:cNvGraphicFramePr/>
          <p:nvPr/>
        </p:nvGraphicFramePr>
        <p:xfrm>
          <a:off x="8841827" y="4140694"/>
          <a:ext cx="1219200" cy="2520000"/>
        </p:xfrm>
        <a:graphic>
          <a:graphicData uri="http://schemas.openxmlformats.org/drawingml/2006/table">
            <a:tbl>
              <a:tblPr>
                <a:noFill/>
                <a:tableStyleId>{A4A030BC-B033-43A8-A550-4E94F4741911}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F5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2940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D8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2676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C7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1702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B1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1234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D3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879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B2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843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F1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719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A1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617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F3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491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C3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/>
                        <a:t>342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10" name="Google Shape;310;p5"/>
          <p:cNvSpPr txBox="1"/>
          <p:nvPr/>
        </p:nvSpPr>
        <p:spPr>
          <a:xfrm>
            <a:off x="1104900" y="1833508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Loreto;F5;508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Loreto;B2;546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Patricio;F3;491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Juan;D8;370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Patricio;C7;539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Patricio;B1;629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Camila;F5;411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Camila;F1;446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Patricio;F1;146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Patricio;F5;365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Gustavo;D8;633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Juan;D8;384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Patricio;C7;636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Juan;B1;280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Juan;F5;200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Loreto;C7;335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Loreto;A1;617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Juan;D8;578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Camila;F5;539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Juan;F5;575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Gustavo;D3;418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Gustavo;B1;325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Loreto;D3;461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Juan;C3;199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Juan;C7;192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Loreto;B2;297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Gustavo;D8;432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Gustavo;F5;342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Camila;C3;143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Ximena;F1;127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CL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Camila;D8;279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STARTUP">
      <a:dk1>
        <a:srgbClr val="000000"/>
      </a:dk1>
      <a:lt1>
        <a:srgbClr val="FFFFFF"/>
      </a:lt1>
      <a:dk2>
        <a:srgbClr val="2C2C2C"/>
      </a:dk2>
      <a:lt2>
        <a:srgbClr val="E7E7E9"/>
      </a:lt2>
      <a:accent1>
        <a:srgbClr val="005FF9"/>
      </a:accent1>
      <a:accent2>
        <a:srgbClr val="FC2C38"/>
      </a:accent2>
      <a:accent3>
        <a:srgbClr val="FF9E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353</Words>
  <Application>Microsoft Office PowerPoint</Application>
  <PresentationFormat>Panorámica</PresentationFormat>
  <Paragraphs>96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Consolas</vt:lpstr>
      <vt:lpstr>Calibri</vt:lpstr>
      <vt:lpstr>Poppins</vt:lpstr>
      <vt:lpstr>Arial</vt:lpstr>
      <vt:lpstr>Office Theme</vt:lpstr>
      <vt:lpstr>Presentación de PowerPoint</vt:lpstr>
      <vt:lpstr>Ejercicio 1</vt:lpstr>
      <vt:lpstr>Ejercicio 1</vt:lpstr>
      <vt:lpstr>Ejercicio 2</vt:lpstr>
      <vt:lpstr>Ejercicio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Munkhuu</dc:creator>
  <cp:lastModifiedBy>Alejandro Paolini</cp:lastModifiedBy>
  <cp:revision>5</cp:revision>
  <dcterms:created xsi:type="dcterms:W3CDTF">2020-12-19T16:12:24Z</dcterms:created>
  <dcterms:modified xsi:type="dcterms:W3CDTF">2025-05-26T18:00:39Z</dcterms:modified>
</cp:coreProperties>
</file>