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Lst>
  <p:sldSz cy="6858000" cx="12192000"/>
  <p:notesSz cx="6858000" cy="9144000"/>
  <p:embeddedFontLst>
    <p:embeddedFont>
      <p:font typeface="Poppins"/>
      <p:regular r:id="rId44"/>
      <p:bold r:id="rId45"/>
      <p:italic r:id="rId46"/>
      <p:boldItalic r:id="rId4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8" roundtripDataSignature="AMtx7mgOOukRbJBPq+gMs8ACcV9bMOjoQ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20" Type="http://schemas.openxmlformats.org/officeDocument/2006/relationships/slide" Target="slides/slide16.xml"/><Relationship Id="rId42" Type="http://schemas.openxmlformats.org/officeDocument/2006/relationships/slide" Target="slides/slide38.xml"/><Relationship Id="rId41" Type="http://schemas.openxmlformats.org/officeDocument/2006/relationships/slide" Target="slides/slide37.xml"/><Relationship Id="rId22" Type="http://schemas.openxmlformats.org/officeDocument/2006/relationships/slide" Target="slides/slide18.xml"/><Relationship Id="rId44" Type="http://schemas.openxmlformats.org/officeDocument/2006/relationships/font" Target="fonts/Poppins-regular.fntdata"/><Relationship Id="rId21" Type="http://schemas.openxmlformats.org/officeDocument/2006/relationships/slide" Target="slides/slide17.xml"/><Relationship Id="rId43" Type="http://schemas.openxmlformats.org/officeDocument/2006/relationships/slide" Target="slides/slide39.xml"/><Relationship Id="rId24" Type="http://schemas.openxmlformats.org/officeDocument/2006/relationships/slide" Target="slides/slide20.xml"/><Relationship Id="rId46" Type="http://schemas.openxmlformats.org/officeDocument/2006/relationships/font" Target="fonts/Poppins-italic.fntdata"/><Relationship Id="rId23" Type="http://schemas.openxmlformats.org/officeDocument/2006/relationships/slide" Target="slides/slide19.xml"/><Relationship Id="rId45" Type="http://schemas.openxmlformats.org/officeDocument/2006/relationships/font" Target="fonts/Poppins-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48" Type="http://customschemas.google.com/relationships/presentationmetadata" Target="metadata"/><Relationship Id="rId25" Type="http://schemas.openxmlformats.org/officeDocument/2006/relationships/slide" Target="slides/slide21.xml"/><Relationship Id="rId47" Type="http://schemas.openxmlformats.org/officeDocument/2006/relationships/font" Target="fonts/Poppins-boldItalic.fntdata"/><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slide" Target="slides/slide31.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schemas.openxmlformats.org/officeDocument/2006/relationships/slide" Target="slides/slide33.xml"/><Relationship Id="rId14" Type="http://schemas.openxmlformats.org/officeDocument/2006/relationships/slide" Target="slides/slide10.xml"/><Relationship Id="rId36" Type="http://schemas.openxmlformats.org/officeDocument/2006/relationships/slide" Target="slides/slide32.xml"/><Relationship Id="rId17" Type="http://schemas.openxmlformats.org/officeDocument/2006/relationships/slide" Target="slides/slide13.xml"/><Relationship Id="rId39" Type="http://schemas.openxmlformats.org/officeDocument/2006/relationships/slide" Target="slides/slide35.xml"/><Relationship Id="rId16" Type="http://schemas.openxmlformats.org/officeDocument/2006/relationships/slide" Target="slides/slide12.xml"/><Relationship Id="rId38" Type="http://schemas.openxmlformats.org/officeDocument/2006/relationships/slide" Target="slides/slide34.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s-CL"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9" name="Google Shape;139;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2" name="Google Shape;28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9" name="Google Shape;28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7" name="Google Shape;29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5" name="Google Shape;305;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s-CL"/>
              <a:t>Esto se resuelve usando solo un contador general y listo.</a:t>
            </a:r>
            <a:endParaRPr/>
          </a:p>
        </p:txBody>
      </p:sp>
      <p:sp>
        <p:nvSpPr>
          <p:cNvPr id="306" name="Google Shape;306;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CL"/>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4" name="Google Shape;314;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s-CL"/>
              <a:t>Esto se puede resolver usando dos listas: una con las ciudades y la otra que vaya contando la cantidad de personas “en riesgo” para cada ciudad.</a:t>
            </a:r>
            <a:endParaRPr/>
          </a:p>
        </p:txBody>
      </p:sp>
      <p:sp>
        <p:nvSpPr>
          <p:cNvPr id="315" name="Google Shape;315;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CL"/>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3" name="Google Shape;323;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s-CL"/>
              <a:t>Esto se resuelve usando solo un contador general y listo.</a:t>
            </a:r>
            <a:endParaRPr/>
          </a:p>
        </p:txBody>
      </p:sp>
      <p:sp>
        <p:nvSpPr>
          <p:cNvPr id="324" name="Google Shape;324;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CL"/>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2" name="Google Shape;33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4" name="Google Shape;41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9" name="Google Shape;429;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8" name="Google Shape;43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5" name="Google Shape;445;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4" name="Google Shape;454;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6" name="Google Shape;466;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4" name="Google Shape;474;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1" name="Google Shape;481;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0" name="Google Shape;490;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7" name="Google Shape;497;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6" name="Google Shape;506;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8" name="Google Shape;568;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1" name="Google Shape;631;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1" name="Shape 691"/>
        <p:cNvGrpSpPr/>
        <p:nvPr/>
      </p:nvGrpSpPr>
      <p:grpSpPr>
        <a:xfrm>
          <a:off x="0" y="0"/>
          <a:ext cx="0" cy="0"/>
          <a:chOff x="0" y="0"/>
          <a:chExt cx="0" cy="0"/>
        </a:xfrm>
      </p:grpSpPr>
      <p:sp>
        <p:nvSpPr>
          <p:cNvPr id="692" name="Google Shape;692;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3" name="Google Shape;693;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1" name="Shape 761"/>
        <p:cNvGrpSpPr/>
        <p:nvPr/>
      </p:nvGrpSpPr>
      <p:grpSpPr>
        <a:xfrm>
          <a:off x="0" y="0"/>
          <a:ext cx="0" cy="0"/>
          <a:chOff x="0" y="0"/>
          <a:chExt cx="0" cy="0"/>
        </a:xfrm>
      </p:grpSpPr>
      <p:sp>
        <p:nvSpPr>
          <p:cNvPr id="762" name="Google Shape;762;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3" name="Google Shape;763;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 name="Shape 829"/>
        <p:cNvGrpSpPr/>
        <p:nvPr/>
      </p:nvGrpSpPr>
      <p:grpSpPr>
        <a:xfrm>
          <a:off x="0" y="0"/>
          <a:ext cx="0" cy="0"/>
          <a:chOff x="0" y="0"/>
          <a:chExt cx="0" cy="0"/>
        </a:xfrm>
      </p:grpSpPr>
      <p:sp>
        <p:nvSpPr>
          <p:cNvPr id="830" name="Google Shape;830;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1" name="Google Shape;831;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0" name="Shape 880"/>
        <p:cNvGrpSpPr/>
        <p:nvPr/>
      </p:nvGrpSpPr>
      <p:grpSpPr>
        <a:xfrm>
          <a:off x="0" y="0"/>
          <a:ext cx="0" cy="0"/>
          <a:chOff x="0" y="0"/>
          <a:chExt cx="0" cy="0"/>
        </a:xfrm>
      </p:grpSpPr>
      <p:sp>
        <p:nvSpPr>
          <p:cNvPr id="881" name="Google Shape;881;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2" name="Google Shape;882;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6" name="Shape 936"/>
        <p:cNvGrpSpPr/>
        <p:nvPr/>
      </p:nvGrpSpPr>
      <p:grpSpPr>
        <a:xfrm>
          <a:off x="0" y="0"/>
          <a:ext cx="0" cy="0"/>
          <a:chOff x="0" y="0"/>
          <a:chExt cx="0" cy="0"/>
        </a:xfrm>
      </p:grpSpPr>
      <p:sp>
        <p:nvSpPr>
          <p:cNvPr id="937" name="Google Shape;937;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8" name="Google Shape;938;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4" name="Shape 994"/>
        <p:cNvGrpSpPr/>
        <p:nvPr/>
      </p:nvGrpSpPr>
      <p:grpSpPr>
        <a:xfrm>
          <a:off x="0" y="0"/>
          <a:ext cx="0" cy="0"/>
          <a:chOff x="0" y="0"/>
          <a:chExt cx="0" cy="0"/>
        </a:xfrm>
      </p:grpSpPr>
      <p:sp>
        <p:nvSpPr>
          <p:cNvPr id="995" name="Google Shape;995;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6" name="Google Shape;996;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4" name="Shape 1054"/>
        <p:cNvGrpSpPr/>
        <p:nvPr/>
      </p:nvGrpSpPr>
      <p:grpSpPr>
        <a:xfrm>
          <a:off x="0" y="0"/>
          <a:ext cx="0" cy="0"/>
          <a:chOff x="0" y="0"/>
          <a:chExt cx="0" cy="0"/>
        </a:xfrm>
      </p:grpSpPr>
      <p:sp>
        <p:nvSpPr>
          <p:cNvPr id="1055" name="Google Shape;1055;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6" name="Google Shape;1056;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7" name="Shape 1117"/>
        <p:cNvGrpSpPr/>
        <p:nvPr/>
      </p:nvGrpSpPr>
      <p:grpSpPr>
        <a:xfrm>
          <a:off x="0" y="0"/>
          <a:ext cx="0" cy="0"/>
          <a:chOff x="0" y="0"/>
          <a:chExt cx="0" cy="0"/>
        </a:xfrm>
      </p:grpSpPr>
      <p:sp>
        <p:nvSpPr>
          <p:cNvPr id="1118" name="Google Shape;1118;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9" name="Google Shape;1119;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0" name="Shape 1180"/>
        <p:cNvGrpSpPr/>
        <p:nvPr/>
      </p:nvGrpSpPr>
      <p:grpSpPr>
        <a:xfrm>
          <a:off x="0" y="0"/>
          <a:ext cx="0" cy="0"/>
          <a:chOff x="0" y="0"/>
          <a:chExt cx="0" cy="0"/>
        </a:xfrm>
      </p:grpSpPr>
      <p:sp>
        <p:nvSpPr>
          <p:cNvPr id="1181" name="Google Shape;1181;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2" name="Google Shape;1182;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2" name="Shape 1252"/>
        <p:cNvGrpSpPr/>
        <p:nvPr/>
      </p:nvGrpSpPr>
      <p:grpSpPr>
        <a:xfrm>
          <a:off x="0" y="0"/>
          <a:ext cx="0" cy="0"/>
          <a:chOff x="0" y="0"/>
          <a:chExt cx="0" cy="0"/>
        </a:xfrm>
      </p:grpSpPr>
      <p:sp>
        <p:nvSpPr>
          <p:cNvPr id="1253" name="Google Shape;1253;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54" name="Google Shape;1254;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4" name="Shape 1324"/>
        <p:cNvGrpSpPr/>
        <p:nvPr/>
      </p:nvGrpSpPr>
      <p:grpSpPr>
        <a:xfrm>
          <a:off x="0" y="0"/>
          <a:ext cx="0" cy="0"/>
          <a:chOff x="0" y="0"/>
          <a:chExt cx="0" cy="0"/>
        </a:xfrm>
      </p:grpSpPr>
      <p:sp>
        <p:nvSpPr>
          <p:cNvPr id="1325" name="Google Shape;1325;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26" name="Google Shape;1326;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0" name="Shape 1430"/>
        <p:cNvGrpSpPr/>
        <p:nvPr/>
      </p:nvGrpSpPr>
      <p:grpSpPr>
        <a:xfrm>
          <a:off x="0" y="0"/>
          <a:ext cx="0" cy="0"/>
          <a:chOff x="0" y="0"/>
          <a:chExt cx="0" cy="0"/>
        </a:xfrm>
      </p:grpSpPr>
      <p:sp>
        <p:nvSpPr>
          <p:cNvPr id="1431" name="Google Shape;1431;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32" name="Google Shape;1432;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9" name="Shape 1439"/>
        <p:cNvGrpSpPr/>
        <p:nvPr/>
      </p:nvGrpSpPr>
      <p:grpSpPr>
        <a:xfrm>
          <a:off x="0" y="0"/>
          <a:ext cx="0" cy="0"/>
          <a:chOff x="0" y="0"/>
          <a:chExt cx="0" cy="0"/>
        </a:xfrm>
      </p:grpSpPr>
      <p:sp>
        <p:nvSpPr>
          <p:cNvPr id="1440" name="Google Shape;1440;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41" name="Google Shape;1441;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7" name="Shape 1447"/>
        <p:cNvGrpSpPr/>
        <p:nvPr/>
      </p:nvGrpSpPr>
      <p:grpSpPr>
        <a:xfrm>
          <a:off x="0" y="0"/>
          <a:ext cx="0" cy="0"/>
          <a:chOff x="0" y="0"/>
          <a:chExt cx="0" cy="0"/>
        </a:xfrm>
      </p:grpSpPr>
      <p:sp>
        <p:nvSpPr>
          <p:cNvPr id="1448" name="Google Shape;1448;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49" name="Google Shape;1449;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5" name="Shape 1455"/>
        <p:cNvGrpSpPr/>
        <p:nvPr/>
      </p:nvGrpSpPr>
      <p:grpSpPr>
        <a:xfrm>
          <a:off x="0" y="0"/>
          <a:ext cx="0" cy="0"/>
          <a:chOff x="0" y="0"/>
          <a:chExt cx="0" cy="0"/>
        </a:xfrm>
      </p:grpSpPr>
      <p:sp>
        <p:nvSpPr>
          <p:cNvPr id="1456" name="Google Shape;1456;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57" name="Google Shape;1457;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3" name="Shape 1463"/>
        <p:cNvGrpSpPr/>
        <p:nvPr/>
      </p:nvGrpSpPr>
      <p:grpSpPr>
        <a:xfrm>
          <a:off x="0" y="0"/>
          <a:ext cx="0" cy="0"/>
          <a:chOff x="0" y="0"/>
          <a:chExt cx="0" cy="0"/>
        </a:xfrm>
      </p:grpSpPr>
      <p:sp>
        <p:nvSpPr>
          <p:cNvPr id="1464" name="Google Shape;1464;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5" name="Google Shape;1465;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5" name="Shape 1525"/>
        <p:cNvGrpSpPr/>
        <p:nvPr/>
      </p:nvGrpSpPr>
      <p:grpSpPr>
        <a:xfrm>
          <a:off x="0" y="0"/>
          <a:ext cx="0" cy="0"/>
          <a:chOff x="0" y="0"/>
          <a:chExt cx="0" cy="0"/>
        </a:xfrm>
      </p:grpSpPr>
      <p:sp>
        <p:nvSpPr>
          <p:cNvPr id="1526" name="Google Shape;1526;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27" name="Google Shape;1527;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28" name="Google Shape;1528;p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CL"/>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6" name="Shape 1606"/>
        <p:cNvGrpSpPr/>
        <p:nvPr/>
      </p:nvGrpSpPr>
      <p:grpSpPr>
        <a:xfrm>
          <a:off x="0" y="0"/>
          <a:ext cx="0" cy="0"/>
          <a:chOff x="0" y="0"/>
          <a:chExt cx="0" cy="0"/>
        </a:xfrm>
      </p:grpSpPr>
      <p:sp>
        <p:nvSpPr>
          <p:cNvPr id="1607" name="Google Shape;1607;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08" name="Google Shape;1608;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3" name="Shape 13"/>
        <p:cNvGrpSpPr/>
        <p:nvPr/>
      </p:nvGrpSpPr>
      <p:grpSpPr>
        <a:xfrm>
          <a:off x="0" y="0"/>
          <a:ext cx="0" cy="0"/>
          <a:chOff x="0" y="0"/>
          <a:chExt cx="0" cy="0"/>
        </a:xfrm>
      </p:grpSpPr>
    </p:spTree>
  </p:cSld>
  <p:clrMapOvr>
    <a:masterClrMapping/>
  </p:clrMapOvr>
  <mc:AlternateContent>
    <mc:Choice Requires="p14">
      <p:transition>
        <p14:reveal dir="l"/>
      </p:transition>
    </mc:Choice>
    <mc:Fallback>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8_Title Slide">
  <p:cSld name="28_Title Slide">
    <p:spTree>
      <p:nvGrpSpPr>
        <p:cNvPr id="14" name="Shape 14"/>
        <p:cNvGrpSpPr/>
        <p:nvPr/>
      </p:nvGrpSpPr>
      <p:grpSpPr>
        <a:xfrm>
          <a:off x="0" y="0"/>
          <a:ext cx="0" cy="0"/>
          <a:chOff x="0" y="0"/>
          <a:chExt cx="0" cy="0"/>
        </a:xfrm>
      </p:grpSpPr>
      <p:sp>
        <p:nvSpPr>
          <p:cNvPr id="15" name="Google Shape;15;p42"/>
          <p:cNvSpPr/>
          <p:nvPr>
            <p:ph idx="2" type="pic"/>
          </p:nvPr>
        </p:nvSpPr>
        <p:spPr>
          <a:xfrm>
            <a:off x="6719886" y="0"/>
            <a:ext cx="3828041" cy="6858000"/>
          </a:xfrm>
          <a:prstGeom prst="roundRect">
            <a:avLst>
              <a:gd fmla="val 8622" name="adj"/>
            </a:avLst>
          </a:prstGeom>
          <a:solidFill>
            <a:srgbClr val="CADDFF"/>
          </a:solidFill>
          <a:ln>
            <a:noFill/>
          </a:ln>
        </p:spPr>
      </p:sp>
      <p:sp>
        <p:nvSpPr>
          <p:cNvPr id="16" name="Google Shape;16;p42"/>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lvl1pPr lvl="0" algn="l">
              <a:lnSpc>
                <a:spcPct val="90000"/>
              </a:lnSpc>
              <a:spcBef>
                <a:spcPts val="0"/>
              </a:spcBef>
              <a:spcAft>
                <a:spcPts val="0"/>
              </a:spcAft>
              <a:buClr>
                <a:schemeClr val="dk1"/>
              </a:buClr>
              <a:buSzPts val="3200"/>
              <a:buFont typeface="Poppins"/>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p14:reveal dir="l"/>
      </p:transition>
    </mc:Choice>
    <mc:Fallback>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17" name="Shape 17"/>
        <p:cNvGrpSpPr/>
        <p:nvPr/>
      </p:nvGrpSpPr>
      <p:grpSpPr>
        <a:xfrm>
          <a:off x="0" y="0"/>
          <a:ext cx="0" cy="0"/>
          <a:chOff x="0" y="0"/>
          <a:chExt cx="0" cy="0"/>
        </a:xfrm>
      </p:grpSpPr>
      <p:sp>
        <p:nvSpPr>
          <p:cNvPr id="18" name="Google Shape;18;p43"/>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lvl1pPr lvl="0" algn="l">
              <a:lnSpc>
                <a:spcPct val="90000"/>
              </a:lnSpc>
              <a:spcBef>
                <a:spcPts val="0"/>
              </a:spcBef>
              <a:spcAft>
                <a:spcPts val="0"/>
              </a:spcAft>
              <a:buClr>
                <a:schemeClr val="dk1"/>
              </a:buClr>
              <a:buSzPts val="3200"/>
              <a:buFont typeface="Poppins"/>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p14:reveal dir="l"/>
      </p:transition>
    </mc:Choice>
    <mc:Fallback>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_Custom Layout">
  <p:cSld name="21_Custom Layout">
    <p:spTree>
      <p:nvGrpSpPr>
        <p:cNvPr id="19" name="Shape 19"/>
        <p:cNvGrpSpPr/>
        <p:nvPr/>
      </p:nvGrpSpPr>
      <p:grpSpPr>
        <a:xfrm>
          <a:off x="0" y="0"/>
          <a:ext cx="0" cy="0"/>
          <a:chOff x="0" y="0"/>
          <a:chExt cx="0" cy="0"/>
        </a:xfrm>
      </p:grpSpPr>
      <p:sp>
        <p:nvSpPr>
          <p:cNvPr id="20" name="Google Shape;20;p44"/>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lvl1pPr lvl="0" algn="ctr">
              <a:lnSpc>
                <a:spcPct val="90000"/>
              </a:lnSpc>
              <a:spcBef>
                <a:spcPts val="0"/>
              </a:spcBef>
              <a:spcAft>
                <a:spcPts val="0"/>
              </a:spcAft>
              <a:buClr>
                <a:schemeClr val="dk1"/>
              </a:buClr>
              <a:buSzPts val="3200"/>
              <a:buFont typeface="Poppins"/>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p14:reveal dir="l"/>
      </p:transition>
    </mc:Choice>
    <mc:Fallback>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_Custom Layout">
  <p:cSld name="12_Custom Layout">
    <p:spTree>
      <p:nvGrpSpPr>
        <p:cNvPr id="21" name="Shape 21"/>
        <p:cNvGrpSpPr/>
        <p:nvPr/>
      </p:nvGrpSpPr>
      <p:grpSpPr>
        <a:xfrm>
          <a:off x="0" y="0"/>
          <a:ext cx="0" cy="0"/>
          <a:chOff x="0" y="0"/>
          <a:chExt cx="0" cy="0"/>
        </a:xfrm>
      </p:grpSpPr>
      <p:sp>
        <p:nvSpPr>
          <p:cNvPr id="22" name="Google Shape;22;p45"/>
          <p:cNvSpPr txBox="1"/>
          <p:nvPr>
            <p:ph type="title"/>
          </p:nvPr>
        </p:nvSpPr>
        <p:spPr>
          <a:xfrm>
            <a:off x="1119187" y="724094"/>
            <a:ext cx="9953625" cy="961832"/>
          </a:xfrm>
          <a:prstGeom prst="rect">
            <a:avLst/>
          </a:prstGeom>
          <a:noFill/>
          <a:ln>
            <a:noFill/>
          </a:ln>
        </p:spPr>
        <p:txBody>
          <a:bodyPr anchorCtr="0" anchor="ctr" bIns="45700" lIns="0" spcFirstLastPara="1" rIns="91425" wrap="square" tIns="91425">
            <a:normAutofit/>
          </a:bodyPr>
          <a:lstStyle>
            <a:lvl1pPr lvl="0" algn="ctr">
              <a:lnSpc>
                <a:spcPct val="90000"/>
              </a:lnSpc>
              <a:spcBef>
                <a:spcPts val="0"/>
              </a:spcBef>
              <a:spcAft>
                <a:spcPts val="0"/>
              </a:spcAft>
              <a:buClr>
                <a:schemeClr val="dk1"/>
              </a:buClr>
              <a:buSzPts val="4000"/>
              <a:buFont typeface="Poppins"/>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p14:reveal dir="l"/>
      </p:transition>
    </mc:Choice>
    <mc:Fallback>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p:cSld name="1_Custom Layout">
    <p:spTree>
      <p:nvGrpSpPr>
        <p:cNvPr id="23" name="Shape 23"/>
        <p:cNvGrpSpPr/>
        <p:nvPr/>
      </p:nvGrpSpPr>
      <p:grpSpPr>
        <a:xfrm>
          <a:off x="0" y="0"/>
          <a:ext cx="0" cy="0"/>
          <a:chOff x="0" y="0"/>
          <a:chExt cx="0" cy="0"/>
        </a:xfrm>
      </p:grpSpPr>
      <p:sp>
        <p:nvSpPr>
          <p:cNvPr id="24" name="Google Shape;24;p46"/>
          <p:cNvSpPr/>
          <p:nvPr>
            <p:ph idx="2" type="pic"/>
          </p:nvPr>
        </p:nvSpPr>
        <p:spPr>
          <a:xfrm>
            <a:off x="1104900" y="1390909"/>
            <a:ext cx="2691687" cy="2938495"/>
          </a:xfrm>
          <a:prstGeom prst="roundRect">
            <a:avLst>
              <a:gd fmla="val 6405" name="adj"/>
            </a:avLst>
          </a:prstGeom>
          <a:solidFill>
            <a:srgbClr val="CADDFF"/>
          </a:solidFill>
          <a:ln>
            <a:noFill/>
          </a:ln>
        </p:spPr>
      </p:sp>
      <p:sp>
        <p:nvSpPr>
          <p:cNvPr id="25" name="Google Shape;25;p46"/>
          <p:cNvSpPr/>
          <p:nvPr>
            <p:ph idx="3" type="pic"/>
          </p:nvPr>
        </p:nvSpPr>
        <p:spPr>
          <a:xfrm>
            <a:off x="4238625" y="1390909"/>
            <a:ext cx="2691687" cy="2938495"/>
          </a:xfrm>
          <a:prstGeom prst="roundRect">
            <a:avLst>
              <a:gd fmla="val 6405" name="adj"/>
            </a:avLst>
          </a:prstGeom>
          <a:solidFill>
            <a:srgbClr val="CADDFF"/>
          </a:solidFill>
          <a:ln>
            <a:noFill/>
          </a:ln>
        </p:spPr>
      </p:sp>
      <p:sp>
        <p:nvSpPr>
          <p:cNvPr id="26" name="Google Shape;26;p46"/>
          <p:cNvSpPr/>
          <p:nvPr>
            <p:ph idx="4" type="pic"/>
          </p:nvPr>
        </p:nvSpPr>
        <p:spPr>
          <a:xfrm>
            <a:off x="7372350" y="1390909"/>
            <a:ext cx="2691687" cy="2938495"/>
          </a:xfrm>
          <a:prstGeom prst="roundRect">
            <a:avLst>
              <a:gd fmla="val 6405" name="adj"/>
            </a:avLst>
          </a:prstGeom>
          <a:solidFill>
            <a:srgbClr val="CADDFF"/>
          </a:solidFill>
          <a:ln>
            <a:noFill/>
          </a:ln>
        </p:spPr>
      </p:sp>
      <p:sp>
        <p:nvSpPr>
          <p:cNvPr id="27" name="Google Shape;27;p46"/>
          <p:cNvSpPr/>
          <p:nvPr/>
        </p:nvSpPr>
        <p:spPr>
          <a:xfrm>
            <a:off x="10506075" y="1390909"/>
            <a:ext cx="2089863" cy="2938495"/>
          </a:xfrm>
          <a:prstGeom prst="roundRect">
            <a:avLst>
              <a:gd fmla="val 6759"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4">
                                  <p:stCondLst>
                                    <p:cond delay="0"/>
                                  </p:stCondLst>
                                  <p:childTnLst>
                                    <p:set>
                                      <p:cBhvr>
                                        <p:cTn dur="1" fill="hold">
                                          <p:stCondLst>
                                            <p:cond delay="0"/>
                                          </p:stCondLst>
                                        </p:cTn>
                                        <p:tgtEl>
                                          <p:spTgt spid="24"/>
                                        </p:tgtEl>
                                        <p:attrNameLst>
                                          <p:attrName>style.visibility</p:attrName>
                                        </p:attrNameLst>
                                      </p:cBhvr>
                                      <p:to>
                                        <p:strVal val="visible"/>
                                      </p:to>
                                    </p:set>
                                    <p:anim calcmode="lin" valueType="num">
                                      <p:cBhvr additive="base">
                                        <p:cTn dur="1000"/>
                                        <p:tgtEl>
                                          <p:spTgt spid="24"/>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300"/>
                                  </p:stCondLst>
                                  <p:childTnLst>
                                    <p:set>
                                      <p:cBhvr>
                                        <p:cTn dur="1" fill="hold">
                                          <p:stCondLst>
                                            <p:cond delay="0"/>
                                          </p:stCondLst>
                                        </p:cTn>
                                        <p:tgtEl>
                                          <p:spTgt spid="25"/>
                                        </p:tgtEl>
                                        <p:attrNameLst>
                                          <p:attrName>style.visibility</p:attrName>
                                        </p:attrNameLst>
                                      </p:cBhvr>
                                      <p:to>
                                        <p:strVal val="visible"/>
                                      </p:to>
                                    </p:set>
                                    <p:anim calcmode="lin" valueType="num">
                                      <p:cBhvr additive="base">
                                        <p:cTn dur="1000"/>
                                        <p:tgtEl>
                                          <p:spTgt spid="25"/>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700"/>
                                  </p:stCondLst>
                                  <p:childTnLst>
                                    <p:set>
                                      <p:cBhvr>
                                        <p:cTn dur="1" fill="hold">
                                          <p:stCondLst>
                                            <p:cond delay="0"/>
                                          </p:stCondLst>
                                        </p:cTn>
                                        <p:tgtEl>
                                          <p:spTgt spid="26"/>
                                        </p:tgtEl>
                                        <p:attrNameLst>
                                          <p:attrName>style.visibility</p:attrName>
                                        </p:attrNameLst>
                                      </p:cBhvr>
                                      <p:to>
                                        <p:strVal val="visible"/>
                                      </p:to>
                                    </p:set>
                                    <p:anim calcmode="lin" valueType="num">
                                      <p:cBhvr additive="base">
                                        <p:cTn dur="1000"/>
                                        <p:tgtEl>
                                          <p:spTgt spid="26"/>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2">
                                  <p:stCondLst>
                                    <p:cond delay="1500"/>
                                  </p:stCondLst>
                                  <p:childTnLst>
                                    <p:set>
                                      <p:cBhvr>
                                        <p:cTn dur="1" fill="hold">
                                          <p:stCondLst>
                                            <p:cond delay="0"/>
                                          </p:stCondLst>
                                        </p:cTn>
                                        <p:tgtEl>
                                          <p:spTgt spid="27"/>
                                        </p:tgtEl>
                                        <p:attrNameLst>
                                          <p:attrName>style.visibility</p:attrName>
                                        </p:attrNameLst>
                                      </p:cBhvr>
                                      <p:to>
                                        <p:strVal val="visible"/>
                                      </p:to>
                                    </p:set>
                                    <p:anim calcmode="lin" valueType="num">
                                      <p:cBhvr additive="base">
                                        <p:cTn dur="1000"/>
                                        <p:tgtEl>
                                          <p:spTgt spid="27"/>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ustom Layout">
  <p:cSld name="2_Custom Layout">
    <p:spTree>
      <p:nvGrpSpPr>
        <p:cNvPr id="28" name="Shape 28"/>
        <p:cNvGrpSpPr/>
        <p:nvPr/>
      </p:nvGrpSpPr>
      <p:grpSpPr>
        <a:xfrm>
          <a:off x="0" y="0"/>
          <a:ext cx="0" cy="0"/>
          <a:chOff x="0" y="0"/>
          <a:chExt cx="0" cy="0"/>
        </a:xfrm>
      </p:grpSpPr>
      <p:sp>
        <p:nvSpPr>
          <p:cNvPr id="29" name="Google Shape;29;p47"/>
          <p:cNvSpPr/>
          <p:nvPr>
            <p:ph idx="2" type="pic"/>
          </p:nvPr>
        </p:nvSpPr>
        <p:spPr>
          <a:xfrm>
            <a:off x="2124075" y="1390909"/>
            <a:ext cx="2691687" cy="2938495"/>
          </a:xfrm>
          <a:prstGeom prst="roundRect">
            <a:avLst>
              <a:gd fmla="val 6405" name="adj"/>
            </a:avLst>
          </a:prstGeom>
          <a:solidFill>
            <a:srgbClr val="CADDFF"/>
          </a:solidFill>
          <a:ln>
            <a:noFill/>
          </a:ln>
        </p:spPr>
      </p:sp>
      <p:sp>
        <p:nvSpPr>
          <p:cNvPr id="30" name="Google Shape;30;p47"/>
          <p:cNvSpPr/>
          <p:nvPr>
            <p:ph idx="3" type="pic"/>
          </p:nvPr>
        </p:nvSpPr>
        <p:spPr>
          <a:xfrm>
            <a:off x="5257800" y="1390909"/>
            <a:ext cx="2691687" cy="2938495"/>
          </a:xfrm>
          <a:prstGeom prst="roundRect">
            <a:avLst>
              <a:gd fmla="val 6405" name="adj"/>
            </a:avLst>
          </a:prstGeom>
          <a:solidFill>
            <a:srgbClr val="CADDFF"/>
          </a:solidFill>
          <a:ln>
            <a:noFill/>
          </a:ln>
        </p:spPr>
      </p:sp>
      <p:sp>
        <p:nvSpPr>
          <p:cNvPr id="31" name="Google Shape;31;p47"/>
          <p:cNvSpPr/>
          <p:nvPr>
            <p:ph idx="4" type="pic"/>
          </p:nvPr>
        </p:nvSpPr>
        <p:spPr>
          <a:xfrm>
            <a:off x="8391525" y="1390909"/>
            <a:ext cx="2691687" cy="2938495"/>
          </a:xfrm>
          <a:prstGeom prst="roundRect">
            <a:avLst>
              <a:gd fmla="val 6405" name="adj"/>
            </a:avLst>
          </a:prstGeom>
          <a:solidFill>
            <a:srgbClr val="CADDFF"/>
          </a:solidFill>
          <a:ln>
            <a:noFill/>
          </a:ln>
        </p:spPr>
      </p:sp>
      <p:sp>
        <p:nvSpPr>
          <p:cNvPr id="32" name="Google Shape;32;p47"/>
          <p:cNvSpPr/>
          <p:nvPr/>
        </p:nvSpPr>
        <p:spPr>
          <a:xfrm>
            <a:off x="-407826" y="1390908"/>
            <a:ext cx="2089863" cy="2938495"/>
          </a:xfrm>
          <a:prstGeom prst="roundRect">
            <a:avLst>
              <a:gd fmla="val 6759"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Tree>
  </p:cSld>
  <p:clrMapOvr>
    <a:masterClrMapping/>
  </p:clrMapOvr>
  <mc:AlternateContent>
    <mc:Choice Requires="p14">
      <p:transition>
        <p14:reveal dir="l"/>
      </p:transition>
    </mc:Choice>
    <mc:Fallback>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Custom Layout">
  <p:cSld name="3_Custom Layout">
    <p:spTree>
      <p:nvGrpSpPr>
        <p:cNvPr id="33" name="Shape 33"/>
        <p:cNvGrpSpPr/>
        <p:nvPr/>
      </p:nvGrpSpPr>
      <p:grpSpPr>
        <a:xfrm>
          <a:off x="0" y="0"/>
          <a:ext cx="0" cy="0"/>
          <a:chOff x="0" y="0"/>
          <a:chExt cx="0" cy="0"/>
        </a:xfrm>
      </p:grpSpPr>
      <p:sp>
        <p:nvSpPr>
          <p:cNvPr id="34" name="Google Shape;34;p48"/>
          <p:cNvSpPr/>
          <p:nvPr>
            <p:ph idx="2" type="pic"/>
          </p:nvPr>
        </p:nvSpPr>
        <p:spPr>
          <a:xfrm>
            <a:off x="1514475" y="1733809"/>
            <a:ext cx="9172575" cy="2933441"/>
          </a:xfrm>
          <a:prstGeom prst="roundRect">
            <a:avLst>
              <a:gd fmla="val 6405" name="adj"/>
            </a:avLst>
          </a:prstGeom>
          <a:solidFill>
            <a:srgbClr val="CADDFF"/>
          </a:solidFill>
          <a:ln>
            <a:noFill/>
          </a:ln>
          <a:effectLst>
            <a:outerShdw blurRad="381000" rotWithShape="0" algn="ctr" dir="5400000" dist="127000">
              <a:srgbClr val="000000">
                <a:alpha val="29411"/>
              </a:srgbClr>
            </a:outerShdw>
          </a:effectLst>
        </p:spPr>
      </p:sp>
      <p:sp>
        <p:nvSpPr>
          <p:cNvPr id="35" name="Google Shape;35;p48"/>
          <p:cNvSpPr/>
          <p:nvPr/>
        </p:nvSpPr>
        <p:spPr>
          <a:xfrm>
            <a:off x="4481511" y="-247650"/>
            <a:ext cx="3228975" cy="1152784"/>
          </a:xfrm>
          <a:prstGeom prst="roundRect">
            <a:avLst>
              <a:gd fmla="val 6759"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4"/>
                                        </p:tgtEl>
                                        <p:attrNameLst>
                                          <p:attrName>style.visibility</p:attrName>
                                        </p:attrNameLst>
                                      </p:cBhvr>
                                      <p:to>
                                        <p:strVal val="visible"/>
                                      </p:to>
                                    </p:set>
                                    <p:animEffect filter="fade" transition="in">
                                      <p:cBhvr>
                                        <p:cTn dur="500"/>
                                        <p:tgtEl>
                                          <p:spTgt spid="34"/>
                                        </p:tgtEl>
                                      </p:cBhvr>
                                    </p:animEffect>
                                  </p:childTnLst>
                                </p:cTn>
                              </p:par>
                              <p:par>
                                <p:cTn fill="hold" nodeType="withEffect" presetClass="entr" presetID="10" presetSubtype="0">
                                  <p:stCondLst>
                                    <p:cond delay="0"/>
                                  </p:stCondLst>
                                  <p:childTnLst>
                                    <p:set>
                                      <p:cBhvr>
                                        <p:cTn dur="1" fill="hold">
                                          <p:stCondLst>
                                            <p:cond delay="0"/>
                                          </p:stCondLst>
                                        </p:cTn>
                                        <p:tgtEl>
                                          <p:spTgt spid="35"/>
                                        </p:tgtEl>
                                        <p:attrNameLst>
                                          <p:attrName>style.visibility</p:attrName>
                                        </p:attrNameLst>
                                      </p:cBhvr>
                                      <p:to>
                                        <p:strVal val="visible"/>
                                      </p:to>
                                    </p:set>
                                    <p:animEffect filter="fade" transition="in">
                                      <p:cBhvr>
                                        <p:cTn dur="500"/>
                                        <p:tgtEl>
                                          <p:spTgt spid="3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Custom Layout">
  <p:cSld name="4_Custom Layout">
    <p:spTree>
      <p:nvGrpSpPr>
        <p:cNvPr id="36" name="Shape 36"/>
        <p:cNvGrpSpPr/>
        <p:nvPr/>
      </p:nvGrpSpPr>
      <p:grpSpPr>
        <a:xfrm>
          <a:off x="0" y="0"/>
          <a:ext cx="0" cy="0"/>
          <a:chOff x="0" y="0"/>
          <a:chExt cx="0" cy="0"/>
        </a:xfrm>
      </p:grpSpPr>
      <p:sp>
        <p:nvSpPr>
          <p:cNvPr id="37" name="Google Shape;37;p49"/>
          <p:cNvSpPr/>
          <p:nvPr>
            <p:ph idx="2" type="pic"/>
          </p:nvPr>
        </p:nvSpPr>
        <p:spPr>
          <a:xfrm>
            <a:off x="2130295" y="2789853"/>
            <a:ext cx="1928521" cy="2567862"/>
          </a:xfrm>
          <a:prstGeom prst="roundRect">
            <a:avLst>
              <a:gd fmla="val 6405" name="adj"/>
            </a:avLst>
          </a:prstGeom>
          <a:solidFill>
            <a:srgbClr val="CADDFF"/>
          </a:solidFill>
          <a:ln>
            <a:noFill/>
          </a:ln>
          <a:effectLst>
            <a:outerShdw blurRad="381000" rotWithShape="0" algn="ctr" dir="5400000" dist="127000">
              <a:srgbClr val="000000">
                <a:alpha val="29411"/>
              </a:srgbClr>
            </a:outerShdw>
          </a:effectLst>
        </p:spPr>
      </p:sp>
      <p:sp>
        <p:nvSpPr>
          <p:cNvPr id="38" name="Google Shape;38;p49"/>
          <p:cNvSpPr/>
          <p:nvPr/>
        </p:nvSpPr>
        <p:spPr>
          <a:xfrm>
            <a:off x="-547591" y="2789853"/>
            <a:ext cx="1928521" cy="2567862"/>
          </a:xfrm>
          <a:prstGeom prst="roundRect">
            <a:avLst>
              <a:gd fmla="val 6759"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39" name="Google Shape;39;p49"/>
          <p:cNvSpPr/>
          <p:nvPr/>
        </p:nvSpPr>
        <p:spPr>
          <a:xfrm>
            <a:off x="11663005" y="2789853"/>
            <a:ext cx="1928521" cy="2567862"/>
          </a:xfrm>
          <a:prstGeom prst="roundRect">
            <a:avLst>
              <a:gd fmla="val 6759"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40" name="Google Shape;40;p49"/>
          <p:cNvSpPr txBox="1"/>
          <p:nvPr>
            <p:ph type="title"/>
          </p:nvPr>
        </p:nvSpPr>
        <p:spPr>
          <a:xfrm>
            <a:off x="1119187" y="1019369"/>
            <a:ext cx="9953625" cy="961832"/>
          </a:xfrm>
          <a:prstGeom prst="rect">
            <a:avLst/>
          </a:prstGeom>
          <a:noFill/>
          <a:ln>
            <a:noFill/>
          </a:ln>
        </p:spPr>
        <p:txBody>
          <a:bodyPr anchorCtr="0" anchor="ctr" bIns="45700" lIns="0" spcFirstLastPara="1" rIns="91425" wrap="square" tIns="91425">
            <a:normAutofit/>
          </a:bodyPr>
          <a:lstStyle>
            <a:lvl1pPr lvl="0" algn="ctr">
              <a:lnSpc>
                <a:spcPct val="90000"/>
              </a:lnSpc>
              <a:spcBef>
                <a:spcPts val="0"/>
              </a:spcBef>
              <a:spcAft>
                <a:spcPts val="0"/>
              </a:spcAft>
              <a:buClr>
                <a:schemeClr val="dk1"/>
              </a:buClr>
              <a:buSzPts val="4000"/>
              <a:buFont typeface="Poppins"/>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0"/>
                                        </p:tgtEl>
                                        <p:attrNameLst>
                                          <p:attrName>style.visibility</p:attrName>
                                        </p:attrNameLst>
                                      </p:cBhvr>
                                      <p:to>
                                        <p:strVal val="visible"/>
                                      </p:to>
                                    </p:set>
                                    <p:animEffect filter="fade" transition="in">
                                      <p:cBhvr>
                                        <p:cTn dur="750"/>
                                        <p:tgtEl>
                                          <p:spTgt spid="40"/>
                                        </p:tgtEl>
                                      </p:cBhvr>
                                    </p:animEffect>
                                  </p:childTnLst>
                                </p:cTn>
                              </p:par>
                              <p:par>
                                <p:cTn fill="hold" nodeType="withEffect" presetClass="entr" presetID="2" presetSubtype="8">
                                  <p:stCondLst>
                                    <p:cond delay="0"/>
                                  </p:stCondLst>
                                  <p:childTnLst>
                                    <p:set>
                                      <p:cBhvr>
                                        <p:cTn dur="1" fill="hold">
                                          <p:stCondLst>
                                            <p:cond delay="0"/>
                                          </p:stCondLst>
                                        </p:cTn>
                                        <p:tgtEl>
                                          <p:spTgt spid="38"/>
                                        </p:tgtEl>
                                        <p:attrNameLst>
                                          <p:attrName>style.visibility</p:attrName>
                                        </p:attrNameLst>
                                      </p:cBhvr>
                                      <p:to>
                                        <p:strVal val="visible"/>
                                      </p:to>
                                    </p:set>
                                    <p:anim calcmode="lin" valueType="num">
                                      <p:cBhvr additive="base">
                                        <p:cTn dur="750"/>
                                        <p:tgtEl>
                                          <p:spTgt spid="38"/>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4">
                                  <p:stCondLst>
                                    <p:cond delay="400"/>
                                  </p:stCondLst>
                                  <p:childTnLst>
                                    <p:set>
                                      <p:cBhvr>
                                        <p:cTn dur="1" fill="hold">
                                          <p:stCondLst>
                                            <p:cond delay="0"/>
                                          </p:stCondLst>
                                        </p:cTn>
                                        <p:tgtEl>
                                          <p:spTgt spid="37"/>
                                        </p:tgtEl>
                                        <p:attrNameLst>
                                          <p:attrName>style.visibility</p:attrName>
                                        </p:attrNameLst>
                                      </p:cBhvr>
                                      <p:to>
                                        <p:strVal val="visible"/>
                                      </p:to>
                                    </p:set>
                                    <p:anim calcmode="lin" valueType="num">
                                      <p:cBhvr additive="base">
                                        <p:cTn dur="750"/>
                                        <p:tgtEl>
                                          <p:spTgt spid="37"/>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2">
                                  <p:stCondLst>
                                    <p:cond delay="1400"/>
                                  </p:stCondLst>
                                  <p:childTnLst>
                                    <p:set>
                                      <p:cBhvr>
                                        <p:cTn dur="1" fill="hold">
                                          <p:stCondLst>
                                            <p:cond delay="0"/>
                                          </p:stCondLst>
                                        </p:cTn>
                                        <p:tgtEl>
                                          <p:spTgt spid="39"/>
                                        </p:tgtEl>
                                        <p:attrNameLst>
                                          <p:attrName>style.visibility</p:attrName>
                                        </p:attrNameLst>
                                      </p:cBhvr>
                                      <p:to>
                                        <p:strVal val="visible"/>
                                      </p:to>
                                    </p:set>
                                    <p:anim calcmode="lin" valueType="num">
                                      <p:cBhvr additive="base">
                                        <p:cTn dur="750"/>
                                        <p:tgtEl>
                                          <p:spTgt spid="39"/>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Custom Layout">
  <p:cSld name="5_Custom Layout">
    <p:spTree>
      <p:nvGrpSpPr>
        <p:cNvPr id="41" name="Shape 41"/>
        <p:cNvGrpSpPr/>
        <p:nvPr/>
      </p:nvGrpSpPr>
      <p:grpSpPr>
        <a:xfrm>
          <a:off x="0" y="0"/>
          <a:ext cx="0" cy="0"/>
          <a:chOff x="0" y="0"/>
          <a:chExt cx="0" cy="0"/>
        </a:xfrm>
      </p:grpSpPr>
      <p:sp>
        <p:nvSpPr>
          <p:cNvPr id="42" name="Google Shape;42;p50"/>
          <p:cNvSpPr/>
          <p:nvPr>
            <p:ph idx="2" type="pic"/>
          </p:nvPr>
        </p:nvSpPr>
        <p:spPr>
          <a:xfrm>
            <a:off x="0" y="0"/>
            <a:ext cx="10544175" cy="3924300"/>
          </a:xfrm>
          <a:prstGeom prst="rect">
            <a:avLst/>
          </a:prstGeom>
          <a:solidFill>
            <a:srgbClr val="CADDFF"/>
          </a:solidFill>
          <a:ln>
            <a:noFill/>
          </a:ln>
          <a:effectLst>
            <a:outerShdw blurRad="381000" rotWithShape="0" algn="ctr" dir="5400000" dist="127000">
              <a:srgbClr val="000000">
                <a:alpha val="29411"/>
              </a:srgbClr>
            </a:outerShdw>
          </a:effectLst>
        </p:spPr>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8">
                                  <p:stCondLst>
                                    <p:cond delay="0"/>
                                  </p:stCondLst>
                                  <p:childTnLst>
                                    <p:set>
                                      <p:cBhvr>
                                        <p:cTn dur="1" fill="hold">
                                          <p:stCondLst>
                                            <p:cond delay="0"/>
                                          </p:stCondLst>
                                        </p:cTn>
                                        <p:tgtEl>
                                          <p:spTgt spid="42"/>
                                        </p:tgtEl>
                                        <p:attrNameLst>
                                          <p:attrName>style.visibility</p:attrName>
                                        </p:attrNameLst>
                                      </p:cBhvr>
                                      <p:to>
                                        <p:strVal val="visible"/>
                                      </p:to>
                                    </p:set>
                                    <p:anim calcmode="lin" valueType="num">
                                      <p:cBhvr additive="base">
                                        <p:cTn dur="1250"/>
                                        <p:tgtEl>
                                          <p:spTgt spid="42"/>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Custom Layout">
  <p:cSld name="6_Custom Layout">
    <p:spTree>
      <p:nvGrpSpPr>
        <p:cNvPr id="43" name="Shape 43"/>
        <p:cNvGrpSpPr/>
        <p:nvPr/>
      </p:nvGrpSpPr>
      <p:grpSpPr>
        <a:xfrm>
          <a:off x="0" y="0"/>
          <a:ext cx="0" cy="0"/>
          <a:chOff x="0" y="0"/>
          <a:chExt cx="0" cy="0"/>
        </a:xfrm>
      </p:grpSpPr>
      <p:sp>
        <p:nvSpPr>
          <p:cNvPr id="44" name="Google Shape;44;p51"/>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lvl1pPr lvl="0" algn="l">
              <a:lnSpc>
                <a:spcPct val="90000"/>
              </a:lnSpc>
              <a:spcBef>
                <a:spcPts val="0"/>
              </a:spcBef>
              <a:spcAft>
                <a:spcPts val="0"/>
              </a:spcAft>
              <a:buClr>
                <a:schemeClr val="dk1"/>
              </a:buClr>
              <a:buSzPts val="3200"/>
              <a:buFont typeface="Poppins"/>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51"/>
          <p:cNvSpPr/>
          <p:nvPr>
            <p:ph idx="2" type="pic"/>
          </p:nvPr>
        </p:nvSpPr>
        <p:spPr>
          <a:xfrm>
            <a:off x="1104900" y="2676524"/>
            <a:ext cx="1904999" cy="2181226"/>
          </a:xfrm>
          <a:prstGeom prst="roundRect">
            <a:avLst>
              <a:gd fmla="val 6405" name="adj"/>
            </a:avLst>
          </a:prstGeom>
          <a:solidFill>
            <a:srgbClr val="CADDFF"/>
          </a:solidFill>
          <a:ln>
            <a:noFill/>
          </a:ln>
        </p:spPr>
      </p:sp>
      <p:sp>
        <p:nvSpPr>
          <p:cNvPr id="46" name="Google Shape;46;p51"/>
          <p:cNvSpPr/>
          <p:nvPr>
            <p:ph idx="3" type="pic"/>
          </p:nvPr>
        </p:nvSpPr>
        <p:spPr>
          <a:xfrm>
            <a:off x="3170875" y="2676524"/>
            <a:ext cx="1904999" cy="2181226"/>
          </a:xfrm>
          <a:prstGeom prst="roundRect">
            <a:avLst>
              <a:gd fmla="val 6405" name="adj"/>
            </a:avLst>
          </a:prstGeom>
          <a:solidFill>
            <a:srgbClr val="CADDFF"/>
          </a:solidFill>
          <a:ln>
            <a:noFill/>
          </a:ln>
        </p:spPr>
      </p:sp>
      <p:sp>
        <p:nvSpPr>
          <p:cNvPr id="47" name="Google Shape;47;p51"/>
          <p:cNvSpPr/>
          <p:nvPr>
            <p:ph idx="4" type="pic"/>
          </p:nvPr>
        </p:nvSpPr>
        <p:spPr>
          <a:xfrm>
            <a:off x="5236850" y="2676524"/>
            <a:ext cx="1904999" cy="2181226"/>
          </a:xfrm>
          <a:prstGeom prst="roundRect">
            <a:avLst>
              <a:gd fmla="val 6405" name="adj"/>
            </a:avLst>
          </a:prstGeom>
          <a:solidFill>
            <a:srgbClr val="CADDFF"/>
          </a:solidFill>
          <a:ln>
            <a:noFill/>
          </a:ln>
        </p:spPr>
      </p:sp>
      <p:sp>
        <p:nvSpPr>
          <p:cNvPr id="48" name="Google Shape;48;p51"/>
          <p:cNvSpPr/>
          <p:nvPr>
            <p:ph idx="5" type="pic"/>
          </p:nvPr>
        </p:nvSpPr>
        <p:spPr>
          <a:xfrm>
            <a:off x="7302825" y="2676524"/>
            <a:ext cx="1904999" cy="2181226"/>
          </a:xfrm>
          <a:prstGeom prst="roundRect">
            <a:avLst>
              <a:gd fmla="val 6405" name="adj"/>
            </a:avLst>
          </a:prstGeom>
          <a:solidFill>
            <a:srgbClr val="CADDFF"/>
          </a:solidFill>
          <a:ln>
            <a:noFill/>
          </a:ln>
        </p:spPr>
      </p:sp>
      <p:sp>
        <p:nvSpPr>
          <p:cNvPr id="49" name="Google Shape;49;p51"/>
          <p:cNvSpPr/>
          <p:nvPr>
            <p:ph idx="6" type="pic"/>
          </p:nvPr>
        </p:nvSpPr>
        <p:spPr>
          <a:xfrm>
            <a:off x="9362601" y="2676524"/>
            <a:ext cx="1904999" cy="2181226"/>
          </a:xfrm>
          <a:prstGeom prst="roundRect">
            <a:avLst>
              <a:gd fmla="val 6405" name="adj"/>
            </a:avLst>
          </a:prstGeom>
          <a:solidFill>
            <a:srgbClr val="CADDFF"/>
          </a:solidFill>
          <a:ln>
            <a:noFill/>
          </a:ln>
        </p:spPr>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300"/>
                                  </p:stCondLst>
                                  <p:childTnLst>
                                    <p:set>
                                      <p:cBhvr>
                                        <p:cTn dur="1" fill="hold">
                                          <p:stCondLst>
                                            <p:cond delay="0"/>
                                          </p:stCondLst>
                                        </p:cTn>
                                        <p:tgtEl>
                                          <p:spTgt spid="44"/>
                                        </p:tgtEl>
                                        <p:attrNameLst>
                                          <p:attrName>style.visibility</p:attrName>
                                        </p:attrNameLst>
                                      </p:cBhvr>
                                      <p:to>
                                        <p:strVal val="visible"/>
                                      </p:to>
                                    </p:set>
                                    <p:animEffect filter="fade" transition="in">
                                      <p:cBhvr>
                                        <p:cTn dur="750"/>
                                        <p:tgtEl>
                                          <p:spTgt spid="44"/>
                                        </p:tgtEl>
                                      </p:cBhvr>
                                    </p:animEffect>
                                  </p:childTnLst>
                                </p:cTn>
                              </p:par>
                              <p:par>
                                <p:cTn fill="hold" nodeType="withEffect" presetClass="entr" presetID="10" presetSubtype="0">
                                  <p:stCondLst>
                                    <p:cond delay="1250"/>
                                  </p:stCondLst>
                                  <p:childTnLst>
                                    <p:set>
                                      <p:cBhvr>
                                        <p:cTn dur="1" fill="hold">
                                          <p:stCondLst>
                                            <p:cond delay="0"/>
                                          </p:stCondLst>
                                        </p:cTn>
                                        <p:tgtEl>
                                          <p:spTgt spid="45"/>
                                        </p:tgtEl>
                                        <p:attrNameLst>
                                          <p:attrName>style.visibility</p:attrName>
                                        </p:attrNameLst>
                                      </p:cBhvr>
                                      <p:to>
                                        <p:strVal val="visible"/>
                                      </p:to>
                                    </p:set>
                                    <p:animEffect filter="fade" transition="in">
                                      <p:cBhvr>
                                        <p:cTn dur="500"/>
                                        <p:tgtEl>
                                          <p:spTgt spid="45"/>
                                        </p:tgtEl>
                                      </p:cBhvr>
                                    </p:animEffect>
                                  </p:childTnLst>
                                </p:cTn>
                              </p:par>
                            </p:childTnLst>
                          </p:cTn>
                        </p:par>
                        <p:par>
                          <p:cTn fill="hold">
                            <p:stCondLst>
                              <p:cond delay="750"/>
                            </p:stCondLst>
                            <p:childTnLst>
                              <p:par>
                                <p:cTn fill="hold" nodeType="afterEffect" presetClass="entr" presetID="10" presetSubtype="0">
                                  <p:stCondLst>
                                    <p:cond delay="1500"/>
                                  </p:stCondLst>
                                  <p:childTnLst>
                                    <p:set>
                                      <p:cBhvr>
                                        <p:cTn dur="1" fill="hold">
                                          <p:stCondLst>
                                            <p:cond delay="0"/>
                                          </p:stCondLst>
                                        </p:cTn>
                                        <p:tgtEl>
                                          <p:spTgt spid="46"/>
                                        </p:tgtEl>
                                        <p:attrNameLst>
                                          <p:attrName>style.visibility</p:attrName>
                                        </p:attrNameLst>
                                      </p:cBhvr>
                                      <p:to>
                                        <p:strVal val="visible"/>
                                      </p:to>
                                    </p:set>
                                    <p:animEffect filter="fade" transition="in">
                                      <p:cBhvr>
                                        <p:cTn dur="500"/>
                                        <p:tgtEl>
                                          <p:spTgt spid="46"/>
                                        </p:tgtEl>
                                      </p:cBhvr>
                                    </p:animEffect>
                                  </p:childTnLst>
                                </p:cTn>
                              </p:par>
                            </p:childTnLst>
                          </p:cTn>
                        </p:par>
                        <p:par>
                          <p:cTn fill="hold">
                            <p:stCondLst>
                              <p:cond delay="1250"/>
                            </p:stCondLst>
                            <p:childTnLst>
                              <p:par>
                                <p:cTn fill="hold" nodeType="afterEffect" presetClass="entr" presetID="10" presetSubtype="0">
                                  <p:stCondLst>
                                    <p:cond delay="1750"/>
                                  </p:stCondLst>
                                  <p:childTnLst>
                                    <p:set>
                                      <p:cBhvr>
                                        <p:cTn dur="1" fill="hold">
                                          <p:stCondLst>
                                            <p:cond delay="0"/>
                                          </p:stCondLst>
                                        </p:cTn>
                                        <p:tgtEl>
                                          <p:spTgt spid="47"/>
                                        </p:tgtEl>
                                        <p:attrNameLst>
                                          <p:attrName>style.visibility</p:attrName>
                                        </p:attrNameLst>
                                      </p:cBhvr>
                                      <p:to>
                                        <p:strVal val="visible"/>
                                      </p:to>
                                    </p:set>
                                    <p:animEffect filter="fade" transition="in">
                                      <p:cBhvr>
                                        <p:cTn dur="500"/>
                                        <p:tgtEl>
                                          <p:spTgt spid="47"/>
                                        </p:tgtEl>
                                      </p:cBhvr>
                                    </p:animEffect>
                                  </p:childTnLst>
                                </p:cTn>
                              </p:par>
                            </p:childTnLst>
                          </p:cTn>
                        </p:par>
                        <p:par>
                          <p:cTn fill="hold">
                            <p:stCondLst>
                              <p:cond delay="1750"/>
                            </p:stCondLst>
                            <p:childTnLst>
                              <p:par>
                                <p:cTn fill="hold" nodeType="afterEffect" presetClass="entr" presetID="10" presetSubtype="0">
                                  <p:stCondLst>
                                    <p:cond delay="2000"/>
                                  </p:stCondLst>
                                  <p:childTnLst>
                                    <p:set>
                                      <p:cBhvr>
                                        <p:cTn dur="1" fill="hold">
                                          <p:stCondLst>
                                            <p:cond delay="0"/>
                                          </p:stCondLst>
                                        </p:cTn>
                                        <p:tgtEl>
                                          <p:spTgt spid="48"/>
                                        </p:tgtEl>
                                        <p:attrNameLst>
                                          <p:attrName>style.visibility</p:attrName>
                                        </p:attrNameLst>
                                      </p:cBhvr>
                                      <p:to>
                                        <p:strVal val="visible"/>
                                      </p:to>
                                    </p:set>
                                    <p:animEffect filter="fade" transition="in">
                                      <p:cBhvr>
                                        <p:cTn dur="500"/>
                                        <p:tgtEl>
                                          <p:spTgt spid="48"/>
                                        </p:tgtEl>
                                      </p:cBhvr>
                                    </p:animEffect>
                                  </p:childTnLst>
                                </p:cTn>
                              </p:par>
                            </p:childTnLst>
                          </p:cTn>
                        </p:par>
                        <p:par>
                          <p:cTn fill="hold">
                            <p:stCondLst>
                              <p:cond delay="2250"/>
                            </p:stCondLst>
                            <p:childTnLst>
                              <p:par>
                                <p:cTn fill="hold" nodeType="afterEffect" presetClass="entr" presetID="10" presetSubtype="0">
                                  <p:stCondLst>
                                    <p:cond delay="2250"/>
                                  </p:stCondLst>
                                  <p:childTnLst>
                                    <p:set>
                                      <p:cBhvr>
                                        <p:cTn dur="1" fill="hold">
                                          <p:stCondLst>
                                            <p:cond delay="0"/>
                                          </p:stCondLst>
                                        </p:cTn>
                                        <p:tgtEl>
                                          <p:spTgt spid="49"/>
                                        </p:tgtEl>
                                        <p:attrNameLst>
                                          <p:attrName>style.visibility</p:attrName>
                                        </p:attrNameLst>
                                      </p:cBhvr>
                                      <p:to>
                                        <p:strVal val="visible"/>
                                      </p:to>
                                    </p:set>
                                    <p:animEffect filter="fade" transition="in">
                                      <p:cBhvr>
                                        <p:cTn dur="500"/>
                                        <p:tgtEl>
                                          <p:spTgt spid="4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Custom Layout">
  <p:cSld name="7_Custom Layout">
    <p:spTree>
      <p:nvGrpSpPr>
        <p:cNvPr id="50" name="Shape 50"/>
        <p:cNvGrpSpPr/>
        <p:nvPr/>
      </p:nvGrpSpPr>
      <p:grpSpPr>
        <a:xfrm>
          <a:off x="0" y="0"/>
          <a:ext cx="0" cy="0"/>
          <a:chOff x="0" y="0"/>
          <a:chExt cx="0" cy="0"/>
        </a:xfrm>
      </p:grpSpPr>
      <p:pic>
        <p:nvPicPr>
          <p:cNvPr id="51" name="Google Shape;51;p52"/>
          <p:cNvPicPr preferRelativeResize="0"/>
          <p:nvPr/>
        </p:nvPicPr>
        <p:blipFill rotWithShape="1">
          <a:blip r:embed="rId2">
            <a:alphaModFix/>
          </a:blip>
          <a:srcRect b="0" l="0" r="0" t="0"/>
          <a:stretch/>
        </p:blipFill>
        <p:spPr>
          <a:xfrm>
            <a:off x="0" y="2108058"/>
            <a:ext cx="12192000" cy="2172372"/>
          </a:xfrm>
          <a:prstGeom prst="rect">
            <a:avLst/>
          </a:prstGeom>
          <a:noFill/>
          <a:ln>
            <a:noFill/>
          </a:ln>
        </p:spPr>
      </p:pic>
      <p:sp>
        <p:nvSpPr>
          <p:cNvPr id="52" name="Google Shape;52;p52"/>
          <p:cNvSpPr txBox="1"/>
          <p:nvPr>
            <p:ph type="title"/>
          </p:nvPr>
        </p:nvSpPr>
        <p:spPr>
          <a:xfrm>
            <a:off x="1119187" y="1019369"/>
            <a:ext cx="9953625" cy="961832"/>
          </a:xfrm>
          <a:prstGeom prst="rect">
            <a:avLst/>
          </a:prstGeom>
          <a:noFill/>
          <a:ln>
            <a:noFill/>
          </a:ln>
        </p:spPr>
        <p:txBody>
          <a:bodyPr anchorCtr="0" anchor="ctr" bIns="45700" lIns="0" spcFirstLastPara="1" rIns="91425" wrap="square" tIns="91425">
            <a:normAutofit/>
          </a:bodyPr>
          <a:lstStyle>
            <a:lvl1pPr lvl="0" algn="ctr">
              <a:lnSpc>
                <a:spcPct val="90000"/>
              </a:lnSpc>
              <a:spcBef>
                <a:spcPts val="0"/>
              </a:spcBef>
              <a:spcAft>
                <a:spcPts val="0"/>
              </a:spcAft>
              <a:buClr>
                <a:schemeClr val="dk1"/>
              </a:buClr>
              <a:buSzPts val="4000"/>
              <a:buFont typeface="Poppins"/>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52"/>
          <p:cNvSpPr/>
          <p:nvPr>
            <p:ph idx="2" type="pic"/>
          </p:nvPr>
        </p:nvSpPr>
        <p:spPr>
          <a:xfrm>
            <a:off x="1767373" y="2349499"/>
            <a:ext cx="1904999" cy="2178051"/>
          </a:xfrm>
          <a:prstGeom prst="roundRect">
            <a:avLst>
              <a:gd fmla="val 6405" name="adj"/>
            </a:avLst>
          </a:prstGeom>
          <a:solidFill>
            <a:srgbClr val="CADDFF"/>
          </a:solidFill>
          <a:ln>
            <a:noFill/>
          </a:ln>
        </p:spPr>
      </p:sp>
      <p:sp>
        <p:nvSpPr>
          <p:cNvPr id="54" name="Google Shape;54;p52"/>
          <p:cNvSpPr/>
          <p:nvPr>
            <p:ph idx="3" type="pic"/>
          </p:nvPr>
        </p:nvSpPr>
        <p:spPr>
          <a:xfrm>
            <a:off x="4021623" y="2349499"/>
            <a:ext cx="1904999" cy="2178051"/>
          </a:xfrm>
          <a:prstGeom prst="roundRect">
            <a:avLst>
              <a:gd fmla="val 6405" name="adj"/>
            </a:avLst>
          </a:prstGeom>
          <a:solidFill>
            <a:srgbClr val="CADDFF"/>
          </a:solidFill>
          <a:ln>
            <a:noFill/>
          </a:ln>
        </p:spPr>
      </p:sp>
      <p:sp>
        <p:nvSpPr>
          <p:cNvPr id="55" name="Google Shape;55;p52"/>
          <p:cNvSpPr/>
          <p:nvPr>
            <p:ph idx="4" type="pic"/>
          </p:nvPr>
        </p:nvSpPr>
        <p:spPr>
          <a:xfrm>
            <a:off x="6275873" y="2349499"/>
            <a:ext cx="1904999" cy="2178051"/>
          </a:xfrm>
          <a:prstGeom prst="roundRect">
            <a:avLst>
              <a:gd fmla="val 6405" name="adj"/>
            </a:avLst>
          </a:prstGeom>
          <a:solidFill>
            <a:srgbClr val="CADDFF"/>
          </a:solidFill>
          <a:ln>
            <a:noFill/>
          </a:ln>
        </p:spPr>
      </p:sp>
      <p:sp>
        <p:nvSpPr>
          <p:cNvPr id="56" name="Google Shape;56;p52"/>
          <p:cNvSpPr/>
          <p:nvPr>
            <p:ph idx="5" type="pic"/>
          </p:nvPr>
        </p:nvSpPr>
        <p:spPr>
          <a:xfrm>
            <a:off x="8530123" y="2349499"/>
            <a:ext cx="1904999" cy="2178051"/>
          </a:xfrm>
          <a:prstGeom prst="roundRect">
            <a:avLst>
              <a:gd fmla="val 6405" name="adj"/>
            </a:avLst>
          </a:prstGeom>
          <a:solidFill>
            <a:srgbClr val="CADDFF"/>
          </a:solidFill>
          <a:ln>
            <a:noFill/>
          </a:ln>
        </p:spPr>
      </p:sp>
      <p:sp>
        <p:nvSpPr>
          <p:cNvPr id="57" name="Google Shape;57;p52"/>
          <p:cNvSpPr/>
          <p:nvPr/>
        </p:nvSpPr>
        <p:spPr>
          <a:xfrm>
            <a:off x="0" y="176213"/>
            <a:ext cx="12192000" cy="21748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250"/>
                                  </p:stCondLst>
                                  <p:childTnLst>
                                    <p:set>
                                      <p:cBhvr>
                                        <p:cTn dur="1" fill="hold">
                                          <p:stCondLst>
                                            <p:cond delay="0"/>
                                          </p:stCondLst>
                                        </p:cTn>
                                        <p:tgtEl>
                                          <p:spTgt spid="53"/>
                                        </p:tgtEl>
                                        <p:attrNameLst>
                                          <p:attrName>style.visibility</p:attrName>
                                        </p:attrNameLst>
                                      </p:cBhvr>
                                      <p:to>
                                        <p:strVal val="visible"/>
                                      </p:to>
                                    </p:set>
                                    <p:animEffect filter="fade" transition="in">
                                      <p:cBhvr>
                                        <p:cTn dur="500"/>
                                        <p:tgtEl>
                                          <p:spTgt spid="53"/>
                                        </p:tgtEl>
                                      </p:cBhvr>
                                    </p:animEffect>
                                  </p:childTnLst>
                                </p:cTn>
                              </p:par>
                            </p:childTnLst>
                          </p:cTn>
                        </p:par>
                        <p:par>
                          <p:cTn fill="hold">
                            <p:stCondLst>
                              <p:cond delay="500"/>
                            </p:stCondLst>
                            <p:childTnLst>
                              <p:par>
                                <p:cTn fill="hold" nodeType="afterEffect" presetClass="entr" presetID="10" presetSubtype="0">
                                  <p:stCondLst>
                                    <p:cond delay="500"/>
                                  </p:stCondLst>
                                  <p:childTnLst>
                                    <p:set>
                                      <p:cBhvr>
                                        <p:cTn dur="1" fill="hold">
                                          <p:stCondLst>
                                            <p:cond delay="0"/>
                                          </p:stCondLst>
                                        </p:cTn>
                                        <p:tgtEl>
                                          <p:spTgt spid="54"/>
                                        </p:tgtEl>
                                        <p:attrNameLst>
                                          <p:attrName>style.visibility</p:attrName>
                                        </p:attrNameLst>
                                      </p:cBhvr>
                                      <p:to>
                                        <p:strVal val="visible"/>
                                      </p:to>
                                    </p:set>
                                    <p:animEffect filter="fade" transition="in">
                                      <p:cBhvr>
                                        <p:cTn dur="500"/>
                                        <p:tgtEl>
                                          <p:spTgt spid="54"/>
                                        </p:tgtEl>
                                      </p:cBhvr>
                                    </p:animEffect>
                                  </p:childTnLst>
                                </p:cTn>
                              </p:par>
                            </p:childTnLst>
                          </p:cTn>
                        </p:par>
                        <p:par>
                          <p:cTn fill="hold">
                            <p:stCondLst>
                              <p:cond delay="1000"/>
                            </p:stCondLst>
                            <p:childTnLst>
                              <p:par>
                                <p:cTn fill="hold" nodeType="afterEffect" presetClass="entr" presetID="10" presetSubtype="0">
                                  <p:stCondLst>
                                    <p:cond delay="750"/>
                                  </p:stCondLst>
                                  <p:childTnLst>
                                    <p:set>
                                      <p:cBhvr>
                                        <p:cTn dur="1" fill="hold">
                                          <p:stCondLst>
                                            <p:cond delay="0"/>
                                          </p:stCondLst>
                                        </p:cTn>
                                        <p:tgtEl>
                                          <p:spTgt spid="55"/>
                                        </p:tgtEl>
                                        <p:attrNameLst>
                                          <p:attrName>style.visibility</p:attrName>
                                        </p:attrNameLst>
                                      </p:cBhvr>
                                      <p:to>
                                        <p:strVal val="visible"/>
                                      </p:to>
                                    </p:set>
                                    <p:animEffect filter="fade" transition="in">
                                      <p:cBhvr>
                                        <p:cTn dur="500"/>
                                        <p:tgtEl>
                                          <p:spTgt spid="55"/>
                                        </p:tgtEl>
                                      </p:cBhvr>
                                    </p:animEffect>
                                  </p:childTnLst>
                                </p:cTn>
                              </p:par>
                            </p:childTnLst>
                          </p:cTn>
                        </p:par>
                        <p:par>
                          <p:cTn fill="hold">
                            <p:stCondLst>
                              <p:cond delay="1500"/>
                            </p:stCondLst>
                            <p:childTnLst>
                              <p:par>
                                <p:cTn fill="hold" nodeType="afterEffect" presetClass="entr" presetID="10" presetSubtype="0">
                                  <p:stCondLst>
                                    <p:cond delay="1000"/>
                                  </p:stCondLst>
                                  <p:childTnLst>
                                    <p:set>
                                      <p:cBhvr>
                                        <p:cTn dur="1" fill="hold">
                                          <p:stCondLst>
                                            <p:cond delay="0"/>
                                          </p:stCondLst>
                                        </p:cTn>
                                        <p:tgtEl>
                                          <p:spTgt spid="56"/>
                                        </p:tgtEl>
                                        <p:attrNameLst>
                                          <p:attrName>style.visibility</p:attrName>
                                        </p:attrNameLst>
                                      </p:cBhvr>
                                      <p:to>
                                        <p:strVal val="visible"/>
                                      </p:to>
                                    </p:set>
                                    <p:animEffect filter="fade" transition="in">
                                      <p:cBhvr>
                                        <p:cTn dur="500"/>
                                        <p:tgtEl>
                                          <p:spTgt spid="56"/>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51"/>
                                        </p:tgtEl>
                                        <p:attrNameLst>
                                          <p:attrName>style.visibility</p:attrName>
                                        </p:attrNameLst>
                                      </p:cBhvr>
                                      <p:to>
                                        <p:strVal val="visible"/>
                                      </p:to>
                                    </p:set>
                                    <p:animEffect filter="fade" transition="in">
                                      <p:cBhvr>
                                        <p:cTn dur="1000"/>
                                        <p:tgtEl>
                                          <p:spTgt spid="51"/>
                                        </p:tgtEl>
                                      </p:cBhvr>
                                    </p:animEffect>
                                  </p:childTnLst>
                                </p:cTn>
                              </p:par>
                              <p:par>
                                <p:cTn fill="hold" nodeType="withEffect" presetClass="entr" presetID="10" presetSubtype="0">
                                  <p:stCondLst>
                                    <p:cond delay="500"/>
                                  </p:stCondLst>
                                  <p:childTnLst>
                                    <p:set>
                                      <p:cBhvr>
                                        <p:cTn dur="1" fill="hold">
                                          <p:stCondLst>
                                            <p:cond delay="0"/>
                                          </p:stCondLst>
                                        </p:cTn>
                                        <p:tgtEl>
                                          <p:spTgt spid="52"/>
                                        </p:tgtEl>
                                        <p:attrNameLst>
                                          <p:attrName>style.visibility</p:attrName>
                                        </p:attrNameLst>
                                      </p:cBhvr>
                                      <p:to>
                                        <p:strVal val="visible"/>
                                      </p:to>
                                    </p:set>
                                    <p:animEffect filter="fade" transition="in">
                                      <p:cBhvr>
                                        <p:cTn dur="750"/>
                                        <p:tgtEl>
                                          <p:spTgt spid="5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8_Custom Layout">
  <p:cSld name="8_Custom Layout">
    <p:spTree>
      <p:nvGrpSpPr>
        <p:cNvPr id="58" name="Shape 58"/>
        <p:cNvGrpSpPr/>
        <p:nvPr/>
      </p:nvGrpSpPr>
      <p:grpSpPr>
        <a:xfrm>
          <a:off x="0" y="0"/>
          <a:ext cx="0" cy="0"/>
          <a:chOff x="0" y="0"/>
          <a:chExt cx="0" cy="0"/>
        </a:xfrm>
      </p:grpSpPr>
      <p:sp>
        <p:nvSpPr>
          <p:cNvPr id="59" name="Google Shape;59;p53"/>
          <p:cNvSpPr/>
          <p:nvPr>
            <p:ph idx="2" type="pic"/>
          </p:nvPr>
        </p:nvSpPr>
        <p:spPr>
          <a:xfrm>
            <a:off x="7410450" y="1362075"/>
            <a:ext cx="3019425" cy="4133850"/>
          </a:xfrm>
          <a:prstGeom prst="round2DiagRect">
            <a:avLst>
              <a:gd fmla="val 16667" name="adj1"/>
              <a:gd fmla="val 0" name="adj2"/>
            </a:avLst>
          </a:prstGeom>
          <a:solidFill>
            <a:srgbClr val="CADDFF"/>
          </a:solidFill>
          <a:ln>
            <a:noFill/>
          </a:ln>
        </p:spPr>
      </p:sp>
      <p:sp>
        <p:nvSpPr>
          <p:cNvPr id="60" name="Google Shape;60;p53"/>
          <p:cNvSpPr/>
          <p:nvPr>
            <p:ph idx="3" type="pic"/>
          </p:nvPr>
        </p:nvSpPr>
        <p:spPr>
          <a:xfrm>
            <a:off x="5943600" y="1957388"/>
            <a:ext cx="1785938" cy="3833812"/>
          </a:xfrm>
          <a:prstGeom prst="roundRect">
            <a:avLst>
              <a:gd fmla="val 8747" name="adj"/>
            </a:avLst>
          </a:prstGeom>
          <a:solidFill>
            <a:srgbClr val="CADDFF"/>
          </a:solidFill>
          <a:ln>
            <a:noFill/>
          </a:ln>
        </p:spPr>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1000"/>
                                  </p:stCondLst>
                                  <p:childTnLst>
                                    <p:set>
                                      <p:cBhvr>
                                        <p:cTn dur="1" fill="hold">
                                          <p:stCondLst>
                                            <p:cond delay="0"/>
                                          </p:stCondLst>
                                        </p:cTn>
                                        <p:tgtEl>
                                          <p:spTgt spid="60"/>
                                        </p:tgtEl>
                                        <p:attrNameLst>
                                          <p:attrName>style.visibility</p:attrName>
                                        </p:attrNameLst>
                                      </p:cBhvr>
                                      <p:to>
                                        <p:strVal val="visible"/>
                                      </p:to>
                                    </p:set>
                                    <p:animEffect filter="fade" transition="in">
                                      <p:cBhvr>
                                        <p:cTn dur="500"/>
                                        <p:tgtEl>
                                          <p:spTgt spid="60"/>
                                        </p:tgtEl>
                                      </p:cBhvr>
                                    </p:animEffect>
                                  </p:childTnLst>
                                </p:cTn>
                              </p:par>
                            </p:childTnLst>
                          </p:cTn>
                        </p:par>
                        <p:par>
                          <p:cTn fill="hold">
                            <p:stCondLst>
                              <p:cond delay="500"/>
                            </p:stCondLst>
                            <p:childTnLst>
                              <p:par>
                                <p:cTn fill="hold" nodeType="afterEffect" presetClass="entr" presetID="10" presetSubtype="0">
                                  <p:stCondLst>
                                    <p:cond delay="1500"/>
                                  </p:stCondLst>
                                  <p:childTnLst>
                                    <p:set>
                                      <p:cBhvr>
                                        <p:cTn dur="1" fill="hold">
                                          <p:stCondLst>
                                            <p:cond delay="0"/>
                                          </p:stCondLst>
                                        </p:cTn>
                                        <p:tgtEl>
                                          <p:spTgt spid="59"/>
                                        </p:tgtEl>
                                        <p:attrNameLst>
                                          <p:attrName>style.visibility</p:attrName>
                                        </p:attrNameLst>
                                      </p:cBhvr>
                                      <p:to>
                                        <p:strVal val="visible"/>
                                      </p:to>
                                    </p:set>
                                    <p:animEffect filter="fade" transition="in">
                                      <p:cBhvr>
                                        <p:cTn dur="500"/>
                                        <p:tgtEl>
                                          <p:spTgt spid="5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_Custom Layout">
  <p:cSld name="9_Custom Layout">
    <p:spTree>
      <p:nvGrpSpPr>
        <p:cNvPr id="61" name="Shape 61"/>
        <p:cNvGrpSpPr/>
        <p:nvPr/>
      </p:nvGrpSpPr>
      <p:grpSpPr>
        <a:xfrm>
          <a:off x="0" y="0"/>
          <a:ext cx="0" cy="0"/>
          <a:chOff x="0" y="0"/>
          <a:chExt cx="0" cy="0"/>
        </a:xfrm>
      </p:grpSpPr>
      <p:sp>
        <p:nvSpPr>
          <p:cNvPr id="62" name="Google Shape;62;p54"/>
          <p:cNvSpPr/>
          <p:nvPr>
            <p:ph idx="2" type="pic"/>
          </p:nvPr>
        </p:nvSpPr>
        <p:spPr>
          <a:xfrm>
            <a:off x="1104900" y="1016342"/>
            <a:ext cx="10063843" cy="2933441"/>
          </a:xfrm>
          <a:prstGeom prst="roundRect">
            <a:avLst>
              <a:gd fmla="val 6405" name="adj"/>
            </a:avLst>
          </a:prstGeom>
          <a:solidFill>
            <a:srgbClr val="CADDFF"/>
          </a:solidFill>
          <a:ln>
            <a:noFill/>
          </a:ln>
        </p:spPr>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250"/>
                                  </p:stCondLst>
                                  <p:childTnLst>
                                    <p:set>
                                      <p:cBhvr>
                                        <p:cTn dur="1" fill="hold">
                                          <p:stCondLst>
                                            <p:cond delay="0"/>
                                          </p:stCondLst>
                                        </p:cTn>
                                        <p:tgtEl>
                                          <p:spTgt spid="62"/>
                                        </p:tgtEl>
                                        <p:attrNameLst>
                                          <p:attrName>style.visibility</p:attrName>
                                        </p:attrNameLst>
                                      </p:cBhvr>
                                      <p:to>
                                        <p:strVal val="visible"/>
                                      </p:to>
                                    </p:set>
                                    <p:animEffect filter="fade" transition="in">
                                      <p:cBhvr>
                                        <p:cTn dur="500"/>
                                        <p:tgtEl>
                                          <p:spTgt spid="6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_Custom Layout">
  <p:cSld name="10_Custom Layout">
    <p:spTree>
      <p:nvGrpSpPr>
        <p:cNvPr id="63" name="Shape 63"/>
        <p:cNvGrpSpPr/>
        <p:nvPr/>
      </p:nvGrpSpPr>
      <p:grpSpPr>
        <a:xfrm>
          <a:off x="0" y="0"/>
          <a:ext cx="0" cy="0"/>
          <a:chOff x="0" y="0"/>
          <a:chExt cx="0" cy="0"/>
        </a:xfrm>
      </p:grpSpPr>
      <p:sp>
        <p:nvSpPr>
          <p:cNvPr id="64" name="Google Shape;64;p55"/>
          <p:cNvSpPr/>
          <p:nvPr>
            <p:ph idx="2" type="pic"/>
          </p:nvPr>
        </p:nvSpPr>
        <p:spPr>
          <a:xfrm>
            <a:off x="6886575" y="0"/>
            <a:ext cx="5885996" cy="6858000"/>
          </a:xfrm>
          <a:prstGeom prst="roundRect">
            <a:avLst>
              <a:gd fmla="val 1942" name="adj"/>
            </a:avLst>
          </a:prstGeom>
          <a:solidFill>
            <a:srgbClr val="CADDFF"/>
          </a:solidFill>
          <a:ln>
            <a:noFill/>
          </a:ln>
        </p:spPr>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750"/>
                                  </p:stCondLst>
                                  <p:childTnLst>
                                    <p:set>
                                      <p:cBhvr>
                                        <p:cTn dur="1" fill="hold">
                                          <p:stCondLst>
                                            <p:cond delay="0"/>
                                          </p:stCondLst>
                                        </p:cTn>
                                        <p:tgtEl>
                                          <p:spTgt spid="64"/>
                                        </p:tgtEl>
                                        <p:attrNameLst>
                                          <p:attrName>style.visibility</p:attrName>
                                        </p:attrNameLst>
                                      </p:cBhvr>
                                      <p:to>
                                        <p:strVal val="visible"/>
                                      </p:to>
                                    </p:set>
                                    <p:animEffect filter="fade" transition="in">
                                      <p:cBhvr>
                                        <p:cTn dur="500"/>
                                        <p:tgtEl>
                                          <p:spTgt spid="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_Custom Layout">
  <p:cSld name="11_Custom Layout">
    <p:spTree>
      <p:nvGrpSpPr>
        <p:cNvPr id="65" name="Shape 65"/>
        <p:cNvGrpSpPr/>
        <p:nvPr/>
      </p:nvGrpSpPr>
      <p:grpSpPr>
        <a:xfrm>
          <a:off x="0" y="0"/>
          <a:ext cx="0" cy="0"/>
          <a:chOff x="0" y="0"/>
          <a:chExt cx="0" cy="0"/>
        </a:xfrm>
      </p:grpSpPr>
      <p:sp>
        <p:nvSpPr>
          <p:cNvPr id="66" name="Google Shape;66;p56"/>
          <p:cNvSpPr/>
          <p:nvPr>
            <p:ph idx="2" type="pic"/>
          </p:nvPr>
        </p:nvSpPr>
        <p:spPr>
          <a:xfrm>
            <a:off x="1" y="-200025"/>
            <a:ext cx="12192000" cy="2847975"/>
          </a:xfrm>
          <a:prstGeom prst="roundRect">
            <a:avLst>
              <a:gd fmla="val 5690" name="adj"/>
            </a:avLst>
          </a:prstGeom>
          <a:solidFill>
            <a:srgbClr val="CADDFF"/>
          </a:solidFill>
          <a:ln>
            <a:noFill/>
          </a:ln>
          <a:effectLst>
            <a:outerShdw blurRad="381000" rotWithShape="0" algn="t" dir="5400000" dist="127000">
              <a:srgbClr val="000000">
                <a:alpha val="29411"/>
              </a:srgbClr>
            </a:outerShdw>
          </a:effectLst>
        </p:spPr>
      </p:sp>
      <p:sp>
        <p:nvSpPr>
          <p:cNvPr id="67" name="Google Shape;67;p56"/>
          <p:cNvSpPr txBox="1"/>
          <p:nvPr>
            <p:ph type="title"/>
          </p:nvPr>
        </p:nvSpPr>
        <p:spPr>
          <a:xfrm>
            <a:off x="1119187" y="443105"/>
            <a:ext cx="9953625" cy="961832"/>
          </a:xfrm>
          <a:prstGeom prst="rect">
            <a:avLst/>
          </a:prstGeom>
          <a:noFill/>
          <a:ln>
            <a:noFill/>
          </a:ln>
        </p:spPr>
        <p:txBody>
          <a:bodyPr anchorCtr="0" anchor="ctr" bIns="45700" lIns="0" spcFirstLastPara="1" rIns="91425" wrap="square" tIns="91425">
            <a:normAutofit/>
          </a:bodyPr>
          <a:lstStyle>
            <a:lvl1pPr lvl="0" algn="ctr">
              <a:lnSpc>
                <a:spcPct val="90000"/>
              </a:lnSpc>
              <a:spcBef>
                <a:spcPts val="0"/>
              </a:spcBef>
              <a:spcAft>
                <a:spcPts val="0"/>
              </a:spcAft>
              <a:buClr>
                <a:srgbClr val="FFFFFF"/>
              </a:buClr>
              <a:buSzPts val="3600"/>
              <a:buFont typeface="Poppins"/>
              <a:buNone/>
              <a:defRPr sz="360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66"/>
                                        </p:tgtEl>
                                        <p:attrNameLst>
                                          <p:attrName>style.visibility</p:attrName>
                                        </p:attrNameLst>
                                      </p:cBhvr>
                                      <p:to>
                                        <p:strVal val="visible"/>
                                      </p:to>
                                    </p:set>
                                    <p:animEffect filter="fade" transition="in">
                                      <p:cBhvr>
                                        <p:cTn dur="500"/>
                                        <p:tgtEl>
                                          <p:spTgt spid="66"/>
                                        </p:tgtEl>
                                      </p:cBhvr>
                                    </p:animEffect>
                                  </p:childTnLst>
                                </p:cTn>
                              </p:par>
                              <p:par>
                                <p:cTn fill="hold" nodeType="withEffect" presetClass="entr" presetID="10" presetSubtype="0">
                                  <p:stCondLst>
                                    <p:cond delay="700"/>
                                  </p:stCondLst>
                                  <p:childTnLst>
                                    <p:set>
                                      <p:cBhvr>
                                        <p:cTn dur="1" fill="hold">
                                          <p:stCondLst>
                                            <p:cond delay="0"/>
                                          </p:stCondLst>
                                        </p:cTn>
                                        <p:tgtEl>
                                          <p:spTgt spid="67"/>
                                        </p:tgtEl>
                                        <p:attrNameLst>
                                          <p:attrName>style.visibility</p:attrName>
                                        </p:attrNameLst>
                                      </p:cBhvr>
                                      <p:to>
                                        <p:strVal val="visible"/>
                                      </p:to>
                                    </p:set>
                                    <p:animEffect filter="fade" transition="in">
                                      <p:cBhvr>
                                        <p:cTn dur="750"/>
                                        <p:tgtEl>
                                          <p:spTgt spid="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_Custom Layout">
  <p:cSld name="13_Custom Layout">
    <p:spTree>
      <p:nvGrpSpPr>
        <p:cNvPr id="68" name="Shape 68"/>
        <p:cNvGrpSpPr/>
        <p:nvPr/>
      </p:nvGrpSpPr>
      <p:grpSpPr>
        <a:xfrm>
          <a:off x="0" y="0"/>
          <a:ext cx="0" cy="0"/>
          <a:chOff x="0" y="0"/>
          <a:chExt cx="0" cy="0"/>
        </a:xfrm>
      </p:grpSpPr>
      <p:sp>
        <p:nvSpPr>
          <p:cNvPr id="69" name="Google Shape;69;p57"/>
          <p:cNvSpPr/>
          <p:nvPr>
            <p:ph idx="2" type="pic"/>
          </p:nvPr>
        </p:nvSpPr>
        <p:spPr>
          <a:xfrm>
            <a:off x="1" y="-200025"/>
            <a:ext cx="12192000" cy="2847975"/>
          </a:xfrm>
          <a:prstGeom prst="roundRect">
            <a:avLst>
              <a:gd fmla="val 5690" name="adj"/>
            </a:avLst>
          </a:prstGeom>
          <a:solidFill>
            <a:srgbClr val="CADDFF"/>
          </a:solidFill>
          <a:ln>
            <a:noFill/>
          </a:ln>
        </p:spPr>
      </p:sp>
      <p:sp>
        <p:nvSpPr>
          <p:cNvPr id="70" name="Google Shape;70;p57"/>
          <p:cNvSpPr/>
          <p:nvPr>
            <p:ph idx="3" type="pic"/>
          </p:nvPr>
        </p:nvSpPr>
        <p:spPr>
          <a:xfrm>
            <a:off x="5421745" y="1673769"/>
            <a:ext cx="1348510" cy="1354638"/>
          </a:xfrm>
          <a:prstGeom prst="ellipse">
            <a:avLst/>
          </a:prstGeom>
          <a:solidFill>
            <a:srgbClr val="CADDFF"/>
          </a:solidFill>
          <a:ln>
            <a:noFill/>
          </a:ln>
        </p:spPr>
      </p:sp>
      <p:sp>
        <p:nvSpPr>
          <p:cNvPr id="71" name="Google Shape;71;p57"/>
          <p:cNvSpPr/>
          <p:nvPr/>
        </p:nvSpPr>
        <p:spPr>
          <a:xfrm>
            <a:off x="0" y="176213"/>
            <a:ext cx="12192000" cy="21748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69"/>
                                        </p:tgtEl>
                                        <p:attrNameLst>
                                          <p:attrName>style.visibility</p:attrName>
                                        </p:attrNameLst>
                                      </p:cBhvr>
                                      <p:to>
                                        <p:strVal val="visible"/>
                                      </p:to>
                                    </p:set>
                                    <p:animEffect filter="fade" transition="in">
                                      <p:cBhvr>
                                        <p:cTn dur="500"/>
                                        <p:tgtEl>
                                          <p:spTgt spid="69"/>
                                        </p:tgtEl>
                                      </p:cBhvr>
                                    </p:animEffect>
                                  </p:childTnLst>
                                </p:cTn>
                              </p:par>
                              <p:par>
                                <p:cTn fill="hold" nodeType="withEffect" presetClass="entr" presetID="10" presetSubtype="0">
                                  <p:stCondLst>
                                    <p:cond delay="500"/>
                                  </p:stCondLst>
                                  <p:childTnLst>
                                    <p:set>
                                      <p:cBhvr>
                                        <p:cTn dur="1" fill="hold">
                                          <p:stCondLst>
                                            <p:cond delay="0"/>
                                          </p:stCondLst>
                                        </p:cTn>
                                        <p:tgtEl>
                                          <p:spTgt spid="70"/>
                                        </p:tgtEl>
                                        <p:attrNameLst>
                                          <p:attrName>style.visibility</p:attrName>
                                        </p:attrNameLst>
                                      </p:cBhvr>
                                      <p:to>
                                        <p:strVal val="visible"/>
                                      </p:to>
                                    </p:set>
                                    <p:animEffect filter="fade" transition="in">
                                      <p:cBhvr>
                                        <p:cTn dur="750"/>
                                        <p:tgtEl>
                                          <p:spTgt spid="7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_Custom Layout">
  <p:cSld name="14_Custom Layout">
    <p:spTree>
      <p:nvGrpSpPr>
        <p:cNvPr id="72" name="Shape 72"/>
        <p:cNvGrpSpPr/>
        <p:nvPr/>
      </p:nvGrpSpPr>
      <p:grpSpPr>
        <a:xfrm>
          <a:off x="0" y="0"/>
          <a:ext cx="0" cy="0"/>
          <a:chOff x="0" y="0"/>
          <a:chExt cx="0" cy="0"/>
        </a:xfrm>
      </p:grpSpPr>
      <p:sp>
        <p:nvSpPr>
          <p:cNvPr id="73" name="Google Shape;73;p58"/>
          <p:cNvSpPr/>
          <p:nvPr/>
        </p:nvSpPr>
        <p:spPr>
          <a:xfrm>
            <a:off x="0" y="176213"/>
            <a:ext cx="12192000" cy="21748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74" name="Google Shape;74;p58"/>
          <p:cNvSpPr/>
          <p:nvPr>
            <p:ph idx="2" type="pic"/>
          </p:nvPr>
        </p:nvSpPr>
        <p:spPr>
          <a:xfrm>
            <a:off x="1860550" y="2101678"/>
            <a:ext cx="774700" cy="778220"/>
          </a:xfrm>
          <a:prstGeom prst="ellipse">
            <a:avLst/>
          </a:prstGeom>
          <a:solidFill>
            <a:srgbClr val="CADDFF"/>
          </a:solidFill>
          <a:ln>
            <a:noFill/>
          </a:ln>
        </p:spPr>
      </p:sp>
      <p:sp>
        <p:nvSpPr>
          <p:cNvPr id="75" name="Google Shape;75;p58"/>
          <p:cNvSpPr/>
          <p:nvPr>
            <p:ph idx="3" type="pic"/>
          </p:nvPr>
        </p:nvSpPr>
        <p:spPr>
          <a:xfrm>
            <a:off x="1860550" y="4544974"/>
            <a:ext cx="774700" cy="778220"/>
          </a:xfrm>
          <a:prstGeom prst="ellipse">
            <a:avLst/>
          </a:prstGeom>
          <a:solidFill>
            <a:srgbClr val="CADDFF"/>
          </a:solidFill>
          <a:ln>
            <a:noFill/>
          </a:ln>
        </p:spPr>
      </p:sp>
      <p:sp>
        <p:nvSpPr>
          <p:cNvPr id="76" name="Google Shape;76;p58"/>
          <p:cNvSpPr/>
          <p:nvPr>
            <p:ph idx="4" type="pic"/>
          </p:nvPr>
        </p:nvSpPr>
        <p:spPr>
          <a:xfrm>
            <a:off x="4441825" y="2101678"/>
            <a:ext cx="774700" cy="778220"/>
          </a:xfrm>
          <a:prstGeom prst="ellipse">
            <a:avLst/>
          </a:prstGeom>
          <a:solidFill>
            <a:srgbClr val="CADDFF"/>
          </a:solidFill>
          <a:ln>
            <a:noFill/>
          </a:ln>
        </p:spPr>
      </p:sp>
      <p:sp>
        <p:nvSpPr>
          <p:cNvPr id="77" name="Google Shape;77;p58"/>
          <p:cNvSpPr/>
          <p:nvPr>
            <p:ph idx="5" type="pic"/>
          </p:nvPr>
        </p:nvSpPr>
        <p:spPr>
          <a:xfrm>
            <a:off x="4441825" y="4544974"/>
            <a:ext cx="774700" cy="778220"/>
          </a:xfrm>
          <a:prstGeom prst="ellipse">
            <a:avLst/>
          </a:prstGeom>
          <a:solidFill>
            <a:srgbClr val="CADDFF"/>
          </a:solidFill>
          <a:ln>
            <a:noFill/>
          </a:ln>
        </p:spPr>
      </p:sp>
      <p:sp>
        <p:nvSpPr>
          <p:cNvPr id="78" name="Google Shape;78;p58"/>
          <p:cNvSpPr/>
          <p:nvPr>
            <p:ph idx="6" type="pic"/>
          </p:nvPr>
        </p:nvSpPr>
        <p:spPr>
          <a:xfrm>
            <a:off x="7013575" y="1928395"/>
            <a:ext cx="774700" cy="778220"/>
          </a:xfrm>
          <a:prstGeom prst="ellipse">
            <a:avLst/>
          </a:prstGeom>
          <a:solidFill>
            <a:srgbClr val="CADDFF"/>
          </a:solidFill>
          <a:ln>
            <a:noFill/>
          </a:ln>
        </p:spPr>
      </p:sp>
      <p:sp>
        <p:nvSpPr>
          <p:cNvPr id="79" name="Google Shape;79;p58"/>
          <p:cNvSpPr/>
          <p:nvPr>
            <p:ph idx="7" type="pic"/>
          </p:nvPr>
        </p:nvSpPr>
        <p:spPr>
          <a:xfrm>
            <a:off x="7013575" y="4544974"/>
            <a:ext cx="774700" cy="778220"/>
          </a:xfrm>
          <a:prstGeom prst="ellipse">
            <a:avLst/>
          </a:prstGeom>
          <a:solidFill>
            <a:srgbClr val="CADDFF"/>
          </a:solidFill>
          <a:ln>
            <a:noFill/>
          </a:ln>
        </p:spPr>
      </p:sp>
      <p:sp>
        <p:nvSpPr>
          <p:cNvPr id="80" name="Google Shape;80;p58"/>
          <p:cNvSpPr/>
          <p:nvPr>
            <p:ph idx="8" type="pic"/>
          </p:nvPr>
        </p:nvSpPr>
        <p:spPr>
          <a:xfrm>
            <a:off x="9556750" y="2101678"/>
            <a:ext cx="774700" cy="778220"/>
          </a:xfrm>
          <a:prstGeom prst="ellipse">
            <a:avLst/>
          </a:prstGeom>
          <a:solidFill>
            <a:srgbClr val="CADDFF"/>
          </a:solidFill>
          <a:ln>
            <a:noFill/>
          </a:ln>
        </p:spPr>
      </p:sp>
      <p:sp>
        <p:nvSpPr>
          <p:cNvPr id="81" name="Google Shape;81;p58"/>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lvl1pPr lvl="0" algn="l">
              <a:lnSpc>
                <a:spcPct val="90000"/>
              </a:lnSpc>
              <a:spcBef>
                <a:spcPts val="0"/>
              </a:spcBef>
              <a:spcAft>
                <a:spcPts val="0"/>
              </a:spcAft>
              <a:buClr>
                <a:schemeClr val="dk1"/>
              </a:buClr>
              <a:buSzPts val="3200"/>
              <a:buFont typeface="Poppins"/>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58"/>
          <p:cNvSpPr/>
          <p:nvPr>
            <p:ph idx="9" type="pic"/>
          </p:nvPr>
        </p:nvSpPr>
        <p:spPr>
          <a:xfrm>
            <a:off x="9556750" y="4544974"/>
            <a:ext cx="774700" cy="778220"/>
          </a:xfrm>
          <a:prstGeom prst="ellipse">
            <a:avLst/>
          </a:prstGeom>
          <a:solidFill>
            <a:srgbClr val="CADDFF"/>
          </a:solidFill>
          <a:ln>
            <a:noFill/>
          </a:ln>
        </p:spPr>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500"/>
                                  </p:stCondLst>
                                  <p:childTnLst>
                                    <p:set>
                                      <p:cBhvr>
                                        <p:cTn dur="1" fill="hold">
                                          <p:stCondLst>
                                            <p:cond delay="0"/>
                                          </p:stCondLst>
                                        </p:cTn>
                                        <p:tgtEl>
                                          <p:spTgt spid="81"/>
                                        </p:tgtEl>
                                        <p:attrNameLst>
                                          <p:attrName>style.visibility</p:attrName>
                                        </p:attrNameLst>
                                      </p:cBhvr>
                                      <p:to>
                                        <p:strVal val="visible"/>
                                      </p:to>
                                    </p:set>
                                    <p:animEffect filter="fade" transition="in">
                                      <p:cBhvr>
                                        <p:cTn dur="1000"/>
                                        <p:tgtEl>
                                          <p:spTgt spid="81"/>
                                        </p:tgtEl>
                                      </p:cBhvr>
                                    </p:animEffect>
                                  </p:childTnLst>
                                </p:cTn>
                              </p:par>
                              <p:par>
                                <p:cTn fill="hold" nodeType="withEffect" presetClass="entr" presetID="10" presetSubtype="0">
                                  <p:stCondLst>
                                    <p:cond delay="1250"/>
                                  </p:stCondLst>
                                  <p:childTnLst>
                                    <p:set>
                                      <p:cBhvr>
                                        <p:cTn dur="1" fill="hold">
                                          <p:stCondLst>
                                            <p:cond delay="0"/>
                                          </p:stCondLst>
                                        </p:cTn>
                                        <p:tgtEl>
                                          <p:spTgt spid="78"/>
                                        </p:tgtEl>
                                        <p:attrNameLst>
                                          <p:attrName>style.visibility</p:attrName>
                                        </p:attrNameLst>
                                      </p:cBhvr>
                                      <p:to>
                                        <p:strVal val="visible"/>
                                      </p:to>
                                    </p:set>
                                    <p:animEffect filter="fade" transition="in">
                                      <p:cBhvr>
                                        <p:cTn dur="500"/>
                                        <p:tgtEl>
                                          <p:spTgt spid="78"/>
                                        </p:tgtEl>
                                      </p:cBhvr>
                                    </p:animEffect>
                                  </p:childTnLst>
                                </p:cTn>
                              </p:par>
                            </p:childTnLst>
                          </p:cTn>
                        </p:par>
                        <p:par>
                          <p:cTn fill="hold">
                            <p:stCondLst>
                              <p:cond delay="1000"/>
                            </p:stCondLst>
                            <p:childTnLst>
                              <p:par>
                                <p:cTn fill="hold" nodeType="afterEffect" presetClass="entr" presetID="10" presetSubtype="0">
                                  <p:stCondLst>
                                    <p:cond delay="1000"/>
                                  </p:stCondLst>
                                  <p:childTnLst>
                                    <p:set>
                                      <p:cBhvr>
                                        <p:cTn dur="1" fill="hold">
                                          <p:stCondLst>
                                            <p:cond delay="0"/>
                                          </p:stCondLst>
                                        </p:cTn>
                                        <p:tgtEl>
                                          <p:spTgt spid="74"/>
                                        </p:tgtEl>
                                        <p:attrNameLst>
                                          <p:attrName>style.visibility</p:attrName>
                                        </p:attrNameLst>
                                      </p:cBhvr>
                                      <p:to>
                                        <p:strVal val="visible"/>
                                      </p:to>
                                    </p:set>
                                    <p:animEffect filter="fade" transition="in">
                                      <p:cBhvr>
                                        <p:cTn dur="750"/>
                                        <p:tgtEl>
                                          <p:spTgt spid="74"/>
                                        </p:tgtEl>
                                      </p:cBhvr>
                                    </p:animEffect>
                                  </p:childTnLst>
                                </p:cTn>
                              </p:par>
                              <p:par>
                                <p:cTn fill="hold" nodeType="withEffect" presetClass="entr" presetID="10" presetSubtype="0">
                                  <p:stCondLst>
                                    <p:cond delay="1250"/>
                                  </p:stCondLst>
                                  <p:childTnLst>
                                    <p:set>
                                      <p:cBhvr>
                                        <p:cTn dur="1" fill="hold">
                                          <p:stCondLst>
                                            <p:cond delay="0"/>
                                          </p:stCondLst>
                                        </p:cTn>
                                        <p:tgtEl>
                                          <p:spTgt spid="76"/>
                                        </p:tgtEl>
                                        <p:attrNameLst>
                                          <p:attrName>style.visibility</p:attrName>
                                        </p:attrNameLst>
                                      </p:cBhvr>
                                      <p:to>
                                        <p:strVal val="visible"/>
                                      </p:to>
                                    </p:set>
                                    <p:animEffect filter="fade" transition="in">
                                      <p:cBhvr>
                                        <p:cTn dur="750"/>
                                        <p:tgtEl>
                                          <p:spTgt spid="76"/>
                                        </p:tgtEl>
                                      </p:cBhvr>
                                    </p:animEffect>
                                  </p:childTnLst>
                                </p:cTn>
                              </p:par>
                              <p:par>
                                <p:cTn fill="hold" nodeType="withEffect" presetClass="entr" presetID="10" presetSubtype="0">
                                  <p:stCondLst>
                                    <p:cond delay="1500"/>
                                  </p:stCondLst>
                                  <p:childTnLst>
                                    <p:set>
                                      <p:cBhvr>
                                        <p:cTn dur="1" fill="hold">
                                          <p:stCondLst>
                                            <p:cond delay="0"/>
                                          </p:stCondLst>
                                        </p:cTn>
                                        <p:tgtEl>
                                          <p:spTgt spid="80"/>
                                        </p:tgtEl>
                                        <p:attrNameLst>
                                          <p:attrName>style.visibility</p:attrName>
                                        </p:attrNameLst>
                                      </p:cBhvr>
                                      <p:to>
                                        <p:strVal val="visible"/>
                                      </p:to>
                                    </p:set>
                                    <p:animEffect filter="fade" transition="in">
                                      <p:cBhvr>
                                        <p:cTn dur="750"/>
                                        <p:tgtEl>
                                          <p:spTgt spid="80"/>
                                        </p:tgtEl>
                                      </p:cBhvr>
                                    </p:animEffect>
                                  </p:childTnLst>
                                </p:cTn>
                              </p:par>
                              <p:par>
                                <p:cTn fill="hold" nodeType="withEffect" presetClass="entr" presetID="10" presetSubtype="0">
                                  <p:stCondLst>
                                    <p:cond delay="1800"/>
                                  </p:stCondLst>
                                  <p:childTnLst>
                                    <p:set>
                                      <p:cBhvr>
                                        <p:cTn dur="1" fill="hold">
                                          <p:stCondLst>
                                            <p:cond delay="0"/>
                                          </p:stCondLst>
                                        </p:cTn>
                                        <p:tgtEl>
                                          <p:spTgt spid="75"/>
                                        </p:tgtEl>
                                        <p:attrNameLst>
                                          <p:attrName>style.visibility</p:attrName>
                                        </p:attrNameLst>
                                      </p:cBhvr>
                                      <p:to>
                                        <p:strVal val="visible"/>
                                      </p:to>
                                    </p:set>
                                    <p:animEffect filter="fade" transition="in">
                                      <p:cBhvr>
                                        <p:cTn dur="750"/>
                                        <p:tgtEl>
                                          <p:spTgt spid="75"/>
                                        </p:tgtEl>
                                      </p:cBhvr>
                                    </p:animEffect>
                                  </p:childTnLst>
                                </p:cTn>
                              </p:par>
                              <p:par>
                                <p:cTn fill="hold" nodeType="withEffect" presetClass="entr" presetID="10" presetSubtype="0">
                                  <p:stCondLst>
                                    <p:cond delay="2000"/>
                                  </p:stCondLst>
                                  <p:childTnLst>
                                    <p:set>
                                      <p:cBhvr>
                                        <p:cTn dur="1" fill="hold">
                                          <p:stCondLst>
                                            <p:cond delay="0"/>
                                          </p:stCondLst>
                                        </p:cTn>
                                        <p:tgtEl>
                                          <p:spTgt spid="77"/>
                                        </p:tgtEl>
                                        <p:attrNameLst>
                                          <p:attrName>style.visibility</p:attrName>
                                        </p:attrNameLst>
                                      </p:cBhvr>
                                      <p:to>
                                        <p:strVal val="visible"/>
                                      </p:to>
                                    </p:set>
                                    <p:animEffect filter="fade" transition="in">
                                      <p:cBhvr>
                                        <p:cTn dur="750"/>
                                        <p:tgtEl>
                                          <p:spTgt spid="77"/>
                                        </p:tgtEl>
                                      </p:cBhvr>
                                    </p:animEffect>
                                  </p:childTnLst>
                                </p:cTn>
                              </p:par>
                              <p:par>
                                <p:cTn fill="hold" nodeType="withEffect" presetClass="entr" presetID="10" presetSubtype="0">
                                  <p:stCondLst>
                                    <p:cond delay="2300"/>
                                  </p:stCondLst>
                                  <p:childTnLst>
                                    <p:set>
                                      <p:cBhvr>
                                        <p:cTn dur="1" fill="hold">
                                          <p:stCondLst>
                                            <p:cond delay="0"/>
                                          </p:stCondLst>
                                        </p:cTn>
                                        <p:tgtEl>
                                          <p:spTgt spid="79"/>
                                        </p:tgtEl>
                                        <p:attrNameLst>
                                          <p:attrName>style.visibility</p:attrName>
                                        </p:attrNameLst>
                                      </p:cBhvr>
                                      <p:to>
                                        <p:strVal val="visible"/>
                                      </p:to>
                                    </p:set>
                                    <p:animEffect filter="fade" transition="in">
                                      <p:cBhvr>
                                        <p:cTn dur="750"/>
                                        <p:tgtEl>
                                          <p:spTgt spid="79"/>
                                        </p:tgtEl>
                                      </p:cBhvr>
                                    </p:animEffect>
                                  </p:childTnLst>
                                </p:cTn>
                              </p:par>
                              <p:par>
                                <p:cTn fill="hold" nodeType="withEffect" presetClass="entr" presetID="10" presetSubtype="0">
                                  <p:stCondLst>
                                    <p:cond delay="2700"/>
                                  </p:stCondLst>
                                  <p:childTnLst>
                                    <p:set>
                                      <p:cBhvr>
                                        <p:cTn dur="1" fill="hold">
                                          <p:stCondLst>
                                            <p:cond delay="0"/>
                                          </p:stCondLst>
                                        </p:cTn>
                                        <p:tgtEl>
                                          <p:spTgt spid="82"/>
                                        </p:tgtEl>
                                        <p:attrNameLst>
                                          <p:attrName>style.visibility</p:attrName>
                                        </p:attrNameLst>
                                      </p:cBhvr>
                                      <p:to>
                                        <p:strVal val="visible"/>
                                      </p:to>
                                    </p:set>
                                    <p:animEffect filter="fade" transition="in">
                                      <p:cBhvr>
                                        <p:cTn dur="750"/>
                                        <p:tgtEl>
                                          <p:spTgt spid="8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_Custom Layout">
  <p:cSld name="15_Custom Layout">
    <p:spTree>
      <p:nvGrpSpPr>
        <p:cNvPr id="83" name="Shape 83"/>
        <p:cNvGrpSpPr/>
        <p:nvPr/>
      </p:nvGrpSpPr>
      <p:grpSpPr>
        <a:xfrm>
          <a:off x="0" y="0"/>
          <a:ext cx="0" cy="0"/>
          <a:chOff x="0" y="0"/>
          <a:chExt cx="0" cy="0"/>
        </a:xfrm>
      </p:grpSpPr>
      <p:sp>
        <p:nvSpPr>
          <p:cNvPr id="84" name="Google Shape;84;p59"/>
          <p:cNvSpPr/>
          <p:nvPr/>
        </p:nvSpPr>
        <p:spPr>
          <a:xfrm>
            <a:off x="0" y="176213"/>
            <a:ext cx="12192000" cy="21748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85" name="Google Shape;85;p59"/>
          <p:cNvSpPr/>
          <p:nvPr>
            <p:ph idx="2" type="pic"/>
          </p:nvPr>
        </p:nvSpPr>
        <p:spPr>
          <a:xfrm>
            <a:off x="1860550" y="2101678"/>
            <a:ext cx="774700" cy="778220"/>
          </a:xfrm>
          <a:prstGeom prst="ellipse">
            <a:avLst/>
          </a:prstGeom>
          <a:solidFill>
            <a:srgbClr val="CADDFF"/>
          </a:solidFill>
          <a:ln>
            <a:noFill/>
          </a:ln>
        </p:spPr>
      </p:sp>
      <p:sp>
        <p:nvSpPr>
          <p:cNvPr id="86" name="Google Shape;86;p59"/>
          <p:cNvSpPr/>
          <p:nvPr>
            <p:ph idx="3" type="pic"/>
          </p:nvPr>
        </p:nvSpPr>
        <p:spPr>
          <a:xfrm>
            <a:off x="1860550" y="4544974"/>
            <a:ext cx="774700" cy="778220"/>
          </a:xfrm>
          <a:prstGeom prst="ellipse">
            <a:avLst/>
          </a:prstGeom>
          <a:solidFill>
            <a:srgbClr val="CADDFF"/>
          </a:solidFill>
          <a:ln>
            <a:noFill/>
          </a:ln>
        </p:spPr>
      </p:sp>
      <p:sp>
        <p:nvSpPr>
          <p:cNvPr id="87" name="Google Shape;87;p59"/>
          <p:cNvSpPr/>
          <p:nvPr>
            <p:ph idx="4" type="pic"/>
          </p:nvPr>
        </p:nvSpPr>
        <p:spPr>
          <a:xfrm>
            <a:off x="4441825" y="2101678"/>
            <a:ext cx="774700" cy="778220"/>
          </a:xfrm>
          <a:prstGeom prst="ellipse">
            <a:avLst/>
          </a:prstGeom>
          <a:solidFill>
            <a:srgbClr val="CADDFF"/>
          </a:solidFill>
          <a:ln>
            <a:noFill/>
          </a:ln>
        </p:spPr>
      </p:sp>
      <p:sp>
        <p:nvSpPr>
          <p:cNvPr id="88" name="Google Shape;88;p59"/>
          <p:cNvSpPr/>
          <p:nvPr>
            <p:ph idx="5" type="pic"/>
          </p:nvPr>
        </p:nvSpPr>
        <p:spPr>
          <a:xfrm>
            <a:off x="4441825" y="4544974"/>
            <a:ext cx="774700" cy="778220"/>
          </a:xfrm>
          <a:prstGeom prst="ellipse">
            <a:avLst/>
          </a:prstGeom>
          <a:solidFill>
            <a:srgbClr val="CADDFF"/>
          </a:solidFill>
          <a:ln>
            <a:noFill/>
          </a:ln>
        </p:spPr>
      </p:sp>
      <p:sp>
        <p:nvSpPr>
          <p:cNvPr id="89" name="Google Shape;89;p59"/>
          <p:cNvSpPr/>
          <p:nvPr>
            <p:ph idx="6" type="pic"/>
          </p:nvPr>
        </p:nvSpPr>
        <p:spPr>
          <a:xfrm>
            <a:off x="7013575" y="2101678"/>
            <a:ext cx="774700" cy="778220"/>
          </a:xfrm>
          <a:prstGeom prst="ellipse">
            <a:avLst/>
          </a:prstGeom>
          <a:solidFill>
            <a:srgbClr val="CADDFF"/>
          </a:solidFill>
          <a:ln>
            <a:noFill/>
          </a:ln>
        </p:spPr>
      </p:sp>
      <p:sp>
        <p:nvSpPr>
          <p:cNvPr id="90" name="Google Shape;90;p59"/>
          <p:cNvSpPr/>
          <p:nvPr>
            <p:ph idx="7" type="pic"/>
          </p:nvPr>
        </p:nvSpPr>
        <p:spPr>
          <a:xfrm>
            <a:off x="6775450" y="4544974"/>
            <a:ext cx="774700" cy="778220"/>
          </a:xfrm>
          <a:prstGeom prst="ellipse">
            <a:avLst/>
          </a:prstGeom>
          <a:solidFill>
            <a:srgbClr val="CADDFF"/>
          </a:solidFill>
          <a:ln>
            <a:noFill/>
          </a:ln>
        </p:spPr>
      </p:sp>
      <p:sp>
        <p:nvSpPr>
          <p:cNvPr id="91" name="Google Shape;91;p59"/>
          <p:cNvSpPr/>
          <p:nvPr>
            <p:ph idx="8" type="pic"/>
          </p:nvPr>
        </p:nvSpPr>
        <p:spPr>
          <a:xfrm>
            <a:off x="9556750" y="2101678"/>
            <a:ext cx="774700" cy="778220"/>
          </a:xfrm>
          <a:prstGeom prst="ellipse">
            <a:avLst/>
          </a:prstGeom>
          <a:solidFill>
            <a:srgbClr val="CADDFF"/>
          </a:solidFill>
          <a:ln>
            <a:noFill/>
          </a:ln>
        </p:spPr>
      </p:sp>
      <p:sp>
        <p:nvSpPr>
          <p:cNvPr id="92" name="Google Shape;92;p59"/>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lvl1pPr lvl="0" algn="l">
              <a:lnSpc>
                <a:spcPct val="90000"/>
              </a:lnSpc>
              <a:spcBef>
                <a:spcPts val="0"/>
              </a:spcBef>
              <a:spcAft>
                <a:spcPts val="0"/>
              </a:spcAft>
              <a:buClr>
                <a:schemeClr val="dk1"/>
              </a:buClr>
              <a:buSzPts val="3200"/>
              <a:buFont typeface="Poppins"/>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1000"/>
                                  </p:stCondLst>
                                  <p:childTnLst>
                                    <p:set>
                                      <p:cBhvr>
                                        <p:cTn dur="1" fill="hold">
                                          <p:stCondLst>
                                            <p:cond delay="0"/>
                                          </p:stCondLst>
                                        </p:cTn>
                                        <p:tgtEl>
                                          <p:spTgt spid="85"/>
                                        </p:tgtEl>
                                        <p:attrNameLst>
                                          <p:attrName>style.visibility</p:attrName>
                                        </p:attrNameLst>
                                      </p:cBhvr>
                                      <p:to>
                                        <p:strVal val="visible"/>
                                      </p:to>
                                    </p:set>
                                    <p:animEffect filter="fade" transition="in">
                                      <p:cBhvr>
                                        <p:cTn dur="750"/>
                                        <p:tgtEl>
                                          <p:spTgt spid="85"/>
                                        </p:tgtEl>
                                      </p:cBhvr>
                                    </p:animEffect>
                                  </p:childTnLst>
                                </p:cTn>
                              </p:par>
                              <p:par>
                                <p:cTn fill="hold" nodeType="withEffect" presetClass="entr" presetID="10" presetSubtype="0">
                                  <p:stCondLst>
                                    <p:cond delay="1300"/>
                                  </p:stCondLst>
                                  <p:childTnLst>
                                    <p:set>
                                      <p:cBhvr>
                                        <p:cTn dur="1" fill="hold">
                                          <p:stCondLst>
                                            <p:cond delay="0"/>
                                          </p:stCondLst>
                                        </p:cTn>
                                        <p:tgtEl>
                                          <p:spTgt spid="87"/>
                                        </p:tgtEl>
                                        <p:attrNameLst>
                                          <p:attrName>style.visibility</p:attrName>
                                        </p:attrNameLst>
                                      </p:cBhvr>
                                      <p:to>
                                        <p:strVal val="visible"/>
                                      </p:to>
                                    </p:set>
                                    <p:animEffect filter="fade" transition="in">
                                      <p:cBhvr>
                                        <p:cTn dur="750"/>
                                        <p:tgtEl>
                                          <p:spTgt spid="87"/>
                                        </p:tgtEl>
                                      </p:cBhvr>
                                    </p:animEffect>
                                  </p:childTnLst>
                                </p:cTn>
                              </p:par>
                              <p:par>
                                <p:cTn fill="hold" nodeType="withEffect" presetClass="entr" presetID="10" presetSubtype="0">
                                  <p:stCondLst>
                                    <p:cond delay="1600"/>
                                  </p:stCondLst>
                                  <p:childTnLst>
                                    <p:set>
                                      <p:cBhvr>
                                        <p:cTn dur="1" fill="hold">
                                          <p:stCondLst>
                                            <p:cond delay="0"/>
                                          </p:stCondLst>
                                        </p:cTn>
                                        <p:tgtEl>
                                          <p:spTgt spid="89"/>
                                        </p:tgtEl>
                                        <p:attrNameLst>
                                          <p:attrName>style.visibility</p:attrName>
                                        </p:attrNameLst>
                                      </p:cBhvr>
                                      <p:to>
                                        <p:strVal val="visible"/>
                                      </p:to>
                                    </p:set>
                                    <p:animEffect filter="fade" transition="in">
                                      <p:cBhvr>
                                        <p:cTn dur="750"/>
                                        <p:tgtEl>
                                          <p:spTgt spid="89"/>
                                        </p:tgtEl>
                                      </p:cBhvr>
                                    </p:animEffect>
                                  </p:childTnLst>
                                </p:cTn>
                              </p:par>
                              <p:par>
                                <p:cTn fill="hold" nodeType="withEffect" presetClass="entr" presetID="10" presetSubtype="0">
                                  <p:stCondLst>
                                    <p:cond delay="1900"/>
                                  </p:stCondLst>
                                  <p:childTnLst>
                                    <p:set>
                                      <p:cBhvr>
                                        <p:cTn dur="1" fill="hold">
                                          <p:stCondLst>
                                            <p:cond delay="0"/>
                                          </p:stCondLst>
                                        </p:cTn>
                                        <p:tgtEl>
                                          <p:spTgt spid="91"/>
                                        </p:tgtEl>
                                        <p:attrNameLst>
                                          <p:attrName>style.visibility</p:attrName>
                                        </p:attrNameLst>
                                      </p:cBhvr>
                                      <p:to>
                                        <p:strVal val="visible"/>
                                      </p:to>
                                    </p:set>
                                    <p:animEffect filter="fade" transition="in">
                                      <p:cBhvr>
                                        <p:cTn dur="750"/>
                                        <p:tgtEl>
                                          <p:spTgt spid="91"/>
                                        </p:tgtEl>
                                      </p:cBhvr>
                                    </p:animEffect>
                                  </p:childTnLst>
                                </p:cTn>
                              </p:par>
                              <p:par>
                                <p:cTn fill="hold" nodeType="withEffect" presetClass="entr" presetID="10" presetSubtype="0">
                                  <p:stCondLst>
                                    <p:cond delay="2200"/>
                                  </p:stCondLst>
                                  <p:childTnLst>
                                    <p:set>
                                      <p:cBhvr>
                                        <p:cTn dur="1" fill="hold">
                                          <p:stCondLst>
                                            <p:cond delay="0"/>
                                          </p:stCondLst>
                                        </p:cTn>
                                        <p:tgtEl>
                                          <p:spTgt spid="86"/>
                                        </p:tgtEl>
                                        <p:attrNameLst>
                                          <p:attrName>style.visibility</p:attrName>
                                        </p:attrNameLst>
                                      </p:cBhvr>
                                      <p:to>
                                        <p:strVal val="visible"/>
                                      </p:to>
                                    </p:set>
                                    <p:animEffect filter="fade" transition="in">
                                      <p:cBhvr>
                                        <p:cTn dur="750"/>
                                        <p:tgtEl>
                                          <p:spTgt spid="86"/>
                                        </p:tgtEl>
                                      </p:cBhvr>
                                    </p:animEffect>
                                  </p:childTnLst>
                                </p:cTn>
                              </p:par>
                              <p:par>
                                <p:cTn fill="hold" nodeType="withEffect" presetClass="entr" presetID="10" presetSubtype="0">
                                  <p:stCondLst>
                                    <p:cond delay="2500"/>
                                  </p:stCondLst>
                                  <p:childTnLst>
                                    <p:set>
                                      <p:cBhvr>
                                        <p:cTn dur="1" fill="hold">
                                          <p:stCondLst>
                                            <p:cond delay="0"/>
                                          </p:stCondLst>
                                        </p:cTn>
                                        <p:tgtEl>
                                          <p:spTgt spid="88"/>
                                        </p:tgtEl>
                                        <p:attrNameLst>
                                          <p:attrName>style.visibility</p:attrName>
                                        </p:attrNameLst>
                                      </p:cBhvr>
                                      <p:to>
                                        <p:strVal val="visible"/>
                                      </p:to>
                                    </p:set>
                                    <p:animEffect filter="fade" transition="in">
                                      <p:cBhvr>
                                        <p:cTn dur="750"/>
                                        <p:tgtEl>
                                          <p:spTgt spid="88"/>
                                        </p:tgtEl>
                                      </p:cBhvr>
                                    </p:animEffect>
                                  </p:childTnLst>
                                </p:cTn>
                              </p:par>
                              <p:par>
                                <p:cTn fill="hold" nodeType="withEffect" presetClass="entr" presetID="10" presetSubtype="0">
                                  <p:stCondLst>
                                    <p:cond delay="2900"/>
                                  </p:stCondLst>
                                  <p:childTnLst>
                                    <p:set>
                                      <p:cBhvr>
                                        <p:cTn dur="1" fill="hold">
                                          <p:stCondLst>
                                            <p:cond delay="0"/>
                                          </p:stCondLst>
                                        </p:cTn>
                                        <p:tgtEl>
                                          <p:spTgt spid="90"/>
                                        </p:tgtEl>
                                        <p:attrNameLst>
                                          <p:attrName>style.visibility</p:attrName>
                                        </p:attrNameLst>
                                      </p:cBhvr>
                                      <p:to>
                                        <p:strVal val="visible"/>
                                      </p:to>
                                    </p:set>
                                    <p:animEffect filter="fade" transition="in">
                                      <p:cBhvr>
                                        <p:cTn dur="750"/>
                                        <p:tgtEl>
                                          <p:spTgt spid="90"/>
                                        </p:tgtEl>
                                      </p:cBhvr>
                                    </p:animEffect>
                                  </p:childTnLst>
                                </p:cTn>
                              </p:par>
                              <p:par>
                                <p:cTn fill="hold" nodeType="withEffect" presetClass="entr" presetID="10" presetSubtype="0">
                                  <p:stCondLst>
                                    <p:cond delay="500"/>
                                  </p:stCondLst>
                                  <p:childTnLst>
                                    <p:set>
                                      <p:cBhvr>
                                        <p:cTn dur="1" fill="hold">
                                          <p:stCondLst>
                                            <p:cond delay="0"/>
                                          </p:stCondLst>
                                        </p:cTn>
                                        <p:tgtEl>
                                          <p:spTgt spid="92"/>
                                        </p:tgtEl>
                                        <p:attrNameLst>
                                          <p:attrName>style.visibility</p:attrName>
                                        </p:attrNameLst>
                                      </p:cBhvr>
                                      <p:to>
                                        <p:strVal val="visible"/>
                                      </p:to>
                                    </p:set>
                                    <p:animEffect filter="fade" transition="in">
                                      <p:cBhvr>
                                        <p:cTn dur="1000"/>
                                        <p:tgtEl>
                                          <p:spTgt spid="9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_Custom Layout">
  <p:cSld name="16_Custom Layout">
    <p:spTree>
      <p:nvGrpSpPr>
        <p:cNvPr id="93" name="Shape 93"/>
        <p:cNvGrpSpPr/>
        <p:nvPr/>
      </p:nvGrpSpPr>
      <p:grpSpPr>
        <a:xfrm>
          <a:off x="0" y="0"/>
          <a:ext cx="0" cy="0"/>
          <a:chOff x="0" y="0"/>
          <a:chExt cx="0" cy="0"/>
        </a:xfrm>
      </p:grpSpPr>
      <p:sp>
        <p:nvSpPr>
          <p:cNvPr id="94" name="Google Shape;94;p60"/>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lvl1pPr lvl="0" algn="l">
              <a:lnSpc>
                <a:spcPct val="90000"/>
              </a:lnSpc>
              <a:spcBef>
                <a:spcPts val="0"/>
              </a:spcBef>
              <a:spcAft>
                <a:spcPts val="0"/>
              </a:spcAft>
              <a:buClr>
                <a:schemeClr val="dk1"/>
              </a:buClr>
              <a:buSzPts val="3200"/>
              <a:buFont typeface="Poppins"/>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 name="Google Shape;95;p60"/>
          <p:cNvSpPr/>
          <p:nvPr>
            <p:ph idx="2" type="pic"/>
          </p:nvPr>
        </p:nvSpPr>
        <p:spPr>
          <a:xfrm>
            <a:off x="1104901" y="1787524"/>
            <a:ext cx="1752600" cy="2178051"/>
          </a:xfrm>
          <a:prstGeom prst="roundRect">
            <a:avLst>
              <a:gd fmla="val 9122" name="adj"/>
            </a:avLst>
          </a:prstGeom>
          <a:solidFill>
            <a:srgbClr val="CADDFF"/>
          </a:solidFill>
          <a:ln>
            <a:noFill/>
          </a:ln>
        </p:spPr>
      </p:sp>
      <p:sp>
        <p:nvSpPr>
          <p:cNvPr id="96" name="Google Shape;96;p60"/>
          <p:cNvSpPr/>
          <p:nvPr>
            <p:ph idx="3" type="pic"/>
          </p:nvPr>
        </p:nvSpPr>
        <p:spPr>
          <a:xfrm>
            <a:off x="1104901" y="4152899"/>
            <a:ext cx="1752600" cy="2178051"/>
          </a:xfrm>
          <a:prstGeom prst="roundRect">
            <a:avLst>
              <a:gd fmla="val 9122" name="adj"/>
            </a:avLst>
          </a:prstGeom>
          <a:solidFill>
            <a:srgbClr val="CADDFF"/>
          </a:solidFill>
          <a:ln>
            <a:noFill/>
          </a:ln>
        </p:spPr>
      </p:sp>
      <p:sp>
        <p:nvSpPr>
          <p:cNvPr id="97" name="Google Shape;97;p60"/>
          <p:cNvSpPr/>
          <p:nvPr>
            <p:ph idx="4" type="pic"/>
          </p:nvPr>
        </p:nvSpPr>
        <p:spPr>
          <a:xfrm>
            <a:off x="3095626" y="1787524"/>
            <a:ext cx="1752600" cy="2178051"/>
          </a:xfrm>
          <a:prstGeom prst="roundRect">
            <a:avLst>
              <a:gd fmla="val 9122" name="adj"/>
            </a:avLst>
          </a:prstGeom>
          <a:solidFill>
            <a:srgbClr val="CADDFF"/>
          </a:solidFill>
          <a:ln>
            <a:noFill/>
          </a:ln>
        </p:spPr>
      </p:sp>
      <p:sp>
        <p:nvSpPr>
          <p:cNvPr id="98" name="Google Shape;98;p60"/>
          <p:cNvSpPr/>
          <p:nvPr>
            <p:ph idx="5" type="pic"/>
          </p:nvPr>
        </p:nvSpPr>
        <p:spPr>
          <a:xfrm>
            <a:off x="3095626" y="4152899"/>
            <a:ext cx="1752600" cy="2178051"/>
          </a:xfrm>
          <a:prstGeom prst="roundRect">
            <a:avLst>
              <a:gd fmla="val 9122" name="adj"/>
            </a:avLst>
          </a:prstGeom>
          <a:solidFill>
            <a:srgbClr val="CADDFF"/>
          </a:solidFill>
          <a:ln>
            <a:noFill/>
          </a:ln>
        </p:spPr>
      </p:sp>
      <p:sp>
        <p:nvSpPr>
          <p:cNvPr id="99" name="Google Shape;99;p60"/>
          <p:cNvSpPr/>
          <p:nvPr>
            <p:ph idx="6" type="pic"/>
          </p:nvPr>
        </p:nvSpPr>
        <p:spPr>
          <a:xfrm>
            <a:off x="5086351" y="1787524"/>
            <a:ext cx="1752600" cy="2178051"/>
          </a:xfrm>
          <a:prstGeom prst="roundRect">
            <a:avLst>
              <a:gd fmla="val 9122" name="adj"/>
            </a:avLst>
          </a:prstGeom>
          <a:solidFill>
            <a:srgbClr val="CADDFF"/>
          </a:solidFill>
          <a:ln>
            <a:noFill/>
          </a:ln>
        </p:spPr>
      </p:sp>
      <p:sp>
        <p:nvSpPr>
          <p:cNvPr id="100" name="Google Shape;100;p60"/>
          <p:cNvSpPr/>
          <p:nvPr>
            <p:ph idx="7" type="pic"/>
          </p:nvPr>
        </p:nvSpPr>
        <p:spPr>
          <a:xfrm>
            <a:off x="5086351" y="4152899"/>
            <a:ext cx="1752600" cy="2178051"/>
          </a:xfrm>
          <a:prstGeom prst="roundRect">
            <a:avLst>
              <a:gd fmla="val 9122" name="adj"/>
            </a:avLst>
          </a:prstGeom>
          <a:solidFill>
            <a:srgbClr val="CADDFF"/>
          </a:solidFill>
          <a:ln>
            <a:noFill/>
          </a:ln>
        </p:spPr>
      </p:sp>
      <p:sp>
        <p:nvSpPr>
          <p:cNvPr id="101" name="Google Shape;101;p60"/>
          <p:cNvSpPr/>
          <p:nvPr>
            <p:ph idx="8" type="pic"/>
          </p:nvPr>
        </p:nvSpPr>
        <p:spPr>
          <a:xfrm>
            <a:off x="7077076" y="1787524"/>
            <a:ext cx="1752600" cy="2178051"/>
          </a:xfrm>
          <a:prstGeom prst="roundRect">
            <a:avLst>
              <a:gd fmla="val 9122" name="adj"/>
            </a:avLst>
          </a:prstGeom>
          <a:solidFill>
            <a:srgbClr val="CADDFF"/>
          </a:solidFill>
          <a:ln>
            <a:noFill/>
          </a:ln>
        </p:spPr>
      </p:sp>
      <p:sp>
        <p:nvSpPr>
          <p:cNvPr id="102" name="Google Shape;102;p60"/>
          <p:cNvSpPr/>
          <p:nvPr>
            <p:ph idx="9" type="pic"/>
          </p:nvPr>
        </p:nvSpPr>
        <p:spPr>
          <a:xfrm>
            <a:off x="7077076" y="4152899"/>
            <a:ext cx="1752600" cy="2178051"/>
          </a:xfrm>
          <a:prstGeom prst="roundRect">
            <a:avLst>
              <a:gd fmla="val 9122" name="adj"/>
            </a:avLst>
          </a:prstGeom>
          <a:solidFill>
            <a:srgbClr val="CADDFF"/>
          </a:solidFill>
          <a:ln>
            <a:noFill/>
          </a:ln>
        </p:spPr>
      </p:sp>
      <p:sp>
        <p:nvSpPr>
          <p:cNvPr id="103" name="Google Shape;103;p60"/>
          <p:cNvSpPr/>
          <p:nvPr>
            <p:ph idx="13" type="pic"/>
          </p:nvPr>
        </p:nvSpPr>
        <p:spPr>
          <a:xfrm>
            <a:off x="9067801" y="1787524"/>
            <a:ext cx="1752600" cy="2178051"/>
          </a:xfrm>
          <a:prstGeom prst="roundRect">
            <a:avLst>
              <a:gd fmla="val 9122" name="adj"/>
            </a:avLst>
          </a:prstGeom>
          <a:solidFill>
            <a:srgbClr val="CADDFF"/>
          </a:solidFill>
          <a:ln>
            <a:noFill/>
          </a:ln>
        </p:spPr>
      </p:sp>
      <p:sp>
        <p:nvSpPr>
          <p:cNvPr id="104" name="Google Shape;104;p60"/>
          <p:cNvSpPr/>
          <p:nvPr>
            <p:ph idx="14" type="pic"/>
          </p:nvPr>
        </p:nvSpPr>
        <p:spPr>
          <a:xfrm>
            <a:off x="9067801" y="4152899"/>
            <a:ext cx="1752600" cy="2178051"/>
          </a:xfrm>
          <a:prstGeom prst="roundRect">
            <a:avLst>
              <a:gd fmla="val 9122" name="adj"/>
            </a:avLst>
          </a:prstGeom>
          <a:solidFill>
            <a:srgbClr val="CADDFF"/>
          </a:solidFill>
          <a:ln>
            <a:noFill/>
          </a:ln>
        </p:spPr>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500"/>
                                  </p:stCondLst>
                                  <p:childTnLst>
                                    <p:set>
                                      <p:cBhvr>
                                        <p:cTn dur="1" fill="hold">
                                          <p:stCondLst>
                                            <p:cond delay="0"/>
                                          </p:stCondLst>
                                        </p:cTn>
                                        <p:tgtEl>
                                          <p:spTgt spid="94"/>
                                        </p:tgtEl>
                                        <p:attrNameLst>
                                          <p:attrName>style.visibility</p:attrName>
                                        </p:attrNameLst>
                                      </p:cBhvr>
                                      <p:to>
                                        <p:strVal val="visible"/>
                                      </p:to>
                                    </p:set>
                                    <p:animEffect filter="fade" transition="in">
                                      <p:cBhvr>
                                        <p:cTn dur="1000"/>
                                        <p:tgtEl>
                                          <p:spTgt spid="94"/>
                                        </p:tgtEl>
                                      </p:cBhvr>
                                    </p:animEffect>
                                  </p:childTnLst>
                                </p:cTn>
                              </p:par>
                              <p:par>
                                <p:cTn fill="hold" nodeType="withEffect" presetClass="entr" presetID="10" presetSubtype="0">
                                  <p:stCondLst>
                                    <p:cond delay="0"/>
                                  </p:stCondLst>
                                  <p:childTnLst>
                                    <p:set>
                                      <p:cBhvr>
                                        <p:cTn dur="1" fill="hold">
                                          <p:stCondLst>
                                            <p:cond delay="0"/>
                                          </p:stCondLst>
                                        </p:cTn>
                                        <p:tgtEl>
                                          <p:spTgt spid="95"/>
                                        </p:tgtEl>
                                        <p:attrNameLst>
                                          <p:attrName>style.visibility</p:attrName>
                                        </p:attrNameLst>
                                      </p:cBhvr>
                                      <p:to>
                                        <p:strVal val="visible"/>
                                      </p:to>
                                    </p:set>
                                    <p:animEffect filter="fade" transition="in">
                                      <p:cBhvr>
                                        <p:cTn dur="750"/>
                                        <p:tgtEl>
                                          <p:spTgt spid="95"/>
                                        </p:tgtEl>
                                      </p:cBhvr>
                                    </p:animEffect>
                                  </p:childTnLst>
                                </p:cTn>
                              </p:par>
                              <p:par>
                                <p:cTn fill="hold" nodeType="withEffect" presetClass="entr" presetID="10" presetSubtype="0">
                                  <p:stCondLst>
                                    <p:cond delay="250"/>
                                  </p:stCondLst>
                                  <p:childTnLst>
                                    <p:set>
                                      <p:cBhvr>
                                        <p:cTn dur="1" fill="hold">
                                          <p:stCondLst>
                                            <p:cond delay="0"/>
                                          </p:stCondLst>
                                        </p:cTn>
                                        <p:tgtEl>
                                          <p:spTgt spid="97"/>
                                        </p:tgtEl>
                                        <p:attrNameLst>
                                          <p:attrName>style.visibility</p:attrName>
                                        </p:attrNameLst>
                                      </p:cBhvr>
                                      <p:to>
                                        <p:strVal val="visible"/>
                                      </p:to>
                                    </p:set>
                                    <p:animEffect filter="fade" transition="in">
                                      <p:cBhvr>
                                        <p:cTn dur="750"/>
                                        <p:tgtEl>
                                          <p:spTgt spid="97"/>
                                        </p:tgtEl>
                                      </p:cBhvr>
                                    </p:animEffect>
                                  </p:childTnLst>
                                </p:cTn>
                              </p:par>
                              <p:par>
                                <p:cTn fill="hold" nodeType="withEffect" presetClass="entr" presetID="10" presetSubtype="0">
                                  <p:stCondLst>
                                    <p:cond delay="500"/>
                                  </p:stCondLst>
                                  <p:childTnLst>
                                    <p:set>
                                      <p:cBhvr>
                                        <p:cTn dur="1" fill="hold">
                                          <p:stCondLst>
                                            <p:cond delay="0"/>
                                          </p:stCondLst>
                                        </p:cTn>
                                        <p:tgtEl>
                                          <p:spTgt spid="99"/>
                                        </p:tgtEl>
                                        <p:attrNameLst>
                                          <p:attrName>style.visibility</p:attrName>
                                        </p:attrNameLst>
                                      </p:cBhvr>
                                      <p:to>
                                        <p:strVal val="visible"/>
                                      </p:to>
                                    </p:set>
                                    <p:animEffect filter="fade" transition="in">
                                      <p:cBhvr>
                                        <p:cTn dur="750"/>
                                        <p:tgtEl>
                                          <p:spTgt spid="99"/>
                                        </p:tgtEl>
                                      </p:cBhvr>
                                    </p:animEffect>
                                  </p:childTnLst>
                                </p:cTn>
                              </p:par>
                              <p:par>
                                <p:cTn fill="hold" nodeType="withEffect" presetClass="entr" presetID="10" presetSubtype="0">
                                  <p:stCondLst>
                                    <p:cond delay="750"/>
                                  </p:stCondLst>
                                  <p:childTnLst>
                                    <p:set>
                                      <p:cBhvr>
                                        <p:cTn dur="1" fill="hold">
                                          <p:stCondLst>
                                            <p:cond delay="0"/>
                                          </p:stCondLst>
                                        </p:cTn>
                                        <p:tgtEl>
                                          <p:spTgt spid="101"/>
                                        </p:tgtEl>
                                        <p:attrNameLst>
                                          <p:attrName>style.visibility</p:attrName>
                                        </p:attrNameLst>
                                      </p:cBhvr>
                                      <p:to>
                                        <p:strVal val="visible"/>
                                      </p:to>
                                    </p:set>
                                    <p:animEffect filter="fade" transition="in">
                                      <p:cBhvr>
                                        <p:cTn dur="750"/>
                                        <p:tgtEl>
                                          <p:spTgt spid="101"/>
                                        </p:tgtEl>
                                      </p:cBhvr>
                                    </p:animEffect>
                                  </p:childTnLst>
                                </p:cTn>
                              </p:par>
                              <p:par>
                                <p:cTn fill="hold" nodeType="withEffect" presetClass="entr" presetID="10" presetSubtype="0">
                                  <p:stCondLst>
                                    <p:cond delay="1000"/>
                                  </p:stCondLst>
                                  <p:childTnLst>
                                    <p:set>
                                      <p:cBhvr>
                                        <p:cTn dur="1" fill="hold">
                                          <p:stCondLst>
                                            <p:cond delay="0"/>
                                          </p:stCondLst>
                                        </p:cTn>
                                        <p:tgtEl>
                                          <p:spTgt spid="103"/>
                                        </p:tgtEl>
                                        <p:attrNameLst>
                                          <p:attrName>style.visibility</p:attrName>
                                        </p:attrNameLst>
                                      </p:cBhvr>
                                      <p:to>
                                        <p:strVal val="visible"/>
                                      </p:to>
                                    </p:set>
                                    <p:animEffect filter="fade" transition="in">
                                      <p:cBhvr>
                                        <p:cTn dur="750"/>
                                        <p:tgtEl>
                                          <p:spTgt spid="103"/>
                                        </p:tgtEl>
                                      </p:cBhvr>
                                    </p:animEffect>
                                  </p:childTnLst>
                                </p:cTn>
                              </p:par>
                              <p:par>
                                <p:cTn fill="hold" nodeType="withEffect" presetClass="entr" presetID="10" presetSubtype="0">
                                  <p:stCondLst>
                                    <p:cond delay="1250"/>
                                  </p:stCondLst>
                                  <p:childTnLst>
                                    <p:set>
                                      <p:cBhvr>
                                        <p:cTn dur="1" fill="hold">
                                          <p:stCondLst>
                                            <p:cond delay="0"/>
                                          </p:stCondLst>
                                        </p:cTn>
                                        <p:tgtEl>
                                          <p:spTgt spid="96"/>
                                        </p:tgtEl>
                                        <p:attrNameLst>
                                          <p:attrName>style.visibility</p:attrName>
                                        </p:attrNameLst>
                                      </p:cBhvr>
                                      <p:to>
                                        <p:strVal val="visible"/>
                                      </p:to>
                                    </p:set>
                                    <p:animEffect filter="fade" transition="in">
                                      <p:cBhvr>
                                        <p:cTn dur="750"/>
                                        <p:tgtEl>
                                          <p:spTgt spid="96"/>
                                        </p:tgtEl>
                                      </p:cBhvr>
                                    </p:animEffect>
                                  </p:childTnLst>
                                </p:cTn>
                              </p:par>
                              <p:par>
                                <p:cTn fill="hold" nodeType="withEffect" presetClass="entr" presetID="10" presetSubtype="0">
                                  <p:stCondLst>
                                    <p:cond delay="1500"/>
                                  </p:stCondLst>
                                  <p:childTnLst>
                                    <p:set>
                                      <p:cBhvr>
                                        <p:cTn dur="1" fill="hold">
                                          <p:stCondLst>
                                            <p:cond delay="0"/>
                                          </p:stCondLst>
                                        </p:cTn>
                                        <p:tgtEl>
                                          <p:spTgt spid="98"/>
                                        </p:tgtEl>
                                        <p:attrNameLst>
                                          <p:attrName>style.visibility</p:attrName>
                                        </p:attrNameLst>
                                      </p:cBhvr>
                                      <p:to>
                                        <p:strVal val="visible"/>
                                      </p:to>
                                    </p:set>
                                    <p:animEffect filter="fade" transition="in">
                                      <p:cBhvr>
                                        <p:cTn dur="750"/>
                                        <p:tgtEl>
                                          <p:spTgt spid="98"/>
                                        </p:tgtEl>
                                      </p:cBhvr>
                                    </p:animEffect>
                                  </p:childTnLst>
                                </p:cTn>
                              </p:par>
                              <p:par>
                                <p:cTn fill="hold" nodeType="withEffect" presetClass="entr" presetID="10" presetSubtype="0">
                                  <p:stCondLst>
                                    <p:cond delay="1750"/>
                                  </p:stCondLst>
                                  <p:childTnLst>
                                    <p:set>
                                      <p:cBhvr>
                                        <p:cTn dur="1" fill="hold">
                                          <p:stCondLst>
                                            <p:cond delay="0"/>
                                          </p:stCondLst>
                                        </p:cTn>
                                        <p:tgtEl>
                                          <p:spTgt spid="100"/>
                                        </p:tgtEl>
                                        <p:attrNameLst>
                                          <p:attrName>style.visibility</p:attrName>
                                        </p:attrNameLst>
                                      </p:cBhvr>
                                      <p:to>
                                        <p:strVal val="visible"/>
                                      </p:to>
                                    </p:set>
                                    <p:animEffect filter="fade" transition="in">
                                      <p:cBhvr>
                                        <p:cTn dur="750"/>
                                        <p:tgtEl>
                                          <p:spTgt spid="100"/>
                                        </p:tgtEl>
                                      </p:cBhvr>
                                    </p:animEffect>
                                  </p:childTnLst>
                                </p:cTn>
                              </p:par>
                              <p:par>
                                <p:cTn fill="hold" nodeType="withEffect" presetClass="entr" presetID="10" presetSubtype="0">
                                  <p:stCondLst>
                                    <p:cond delay="2000"/>
                                  </p:stCondLst>
                                  <p:childTnLst>
                                    <p:set>
                                      <p:cBhvr>
                                        <p:cTn dur="1" fill="hold">
                                          <p:stCondLst>
                                            <p:cond delay="0"/>
                                          </p:stCondLst>
                                        </p:cTn>
                                        <p:tgtEl>
                                          <p:spTgt spid="102"/>
                                        </p:tgtEl>
                                        <p:attrNameLst>
                                          <p:attrName>style.visibility</p:attrName>
                                        </p:attrNameLst>
                                      </p:cBhvr>
                                      <p:to>
                                        <p:strVal val="visible"/>
                                      </p:to>
                                    </p:set>
                                    <p:animEffect filter="fade" transition="in">
                                      <p:cBhvr>
                                        <p:cTn dur="750"/>
                                        <p:tgtEl>
                                          <p:spTgt spid="102"/>
                                        </p:tgtEl>
                                      </p:cBhvr>
                                    </p:animEffect>
                                  </p:childTnLst>
                                </p:cTn>
                              </p:par>
                              <p:par>
                                <p:cTn fill="hold" nodeType="withEffect" presetClass="entr" presetID="10" presetSubtype="0">
                                  <p:stCondLst>
                                    <p:cond delay="2250"/>
                                  </p:stCondLst>
                                  <p:childTnLst>
                                    <p:set>
                                      <p:cBhvr>
                                        <p:cTn dur="1" fill="hold">
                                          <p:stCondLst>
                                            <p:cond delay="0"/>
                                          </p:stCondLst>
                                        </p:cTn>
                                        <p:tgtEl>
                                          <p:spTgt spid="104"/>
                                        </p:tgtEl>
                                        <p:attrNameLst>
                                          <p:attrName>style.visibility</p:attrName>
                                        </p:attrNameLst>
                                      </p:cBhvr>
                                      <p:to>
                                        <p:strVal val="visible"/>
                                      </p:to>
                                    </p:set>
                                    <p:animEffect filter="fade" transition="in">
                                      <p:cBhvr>
                                        <p:cTn dur="750"/>
                                        <p:tgtEl>
                                          <p:spTgt spid="10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_Custom Layout">
  <p:cSld name="17_Custom Layout">
    <p:spTree>
      <p:nvGrpSpPr>
        <p:cNvPr id="105" name="Shape 105"/>
        <p:cNvGrpSpPr/>
        <p:nvPr/>
      </p:nvGrpSpPr>
      <p:grpSpPr>
        <a:xfrm>
          <a:off x="0" y="0"/>
          <a:ext cx="0" cy="0"/>
          <a:chOff x="0" y="0"/>
          <a:chExt cx="0" cy="0"/>
        </a:xfrm>
      </p:grpSpPr>
      <p:sp>
        <p:nvSpPr>
          <p:cNvPr id="106" name="Google Shape;106;p61"/>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lvl1pPr lvl="0" algn="l">
              <a:lnSpc>
                <a:spcPct val="90000"/>
              </a:lnSpc>
              <a:spcBef>
                <a:spcPts val="0"/>
              </a:spcBef>
              <a:spcAft>
                <a:spcPts val="0"/>
              </a:spcAft>
              <a:buClr>
                <a:schemeClr val="dk1"/>
              </a:buClr>
              <a:buSzPts val="3200"/>
              <a:buFont typeface="Poppins"/>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7" name="Google Shape;107;p61"/>
          <p:cNvSpPr/>
          <p:nvPr>
            <p:ph idx="2" type="pic"/>
          </p:nvPr>
        </p:nvSpPr>
        <p:spPr>
          <a:xfrm>
            <a:off x="1104900" y="1787524"/>
            <a:ext cx="2019299" cy="2178051"/>
          </a:xfrm>
          <a:prstGeom prst="roundRect">
            <a:avLst>
              <a:gd fmla="val 9122" name="adj"/>
            </a:avLst>
          </a:prstGeom>
          <a:solidFill>
            <a:srgbClr val="CADDFF"/>
          </a:solidFill>
          <a:ln>
            <a:noFill/>
          </a:ln>
        </p:spPr>
      </p:sp>
      <p:sp>
        <p:nvSpPr>
          <p:cNvPr id="108" name="Google Shape;108;p61"/>
          <p:cNvSpPr/>
          <p:nvPr>
            <p:ph idx="3" type="pic"/>
          </p:nvPr>
        </p:nvSpPr>
        <p:spPr>
          <a:xfrm>
            <a:off x="1104900" y="4152899"/>
            <a:ext cx="2019299" cy="2178051"/>
          </a:xfrm>
          <a:prstGeom prst="roundRect">
            <a:avLst>
              <a:gd fmla="val 9122" name="adj"/>
            </a:avLst>
          </a:prstGeom>
          <a:solidFill>
            <a:srgbClr val="CADDFF"/>
          </a:solidFill>
          <a:ln>
            <a:noFill/>
          </a:ln>
        </p:spPr>
      </p:sp>
      <p:sp>
        <p:nvSpPr>
          <p:cNvPr id="109" name="Google Shape;109;p61"/>
          <p:cNvSpPr/>
          <p:nvPr>
            <p:ph idx="4" type="pic"/>
          </p:nvPr>
        </p:nvSpPr>
        <p:spPr>
          <a:xfrm>
            <a:off x="3371850" y="1787524"/>
            <a:ext cx="2019299" cy="2178051"/>
          </a:xfrm>
          <a:prstGeom prst="roundRect">
            <a:avLst>
              <a:gd fmla="val 9122" name="adj"/>
            </a:avLst>
          </a:prstGeom>
          <a:solidFill>
            <a:srgbClr val="CADDFF"/>
          </a:solidFill>
          <a:ln>
            <a:noFill/>
          </a:ln>
        </p:spPr>
      </p:sp>
      <p:sp>
        <p:nvSpPr>
          <p:cNvPr id="110" name="Google Shape;110;p61"/>
          <p:cNvSpPr/>
          <p:nvPr>
            <p:ph idx="5" type="pic"/>
          </p:nvPr>
        </p:nvSpPr>
        <p:spPr>
          <a:xfrm>
            <a:off x="3371850" y="4152899"/>
            <a:ext cx="2019299" cy="2178051"/>
          </a:xfrm>
          <a:prstGeom prst="roundRect">
            <a:avLst>
              <a:gd fmla="val 9122" name="adj"/>
            </a:avLst>
          </a:prstGeom>
          <a:solidFill>
            <a:srgbClr val="CADDFF"/>
          </a:solidFill>
          <a:ln>
            <a:noFill/>
          </a:ln>
        </p:spPr>
      </p:sp>
      <p:sp>
        <p:nvSpPr>
          <p:cNvPr id="111" name="Google Shape;111;p61"/>
          <p:cNvSpPr/>
          <p:nvPr>
            <p:ph idx="6" type="pic"/>
          </p:nvPr>
        </p:nvSpPr>
        <p:spPr>
          <a:xfrm>
            <a:off x="5638800" y="1787524"/>
            <a:ext cx="3124200" cy="4543426"/>
          </a:xfrm>
          <a:prstGeom prst="roundRect">
            <a:avLst>
              <a:gd fmla="val 5463" name="adj"/>
            </a:avLst>
          </a:prstGeom>
          <a:solidFill>
            <a:srgbClr val="CADDFF"/>
          </a:solidFill>
          <a:ln>
            <a:noFill/>
          </a:ln>
        </p:spPr>
      </p:sp>
      <p:sp>
        <p:nvSpPr>
          <p:cNvPr id="112" name="Google Shape;112;p61"/>
          <p:cNvSpPr/>
          <p:nvPr>
            <p:ph idx="7" type="pic"/>
          </p:nvPr>
        </p:nvSpPr>
        <p:spPr>
          <a:xfrm>
            <a:off x="9010651" y="1787524"/>
            <a:ext cx="2019299" cy="2178051"/>
          </a:xfrm>
          <a:prstGeom prst="roundRect">
            <a:avLst>
              <a:gd fmla="val 9122" name="adj"/>
            </a:avLst>
          </a:prstGeom>
          <a:solidFill>
            <a:srgbClr val="CADDFF"/>
          </a:solidFill>
          <a:ln>
            <a:noFill/>
          </a:ln>
        </p:spPr>
      </p:sp>
      <p:sp>
        <p:nvSpPr>
          <p:cNvPr id="113" name="Google Shape;113;p61"/>
          <p:cNvSpPr/>
          <p:nvPr>
            <p:ph idx="8" type="pic"/>
          </p:nvPr>
        </p:nvSpPr>
        <p:spPr>
          <a:xfrm>
            <a:off x="9010651" y="4152898"/>
            <a:ext cx="2019299" cy="2178051"/>
          </a:xfrm>
          <a:prstGeom prst="roundRect">
            <a:avLst>
              <a:gd fmla="val 9122" name="adj"/>
            </a:avLst>
          </a:prstGeom>
          <a:solidFill>
            <a:srgbClr val="CADDFF"/>
          </a:solidFill>
          <a:ln>
            <a:noFill/>
          </a:ln>
        </p:spPr>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500"/>
                                  </p:stCondLst>
                                  <p:childTnLst>
                                    <p:set>
                                      <p:cBhvr>
                                        <p:cTn dur="1" fill="hold">
                                          <p:stCondLst>
                                            <p:cond delay="0"/>
                                          </p:stCondLst>
                                        </p:cTn>
                                        <p:tgtEl>
                                          <p:spTgt spid="106"/>
                                        </p:tgtEl>
                                        <p:attrNameLst>
                                          <p:attrName>style.visibility</p:attrName>
                                        </p:attrNameLst>
                                      </p:cBhvr>
                                      <p:to>
                                        <p:strVal val="visible"/>
                                      </p:to>
                                    </p:set>
                                    <p:animEffect filter="fade" transition="in">
                                      <p:cBhvr>
                                        <p:cTn dur="1000"/>
                                        <p:tgtEl>
                                          <p:spTgt spid="106"/>
                                        </p:tgtEl>
                                      </p:cBhvr>
                                    </p:animEffect>
                                  </p:childTnLst>
                                </p:cTn>
                              </p:par>
                              <p:par>
                                <p:cTn fill="hold" nodeType="withEffect" presetClass="entr" presetID="2" presetSubtype="4">
                                  <p:stCondLst>
                                    <p:cond delay="0"/>
                                  </p:stCondLst>
                                  <p:childTnLst>
                                    <p:set>
                                      <p:cBhvr>
                                        <p:cTn dur="1" fill="hold">
                                          <p:stCondLst>
                                            <p:cond delay="0"/>
                                          </p:stCondLst>
                                        </p:cTn>
                                        <p:tgtEl>
                                          <p:spTgt spid="107"/>
                                        </p:tgtEl>
                                        <p:attrNameLst>
                                          <p:attrName>style.visibility</p:attrName>
                                        </p:attrNameLst>
                                      </p:cBhvr>
                                      <p:to>
                                        <p:strVal val="visible"/>
                                      </p:to>
                                    </p:set>
                                    <p:anim calcmode="lin" valueType="num">
                                      <p:cBhvr additive="base">
                                        <p:cTn dur="750"/>
                                        <p:tgtEl>
                                          <p:spTgt spid="107"/>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250"/>
                                  </p:stCondLst>
                                  <p:childTnLst>
                                    <p:set>
                                      <p:cBhvr>
                                        <p:cTn dur="1" fill="hold">
                                          <p:stCondLst>
                                            <p:cond delay="0"/>
                                          </p:stCondLst>
                                        </p:cTn>
                                        <p:tgtEl>
                                          <p:spTgt spid="109"/>
                                        </p:tgtEl>
                                        <p:attrNameLst>
                                          <p:attrName>style.visibility</p:attrName>
                                        </p:attrNameLst>
                                      </p:cBhvr>
                                      <p:to>
                                        <p:strVal val="visible"/>
                                      </p:to>
                                    </p:set>
                                    <p:anim calcmode="lin" valueType="num">
                                      <p:cBhvr additive="base">
                                        <p:cTn dur="750"/>
                                        <p:tgtEl>
                                          <p:spTgt spid="109"/>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500"/>
                                  </p:stCondLst>
                                  <p:childTnLst>
                                    <p:set>
                                      <p:cBhvr>
                                        <p:cTn dur="1" fill="hold">
                                          <p:stCondLst>
                                            <p:cond delay="0"/>
                                          </p:stCondLst>
                                        </p:cTn>
                                        <p:tgtEl>
                                          <p:spTgt spid="108"/>
                                        </p:tgtEl>
                                        <p:attrNameLst>
                                          <p:attrName>style.visibility</p:attrName>
                                        </p:attrNameLst>
                                      </p:cBhvr>
                                      <p:to>
                                        <p:strVal val="visible"/>
                                      </p:to>
                                    </p:set>
                                    <p:anim calcmode="lin" valueType="num">
                                      <p:cBhvr additive="base">
                                        <p:cTn dur="750"/>
                                        <p:tgtEl>
                                          <p:spTgt spid="108"/>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750"/>
                                  </p:stCondLst>
                                  <p:childTnLst>
                                    <p:set>
                                      <p:cBhvr>
                                        <p:cTn dur="1" fill="hold">
                                          <p:stCondLst>
                                            <p:cond delay="0"/>
                                          </p:stCondLst>
                                        </p:cTn>
                                        <p:tgtEl>
                                          <p:spTgt spid="110"/>
                                        </p:tgtEl>
                                        <p:attrNameLst>
                                          <p:attrName>style.visibility</p:attrName>
                                        </p:attrNameLst>
                                      </p:cBhvr>
                                      <p:to>
                                        <p:strVal val="visible"/>
                                      </p:to>
                                    </p:set>
                                    <p:anim calcmode="lin" valueType="num">
                                      <p:cBhvr additive="base">
                                        <p:cTn dur="750"/>
                                        <p:tgtEl>
                                          <p:spTgt spid="110"/>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1000"/>
                                  </p:stCondLst>
                                  <p:childTnLst>
                                    <p:set>
                                      <p:cBhvr>
                                        <p:cTn dur="1" fill="hold">
                                          <p:stCondLst>
                                            <p:cond delay="0"/>
                                          </p:stCondLst>
                                        </p:cTn>
                                        <p:tgtEl>
                                          <p:spTgt spid="111"/>
                                        </p:tgtEl>
                                        <p:attrNameLst>
                                          <p:attrName>style.visibility</p:attrName>
                                        </p:attrNameLst>
                                      </p:cBhvr>
                                      <p:to>
                                        <p:strVal val="visible"/>
                                      </p:to>
                                    </p:set>
                                    <p:anim calcmode="lin" valueType="num">
                                      <p:cBhvr additive="base">
                                        <p:cTn dur="750"/>
                                        <p:tgtEl>
                                          <p:spTgt spid="111"/>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1250"/>
                                  </p:stCondLst>
                                  <p:childTnLst>
                                    <p:set>
                                      <p:cBhvr>
                                        <p:cTn dur="1" fill="hold">
                                          <p:stCondLst>
                                            <p:cond delay="0"/>
                                          </p:stCondLst>
                                        </p:cTn>
                                        <p:tgtEl>
                                          <p:spTgt spid="112"/>
                                        </p:tgtEl>
                                        <p:attrNameLst>
                                          <p:attrName>style.visibility</p:attrName>
                                        </p:attrNameLst>
                                      </p:cBhvr>
                                      <p:to>
                                        <p:strVal val="visible"/>
                                      </p:to>
                                    </p:set>
                                    <p:anim calcmode="lin" valueType="num">
                                      <p:cBhvr additive="base">
                                        <p:cTn dur="750"/>
                                        <p:tgtEl>
                                          <p:spTgt spid="112"/>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1500"/>
                                  </p:stCondLst>
                                  <p:childTnLst>
                                    <p:set>
                                      <p:cBhvr>
                                        <p:cTn dur="1" fill="hold">
                                          <p:stCondLst>
                                            <p:cond delay="0"/>
                                          </p:stCondLst>
                                        </p:cTn>
                                        <p:tgtEl>
                                          <p:spTgt spid="113"/>
                                        </p:tgtEl>
                                        <p:attrNameLst>
                                          <p:attrName>style.visibility</p:attrName>
                                        </p:attrNameLst>
                                      </p:cBhvr>
                                      <p:to>
                                        <p:strVal val="visible"/>
                                      </p:to>
                                    </p:set>
                                    <p:anim calcmode="lin" valueType="num">
                                      <p:cBhvr additive="base">
                                        <p:cTn dur="750"/>
                                        <p:tgtEl>
                                          <p:spTgt spid="113"/>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_Custom Layout">
  <p:cSld name="18_Custom Layout">
    <p:spTree>
      <p:nvGrpSpPr>
        <p:cNvPr id="114" name="Shape 114"/>
        <p:cNvGrpSpPr/>
        <p:nvPr/>
      </p:nvGrpSpPr>
      <p:grpSpPr>
        <a:xfrm>
          <a:off x="0" y="0"/>
          <a:ext cx="0" cy="0"/>
          <a:chOff x="0" y="0"/>
          <a:chExt cx="0" cy="0"/>
        </a:xfrm>
      </p:grpSpPr>
      <p:sp>
        <p:nvSpPr>
          <p:cNvPr id="115" name="Google Shape;115;p62"/>
          <p:cNvSpPr/>
          <p:nvPr>
            <p:ph idx="2" type="pic"/>
          </p:nvPr>
        </p:nvSpPr>
        <p:spPr>
          <a:xfrm>
            <a:off x="7810498" y="2291293"/>
            <a:ext cx="2438402" cy="2465914"/>
          </a:xfrm>
          <a:prstGeom prst="roundRect">
            <a:avLst>
              <a:gd fmla="val 7968" name="adj"/>
            </a:avLst>
          </a:prstGeom>
          <a:solidFill>
            <a:srgbClr val="CADDFF"/>
          </a:solidFill>
          <a:ln>
            <a:noFill/>
          </a:ln>
        </p:spPr>
      </p:sp>
      <p:sp>
        <p:nvSpPr>
          <p:cNvPr id="116" name="Google Shape;116;p62"/>
          <p:cNvSpPr/>
          <p:nvPr>
            <p:ph idx="3" type="pic"/>
          </p:nvPr>
        </p:nvSpPr>
        <p:spPr>
          <a:xfrm>
            <a:off x="1943100" y="2291293"/>
            <a:ext cx="2438402" cy="2465914"/>
          </a:xfrm>
          <a:prstGeom prst="roundRect">
            <a:avLst>
              <a:gd fmla="val 7968" name="adj"/>
            </a:avLst>
          </a:prstGeom>
          <a:solidFill>
            <a:srgbClr val="CADDFF"/>
          </a:solidFill>
          <a:ln>
            <a:noFill/>
          </a:ln>
        </p:spPr>
      </p:sp>
      <p:sp>
        <p:nvSpPr>
          <p:cNvPr id="117" name="Google Shape;117;p62"/>
          <p:cNvSpPr txBox="1"/>
          <p:nvPr>
            <p:ph type="title"/>
          </p:nvPr>
        </p:nvSpPr>
        <p:spPr>
          <a:xfrm>
            <a:off x="1119187" y="724094"/>
            <a:ext cx="9953625" cy="961832"/>
          </a:xfrm>
          <a:prstGeom prst="rect">
            <a:avLst/>
          </a:prstGeom>
          <a:noFill/>
          <a:ln>
            <a:noFill/>
          </a:ln>
        </p:spPr>
        <p:txBody>
          <a:bodyPr anchorCtr="0" anchor="ctr" bIns="45700" lIns="0" spcFirstLastPara="1" rIns="91425" wrap="square" tIns="91425">
            <a:normAutofit/>
          </a:bodyPr>
          <a:lstStyle>
            <a:lvl1pPr lvl="0" algn="ctr">
              <a:lnSpc>
                <a:spcPct val="90000"/>
              </a:lnSpc>
              <a:spcBef>
                <a:spcPts val="0"/>
              </a:spcBef>
              <a:spcAft>
                <a:spcPts val="0"/>
              </a:spcAft>
              <a:buClr>
                <a:schemeClr val="dk1"/>
              </a:buClr>
              <a:buSzPts val="4000"/>
              <a:buFont typeface="Poppins"/>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8" name="Google Shape;118;p62"/>
          <p:cNvSpPr/>
          <p:nvPr>
            <p:ph idx="4" type="pic"/>
          </p:nvPr>
        </p:nvSpPr>
        <p:spPr>
          <a:xfrm>
            <a:off x="4876798" y="2034118"/>
            <a:ext cx="2438402" cy="2465914"/>
          </a:xfrm>
          <a:prstGeom prst="roundRect">
            <a:avLst>
              <a:gd fmla="val 7968" name="adj"/>
            </a:avLst>
          </a:prstGeom>
          <a:solidFill>
            <a:srgbClr val="CADDFF"/>
          </a:solidFill>
          <a:ln>
            <a:noFill/>
          </a:ln>
          <a:effectLst>
            <a:outerShdw blurRad="381000" rotWithShape="0" algn="ctr" dir="5400000" dist="127000">
              <a:srgbClr val="000000">
                <a:alpha val="29411"/>
              </a:srgbClr>
            </a:outerShdw>
          </a:effectLst>
        </p:spPr>
      </p:sp>
      <p:sp>
        <p:nvSpPr>
          <p:cNvPr id="119" name="Google Shape;119;p62"/>
          <p:cNvSpPr/>
          <p:nvPr/>
        </p:nvSpPr>
        <p:spPr>
          <a:xfrm>
            <a:off x="-547591" y="2291293"/>
            <a:ext cx="1928521" cy="2465914"/>
          </a:xfrm>
          <a:prstGeom prst="roundRect">
            <a:avLst>
              <a:gd fmla="val 11698"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120" name="Google Shape;120;p62"/>
          <p:cNvSpPr/>
          <p:nvPr/>
        </p:nvSpPr>
        <p:spPr>
          <a:xfrm>
            <a:off x="10811068" y="2291293"/>
            <a:ext cx="1928521" cy="2465914"/>
          </a:xfrm>
          <a:prstGeom prst="roundRect">
            <a:avLst>
              <a:gd fmla="val 11698" name="adj"/>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Tree>
  </p:cSld>
  <p:clrMapOvr>
    <a:masterClrMapping/>
  </p:clrMapOvr>
  <mc:AlternateContent>
    <mc:Choice Requires="p14">
      <p:transition>
        <p14:reveal dir="l"/>
      </p:transition>
    </mc:Choice>
    <mc:Fallback>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_Custom Layout">
  <p:cSld name="19_Custom Layout">
    <p:spTree>
      <p:nvGrpSpPr>
        <p:cNvPr id="121" name="Shape 121"/>
        <p:cNvGrpSpPr/>
        <p:nvPr/>
      </p:nvGrpSpPr>
      <p:grpSpPr>
        <a:xfrm>
          <a:off x="0" y="0"/>
          <a:ext cx="0" cy="0"/>
          <a:chOff x="0" y="0"/>
          <a:chExt cx="0" cy="0"/>
        </a:xfrm>
      </p:grpSpPr>
      <p:sp>
        <p:nvSpPr>
          <p:cNvPr id="122" name="Google Shape;122;p63"/>
          <p:cNvSpPr txBox="1"/>
          <p:nvPr>
            <p:ph type="title"/>
          </p:nvPr>
        </p:nvSpPr>
        <p:spPr>
          <a:xfrm>
            <a:off x="1119187" y="724094"/>
            <a:ext cx="9953625" cy="961832"/>
          </a:xfrm>
          <a:prstGeom prst="rect">
            <a:avLst/>
          </a:prstGeom>
          <a:noFill/>
          <a:ln>
            <a:noFill/>
          </a:ln>
        </p:spPr>
        <p:txBody>
          <a:bodyPr anchorCtr="0" anchor="ctr" bIns="45700" lIns="0" spcFirstLastPara="1" rIns="91425" wrap="square" tIns="91425">
            <a:normAutofit/>
          </a:bodyPr>
          <a:lstStyle>
            <a:lvl1pPr lvl="0" algn="ctr">
              <a:lnSpc>
                <a:spcPct val="90000"/>
              </a:lnSpc>
              <a:spcBef>
                <a:spcPts val="0"/>
              </a:spcBef>
              <a:spcAft>
                <a:spcPts val="0"/>
              </a:spcAft>
              <a:buClr>
                <a:schemeClr val="dk1"/>
              </a:buClr>
              <a:buSzPts val="4000"/>
              <a:buFont typeface="Poppins"/>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3" name="Google Shape;123;p63"/>
          <p:cNvSpPr/>
          <p:nvPr>
            <p:ph idx="2" type="pic"/>
          </p:nvPr>
        </p:nvSpPr>
        <p:spPr>
          <a:xfrm>
            <a:off x="2889160" y="3222611"/>
            <a:ext cx="310777" cy="312189"/>
          </a:xfrm>
          <a:prstGeom prst="ellipse">
            <a:avLst/>
          </a:prstGeom>
          <a:solidFill>
            <a:srgbClr val="CADDFF"/>
          </a:solidFill>
          <a:ln>
            <a:noFill/>
          </a:ln>
        </p:spPr>
      </p:sp>
      <p:sp>
        <p:nvSpPr>
          <p:cNvPr id="124" name="Google Shape;124;p63"/>
          <p:cNvSpPr/>
          <p:nvPr>
            <p:ph idx="3" type="pic"/>
          </p:nvPr>
        </p:nvSpPr>
        <p:spPr>
          <a:xfrm>
            <a:off x="8313412" y="3059889"/>
            <a:ext cx="310777" cy="312189"/>
          </a:xfrm>
          <a:prstGeom prst="ellipse">
            <a:avLst/>
          </a:prstGeom>
          <a:solidFill>
            <a:srgbClr val="CADDFF"/>
          </a:solidFill>
          <a:ln>
            <a:noFill/>
          </a:ln>
        </p:spPr>
      </p:sp>
      <p:sp>
        <p:nvSpPr>
          <p:cNvPr id="125" name="Google Shape;125;p63"/>
          <p:cNvSpPr/>
          <p:nvPr>
            <p:ph idx="4" type="pic"/>
          </p:nvPr>
        </p:nvSpPr>
        <p:spPr>
          <a:xfrm>
            <a:off x="6633174" y="2167735"/>
            <a:ext cx="676812" cy="679886"/>
          </a:xfrm>
          <a:prstGeom prst="ellipse">
            <a:avLst/>
          </a:prstGeom>
          <a:solidFill>
            <a:srgbClr val="CADDFF"/>
          </a:solidFill>
          <a:ln>
            <a:noFill/>
          </a:ln>
        </p:spPr>
      </p:sp>
      <p:sp>
        <p:nvSpPr>
          <p:cNvPr id="126" name="Google Shape;126;p63"/>
          <p:cNvSpPr/>
          <p:nvPr>
            <p:ph idx="5" type="pic"/>
          </p:nvPr>
        </p:nvSpPr>
        <p:spPr>
          <a:xfrm>
            <a:off x="9484342" y="4275365"/>
            <a:ext cx="676812" cy="679886"/>
          </a:xfrm>
          <a:prstGeom prst="ellipse">
            <a:avLst/>
          </a:prstGeom>
          <a:solidFill>
            <a:srgbClr val="CADDFF"/>
          </a:solidFill>
          <a:ln>
            <a:noFill/>
          </a:ln>
        </p:spPr>
      </p:sp>
      <p:sp>
        <p:nvSpPr>
          <p:cNvPr id="127" name="Google Shape;127;p63"/>
          <p:cNvSpPr/>
          <p:nvPr>
            <p:ph idx="6" type="pic"/>
          </p:nvPr>
        </p:nvSpPr>
        <p:spPr>
          <a:xfrm>
            <a:off x="5237804" y="2920768"/>
            <a:ext cx="676812" cy="679886"/>
          </a:xfrm>
          <a:prstGeom prst="ellipse">
            <a:avLst/>
          </a:prstGeom>
          <a:solidFill>
            <a:srgbClr val="CADDFF"/>
          </a:solidFill>
          <a:ln>
            <a:noFill/>
          </a:ln>
        </p:spPr>
      </p:sp>
      <p:sp>
        <p:nvSpPr>
          <p:cNvPr id="128" name="Google Shape;128;p63"/>
          <p:cNvSpPr/>
          <p:nvPr>
            <p:ph idx="7" type="pic"/>
          </p:nvPr>
        </p:nvSpPr>
        <p:spPr>
          <a:xfrm>
            <a:off x="6543231" y="3999763"/>
            <a:ext cx="310777" cy="312189"/>
          </a:xfrm>
          <a:prstGeom prst="ellipse">
            <a:avLst/>
          </a:prstGeom>
          <a:solidFill>
            <a:srgbClr val="CADDFF"/>
          </a:solidFill>
          <a:ln>
            <a:noFill/>
          </a:ln>
        </p:spPr>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1100"/>
                                  </p:stCondLst>
                                  <p:childTnLst>
                                    <p:set>
                                      <p:cBhvr>
                                        <p:cTn dur="1" fill="hold">
                                          <p:stCondLst>
                                            <p:cond delay="0"/>
                                          </p:stCondLst>
                                        </p:cTn>
                                        <p:tgtEl>
                                          <p:spTgt spid="127"/>
                                        </p:tgtEl>
                                        <p:attrNameLst>
                                          <p:attrName>style.visibility</p:attrName>
                                        </p:attrNameLst>
                                      </p:cBhvr>
                                      <p:to>
                                        <p:strVal val="visible"/>
                                      </p:to>
                                    </p:set>
                                    <p:animEffect filter="fade" transition="in">
                                      <p:cBhvr>
                                        <p:cTn dur="750"/>
                                        <p:tgtEl>
                                          <p:spTgt spid="127"/>
                                        </p:tgtEl>
                                      </p:cBhvr>
                                    </p:animEffect>
                                  </p:childTnLst>
                                </p:cTn>
                              </p:par>
                              <p:par>
                                <p:cTn fill="hold" nodeType="withEffect" presetClass="entr" presetID="10" presetSubtype="0">
                                  <p:stCondLst>
                                    <p:cond delay="1500"/>
                                  </p:stCondLst>
                                  <p:childTnLst>
                                    <p:set>
                                      <p:cBhvr>
                                        <p:cTn dur="1" fill="hold">
                                          <p:stCondLst>
                                            <p:cond delay="0"/>
                                          </p:stCondLst>
                                        </p:cTn>
                                        <p:tgtEl>
                                          <p:spTgt spid="125"/>
                                        </p:tgtEl>
                                        <p:attrNameLst>
                                          <p:attrName>style.visibility</p:attrName>
                                        </p:attrNameLst>
                                      </p:cBhvr>
                                      <p:to>
                                        <p:strVal val="visible"/>
                                      </p:to>
                                    </p:set>
                                    <p:animEffect filter="fade" transition="in">
                                      <p:cBhvr>
                                        <p:cTn dur="900"/>
                                        <p:tgtEl>
                                          <p:spTgt spid="125"/>
                                        </p:tgtEl>
                                      </p:cBhvr>
                                    </p:animEffect>
                                  </p:childTnLst>
                                </p:cTn>
                              </p:par>
                              <p:par>
                                <p:cTn fill="hold" nodeType="withEffect" presetClass="entr" presetID="10" presetSubtype="0">
                                  <p:stCondLst>
                                    <p:cond delay="1900"/>
                                  </p:stCondLst>
                                  <p:childTnLst>
                                    <p:set>
                                      <p:cBhvr>
                                        <p:cTn dur="1" fill="hold">
                                          <p:stCondLst>
                                            <p:cond delay="0"/>
                                          </p:stCondLst>
                                        </p:cTn>
                                        <p:tgtEl>
                                          <p:spTgt spid="126"/>
                                        </p:tgtEl>
                                        <p:attrNameLst>
                                          <p:attrName>style.visibility</p:attrName>
                                        </p:attrNameLst>
                                      </p:cBhvr>
                                      <p:to>
                                        <p:strVal val="visible"/>
                                      </p:to>
                                    </p:set>
                                    <p:animEffect filter="fade" transition="in">
                                      <p:cBhvr>
                                        <p:cTn dur="750"/>
                                        <p:tgtEl>
                                          <p:spTgt spid="126"/>
                                        </p:tgtEl>
                                      </p:cBhvr>
                                    </p:animEffect>
                                  </p:childTnLst>
                                </p:cTn>
                              </p:par>
                              <p:par>
                                <p:cTn fill="hold" nodeType="withEffect" presetClass="entr" presetID="23" presetSubtype="16">
                                  <p:stCondLst>
                                    <p:cond delay="600"/>
                                  </p:stCondLst>
                                  <p:childTnLst>
                                    <p:set>
                                      <p:cBhvr>
                                        <p:cTn dur="1" fill="hold">
                                          <p:stCondLst>
                                            <p:cond delay="0"/>
                                          </p:stCondLst>
                                        </p:cTn>
                                        <p:tgtEl>
                                          <p:spTgt spid="123"/>
                                        </p:tgtEl>
                                        <p:attrNameLst>
                                          <p:attrName>style.visibility</p:attrName>
                                        </p:attrNameLst>
                                      </p:cBhvr>
                                      <p:to>
                                        <p:strVal val="visible"/>
                                      </p:to>
                                    </p:set>
                                    <p:anim calcmode="lin" valueType="num">
                                      <p:cBhvr additive="base">
                                        <p:cTn dur="750"/>
                                        <p:tgtEl>
                                          <p:spTgt spid="123"/>
                                        </p:tgtEl>
                                        <p:attrNameLst>
                                          <p:attrName>ppt_w</p:attrName>
                                        </p:attrNameLst>
                                      </p:cBhvr>
                                      <p:tavLst>
                                        <p:tav fmla="" tm="0">
                                          <p:val>
                                            <p:strVal val="0"/>
                                          </p:val>
                                        </p:tav>
                                        <p:tav fmla="" tm="100000">
                                          <p:val>
                                            <p:strVal val="#ppt_w"/>
                                          </p:val>
                                        </p:tav>
                                      </p:tavLst>
                                    </p:anim>
                                    <p:anim calcmode="lin" valueType="num">
                                      <p:cBhvr additive="base">
                                        <p:cTn dur="750"/>
                                        <p:tgtEl>
                                          <p:spTgt spid="123"/>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1000"/>
                                  </p:stCondLst>
                                  <p:childTnLst>
                                    <p:set>
                                      <p:cBhvr>
                                        <p:cTn dur="1" fill="hold">
                                          <p:stCondLst>
                                            <p:cond delay="0"/>
                                          </p:stCondLst>
                                        </p:cTn>
                                        <p:tgtEl>
                                          <p:spTgt spid="128"/>
                                        </p:tgtEl>
                                        <p:attrNameLst>
                                          <p:attrName>style.visibility</p:attrName>
                                        </p:attrNameLst>
                                      </p:cBhvr>
                                      <p:to>
                                        <p:strVal val="visible"/>
                                      </p:to>
                                    </p:set>
                                    <p:anim calcmode="lin" valueType="num">
                                      <p:cBhvr additive="base">
                                        <p:cTn dur="750"/>
                                        <p:tgtEl>
                                          <p:spTgt spid="128"/>
                                        </p:tgtEl>
                                        <p:attrNameLst>
                                          <p:attrName>ppt_w</p:attrName>
                                        </p:attrNameLst>
                                      </p:cBhvr>
                                      <p:tavLst>
                                        <p:tav fmla="" tm="0">
                                          <p:val>
                                            <p:strVal val="0"/>
                                          </p:val>
                                        </p:tav>
                                        <p:tav fmla="" tm="100000">
                                          <p:val>
                                            <p:strVal val="#ppt_w"/>
                                          </p:val>
                                        </p:tav>
                                      </p:tavLst>
                                    </p:anim>
                                    <p:anim calcmode="lin" valueType="num">
                                      <p:cBhvr additive="base">
                                        <p:cTn dur="750"/>
                                        <p:tgtEl>
                                          <p:spTgt spid="128"/>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1300"/>
                                  </p:stCondLst>
                                  <p:childTnLst>
                                    <p:set>
                                      <p:cBhvr>
                                        <p:cTn dur="1" fill="hold">
                                          <p:stCondLst>
                                            <p:cond delay="0"/>
                                          </p:stCondLst>
                                        </p:cTn>
                                        <p:tgtEl>
                                          <p:spTgt spid="124"/>
                                        </p:tgtEl>
                                        <p:attrNameLst>
                                          <p:attrName>style.visibility</p:attrName>
                                        </p:attrNameLst>
                                      </p:cBhvr>
                                      <p:to>
                                        <p:strVal val="visible"/>
                                      </p:to>
                                    </p:set>
                                    <p:anim calcmode="lin" valueType="num">
                                      <p:cBhvr additive="base">
                                        <p:cTn dur="750"/>
                                        <p:tgtEl>
                                          <p:spTgt spid="124"/>
                                        </p:tgtEl>
                                        <p:attrNameLst>
                                          <p:attrName>ppt_w</p:attrName>
                                        </p:attrNameLst>
                                      </p:cBhvr>
                                      <p:tavLst>
                                        <p:tav fmla="" tm="0">
                                          <p:val>
                                            <p:strVal val="0"/>
                                          </p:val>
                                        </p:tav>
                                        <p:tav fmla="" tm="100000">
                                          <p:val>
                                            <p:strVal val="#ppt_w"/>
                                          </p:val>
                                        </p:tav>
                                      </p:tavLst>
                                    </p:anim>
                                    <p:anim calcmode="lin" valueType="num">
                                      <p:cBhvr additive="base">
                                        <p:cTn dur="750"/>
                                        <p:tgtEl>
                                          <p:spTgt spid="124"/>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9_Title Slide">
  <p:cSld name="29_Title Slide">
    <p:spTree>
      <p:nvGrpSpPr>
        <p:cNvPr id="129" name="Shape 129"/>
        <p:cNvGrpSpPr/>
        <p:nvPr/>
      </p:nvGrpSpPr>
      <p:grpSpPr>
        <a:xfrm>
          <a:off x="0" y="0"/>
          <a:ext cx="0" cy="0"/>
          <a:chOff x="0" y="0"/>
          <a:chExt cx="0" cy="0"/>
        </a:xfrm>
      </p:grpSpPr>
      <p:sp>
        <p:nvSpPr>
          <p:cNvPr id="130" name="Google Shape;130;p64"/>
          <p:cNvSpPr/>
          <p:nvPr>
            <p:ph idx="2" type="pic"/>
          </p:nvPr>
        </p:nvSpPr>
        <p:spPr>
          <a:xfrm>
            <a:off x="5876925" y="1466849"/>
            <a:ext cx="6315075" cy="5391151"/>
          </a:xfrm>
          <a:prstGeom prst="rect">
            <a:avLst/>
          </a:prstGeom>
          <a:solidFill>
            <a:srgbClr val="CADDFF"/>
          </a:solidFill>
          <a:ln>
            <a:noFill/>
          </a:ln>
        </p:spPr>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1100"/>
                                  </p:stCondLst>
                                  <p:childTnLst>
                                    <p:set>
                                      <p:cBhvr>
                                        <p:cTn dur="1" fill="hold">
                                          <p:stCondLst>
                                            <p:cond delay="0"/>
                                          </p:stCondLst>
                                        </p:cTn>
                                        <p:tgtEl>
                                          <p:spTgt spid="130"/>
                                        </p:tgtEl>
                                        <p:attrNameLst>
                                          <p:attrName>style.visibility</p:attrName>
                                        </p:attrNameLst>
                                      </p:cBhvr>
                                      <p:to>
                                        <p:strVal val="visible"/>
                                      </p:to>
                                    </p:set>
                                    <p:animEffect filter="fade" transition="in">
                                      <p:cBhvr>
                                        <p:cTn dur="500"/>
                                        <p:tgtEl>
                                          <p:spTgt spid="13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131" name="Shape 131"/>
        <p:cNvGrpSpPr/>
        <p:nvPr/>
      </p:nvGrpSpPr>
      <p:grpSpPr>
        <a:xfrm>
          <a:off x="0" y="0"/>
          <a:ext cx="0" cy="0"/>
          <a:chOff x="0" y="0"/>
          <a:chExt cx="0" cy="0"/>
        </a:xfrm>
      </p:grpSpPr>
      <p:sp>
        <p:nvSpPr>
          <p:cNvPr id="132" name="Google Shape;132;p65"/>
          <p:cNvSpPr txBox="1"/>
          <p:nvPr>
            <p:ph type="title"/>
          </p:nvPr>
        </p:nvSpPr>
        <p:spPr>
          <a:xfrm>
            <a:off x="1104900" y="365125"/>
            <a:ext cx="10229850" cy="1325563"/>
          </a:xfrm>
          <a:prstGeom prst="rect">
            <a:avLst/>
          </a:prstGeom>
          <a:solidFill>
            <a:schemeClr val="accent1"/>
          </a:solid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400"/>
              <a:buFont typeface="Poppins"/>
              <a:buNone/>
              <a:defRPr b="1">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3" name="Google Shape;133;p65"/>
          <p:cNvSpPr txBox="1"/>
          <p:nvPr>
            <p:ph idx="1" type="body"/>
          </p:nvPr>
        </p:nvSpPr>
        <p:spPr>
          <a:xfrm>
            <a:off x="1104900" y="1825625"/>
            <a:ext cx="10229850" cy="2852511"/>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rgbClr val="BFBFBF"/>
              </a:buClr>
              <a:buSzPts val="2800"/>
              <a:buChar char="•"/>
              <a:defRPr>
                <a:solidFill>
                  <a:srgbClr val="BFBFBF"/>
                </a:solidFill>
              </a:defRPr>
            </a:lvl1pPr>
            <a:lvl2pPr indent="-381000" lvl="1" marL="914400" algn="l">
              <a:lnSpc>
                <a:spcPct val="90000"/>
              </a:lnSpc>
              <a:spcBef>
                <a:spcPts val="500"/>
              </a:spcBef>
              <a:spcAft>
                <a:spcPts val="0"/>
              </a:spcAft>
              <a:buClr>
                <a:srgbClr val="BFBFBF"/>
              </a:buClr>
              <a:buSzPts val="2400"/>
              <a:buChar char="•"/>
              <a:defRPr>
                <a:solidFill>
                  <a:srgbClr val="BFBFBF"/>
                </a:solidFill>
              </a:defRPr>
            </a:lvl2pPr>
            <a:lvl3pPr indent="-355600" lvl="2" marL="1371600" algn="l">
              <a:lnSpc>
                <a:spcPct val="90000"/>
              </a:lnSpc>
              <a:spcBef>
                <a:spcPts val="500"/>
              </a:spcBef>
              <a:spcAft>
                <a:spcPts val="0"/>
              </a:spcAft>
              <a:buClr>
                <a:srgbClr val="BFBFBF"/>
              </a:buClr>
              <a:buSzPts val="2000"/>
              <a:buChar char="•"/>
              <a:defRPr>
                <a:solidFill>
                  <a:srgbClr val="BFBFBF"/>
                </a:solidFill>
              </a:defRPr>
            </a:lvl3pPr>
            <a:lvl4pPr indent="-342900" lvl="3" marL="1828800" algn="l">
              <a:lnSpc>
                <a:spcPct val="90000"/>
              </a:lnSpc>
              <a:spcBef>
                <a:spcPts val="500"/>
              </a:spcBef>
              <a:spcAft>
                <a:spcPts val="0"/>
              </a:spcAft>
              <a:buClr>
                <a:srgbClr val="BFBFBF"/>
              </a:buClr>
              <a:buSzPts val="1800"/>
              <a:buChar char="•"/>
              <a:defRPr>
                <a:solidFill>
                  <a:srgbClr val="BFBFBF"/>
                </a:solidFill>
              </a:defRPr>
            </a:lvl4pPr>
            <a:lvl5pPr indent="-342900" lvl="4" marL="2286000" algn="l">
              <a:lnSpc>
                <a:spcPct val="90000"/>
              </a:lnSpc>
              <a:spcBef>
                <a:spcPts val="500"/>
              </a:spcBef>
              <a:spcAft>
                <a:spcPts val="0"/>
              </a:spcAft>
              <a:buClr>
                <a:srgbClr val="BFBFBF"/>
              </a:buClr>
              <a:buSzPts val="1800"/>
              <a:buChar char="•"/>
              <a:defRPr>
                <a:solidFill>
                  <a:srgbClr val="BFBFBF"/>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4" name="Google Shape;134;p65"/>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Poppins"/>
                <a:ea typeface="Poppins"/>
                <a:cs typeface="Poppins"/>
                <a:sym typeface="Poppi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Poppins"/>
                <a:ea typeface="Poppins"/>
                <a:cs typeface="Poppins"/>
                <a:sym typeface="Poppins"/>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Poppins"/>
                <a:ea typeface="Poppins"/>
                <a:cs typeface="Poppins"/>
                <a:sym typeface="Poppins"/>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Poppins"/>
                <a:ea typeface="Poppins"/>
                <a:cs typeface="Poppins"/>
                <a:sym typeface="Poppins"/>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Poppins"/>
                <a:ea typeface="Poppins"/>
                <a:cs typeface="Poppins"/>
                <a:sym typeface="Poppins"/>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Poppins"/>
                <a:ea typeface="Poppins"/>
                <a:cs typeface="Poppins"/>
                <a:sym typeface="Poppins"/>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Poppins"/>
                <a:ea typeface="Poppins"/>
                <a:cs typeface="Poppins"/>
                <a:sym typeface="Poppins"/>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Poppins"/>
                <a:ea typeface="Poppins"/>
                <a:cs typeface="Poppins"/>
                <a:sym typeface="Poppins"/>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Poppins"/>
                <a:ea typeface="Poppins"/>
                <a:cs typeface="Poppins"/>
                <a:sym typeface="Poppins"/>
              </a:defRPr>
            </a:lvl9pPr>
          </a:lstStyle>
          <a:p/>
        </p:txBody>
      </p:sp>
      <p:sp>
        <p:nvSpPr>
          <p:cNvPr id="135" name="Google Shape;135;p65"/>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Poppins"/>
                <a:ea typeface="Poppins"/>
                <a:cs typeface="Poppins"/>
                <a:sym typeface="Poppi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Poppins"/>
                <a:ea typeface="Poppins"/>
                <a:cs typeface="Poppins"/>
                <a:sym typeface="Poppins"/>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Poppins"/>
                <a:ea typeface="Poppins"/>
                <a:cs typeface="Poppins"/>
                <a:sym typeface="Poppins"/>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Poppins"/>
                <a:ea typeface="Poppins"/>
                <a:cs typeface="Poppins"/>
                <a:sym typeface="Poppins"/>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Poppins"/>
                <a:ea typeface="Poppins"/>
                <a:cs typeface="Poppins"/>
                <a:sym typeface="Poppins"/>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Poppins"/>
                <a:ea typeface="Poppins"/>
                <a:cs typeface="Poppins"/>
                <a:sym typeface="Poppins"/>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Poppins"/>
                <a:ea typeface="Poppins"/>
                <a:cs typeface="Poppins"/>
                <a:sym typeface="Poppins"/>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Poppins"/>
                <a:ea typeface="Poppins"/>
                <a:cs typeface="Poppins"/>
                <a:sym typeface="Poppins"/>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Poppins"/>
                <a:ea typeface="Poppins"/>
                <a:cs typeface="Poppins"/>
                <a:sym typeface="Poppins"/>
              </a:defRPr>
            </a:lvl9pPr>
          </a:lstStyle>
          <a:p/>
        </p:txBody>
      </p:sp>
      <p:sp>
        <p:nvSpPr>
          <p:cNvPr id="136" name="Google Shape;136;p6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Poppins"/>
                <a:ea typeface="Poppins"/>
                <a:cs typeface="Poppins"/>
                <a:sym typeface="Poppi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Poppins"/>
                <a:ea typeface="Poppins"/>
                <a:cs typeface="Poppins"/>
                <a:sym typeface="Poppi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Poppins"/>
                <a:ea typeface="Poppins"/>
                <a:cs typeface="Poppins"/>
                <a:sym typeface="Poppi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Poppins"/>
                <a:ea typeface="Poppins"/>
                <a:cs typeface="Poppins"/>
                <a:sym typeface="Poppi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Poppins"/>
                <a:ea typeface="Poppins"/>
                <a:cs typeface="Poppins"/>
                <a:sym typeface="Poppi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Poppins"/>
                <a:ea typeface="Poppins"/>
                <a:cs typeface="Poppins"/>
                <a:sym typeface="Poppi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Poppins"/>
                <a:ea typeface="Poppins"/>
                <a:cs typeface="Poppins"/>
                <a:sym typeface="Poppi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Poppins"/>
                <a:ea typeface="Poppins"/>
                <a:cs typeface="Poppins"/>
                <a:sym typeface="Poppi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theme" Target="../theme/theme1.xml"/><Relationship Id="rId25" Type="http://schemas.openxmlformats.org/officeDocument/2006/relationships/slideLayout" Target="../slideLayouts/slideLayout25.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9" name="Shape 9"/>
        <p:cNvGrpSpPr/>
        <p:nvPr/>
      </p:nvGrpSpPr>
      <p:grpSpPr>
        <a:xfrm>
          <a:off x="0" y="0"/>
          <a:ext cx="0" cy="0"/>
          <a:chOff x="0" y="0"/>
          <a:chExt cx="0" cy="0"/>
        </a:xfrm>
      </p:grpSpPr>
      <p:sp>
        <p:nvSpPr>
          <p:cNvPr id="10" name="Google Shape;10;p40"/>
          <p:cNvSpPr txBox="1"/>
          <p:nvPr>
            <p:ph type="title"/>
          </p:nvPr>
        </p:nvSpPr>
        <p:spPr>
          <a:xfrm>
            <a:off x="1104900" y="365125"/>
            <a:ext cx="1022985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oppins"/>
              <a:buNone/>
              <a:defRPr b="1" i="0" sz="4400" u="none" cap="none" strike="noStrike">
                <a:solidFill>
                  <a:schemeClr val="dk1"/>
                </a:solidFill>
                <a:latin typeface="Poppins"/>
                <a:ea typeface="Poppins"/>
                <a:cs typeface="Poppins"/>
                <a:sym typeface="Poppi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40"/>
          <p:cNvSpPr txBox="1"/>
          <p:nvPr>
            <p:ph idx="1" type="body"/>
          </p:nvPr>
        </p:nvSpPr>
        <p:spPr>
          <a:xfrm>
            <a:off x="1104900" y="1825625"/>
            <a:ext cx="10229850" cy="2852511"/>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Poppins"/>
                <a:ea typeface="Poppins"/>
                <a:cs typeface="Poppins"/>
                <a:sym typeface="Poppins"/>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Poppins"/>
                <a:ea typeface="Poppins"/>
                <a:cs typeface="Poppins"/>
                <a:sym typeface="Poppins"/>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Poppins"/>
                <a:ea typeface="Poppins"/>
                <a:cs typeface="Poppins"/>
                <a:sym typeface="Poppins"/>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a:ea typeface="Poppins"/>
                <a:cs typeface="Poppins"/>
                <a:sym typeface="Poppins"/>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a:ea typeface="Poppins"/>
                <a:cs typeface="Poppins"/>
                <a:sym typeface="Poppins"/>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a:ea typeface="Poppins"/>
                <a:cs typeface="Poppins"/>
                <a:sym typeface="Poppins"/>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a:ea typeface="Poppins"/>
                <a:cs typeface="Poppins"/>
                <a:sym typeface="Poppins"/>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a:ea typeface="Poppins"/>
                <a:cs typeface="Poppins"/>
                <a:sym typeface="Poppins"/>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Poppins"/>
                <a:ea typeface="Poppins"/>
                <a:cs typeface="Poppins"/>
                <a:sym typeface="Poppins"/>
              </a:defRPr>
            </a:lvl9pPr>
          </a:lstStyle>
          <a:p/>
        </p:txBody>
      </p:sp>
      <p:sp>
        <p:nvSpPr>
          <p:cNvPr id="12" name="Google Shape;12;p4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Poppins"/>
                <a:ea typeface="Poppins"/>
                <a:cs typeface="Poppins"/>
                <a:sym typeface="Poppins"/>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Poppins"/>
                <a:ea typeface="Poppins"/>
                <a:cs typeface="Poppins"/>
                <a:sym typeface="Poppins"/>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Poppins"/>
                <a:ea typeface="Poppins"/>
                <a:cs typeface="Poppins"/>
                <a:sym typeface="Poppins"/>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Poppins"/>
                <a:ea typeface="Poppins"/>
                <a:cs typeface="Poppins"/>
                <a:sym typeface="Poppins"/>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Poppins"/>
                <a:ea typeface="Poppins"/>
                <a:cs typeface="Poppins"/>
                <a:sym typeface="Poppins"/>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Poppins"/>
                <a:ea typeface="Poppins"/>
                <a:cs typeface="Poppins"/>
                <a:sym typeface="Poppins"/>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Poppins"/>
                <a:ea typeface="Poppins"/>
                <a:cs typeface="Poppins"/>
                <a:sym typeface="Poppins"/>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Poppins"/>
                <a:ea typeface="Poppins"/>
                <a:cs typeface="Poppins"/>
                <a:sym typeface="Poppins"/>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Poppins"/>
                <a:ea typeface="Poppins"/>
                <a:cs typeface="Poppins"/>
                <a:sym typeface="Poppins"/>
              </a:defRPr>
            </a:lvl9pPr>
          </a:lstStyle>
          <a:p>
            <a:pPr indent="0" lvl="0" marL="0" rtl="0" algn="r">
              <a:spcBef>
                <a:spcPts val="0"/>
              </a:spcBef>
              <a:spcAft>
                <a:spcPts val="0"/>
              </a:spcAft>
              <a:buNone/>
            </a:pPr>
            <a:fld id="{00000000-1234-1234-1234-123412341234}" type="slidenum">
              <a:rPr lang="es-CL"/>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Lst>
  <mc:AlternateContent>
    <mc:Choice Requires="p14">
      <p:transition>
        <p14:reveal dir="l"/>
      </p:transition>
    </mc:Choice>
    <mc:Fallback>
      <p:transition spd="med">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69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5.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grpSp>
        <p:nvGrpSpPr>
          <p:cNvPr id="141" name="Google Shape;141;p1"/>
          <p:cNvGrpSpPr/>
          <p:nvPr/>
        </p:nvGrpSpPr>
        <p:grpSpPr>
          <a:xfrm>
            <a:off x="5957405" y="620387"/>
            <a:ext cx="5603412" cy="6419046"/>
            <a:chOff x="5494338" y="449263"/>
            <a:chExt cx="5202237" cy="5959476"/>
          </a:xfrm>
        </p:grpSpPr>
        <p:sp>
          <p:nvSpPr>
            <p:cNvPr id="142" name="Google Shape;142;p1"/>
            <p:cNvSpPr/>
            <p:nvPr/>
          </p:nvSpPr>
          <p:spPr>
            <a:xfrm>
              <a:off x="5618163" y="3698876"/>
              <a:ext cx="4832350" cy="115888"/>
            </a:xfrm>
            <a:custGeom>
              <a:rect b="b" l="l" r="r" t="t"/>
              <a:pathLst>
                <a:path extrusionOk="0" h="27" w="1136">
                  <a:moveTo>
                    <a:pt x="1122" y="27"/>
                  </a:moveTo>
                  <a:cubicBezTo>
                    <a:pt x="13" y="27"/>
                    <a:pt x="13" y="27"/>
                    <a:pt x="13" y="27"/>
                  </a:cubicBezTo>
                  <a:cubicBezTo>
                    <a:pt x="6" y="27"/>
                    <a:pt x="0" y="21"/>
                    <a:pt x="0" y="14"/>
                  </a:cubicBezTo>
                  <a:cubicBezTo>
                    <a:pt x="0" y="6"/>
                    <a:pt x="6" y="0"/>
                    <a:pt x="13" y="0"/>
                  </a:cubicBezTo>
                  <a:cubicBezTo>
                    <a:pt x="1122" y="0"/>
                    <a:pt x="1122" y="0"/>
                    <a:pt x="1122" y="0"/>
                  </a:cubicBezTo>
                  <a:cubicBezTo>
                    <a:pt x="1130" y="0"/>
                    <a:pt x="1136" y="6"/>
                    <a:pt x="1136" y="14"/>
                  </a:cubicBezTo>
                  <a:cubicBezTo>
                    <a:pt x="1136" y="21"/>
                    <a:pt x="1130" y="27"/>
                    <a:pt x="1122" y="27"/>
                  </a:cubicBezTo>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43" name="Google Shape;143;p1"/>
            <p:cNvSpPr/>
            <p:nvPr/>
          </p:nvSpPr>
          <p:spPr>
            <a:xfrm>
              <a:off x="9229725" y="3698876"/>
              <a:ext cx="1220788" cy="115888"/>
            </a:xfrm>
            <a:custGeom>
              <a:rect b="b" l="l" r="r" t="t"/>
              <a:pathLst>
                <a:path extrusionOk="0" h="27" w="287">
                  <a:moveTo>
                    <a:pt x="273" y="0"/>
                  </a:moveTo>
                  <a:cubicBezTo>
                    <a:pt x="14" y="0"/>
                    <a:pt x="14" y="0"/>
                    <a:pt x="14" y="0"/>
                  </a:cubicBezTo>
                  <a:cubicBezTo>
                    <a:pt x="6" y="0"/>
                    <a:pt x="0" y="6"/>
                    <a:pt x="0" y="14"/>
                  </a:cubicBezTo>
                  <a:cubicBezTo>
                    <a:pt x="0" y="21"/>
                    <a:pt x="6" y="27"/>
                    <a:pt x="14" y="27"/>
                  </a:cubicBezTo>
                  <a:cubicBezTo>
                    <a:pt x="30" y="27"/>
                    <a:pt x="30" y="27"/>
                    <a:pt x="30" y="27"/>
                  </a:cubicBezTo>
                  <a:cubicBezTo>
                    <a:pt x="65" y="27"/>
                    <a:pt x="65" y="27"/>
                    <a:pt x="65" y="27"/>
                  </a:cubicBezTo>
                  <a:cubicBezTo>
                    <a:pt x="222" y="27"/>
                    <a:pt x="222" y="27"/>
                    <a:pt x="222" y="27"/>
                  </a:cubicBezTo>
                  <a:cubicBezTo>
                    <a:pt x="257" y="27"/>
                    <a:pt x="257" y="27"/>
                    <a:pt x="257" y="27"/>
                  </a:cubicBezTo>
                  <a:cubicBezTo>
                    <a:pt x="273" y="27"/>
                    <a:pt x="273" y="27"/>
                    <a:pt x="273" y="27"/>
                  </a:cubicBezTo>
                  <a:cubicBezTo>
                    <a:pt x="281" y="27"/>
                    <a:pt x="287" y="21"/>
                    <a:pt x="287" y="14"/>
                  </a:cubicBezTo>
                  <a:cubicBezTo>
                    <a:pt x="287" y="6"/>
                    <a:pt x="281" y="0"/>
                    <a:pt x="273" y="0"/>
                  </a:cubicBezTo>
                </a:path>
              </a:pathLst>
            </a:custGeom>
            <a:solidFill>
              <a:srgbClr val="3865C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44" name="Google Shape;144;p1"/>
            <p:cNvSpPr/>
            <p:nvPr/>
          </p:nvSpPr>
          <p:spPr>
            <a:xfrm>
              <a:off x="6642100" y="3954463"/>
              <a:ext cx="3629025" cy="395288"/>
            </a:xfrm>
            <a:prstGeom prst="rect">
              <a:avLst/>
            </a:pr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45" name="Google Shape;145;p1"/>
            <p:cNvSpPr/>
            <p:nvPr/>
          </p:nvSpPr>
          <p:spPr>
            <a:xfrm>
              <a:off x="6642100" y="3954463"/>
              <a:ext cx="3629025" cy="39528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46" name="Google Shape;146;p1"/>
            <p:cNvSpPr/>
            <p:nvPr/>
          </p:nvSpPr>
          <p:spPr>
            <a:xfrm>
              <a:off x="10172700" y="3814763"/>
              <a:ext cx="153988" cy="2505075"/>
            </a:xfrm>
            <a:custGeom>
              <a:rect b="b" l="l" r="r" t="t"/>
              <a:pathLst>
                <a:path extrusionOk="0" h="1578" w="97">
                  <a:moveTo>
                    <a:pt x="30" y="1578"/>
                  </a:moveTo>
                  <a:lnTo>
                    <a:pt x="97" y="1578"/>
                  </a:lnTo>
                  <a:lnTo>
                    <a:pt x="94" y="0"/>
                  </a:lnTo>
                  <a:lnTo>
                    <a:pt x="0" y="0"/>
                  </a:lnTo>
                  <a:lnTo>
                    <a:pt x="30" y="1578"/>
                  </a:ln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47" name="Google Shape;147;p1"/>
            <p:cNvSpPr/>
            <p:nvPr/>
          </p:nvSpPr>
          <p:spPr>
            <a:xfrm>
              <a:off x="10172700" y="3814763"/>
              <a:ext cx="153988" cy="2505075"/>
            </a:xfrm>
            <a:custGeom>
              <a:rect b="b" l="l" r="r" t="t"/>
              <a:pathLst>
                <a:path extrusionOk="0" h="1578" w="97">
                  <a:moveTo>
                    <a:pt x="30" y="1578"/>
                  </a:moveTo>
                  <a:lnTo>
                    <a:pt x="97" y="1578"/>
                  </a:lnTo>
                  <a:lnTo>
                    <a:pt x="94" y="0"/>
                  </a:lnTo>
                  <a:lnTo>
                    <a:pt x="0" y="0"/>
                  </a:lnTo>
                  <a:lnTo>
                    <a:pt x="30" y="1578"/>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48" name="Google Shape;148;p1"/>
            <p:cNvSpPr/>
            <p:nvPr/>
          </p:nvSpPr>
          <p:spPr>
            <a:xfrm>
              <a:off x="10172700" y="3814763"/>
              <a:ext cx="153988" cy="2505075"/>
            </a:xfrm>
            <a:custGeom>
              <a:rect b="b" l="l" r="r" t="t"/>
              <a:pathLst>
                <a:path extrusionOk="0" h="1578" w="97">
                  <a:moveTo>
                    <a:pt x="94" y="0"/>
                  </a:moveTo>
                  <a:lnTo>
                    <a:pt x="0" y="0"/>
                  </a:lnTo>
                  <a:lnTo>
                    <a:pt x="30" y="1578"/>
                  </a:lnTo>
                  <a:lnTo>
                    <a:pt x="97" y="1578"/>
                  </a:lnTo>
                  <a:lnTo>
                    <a:pt x="94" y="0"/>
                  </a:lnTo>
                  <a:close/>
                </a:path>
              </a:pathLst>
            </a:custGeom>
            <a:solidFill>
              <a:srgbClr val="3C474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49" name="Google Shape;149;p1"/>
            <p:cNvSpPr/>
            <p:nvPr/>
          </p:nvSpPr>
          <p:spPr>
            <a:xfrm>
              <a:off x="9110663" y="3814763"/>
              <a:ext cx="395288" cy="2505075"/>
            </a:xfrm>
            <a:custGeom>
              <a:rect b="b" l="l" r="r" t="t"/>
              <a:pathLst>
                <a:path extrusionOk="0" h="1578" w="249">
                  <a:moveTo>
                    <a:pt x="69" y="1578"/>
                  </a:moveTo>
                  <a:lnTo>
                    <a:pt x="0" y="1578"/>
                  </a:lnTo>
                  <a:lnTo>
                    <a:pt x="155" y="0"/>
                  </a:lnTo>
                  <a:lnTo>
                    <a:pt x="249" y="0"/>
                  </a:lnTo>
                  <a:lnTo>
                    <a:pt x="69" y="1578"/>
                  </a:lnTo>
                  <a:close/>
                </a:path>
              </a:pathLst>
            </a:custGeom>
            <a:solidFill>
              <a:srgbClr val="263238">
                <a:alpha val="8000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0" name="Google Shape;150;p1"/>
            <p:cNvSpPr/>
            <p:nvPr/>
          </p:nvSpPr>
          <p:spPr>
            <a:xfrm>
              <a:off x="9110663" y="3814763"/>
              <a:ext cx="395288" cy="2505075"/>
            </a:xfrm>
            <a:custGeom>
              <a:rect b="b" l="l" r="r" t="t"/>
              <a:pathLst>
                <a:path extrusionOk="0" h="1578" w="249">
                  <a:moveTo>
                    <a:pt x="69" y="1578"/>
                  </a:moveTo>
                  <a:lnTo>
                    <a:pt x="0" y="1578"/>
                  </a:lnTo>
                  <a:lnTo>
                    <a:pt x="155" y="0"/>
                  </a:lnTo>
                  <a:lnTo>
                    <a:pt x="249" y="0"/>
                  </a:lnTo>
                  <a:lnTo>
                    <a:pt x="69" y="1578"/>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1" name="Google Shape;151;p1"/>
            <p:cNvSpPr/>
            <p:nvPr/>
          </p:nvSpPr>
          <p:spPr>
            <a:xfrm>
              <a:off x="9110663" y="3814763"/>
              <a:ext cx="395288" cy="2505075"/>
            </a:xfrm>
            <a:custGeom>
              <a:rect b="b" l="l" r="r" t="t"/>
              <a:pathLst>
                <a:path extrusionOk="0" h="1578" w="249">
                  <a:moveTo>
                    <a:pt x="249" y="0"/>
                  </a:moveTo>
                  <a:lnTo>
                    <a:pt x="155" y="0"/>
                  </a:lnTo>
                  <a:lnTo>
                    <a:pt x="0" y="1578"/>
                  </a:lnTo>
                  <a:lnTo>
                    <a:pt x="69" y="1578"/>
                  </a:lnTo>
                  <a:lnTo>
                    <a:pt x="249"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2" name="Google Shape;152;p1"/>
            <p:cNvSpPr/>
            <p:nvPr/>
          </p:nvSpPr>
          <p:spPr>
            <a:xfrm>
              <a:off x="6557963" y="3814763"/>
              <a:ext cx="157163" cy="2505075"/>
            </a:xfrm>
            <a:custGeom>
              <a:rect b="b" l="l" r="r" t="t"/>
              <a:pathLst>
                <a:path extrusionOk="0" h="1578" w="99">
                  <a:moveTo>
                    <a:pt x="29" y="1578"/>
                  </a:moveTo>
                  <a:lnTo>
                    <a:pt x="99" y="1578"/>
                  </a:lnTo>
                  <a:lnTo>
                    <a:pt x="96" y="0"/>
                  </a:lnTo>
                  <a:lnTo>
                    <a:pt x="0" y="0"/>
                  </a:lnTo>
                  <a:lnTo>
                    <a:pt x="29" y="1578"/>
                  </a:lnTo>
                  <a:close/>
                </a:path>
              </a:pathLst>
            </a:custGeom>
            <a:solidFill>
              <a:srgbClr val="263238">
                <a:alpha val="8000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3" name="Google Shape;153;p1"/>
            <p:cNvSpPr/>
            <p:nvPr/>
          </p:nvSpPr>
          <p:spPr>
            <a:xfrm>
              <a:off x="6557963" y="3814763"/>
              <a:ext cx="157163" cy="2505075"/>
            </a:xfrm>
            <a:custGeom>
              <a:rect b="b" l="l" r="r" t="t"/>
              <a:pathLst>
                <a:path extrusionOk="0" h="1578" w="99">
                  <a:moveTo>
                    <a:pt x="29" y="1578"/>
                  </a:moveTo>
                  <a:lnTo>
                    <a:pt x="99" y="1578"/>
                  </a:lnTo>
                  <a:lnTo>
                    <a:pt x="96" y="0"/>
                  </a:lnTo>
                  <a:lnTo>
                    <a:pt x="0" y="0"/>
                  </a:lnTo>
                  <a:lnTo>
                    <a:pt x="29" y="1578"/>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4" name="Google Shape;154;p1"/>
            <p:cNvSpPr/>
            <p:nvPr/>
          </p:nvSpPr>
          <p:spPr>
            <a:xfrm>
              <a:off x="6573838" y="4660901"/>
              <a:ext cx="136525" cy="1658938"/>
            </a:xfrm>
            <a:custGeom>
              <a:rect b="b" l="l" r="r" t="t"/>
              <a:pathLst>
                <a:path extrusionOk="0" h="1045" w="86">
                  <a:moveTo>
                    <a:pt x="86" y="0"/>
                  </a:moveTo>
                  <a:lnTo>
                    <a:pt x="0" y="0"/>
                  </a:lnTo>
                  <a:lnTo>
                    <a:pt x="19" y="1045"/>
                  </a:lnTo>
                  <a:lnTo>
                    <a:pt x="70" y="1045"/>
                  </a:lnTo>
                  <a:lnTo>
                    <a:pt x="86" y="536"/>
                  </a:lnTo>
                  <a:lnTo>
                    <a:pt x="86"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5" name="Google Shape;155;p1"/>
            <p:cNvSpPr/>
            <p:nvPr/>
          </p:nvSpPr>
          <p:spPr>
            <a:xfrm>
              <a:off x="5494338" y="3814763"/>
              <a:ext cx="400050" cy="2505075"/>
            </a:xfrm>
            <a:custGeom>
              <a:rect b="b" l="l" r="r" t="t"/>
              <a:pathLst>
                <a:path extrusionOk="0" h="1578" w="252">
                  <a:moveTo>
                    <a:pt x="69" y="1578"/>
                  </a:moveTo>
                  <a:lnTo>
                    <a:pt x="0" y="1578"/>
                  </a:lnTo>
                  <a:lnTo>
                    <a:pt x="155" y="0"/>
                  </a:lnTo>
                  <a:lnTo>
                    <a:pt x="252" y="0"/>
                  </a:lnTo>
                  <a:lnTo>
                    <a:pt x="69" y="1578"/>
                  </a:ln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6" name="Google Shape;156;p1"/>
            <p:cNvSpPr/>
            <p:nvPr/>
          </p:nvSpPr>
          <p:spPr>
            <a:xfrm>
              <a:off x="5494338" y="3814763"/>
              <a:ext cx="400050" cy="2505075"/>
            </a:xfrm>
            <a:custGeom>
              <a:rect b="b" l="l" r="r" t="t"/>
              <a:pathLst>
                <a:path extrusionOk="0" h="1578" w="252">
                  <a:moveTo>
                    <a:pt x="69" y="1578"/>
                  </a:moveTo>
                  <a:lnTo>
                    <a:pt x="0" y="1578"/>
                  </a:lnTo>
                  <a:lnTo>
                    <a:pt x="155" y="0"/>
                  </a:lnTo>
                  <a:lnTo>
                    <a:pt x="252" y="0"/>
                  </a:lnTo>
                  <a:lnTo>
                    <a:pt x="69" y="1578"/>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7" name="Google Shape;157;p1"/>
            <p:cNvSpPr/>
            <p:nvPr/>
          </p:nvSpPr>
          <p:spPr>
            <a:xfrm>
              <a:off x="5494338" y="3814763"/>
              <a:ext cx="400050" cy="2505075"/>
            </a:xfrm>
            <a:custGeom>
              <a:rect b="b" l="l" r="r" t="t"/>
              <a:pathLst>
                <a:path extrusionOk="0" h="1578" w="252">
                  <a:moveTo>
                    <a:pt x="252" y="0"/>
                  </a:moveTo>
                  <a:lnTo>
                    <a:pt x="155" y="0"/>
                  </a:lnTo>
                  <a:lnTo>
                    <a:pt x="0" y="1578"/>
                  </a:lnTo>
                  <a:lnTo>
                    <a:pt x="69" y="1578"/>
                  </a:lnTo>
                  <a:lnTo>
                    <a:pt x="252"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8" name="Google Shape;158;p1"/>
            <p:cNvSpPr/>
            <p:nvPr/>
          </p:nvSpPr>
          <p:spPr>
            <a:xfrm>
              <a:off x="8310563" y="3209926"/>
              <a:ext cx="349250" cy="488950"/>
            </a:xfrm>
            <a:custGeom>
              <a:rect b="b" l="l" r="r" t="t"/>
              <a:pathLst>
                <a:path extrusionOk="0" h="308" w="220">
                  <a:moveTo>
                    <a:pt x="220" y="308"/>
                  </a:moveTo>
                  <a:lnTo>
                    <a:pt x="64" y="308"/>
                  </a:lnTo>
                  <a:lnTo>
                    <a:pt x="0" y="0"/>
                  </a:lnTo>
                  <a:lnTo>
                    <a:pt x="158" y="0"/>
                  </a:lnTo>
                  <a:lnTo>
                    <a:pt x="220" y="308"/>
                  </a:ln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9" name="Google Shape;159;p1"/>
            <p:cNvSpPr/>
            <p:nvPr/>
          </p:nvSpPr>
          <p:spPr>
            <a:xfrm>
              <a:off x="7842250" y="2779713"/>
              <a:ext cx="1263650" cy="822325"/>
            </a:xfrm>
            <a:custGeom>
              <a:rect b="b" l="l" r="r" t="t"/>
              <a:pathLst>
                <a:path extrusionOk="0" h="193" w="297">
                  <a:moveTo>
                    <a:pt x="271" y="193"/>
                  </a:moveTo>
                  <a:cubicBezTo>
                    <a:pt x="15" y="193"/>
                    <a:pt x="15" y="193"/>
                    <a:pt x="15" y="193"/>
                  </a:cubicBezTo>
                  <a:cubicBezTo>
                    <a:pt x="7" y="193"/>
                    <a:pt x="0" y="186"/>
                    <a:pt x="1" y="177"/>
                  </a:cubicBezTo>
                  <a:cubicBezTo>
                    <a:pt x="10" y="15"/>
                    <a:pt x="10" y="15"/>
                    <a:pt x="10" y="15"/>
                  </a:cubicBezTo>
                  <a:cubicBezTo>
                    <a:pt x="11" y="7"/>
                    <a:pt x="18" y="0"/>
                    <a:pt x="27" y="0"/>
                  </a:cubicBezTo>
                  <a:cubicBezTo>
                    <a:pt x="282" y="0"/>
                    <a:pt x="282" y="0"/>
                    <a:pt x="282" y="0"/>
                  </a:cubicBezTo>
                  <a:cubicBezTo>
                    <a:pt x="291" y="0"/>
                    <a:pt x="297" y="7"/>
                    <a:pt x="297" y="15"/>
                  </a:cubicBezTo>
                  <a:cubicBezTo>
                    <a:pt x="287" y="177"/>
                    <a:pt x="287" y="177"/>
                    <a:pt x="287" y="177"/>
                  </a:cubicBezTo>
                  <a:cubicBezTo>
                    <a:pt x="286" y="186"/>
                    <a:pt x="279" y="193"/>
                    <a:pt x="271" y="193"/>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60" name="Google Shape;160;p1"/>
            <p:cNvSpPr/>
            <p:nvPr/>
          </p:nvSpPr>
          <p:spPr>
            <a:xfrm>
              <a:off x="7862888" y="2814638"/>
              <a:ext cx="1192213" cy="752475"/>
            </a:xfrm>
            <a:custGeom>
              <a:rect b="b" l="l" r="r" t="t"/>
              <a:pathLst>
                <a:path extrusionOk="0" h="177" w="280">
                  <a:moveTo>
                    <a:pt x="6" y="177"/>
                  </a:moveTo>
                  <a:cubicBezTo>
                    <a:pt x="4" y="177"/>
                    <a:pt x="3" y="176"/>
                    <a:pt x="1" y="175"/>
                  </a:cubicBezTo>
                  <a:cubicBezTo>
                    <a:pt x="0" y="173"/>
                    <a:pt x="0" y="171"/>
                    <a:pt x="0" y="170"/>
                  </a:cubicBezTo>
                  <a:cubicBezTo>
                    <a:pt x="9" y="8"/>
                    <a:pt x="9" y="8"/>
                    <a:pt x="9" y="8"/>
                  </a:cubicBezTo>
                  <a:cubicBezTo>
                    <a:pt x="10" y="4"/>
                    <a:pt x="13" y="0"/>
                    <a:pt x="18" y="0"/>
                  </a:cubicBezTo>
                  <a:cubicBezTo>
                    <a:pt x="273" y="0"/>
                    <a:pt x="273" y="0"/>
                    <a:pt x="273" y="0"/>
                  </a:cubicBezTo>
                  <a:cubicBezTo>
                    <a:pt x="275" y="0"/>
                    <a:pt x="277" y="1"/>
                    <a:pt x="278" y="2"/>
                  </a:cubicBezTo>
                  <a:cubicBezTo>
                    <a:pt x="279" y="3"/>
                    <a:pt x="280" y="5"/>
                    <a:pt x="280" y="7"/>
                  </a:cubicBezTo>
                  <a:cubicBezTo>
                    <a:pt x="270" y="169"/>
                    <a:pt x="270" y="169"/>
                    <a:pt x="270" y="169"/>
                  </a:cubicBezTo>
                  <a:cubicBezTo>
                    <a:pt x="270" y="173"/>
                    <a:pt x="266" y="177"/>
                    <a:pt x="262" y="177"/>
                  </a:cubicBezTo>
                  <a:lnTo>
                    <a:pt x="6" y="177"/>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61" name="Google Shape;161;p1"/>
            <p:cNvSpPr/>
            <p:nvPr/>
          </p:nvSpPr>
          <p:spPr>
            <a:xfrm>
              <a:off x="8366125" y="2779713"/>
              <a:ext cx="279400" cy="242888"/>
            </a:xfrm>
            <a:custGeom>
              <a:rect b="b" l="l" r="r" t="t"/>
              <a:pathLst>
                <a:path extrusionOk="0" h="153" w="176">
                  <a:moveTo>
                    <a:pt x="0" y="0"/>
                  </a:moveTo>
                  <a:lnTo>
                    <a:pt x="45" y="153"/>
                  </a:lnTo>
                  <a:lnTo>
                    <a:pt x="176" y="0"/>
                  </a:lnTo>
                  <a:lnTo>
                    <a:pt x="0"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62" name="Google Shape;162;p1"/>
            <p:cNvSpPr/>
            <p:nvPr/>
          </p:nvSpPr>
          <p:spPr>
            <a:xfrm>
              <a:off x="6677025" y="2168526"/>
              <a:ext cx="33338" cy="46038"/>
            </a:xfrm>
            <a:custGeom>
              <a:rect b="b" l="l" r="r" t="t"/>
              <a:pathLst>
                <a:path extrusionOk="0" h="11" w="8">
                  <a:moveTo>
                    <a:pt x="0" y="6"/>
                  </a:moveTo>
                  <a:cubicBezTo>
                    <a:pt x="1" y="9"/>
                    <a:pt x="3" y="11"/>
                    <a:pt x="5" y="11"/>
                  </a:cubicBezTo>
                  <a:cubicBezTo>
                    <a:pt x="7" y="11"/>
                    <a:pt x="8" y="9"/>
                    <a:pt x="7" y="5"/>
                  </a:cubicBezTo>
                  <a:cubicBezTo>
                    <a:pt x="7" y="2"/>
                    <a:pt x="5" y="0"/>
                    <a:pt x="3" y="0"/>
                  </a:cubicBezTo>
                  <a:cubicBezTo>
                    <a:pt x="1" y="0"/>
                    <a:pt x="0" y="3"/>
                    <a:pt x="0" y="6"/>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63" name="Google Shape;163;p1"/>
            <p:cNvSpPr/>
            <p:nvPr/>
          </p:nvSpPr>
          <p:spPr>
            <a:xfrm>
              <a:off x="6692900" y="2214563"/>
              <a:ext cx="55563" cy="111125"/>
            </a:xfrm>
            <a:custGeom>
              <a:rect b="b" l="l" r="r" t="t"/>
              <a:pathLst>
                <a:path extrusionOk="0" h="26" w="13">
                  <a:moveTo>
                    <a:pt x="0" y="0"/>
                  </a:moveTo>
                  <a:cubicBezTo>
                    <a:pt x="0" y="0"/>
                    <a:pt x="6" y="15"/>
                    <a:pt x="13" y="22"/>
                  </a:cubicBezTo>
                  <a:cubicBezTo>
                    <a:pt x="9" y="26"/>
                    <a:pt x="1" y="24"/>
                    <a:pt x="1" y="24"/>
                  </a:cubicBezTo>
                  <a:lnTo>
                    <a:pt x="0" y="0"/>
                  </a:lnTo>
                  <a:close/>
                </a:path>
              </a:pathLst>
            </a:custGeom>
            <a:solidFill>
              <a:srgbClr val="A0272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64" name="Google Shape;164;p1"/>
            <p:cNvSpPr/>
            <p:nvPr/>
          </p:nvSpPr>
          <p:spPr>
            <a:xfrm>
              <a:off x="6626225" y="2087563"/>
              <a:ext cx="63500" cy="53975"/>
            </a:xfrm>
            <a:custGeom>
              <a:rect b="b" l="l" r="r" t="t"/>
              <a:pathLst>
                <a:path extrusionOk="0" h="13" w="15">
                  <a:moveTo>
                    <a:pt x="2" y="13"/>
                  </a:moveTo>
                  <a:cubicBezTo>
                    <a:pt x="1" y="13"/>
                    <a:pt x="1" y="13"/>
                    <a:pt x="1" y="13"/>
                  </a:cubicBezTo>
                  <a:cubicBezTo>
                    <a:pt x="0" y="13"/>
                    <a:pt x="0" y="12"/>
                    <a:pt x="0" y="11"/>
                  </a:cubicBezTo>
                  <a:cubicBezTo>
                    <a:pt x="4" y="2"/>
                    <a:pt x="12" y="0"/>
                    <a:pt x="13" y="0"/>
                  </a:cubicBezTo>
                  <a:cubicBezTo>
                    <a:pt x="14" y="0"/>
                    <a:pt x="15" y="1"/>
                    <a:pt x="15" y="1"/>
                  </a:cubicBezTo>
                  <a:cubicBezTo>
                    <a:pt x="15" y="2"/>
                    <a:pt x="14" y="3"/>
                    <a:pt x="13" y="4"/>
                  </a:cubicBezTo>
                  <a:cubicBezTo>
                    <a:pt x="13" y="4"/>
                    <a:pt x="7" y="5"/>
                    <a:pt x="4" y="12"/>
                  </a:cubicBezTo>
                  <a:cubicBezTo>
                    <a:pt x="3" y="13"/>
                    <a:pt x="3" y="13"/>
                    <a:pt x="2" y="13"/>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65" name="Google Shape;165;p1"/>
            <p:cNvSpPr/>
            <p:nvPr/>
          </p:nvSpPr>
          <p:spPr>
            <a:xfrm>
              <a:off x="6281738" y="2397126"/>
              <a:ext cx="357188" cy="447675"/>
            </a:xfrm>
            <a:custGeom>
              <a:rect b="b" l="l" r="r" t="t"/>
              <a:pathLst>
                <a:path extrusionOk="0" h="105" w="84">
                  <a:moveTo>
                    <a:pt x="3" y="0"/>
                  </a:moveTo>
                  <a:cubicBezTo>
                    <a:pt x="27" y="19"/>
                    <a:pt x="27" y="19"/>
                    <a:pt x="27" y="19"/>
                  </a:cubicBezTo>
                  <a:cubicBezTo>
                    <a:pt x="59" y="44"/>
                    <a:pt x="59" y="44"/>
                    <a:pt x="59" y="44"/>
                  </a:cubicBezTo>
                  <a:cubicBezTo>
                    <a:pt x="58" y="45"/>
                    <a:pt x="57" y="51"/>
                    <a:pt x="56" y="56"/>
                  </a:cubicBezTo>
                  <a:cubicBezTo>
                    <a:pt x="55" y="65"/>
                    <a:pt x="54" y="72"/>
                    <a:pt x="74" y="77"/>
                  </a:cubicBezTo>
                  <a:cubicBezTo>
                    <a:pt x="79" y="79"/>
                    <a:pt x="82" y="82"/>
                    <a:pt x="83" y="86"/>
                  </a:cubicBezTo>
                  <a:cubicBezTo>
                    <a:pt x="84" y="92"/>
                    <a:pt x="80" y="99"/>
                    <a:pt x="62" y="102"/>
                  </a:cubicBezTo>
                  <a:cubicBezTo>
                    <a:pt x="40" y="105"/>
                    <a:pt x="22" y="99"/>
                    <a:pt x="8" y="93"/>
                  </a:cubicBezTo>
                  <a:cubicBezTo>
                    <a:pt x="0" y="89"/>
                    <a:pt x="0" y="84"/>
                    <a:pt x="4" y="76"/>
                  </a:cubicBezTo>
                  <a:cubicBezTo>
                    <a:pt x="14" y="53"/>
                    <a:pt x="9" y="23"/>
                    <a:pt x="3" y="0"/>
                  </a:cubicBezTo>
                </a:path>
              </a:pathLst>
            </a:custGeom>
            <a:solidFill>
              <a:srgbClr val="B55B5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66" name="Google Shape;166;p1"/>
            <p:cNvSpPr/>
            <p:nvPr/>
          </p:nvSpPr>
          <p:spPr>
            <a:xfrm>
              <a:off x="6175375" y="2619376"/>
              <a:ext cx="531813" cy="160338"/>
            </a:xfrm>
            <a:custGeom>
              <a:rect b="b" l="l" r="r" t="t"/>
              <a:pathLst>
                <a:path extrusionOk="0" h="38" w="125">
                  <a:moveTo>
                    <a:pt x="0" y="31"/>
                  </a:moveTo>
                  <a:cubicBezTo>
                    <a:pt x="8" y="15"/>
                    <a:pt x="11" y="3"/>
                    <a:pt x="11" y="3"/>
                  </a:cubicBezTo>
                  <a:cubicBezTo>
                    <a:pt x="11" y="3"/>
                    <a:pt x="72" y="0"/>
                    <a:pt x="92" y="6"/>
                  </a:cubicBezTo>
                  <a:cubicBezTo>
                    <a:pt x="112" y="12"/>
                    <a:pt x="125" y="38"/>
                    <a:pt x="125" y="38"/>
                  </a:cubicBezTo>
                  <a:cubicBezTo>
                    <a:pt x="0" y="31"/>
                    <a:pt x="0" y="31"/>
                    <a:pt x="0" y="31"/>
                  </a:cubicBezTo>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67" name="Google Shape;167;p1"/>
            <p:cNvSpPr/>
            <p:nvPr/>
          </p:nvSpPr>
          <p:spPr>
            <a:xfrm>
              <a:off x="5949950" y="2860676"/>
              <a:ext cx="611188" cy="876300"/>
            </a:xfrm>
            <a:custGeom>
              <a:rect b="b" l="l" r="r" t="t"/>
              <a:pathLst>
                <a:path extrusionOk="0" h="206" w="144">
                  <a:moveTo>
                    <a:pt x="78" y="19"/>
                  </a:moveTo>
                  <a:cubicBezTo>
                    <a:pt x="77" y="24"/>
                    <a:pt x="75" y="29"/>
                    <a:pt x="74" y="34"/>
                  </a:cubicBezTo>
                  <a:cubicBezTo>
                    <a:pt x="69" y="50"/>
                    <a:pt x="69" y="50"/>
                    <a:pt x="69" y="50"/>
                  </a:cubicBezTo>
                  <a:cubicBezTo>
                    <a:pt x="66" y="60"/>
                    <a:pt x="64" y="71"/>
                    <a:pt x="62" y="81"/>
                  </a:cubicBezTo>
                  <a:cubicBezTo>
                    <a:pt x="59" y="91"/>
                    <a:pt x="58" y="102"/>
                    <a:pt x="56" y="112"/>
                  </a:cubicBezTo>
                  <a:cubicBezTo>
                    <a:pt x="55" y="122"/>
                    <a:pt x="55" y="132"/>
                    <a:pt x="56" y="141"/>
                  </a:cubicBezTo>
                  <a:cubicBezTo>
                    <a:pt x="56" y="145"/>
                    <a:pt x="57" y="149"/>
                    <a:pt x="57" y="152"/>
                  </a:cubicBezTo>
                  <a:cubicBezTo>
                    <a:pt x="58" y="153"/>
                    <a:pt x="58" y="154"/>
                    <a:pt x="58" y="155"/>
                  </a:cubicBezTo>
                  <a:cubicBezTo>
                    <a:pt x="58" y="156"/>
                    <a:pt x="59" y="156"/>
                    <a:pt x="59" y="157"/>
                  </a:cubicBezTo>
                  <a:cubicBezTo>
                    <a:pt x="59" y="157"/>
                    <a:pt x="59" y="157"/>
                    <a:pt x="59" y="157"/>
                  </a:cubicBezTo>
                  <a:cubicBezTo>
                    <a:pt x="59" y="157"/>
                    <a:pt x="59" y="157"/>
                    <a:pt x="59" y="157"/>
                  </a:cubicBezTo>
                  <a:cubicBezTo>
                    <a:pt x="59" y="157"/>
                    <a:pt x="58" y="156"/>
                    <a:pt x="58" y="156"/>
                  </a:cubicBezTo>
                  <a:cubicBezTo>
                    <a:pt x="58" y="155"/>
                    <a:pt x="57" y="155"/>
                    <a:pt x="57" y="154"/>
                  </a:cubicBezTo>
                  <a:cubicBezTo>
                    <a:pt x="56" y="153"/>
                    <a:pt x="55" y="153"/>
                    <a:pt x="55" y="153"/>
                  </a:cubicBezTo>
                  <a:cubicBezTo>
                    <a:pt x="54" y="152"/>
                    <a:pt x="54" y="152"/>
                    <a:pt x="54" y="152"/>
                  </a:cubicBezTo>
                  <a:cubicBezTo>
                    <a:pt x="55" y="153"/>
                    <a:pt x="56" y="154"/>
                    <a:pt x="58" y="154"/>
                  </a:cubicBezTo>
                  <a:cubicBezTo>
                    <a:pt x="60" y="155"/>
                    <a:pt x="62" y="156"/>
                    <a:pt x="64" y="157"/>
                  </a:cubicBezTo>
                  <a:cubicBezTo>
                    <a:pt x="69" y="158"/>
                    <a:pt x="74" y="160"/>
                    <a:pt x="79" y="161"/>
                  </a:cubicBezTo>
                  <a:cubicBezTo>
                    <a:pt x="100" y="166"/>
                    <a:pt x="122" y="170"/>
                    <a:pt x="144" y="175"/>
                  </a:cubicBezTo>
                  <a:cubicBezTo>
                    <a:pt x="143" y="203"/>
                    <a:pt x="143" y="203"/>
                    <a:pt x="143" y="203"/>
                  </a:cubicBezTo>
                  <a:cubicBezTo>
                    <a:pt x="131" y="204"/>
                    <a:pt x="120" y="205"/>
                    <a:pt x="108" y="206"/>
                  </a:cubicBezTo>
                  <a:cubicBezTo>
                    <a:pt x="96" y="206"/>
                    <a:pt x="84" y="206"/>
                    <a:pt x="72" y="205"/>
                  </a:cubicBezTo>
                  <a:cubicBezTo>
                    <a:pt x="66" y="205"/>
                    <a:pt x="60" y="204"/>
                    <a:pt x="53" y="203"/>
                  </a:cubicBezTo>
                  <a:cubicBezTo>
                    <a:pt x="50" y="202"/>
                    <a:pt x="46" y="201"/>
                    <a:pt x="43" y="200"/>
                  </a:cubicBezTo>
                  <a:cubicBezTo>
                    <a:pt x="39" y="199"/>
                    <a:pt x="35" y="198"/>
                    <a:pt x="31" y="196"/>
                  </a:cubicBezTo>
                  <a:cubicBezTo>
                    <a:pt x="28" y="195"/>
                    <a:pt x="26" y="193"/>
                    <a:pt x="23" y="191"/>
                  </a:cubicBezTo>
                  <a:cubicBezTo>
                    <a:pt x="21" y="190"/>
                    <a:pt x="20" y="188"/>
                    <a:pt x="18" y="186"/>
                  </a:cubicBezTo>
                  <a:cubicBezTo>
                    <a:pt x="17" y="185"/>
                    <a:pt x="16" y="184"/>
                    <a:pt x="16" y="183"/>
                  </a:cubicBezTo>
                  <a:cubicBezTo>
                    <a:pt x="15" y="182"/>
                    <a:pt x="15" y="182"/>
                    <a:pt x="14" y="181"/>
                  </a:cubicBezTo>
                  <a:cubicBezTo>
                    <a:pt x="14" y="180"/>
                    <a:pt x="14" y="180"/>
                    <a:pt x="14" y="180"/>
                  </a:cubicBezTo>
                  <a:cubicBezTo>
                    <a:pt x="11" y="174"/>
                    <a:pt x="11" y="174"/>
                    <a:pt x="11" y="174"/>
                  </a:cubicBezTo>
                  <a:cubicBezTo>
                    <a:pt x="10" y="172"/>
                    <a:pt x="10" y="171"/>
                    <a:pt x="9" y="169"/>
                  </a:cubicBezTo>
                  <a:cubicBezTo>
                    <a:pt x="6" y="161"/>
                    <a:pt x="4" y="154"/>
                    <a:pt x="3" y="147"/>
                  </a:cubicBezTo>
                  <a:cubicBezTo>
                    <a:pt x="0" y="119"/>
                    <a:pt x="3" y="94"/>
                    <a:pt x="7" y="70"/>
                  </a:cubicBezTo>
                  <a:cubicBezTo>
                    <a:pt x="9" y="58"/>
                    <a:pt x="12" y="47"/>
                    <a:pt x="15" y="35"/>
                  </a:cubicBezTo>
                  <a:cubicBezTo>
                    <a:pt x="16" y="29"/>
                    <a:pt x="18" y="23"/>
                    <a:pt x="20" y="18"/>
                  </a:cubicBezTo>
                  <a:cubicBezTo>
                    <a:pt x="22" y="12"/>
                    <a:pt x="24" y="6"/>
                    <a:pt x="26" y="0"/>
                  </a:cubicBezTo>
                  <a:cubicBezTo>
                    <a:pt x="78" y="19"/>
                    <a:pt x="78" y="19"/>
                    <a:pt x="78" y="19"/>
                  </a:cubicBezTo>
                </a:path>
              </a:pathLst>
            </a:custGeom>
            <a:solidFill>
              <a:srgbClr val="B55B5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68" name="Google Shape;168;p1"/>
            <p:cNvSpPr/>
            <p:nvPr/>
          </p:nvSpPr>
          <p:spPr>
            <a:xfrm>
              <a:off x="5922963" y="2686051"/>
              <a:ext cx="460375" cy="574675"/>
            </a:xfrm>
            <a:custGeom>
              <a:rect b="b" l="l" r="r" t="t"/>
              <a:pathLst>
                <a:path extrusionOk="0" h="135" w="108">
                  <a:moveTo>
                    <a:pt x="47" y="10"/>
                  </a:moveTo>
                  <a:cubicBezTo>
                    <a:pt x="85" y="0"/>
                    <a:pt x="108" y="31"/>
                    <a:pt x="95" y="82"/>
                  </a:cubicBezTo>
                  <a:cubicBezTo>
                    <a:pt x="82" y="133"/>
                    <a:pt x="78" y="135"/>
                    <a:pt x="78" y="135"/>
                  </a:cubicBezTo>
                  <a:cubicBezTo>
                    <a:pt x="0" y="122"/>
                    <a:pt x="0" y="122"/>
                    <a:pt x="0" y="122"/>
                  </a:cubicBezTo>
                  <a:cubicBezTo>
                    <a:pt x="9" y="72"/>
                    <a:pt x="9" y="20"/>
                    <a:pt x="47" y="10"/>
                  </a:cubicBezTo>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69" name="Google Shape;169;p1"/>
            <p:cNvSpPr/>
            <p:nvPr/>
          </p:nvSpPr>
          <p:spPr>
            <a:xfrm>
              <a:off x="6477000" y="3559176"/>
              <a:ext cx="280988" cy="203200"/>
            </a:xfrm>
            <a:custGeom>
              <a:rect b="b" l="l" r="r" t="t"/>
              <a:pathLst>
                <a:path extrusionOk="0" h="48" w="66">
                  <a:moveTo>
                    <a:pt x="40" y="0"/>
                  </a:moveTo>
                  <a:cubicBezTo>
                    <a:pt x="34" y="0"/>
                    <a:pt x="34" y="0"/>
                    <a:pt x="34" y="0"/>
                  </a:cubicBezTo>
                  <a:cubicBezTo>
                    <a:pt x="17" y="0"/>
                    <a:pt x="14" y="4"/>
                    <a:pt x="4" y="14"/>
                  </a:cubicBezTo>
                  <a:cubicBezTo>
                    <a:pt x="0" y="35"/>
                    <a:pt x="0" y="35"/>
                    <a:pt x="0" y="35"/>
                  </a:cubicBezTo>
                  <a:cubicBezTo>
                    <a:pt x="27" y="48"/>
                    <a:pt x="41" y="33"/>
                    <a:pt x="41" y="33"/>
                  </a:cubicBezTo>
                  <a:cubicBezTo>
                    <a:pt x="66" y="33"/>
                    <a:pt x="66" y="33"/>
                    <a:pt x="66" y="33"/>
                  </a:cubicBezTo>
                  <a:cubicBezTo>
                    <a:pt x="58" y="13"/>
                    <a:pt x="58" y="13"/>
                    <a:pt x="58" y="13"/>
                  </a:cubicBezTo>
                  <a:cubicBezTo>
                    <a:pt x="54" y="6"/>
                    <a:pt x="48" y="1"/>
                    <a:pt x="40" y="0"/>
                  </a:cubicBezTo>
                </a:path>
              </a:pathLst>
            </a:custGeom>
            <a:solidFill>
              <a:srgbClr val="B55B5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70" name="Google Shape;170;p1"/>
            <p:cNvSpPr/>
            <p:nvPr/>
          </p:nvSpPr>
          <p:spPr>
            <a:xfrm>
              <a:off x="6216650" y="1933576"/>
              <a:ext cx="511175" cy="714375"/>
            </a:xfrm>
            <a:custGeom>
              <a:rect b="b" l="l" r="r" t="t"/>
              <a:pathLst>
                <a:path extrusionOk="0" h="168" w="120">
                  <a:moveTo>
                    <a:pt x="7" y="69"/>
                  </a:moveTo>
                  <a:cubicBezTo>
                    <a:pt x="14" y="106"/>
                    <a:pt x="16" y="128"/>
                    <a:pt x="37" y="144"/>
                  </a:cubicBezTo>
                  <a:cubicBezTo>
                    <a:pt x="68" y="168"/>
                    <a:pt x="112" y="145"/>
                    <a:pt x="116" y="107"/>
                  </a:cubicBezTo>
                  <a:cubicBezTo>
                    <a:pt x="120" y="73"/>
                    <a:pt x="108" y="19"/>
                    <a:pt x="70" y="10"/>
                  </a:cubicBezTo>
                  <a:cubicBezTo>
                    <a:pt x="33" y="0"/>
                    <a:pt x="0" y="33"/>
                    <a:pt x="7" y="69"/>
                  </a:cubicBezTo>
                  <a:close/>
                </a:path>
              </a:pathLst>
            </a:custGeom>
            <a:solidFill>
              <a:srgbClr val="B55B5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71" name="Google Shape;171;p1"/>
            <p:cNvSpPr/>
            <p:nvPr/>
          </p:nvSpPr>
          <p:spPr>
            <a:xfrm>
              <a:off x="6046788" y="1806576"/>
              <a:ext cx="638175" cy="696913"/>
            </a:xfrm>
            <a:custGeom>
              <a:rect b="b" l="l" r="r" t="t"/>
              <a:pathLst>
                <a:path extrusionOk="0" h="164" w="150">
                  <a:moveTo>
                    <a:pt x="119" y="112"/>
                  </a:moveTo>
                  <a:cubicBezTo>
                    <a:pt x="145" y="110"/>
                    <a:pt x="138" y="83"/>
                    <a:pt x="130" y="77"/>
                  </a:cubicBezTo>
                  <a:cubicBezTo>
                    <a:pt x="142" y="72"/>
                    <a:pt x="150" y="53"/>
                    <a:pt x="139" y="40"/>
                  </a:cubicBezTo>
                  <a:cubicBezTo>
                    <a:pt x="146" y="22"/>
                    <a:pt x="126" y="0"/>
                    <a:pt x="91" y="3"/>
                  </a:cubicBezTo>
                  <a:cubicBezTo>
                    <a:pt x="66" y="6"/>
                    <a:pt x="63" y="19"/>
                    <a:pt x="63" y="19"/>
                  </a:cubicBezTo>
                  <a:cubicBezTo>
                    <a:pt x="63" y="19"/>
                    <a:pt x="33" y="16"/>
                    <a:pt x="21" y="41"/>
                  </a:cubicBezTo>
                  <a:cubicBezTo>
                    <a:pt x="10" y="62"/>
                    <a:pt x="23" y="74"/>
                    <a:pt x="23" y="74"/>
                  </a:cubicBezTo>
                  <a:cubicBezTo>
                    <a:pt x="23" y="74"/>
                    <a:pt x="0" y="80"/>
                    <a:pt x="6" y="110"/>
                  </a:cubicBezTo>
                  <a:cubicBezTo>
                    <a:pt x="13" y="141"/>
                    <a:pt x="38" y="134"/>
                    <a:pt x="38" y="134"/>
                  </a:cubicBezTo>
                  <a:cubicBezTo>
                    <a:pt x="38" y="134"/>
                    <a:pt x="32" y="163"/>
                    <a:pt x="65" y="164"/>
                  </a:cubicBezTo>
                  <a:cubicBezTo>
                    <a:pt x="94" y="164"/>
                    <a:pt x="94" y="143"/>
                    <a:pt x="94" y="143"/>
                  </a:cubicBezTo>
                  <a:cubicBezTo>
                    <a:pt x="94" y="143"/>
                    <a:pt x="131" y="139"/>
                    <a:pt x="119" y="112"/>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72" name="Google Shape;172;p1"/>
            <p:cNvSpPr/>
            <p:nvPr/>
          </p:nvSpPr>
          <p:spPr>
            <a:xfrm>
              <a:off x="6459538" y="2206626"/>
              <a:ext cx="153988" cy="182563"/>
            </a:xfrm>
            <a:custGeom>
              <a:rect b="b" l="l" r="r" t="t"/>
              <a:pathLst>
                <a:path extrusionOk="0" h="43" w="36">
                  <a:moveTo>
                    <a:pt x="3" y="20"/>
                  </a:moveTo>
                  <a:cubicBezTo>
                    <a:pt x="6" y="29"/>
                    <a:pt x="13" y="35"/>
                    <a:pt x="19" y="38"/>
                  </a:cubicBezTo>
                  <a:cubicBezTo>
                    <a:pt x="28" y="43"/>
                    <a:pt x="36" y="33"/>
                    <a:pt x="34" y="23"/>
                  </a:cubicBezTo>
                  <a:cubicBezTo>
                    <a:pt x="33" y="14"/>
                    <a:pt x="24" y="2"/>
                    <a:pt x="14" y="1"/>
                  </a:cubicBezTo>
                  <a:cubicBezTo>
                    <a:pt x="4" y="0"/>
                    <a:pt x="0" y="11"/>
                    <a:pt x="3" y="20"/>
                  </a:cubicBezTo>
                  <a:close/>
                </a:path>
              </a:pathLst>
            </a:custGeom>
            <a:solidFill>
              <a:srgbClr val="B55B5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73" name="Google Shape;173;p1"/>
            <p:cNvSpPr/>
            <p:nvPr/>
          </p:nvSpPr>
          <p:spPr>
            <a:xfrm>
              <a:off x="8016875" y="5702301"/>
              <a:ext cx="255588" cy="425450"/>
            </a:xfrm>
            <a:custGeom>
              <a:rect b="b" l="l" r="r" t="t"/>
              <a:pathLst>
                <a:path extrusionOk="0" h="268" w="161">
                  <a:moveTo>
                    <a:pt x="67" y="268"/>
                  </a:moveTo>
                  <a:lnTo>
                    <a:pt x="161" y="228"/>
                  </a:lnTo>
                  <a:lnTo>
                    <a:pt x="94" y="0"/>
                  </a:lnTo>
                  <a:lnTo>
                    <a:pt x="0" y="38"/>
                  </a:lnTo>
                  <a:lnTo>
                    <a:pt x="67" y="268"/>
                  </a:lnTo>
                  <a:close/>
                </a:path>
              </a:pathLst>
            </a:custGeom>
            <a:solidFill>
              <a:srgbClr val="B55B5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74" name="Google Shape;174;p1"/>
            <p:cNvSpPr/>
            <p:nvPr/>
          </p:nvSpPr>
          <p:spPr>
            <a:xfrm>
              <a:off x="8016875" y="5702301"/>
              <a:ext cx="255588" cy="425450"/>
            </a:xfrm>
            <a:custGeom>
              <a:rect b="b" l="l" r="r" t="t"/>
              <a:pathLst>
                <a:path extrusionOk="0" h="268" w="161">
                  <a:moveTo>
                    <a:pt x="67" y="268"/>
                  </a:moveTo>
                  <a:lnTo>
                    <a:pt x="161" y="228"/>
                  </a:lnTo>
                  <a:lnTo>
                    <a:pt x="94" y="0"/>
                  </a:lnTo>
                  <a:lnTo>
                    <a:pt x="0" y="38"/>
                  </a:lnTo>
                  <a:lnTo>
                    <a:pt x="67" y="268"/>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75" name="Google Shape;175;p1"/>
            <p:cNvSpPr/>
            <p:nvPr/>
          </p:nvSpPr>
          <p:spPr>
            <a:xfrm>
              <a:off x="8191500" y="5792788"/>
              <a:ext cx="28575" cy="88900"/>
            </a:xfrm>
            <a:custGeom>
              <a:rect b="b" l="l" r="r" t="t"/>
              <a:pathLst>
                <a:path extrusionOk="0" h="56" w="18">
                  <a:moveTo>
                    <a:pt x="0" y="0"/>
                  </a:moveTo>
                  <a:lnTo>
                    <a:pt x="0" y="0"/>
                  </a:lnTo>
                  <a:lnTo>
                    <a:pt x="18" y="56"/>
                  </a:lnTo>
                  <a:lnTo>
                    <a:pt x="18" y="56"/>
                  </a:lnTo>
                  <a:lnTo>
                    <a:pt x="0" y="0"/>
                  </a:lnTo>
                  <a:close/>
                </a:path>
              </a:pathLst>
            </a:custGeom>
            <a:solidFill>
              <a:srgbClr val="CCCC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76" name="Google Shape;176;p1"/>
            <p:cNvSpPr/>
            <p:nvPr/>
          </p:nvSpPr>
          <p:spPr>
            <a:xfrm>
              <a:off x="8191500" y="5792788"/>
              <a:ext cx="28575" cy="88900"/>
            </a:xfrm>
            <a:custGeom>
              <a:rect b="b" l="l" r="r" t="t"/>
              <a:pathLst>
                <a:path extrusionOk="0" h="56" w="18">
                  <a:moveTo>
                    <a:pt x="0" y="0"/>
                  </a:moveTo>
                  <a:lnTo>
                    <a:pt x="0" y="0"/>
                  </a:lnTo>
                  <a:lnTo>
                    <a:pt x="18" y="56"/>
                  </a:lnTo>
                  <a:lnTo>
                    <a:pt x="18" y="56"/>
                  </a:lnTo>
                  <a:lnTo>
                    <a:pt x="0"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77" name="Google Shape;177;p1"/>
            <p:cNvSpPr/>
            <p:nvPr/>
          </p:nvSpPr>
          <p:spPr>
            <a:xfrm>
              <a:off x="8042275" y="5792788"/>
              <a:ext cx="177800" cy="147638"/>
            </a:xfrm>
            <a:custGeom>
              <a:rect b="b" l="l" r="r" t="t"/>
              <a:pathLst>
                <a:path extrusionOk="0" h="93" w="112">
                  <a:moveTo>
                    <a:pt x="94" y="0"/>
                  </a:moveTo>
                  <a:lnTo>
                    <a:pt x="0" y="34"/>
                  </a:lnTo>
                  <a:lnTo>
                    <a:pt x="16" y="93"/>
                  </a:lnTo>
                  <a:lnTo>
                    <a:pt x="112" y="56"/>
                  </a:lnTo>
                  <a:lnTo>
                    <a:pt x="94" y="0"/>
                  </a:lnTo>
                  <a:close/>
                </a:path>
              </a:pathLst>
            </a:custGeom>
            <a:solidFill>
              <a:srgbClr val="91494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78" name="Google Shape;178;p1"/>
            <p:cNvSpPr/>
            <p:nvPr/>
          </p:nvSpPr>
          <p:spPr>
            <a:xfrm>
              <a:off x="8042275" y="5792788"/>
              <a:ext cx="177800" cy="147638"/>
            </a:xfrm>
            <a:custGeom>
              <a:rect b="b" l="l" r="r" t="t"/>
              <a:pathLst>
                <a:path extrusionOk="0" h="93" w="112">
                  <a:moveTo>
                    <a:pt x="94" y="0"/>
                  </a:moveTo>
                  <a:lnTo>
                    <a:pt x="0" y="34"/>
                  </a:lnTo>
                  <a:lnTo>
                    <a:pt x="16" y="93"/>
                  </a:lnTo>
                  <a:lnTo>
                    <a:pt x="112" y="56"/>
                  </a:lnTo>
                  <a:lnTo>
                    <a:pt x="94"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79" name="Google Shape;179;p1"/>
            <p:cNvSpPr/>
            <p:nvPr/>
          </p:nvSpPr>
          <p:spPr>
            <a:xfrm>
              <a:off x="8075613" y="5975351"/>
              <a:ext cx="506413" cy="268288"/>
            </a:xfrm>
            <a:custGeom>
              <a:rect b="b" l="l" r="r" t="t"/>
              <a:pathLst>
                <a:path extrusionOk="0" h="63" w="119">
                  <a:moveTo>
                    <a:pt x="43" y="7"/>
                  </a:moveTo>
                  <a:cubicBezTo>
                    <a:pt x="3" y="21"/>
                    <a:pt x="3" y="21"/>
                    <a:pt x="3" y="21"/>
                  </a:cubicBezTo>
                  <a:cubicBezTo>
                    <a:pt x="1" y="21"/>
                    <a:pt x="0" y="23"/>
                    <a:pt x="1" y="24"/>
                  </a:cubicBezTo>
                  <a:cubicBezTo>
                    <a:pt x="10" y="57"/>
                    <a:pt x="10" y="57"/>
                    <a:pt x="10" y="57"/>
                  </a:cubicBezTo>
                  <a:cubicBezTo>
                    <a:pt x="11" y="61"/>
                    <a:pt x="15" y="63"/>
                    <a:pt x="19" y="61"/>
                  </a:cubicBezTo>
                  <a:cubicBezTo>
                    <a:pt x="33" y="56"/>
                    <a:pt x="38" y="53"/>
                    <a:pt x="56" y="46"/>
                  </a:cubicBezTo>
                  <a:cubicBezTo>
                    <a:pt x="66" y="41"/>
                    <a:pt x="92" y="30"/>
                    <a:pt x="106" y="22"/>
                  </a:cubicBezTo>
                  <a:cubicBezTo>
                    <a:pt x="119" y="14"/>
                    <a:pt x="111" y="0"/>
                    <a:pt x="105" y="3"/>
                  </a:cubicBezTo>
                  <a:cubicBezTo>
                    <a:pt x="89" y="8"/>
                    <a:pt x="63" y="11"/>
                    <a:pt x="50" y="7"/>
                  </a:cubicBezTo>
                  <a:cubicBezTo>
                    <a:pt x="48" y="6"/>
                    <a:pt x="46" y="6"/>
                    <a:pt x="43" y="7"/>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80" name="Google Shape;180;p1"/>
            <p:cNvSpPr/>
            <p:nvPr/>
          </p:nvSpPr>
          <p:spPr>
            <a:xfrm>
              <a:off x="6254750" y="4005263"/>
              <a:ext cx="1974850" cy="1854200"/>
            </a:xfrm>
            <a:custGeom>
              <a:rect b="b" l="l" r="r" t="t"/>
              <a:pathLst>
                <a:path extrusionOk="0" h="436" w="464">
                  <a:moveTo>
                    <a:pt x="153" y="6"/>
                  </a:moveTo>
                  <a:cubicBezTo>
                    <a:pt x="153" y="6"/>
                    <a:pt x="422" y="30"/>
                    <a:pt x="429" y="107"/>
                  </a:cubicBezTo>
                  <a:cubicBezTo>
                    <a:pt x="443" y="265"/>
                    <a:pt x="464" y="416"/>
                    <a:pt x="464" y="416"/>
                  </a:cubicBezTo>
                  <a:cubicBezTo>
                    <a:pt x="410" y="436"/>
                    <a:pt x="410" y="436"/>
                    <a:pt x="410" y="436"/>
                  </a:cubicBezTo>
                  <a:cubicBezTo>
                    <a:pt x="410" y="436"/>
                    <a:pt x="343" y="263"/>
                    <a:pt x="344" y="140"/>
                  </a:cubicBezTo>
                  <a:cubicBezTo>
                    <a:pt x="266" y="118"/>
                    <a:pt x="62" y="150"/>
                    <a:pt x="29" y="91"/>
                  </a:cubicBezTo>
                  <a:cubicBezTo>
                    <a:pt x="0" y="38"/>
                    <a:pt x="25" y="0"/>
                    <a:pt x="25" y="0"/>
                  </a:cubicBezTo>
                  <a:cubicBezTo>
                    <a:pt x="153" y="6"/>
                    <a:pt x="153" y="6"/>
                    <a:pt x="153" y="6"/>
                  </a:cubicBezTo>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81" name="Google Shape;181;p1"/>
            <p:cNvSpPr/>
            <p:nvPr/>
          </p:nvSpPr>
          <p:spPr>
            <a:xfrm>
              <a:off x="7931150" y="5686426"/>
              <a:ext cx="341313" cy="228600"/>
            </a:xfrm>
            <a:custGeom>
              <a:rect b="b" l="l" r="r" t="t"/>
              <a:pathLst>
                <a:path extrusionOk="0" h="144" w="215">
                  <a:moveTo>
                    <a:pt x="32" y="144"/>
                  </a:moveTo>
                  <a:lnTo>
                    <a:pt x="215" y="83"/>
                  </a:lnTo>
                  <a:lnTo>
                    <a:pt x="207" y="0"/>
                  </a:lnTo>
                  <a:lnTo>
                    <a:pt x="0" y="64"/>
                  </a:lnTo>
                  <a:lnTo>
                    <a:pt x="32" y="144"/>
                  </a:ln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82" name="Google Shape;182;p1"/>
            <p:cNvSpPr/>
            <p:nvPr/>
          </p:nvSpPr>
          <p:spPr>
            <a:xfrm>
              <a:off x="8275638" y="5965826"/>
              <a:ext cx="77788" cy="55563"/>
            </a:xfrm>
            <a:custGeom>
              <a:rect b="b" l="l" r="r" t="t"/>
              <a:pathLst>
                <a:path extrusionOk="0" h="13" w="18">
                  <a:moveTo>
                    <a:pt x="11" y="11"/>
                  </a:moveTo>
                  <a:cubicBezTo>
                    <a:pt x="8" y="12"/>
                    <a:pt x="4" y="12"/>
                    <a:pt x="1" y="13"/>
                  </a:cubicBezTo>
                  <a:cubicBezTo>
                    <a:pt x="0" y="12"/>
                    <a:pt x="0" y="12"/>
                    <a:pt x="0" y="12"/>
                  </a:cubicBezTo>
                  <a:cubicBezTo>
                    <a:pt x="0" y="11"/>
                    <a:pt x="0" y="11"/>
                    <a:pt x="0" y="11"/>
                  </a:cubicBezTo>
                  <a:cubicBezTo>
                    <a:pt x="1" y="10"/>
                    <a:pt x="9" y="0"/>
                    <a:pt x="14" y="0"/>
                  </a:cubicBezTo>
                  <a:cubicBezTo>
                    <a:pt x="15" y="0"/>
                    <a:pt x="16" y="0"/>
                    <a:pt x="17" y="1"/>
                  </a:cubicBezTo>
                  <a:cubicBezTo>
                    <a:pt x="18" y="3"/>
                    <a:pt x="18" y="5"/>
                    <a:pt x="17" y="6"/>
                  </a:cubicBezTo>
                  <a:cubicBezTo>
                    <a:pt x="17" y="8"/>
                    <a:pt x="14" y="10"/>
                    <a:pt x="11" y="11"/>
                  </a:cubicBezTo>
                  <a:close/>
                  <a:moveTo>
                    <a:pt x="3" y="11"/>
                  </a:moveTo>
                  <a:cubicBezTo>
                    <a:pt x="10" y="10"/>
                    <a:pt x="15" y="8"/>
                    <a:pt x="16" y="6"/>
                  </a:cubicBezTo>
                  <a:cubicBezTo>
                    <a:pt x="16" y="5"/>
                    <a:pt x="16" y="4"/>
                    <a:pt x="15" y="2"/>
                  </a:cubicBezTo>
                  <a:cubicBezTo>
                    <a:pt x="15" y="2"/>
                    <a:pt x="15" y="2"/>
                    <a:pt x="14" y="1"/>
                  </a:cubicBezTo>
                  <a:cubicBezTo>
                    <a:pt x="11" y="1"/>
                    <a:pt x="6" y="7"/>
                    <a:pt x="3" y="11"/>
                  </a:cubicBez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83" name="Google Shape;183;p1"/>
            <p:cNvSpPr/>
            <p:nvPr/>
          </p:nvSpPr>
          <p:spPr>
            <a:xfrm>
              <a:off x="8259763" y="5940426"/>
              <a:ext cx="46038" cy="80963"/>
            </a:xfrm>
            <a:custGeom>
              <a:rect b="b" l="l" r="r" t="t"/>
              <a:pathLst>
                <a:path extrusionOk="0" h="19" w="11">
                  <a:moveTo>
                    <a:pt x="5" y="19"/>
                  </a:moveTo>
                  <a:cubicBezTo>
                    <a:pt x="5" y="19"/>
                    <a:pt x="5" y="19"/>
                    <a:pt x="5" y="19"/>
                  </a:cubicBezTo>
                  <a:cubicBezTo>
                    <a:pt x="4" y="18"/>
                    <a:pt x="4" y="18"/>
                    <a:pt x="4" y="18"/>
                  </a:cubicBezTo>
                  <a:cubicBezTo>
                    <a:pt x="4" y="18"/>
                    <a:pt x="0" y="8"/>
                    <a:pt x="2" y="3"/>
                  </a:cubicBezTo>
                  <a:cubicBezTo>
                    <a:pt x="3" y="2"/>
                    <a:pt x="4" y="1"/>
                    <a:pt x="5" y="0"/>
                  </a:cubicBezTo>
                  <a:cubicBezTo>
                    <a:pt x="7" y="0"/>
                    <a:pt x="8" y="1"/>
                    <a:pt x="9" y="2"/>
                  </a:cubicBezTo>
                  <a:cubicBezTo>
                    <a:pt x="11" y="6"/>
                    <a:pt x="9" y="15"/>
                    <a:pt x="6" y="18"/>
                  </a:cubicBezTo>
                  <a:lnTo>
                    <a:pt x="5" y="19"/>
                  </a:lnTo>
                  <a:close/>
                  <a:moveTo>
                    <a:pt x="5" y="2"/>
                  </a:moveTo>
                  <a:cubicBezTo>
                    <a:pt x="5" y="2"/>
                    <a:pt x="4" y="3"/>
                    <a:pt x="4" y="4"/>
                  </a:cubicBezTo>
                  <a:cubicBezTo>
                    <a:pt x="2" y="6"/>
                    <a:pt x="4" y="13"/>
                    <a:pt x="5" y="16"/>
                  </a:cubicBezTo>
                  <a:cubicBezTo>
                    <a:pt x="8" y="12"/>
                    <a:pt x="9" y="5"/>
                    <a:pt x="8" y="3"/>
                  </a:cubicBezTo>
                  <a:cubicBezTo>
                    <a:pt x="7" y="2"/>
                    <a:pt x="7" y="2"/>
                    <a:pt x="6" y="2"/>
                  </a:cubicBezTo>
                  <a:lnTo>
                    <a:pt x="5" y="2"/>
                  </a:ln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84" name="Google Shape;184;p1"/>
            <p:cNvSpPr/>
            <p:nvPr/>
          </p:nvSpPr>
          <p:spPr>
            <a:xfrm>
              <a:off x="7315200" y="5846763"/>
              <a:ext cx="187325" cy="387350"/>
            </a:xfrm>
            <a:custGeom>
              <a:rect b="b" l="l" r="r" t="t"/>
              <a:pathLst>
                <a:path extrusionOk="0" h="244" w="118">
                  <a:moveTo>
                    <a:pt x="0" y="244"/>
                  </a:moveTo>
                  <a:lnTo>
                    <a:pt x="102" y="239"/>
                  </a:lnTo>
                  <a:lnTo>
                    <a:pt x="118" y="0"/>
                  </a:lnTo>
                  <a:lnTo>
                    <a:pt x="16" y="3"/>
                  </a:lnTo>
                  <a:lnTo>
                    <a:pt x="0" y="244"/>
                  </a:lnTo>
                  <a:close/>
                </a:path>
              </a:pathLst>
            </a:custGeom>
            <a:solidFill>
              <a:srgbClr val="B55B5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85" name="Google Shape;185;p1"/>
            <p:cNvSpPr/>
            <p:nvPr/>
          </p:nvSpPr>
          <p:spPr>
            <a:xfrm>
              <a:off x="7315200" y="5846763"/>
              <a:ext cx="187325" cy="387350"/>
            </a:xfrm>
            <a:custGeom>
              <a:rect b="b" l="l" r="r" t="t"/>
              <a:pathLst>
                <a:path extrusionOk="0" h="244" w="118">
                  <a:moveTo>
                    <a:pt x="0" y="244"/>
                  </a:moveTo>
                  <a:lnTo>
                    <a:pt x="102" y="239"/>
                  </a:lnTo>
                  <a:lnTo>
                    <a:pt x="118" y="0"/>
                  </a:lnTo>
                  <a:lnTo>
                    <a:pt x="16" y="3"/>
                  </a:lnTo>
                  <a:lnTo>
                    <a:pt x="0" y="244"/>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86" name="Google Shape;186;p1"/>
            <p:cNvSpPr/>
            <p:nvPr/>
          </p:nvSpPr>
          <p:spPr>
            <a:xfrm>
              <a:off x="7267575" y="6191251"/>
              <a:ext cx="485775" cy="196850"/>
            </a:xfrm>
            <a:custGeom>
              <a:rect b="b" l="l" r="r" t="t"/>
              <a:pathLst>
                <a:path extrusionOk="0" h="46" w="114">
                  <a:moveTo>
                    <a:pt x="49" y="2"/>
                  </a:moveTo>
                  <a:cubicBezTo>
                    <a:pt x="6" y="0"/>
                    <a:pt x="6" y="0"/>
                    <a:pt x="6" y="0"/>
                  </a:cubicBezTo>
                  <a:cubicBezTo>
                    <a:pt x="5" y="0"/>
                    <a:pt x="4" y="1"/>
                    <a:pt x="4" y="3"/>
                  </a:cubicBezTo>
                  <a:cubicBezTo>
                    <a:pt x="0" y="37"/>
                    <a:pt x="0" y="37"/>
                    <a:pt x="0" y="37"/>
                  </a:cubicBezTo>
                  <a:cubicBezTo>
                    <a:pt x="0" y="40"/>
                    <a:pt x="3" y="44"/>
                    <a:pt x="7" y="44"/>
                  </a:cubicBezTo>
                  <a:cubicBezTo>
                    <a:pt x="22" y="44"/>
                    <a:pt x="29" y="44"/>
                    <a:pt x="48" y="44"/>
                  </a:cubicBezTo>
                  <a:cubicBezTo>
                    <a:pt x="60" y="44"/>
                    <a:pt x="82" y="46"/>
                    <a:pt x="98" y="44"/>
                  </a:cubicBezTo>
                  <a:cubicBezTo>
                    <a:pt x="114" y="42"/>
                    <a:pt x="112" y="26"/>
                    <a:pt x="105" y="26"/>
                  </a:cubicBezTo>
                  <a:cubicBezTo>
                    <a:pt x="89" y="25"/>
                    <a:pt x="67" y="13"/>
                    <a:pt x="56" y="4"/>
                  </a:cubicBezTo>
                  <a:cubicBezTo>
                    <a:pt x="54" y="3"/>
                    <a:pt x="52" y="2"/>
                    <a:pt x="49" y="2"/>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87" name="Google Shape;187;p1"/>
            <p:cNvSpPr/>
            <p:nvPr/>
          </p:nvSpPr>
          <p:spPr>
            <a:xfrm>
              <a:off x="7489825" y="6183313"/>
              <a:ext cx="84138" cy="47625"/>
            </a:xfrm>
            <a:custGeom>
              <a:rect b="b" l="l" r="r" t="t"/>
              <a:pathLst>
                <a:path extrusionOk="0" h="11" w="20">
                  <a:moveTo>
                    <a:pt x="11" y="11"/>
                  </a:moveTo>
                  <a:cubicBezTo>
                    <a:pt x="7" y="11"/>
                    <a:pt x="3" y="10"/>
                    <a:pt x="1" y="9"/>
                  </a:cubicBezTo>
                  <a:cubicBezTo>
                    <a:pt x="0" y="8"/>
                    <a:pt x="0" y="8"/>
                    <a:pt x="0" y="8"/>
                  </a:cubicBezTo>
                  <a:cubicBezTo>
                    <a:pt x="0" y="8"/>
                    <a:pt x="0" y="8"/>
                    <a:pt x="0" y="8"/>
                  </a:cubicBezTo>
                  <a:cubicBezTo>
                    <a:pt x="2" y="7"/>
                    <a:pt x="13" y="0"/>
                    <a:pt x="17" y="2"/>
                  </a:cubicBezTo>
                  <a:cubicBezTo>
                    <a:pt x="18" y="2"/>
                    <a:pt x="19" y="3"/>
                    <a:pt x="19" y="4"/>
                  </a:cubicBezTo>
                  <a:cubicBezTo>
                    <a:pt x="20" y="6"/>
                    <a:pt x="19" y="8"/>
                    <a:pt x="18" y="9"/>
                  </a:cubicBezTo>
                  <a:cubicBezTo>
                    <a:pt x="17" y="11"/>
                    <a:pt x="14" y="11"/>
                    <a:pt x="11" y="11"/>
                  </a:cubicBezTo>
                  <a:close/>
                  <a:moveTo>
                    <a:pt x="3" y="8"/>
                  </a:moveTo>
                  <a:cubicBezTo>
                    <a:pt x="10" y="10"/>
                    <a:pt x="15" y="10"/>
                    <a:pt x="17" y="8"/>
                  </a:cubicBezTo>
                  <a:cubicBezTo>
                    <a:pt x="18" y="7"/>
                    <a:pt x="18" y="6"/>
                    <a:pt x="18" y="5"/>
                  </a:cubicBezTo>
                  <a:cubicBezTo>
                    <a:pt x="17" y="4"/>
                    <a:pt x="17" y="4"/>
                    <a:pt x="17" y="3"/>
                  </a:cubicBezTo>
                  <a:cubicBezTo>
                    <a:pt x="14" y="2"/>
                    <a:pt x="8" y="5"/>
                    <a:pt x="3" y="8"/>
                  </a:cubicBez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88" name="Google Shape;188;p1"/>
            <p:cNvSpPr/>
            <p:nvPr/>
          </p:nvSpPr>
          <p:spPr>
            <a:xfrm>
              <a:off x="7485063" y="6149976"/>
              <a:ext cx="50800" cy="71438"/>
            </a:xfrm>
            <a:custGeom>
              <a:rect b="b" l="l" r="r" t="t"/>
              <a:pathLst>
                <a:path extrusionOk="0" h="17" w="12">
                  <a:moveTo>
                    <a:pt x="2" y="17"/>
                  </a:moveTo>
                  <a:cubicBezTo>
                    <a:pt x="1" y="17"/>
                    <a:pt x="1" y="17"/>
                    <a:pt x="1" y="17"/>
                  </a:cubicBezTo>
                  <a:cubicBezTo>
                    <a:pt x="1" y="16"/>
                    <a:pt x="1" y="16"/>
                    <a:pt x="1" y="16"/>
                  </a:cubicBezTo>
                  <a:cubicBezTo>
                    <a:pt x="1" y="16"/>
                    <a:pt x="0" y="5"/>
                    <a:pt x="4" y="1"/>
                  </a:cubicBezTo>
                  <a:cubicBezTo>
                    <a:pt x="6" y="0"/>
                    <a:pt x="7" y="0"/>
                    <a:pt x="8" y="0"/>
                  </a:cubicBezTo>
                  <a:cubicBezTo>
                    <a:pt x="10" y="0"/>
                    <a:pt x="11" y="1"/>
                    <a:pt x="11" y="3"/>
                  </a:cubicBezTo>
                  <a:cubicBezTo>
                    <a:pt x="12" y="7"/>
                    <a:pt x="6" y="15"/>
                    <a:pt x="2" y="17"/>
                  </a:cubicBezTo>
                  <a:close/>
                  <a:moveTo>
                    <a:pt x="8" y="2"/>
                  </a:moveTo>
                  <a:cubicBezTo>
                    <a:pt x="7" y="2"/>
                    <a:pt x="6" y="2"/>
                    <a:pt x="6" y="3"/>
                  </a:cubicBezTo>
                  <a:cubicBezTo>
                    <a:pt x="3" y="5"/>
                    <a:pt x="3" y="11"/>
                    <a:pt x="3" y="15"/>
                  </a:cubicBezTo>
                  <a:cubicBezTo>
                    <a:pt x="6" y="12"/>
                    <a:pt x="10" y="6"/>
                    <a:pt x="10" y="3"/>
                  </a:cubicBezTo>
                  <a:cubicBezTo>
                    <a:pt x="10" y="3"/>
                    <a:pt x="9" y="2"/>
                    <a:pt x="8" y="2"/>
                  </a:cubicBez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89" name="Google Shape;189;p1"/>
            <p:cNvSpPr/>
            <p:nvPr/>
          </p:nvSpPr>
          <p:spPr>
            <a:xfrm>
              <a:off x="7323138" y="5995988"/>
              <a:ext cx="4763" cy="68263"/>
            </a:xfrm>
            <a:custGeom>
              <a:rect b="b" l="l" r="r" t="t"/>
              <a:pathLst>
                <a:path extrusionOk="0" h="43" w="3">
                  <a:moveTo>
                    <a:pt x="3" y="0"/>
                  </a:moveTo>
                  <a:lnTo>
                    <a:pt x="3" y="0"/>
                  </a:lnTo>
                  <a:lnTo>
                    <a:pt x="0" y="43"/>
                  </a:lnTo>
                  <a:lnTo>
                    <a:pt x="0" y="43"/>
                  </a:lnTo>
                  <a:lnTo>
                    <a:pt x="3" y="0"/>
                  </a:lnTo>
                  <a:close/>
                </a:path>
              </a:pathLst>
            </a:custGeom>
            <a:solidFill>
              <a:srgbClr val="CCCC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90" name="Google Shape;190;p1"/>
            <p:cNvSpPr/>
            <p:nvPr/>
          </p:nvSpPr>
          <p:spPr>
            <a:xfrm>
              <a:off x="7323138" y="5995988"/>
              <a:ext cx="4763" cy="68263"/>
            </a:xfrm>
            <a:custGeom>
              <a:rect b="b" l="l" r="r" t="t"/>
              <a:pathLst>
                <a:path extrusionOk="0" h="43" w="3">
                  <a:moveTo>
                    <a:pt x="3" y="0"/>
                  </a:moveTo>
                  <a:lnTo>
                    <a:pt x="3" y="0"/>
                  </a:lnTo>
                  <a:lnTo>
                    <a:pt x="0" y="43"/>
                  </a:lnTo>
                  <a:lnTo>
                    <a:pt x="0" y="43"/>
                  </a:lnTo>
                  <a:lnTo>
                    <a:pt x="3"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91" name="Google Shape;191;p1"/>
            <p:cNvSpPr/>
            <p:nvPr/>
          </p:nvSpPr>
          <p:spPr>
            <a:xfrm>
              <a:off x="7323138" y="5992813"/>
              <a:ext cx="166688" cy="71438"/>
            </a:xfrm>
            <a:custGeom>
              <a:rect b="b" l="l" r="r" t="t"/>
              <a:pathLst>
                <a:path extrusionOk="0" h="45" w="105">
                  <a:moveTo>
                    <a:pt x="105" y="0"/>
                  </a:moveTo>
                  <a:lnTo>
                    <a:pt x="3" y="2"/>
                  </a:lnTo>
                  <a:lnTo>
                    <a:pt x="0" y="45"/>
                  </a:lnTo>
                  <a:lnTo>
                    <a:pt x="102" y="45"/>
                  </a:lnTo>
                  <a:lnTo>
                    <a:pt x="105" y="0"/>
                  </a:lnTo>
                  <a:close/>
                </a:path>
              </a:pathLst>
            </a:custGeom>
            <a:solidFill>
              <a:srgbClr val="91494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92" name="Google Shape;192;p1"/>
            <p:cNvSpPr/>
            <p:nvPr/>
          </p:nvSpPr>
          <p:spPr>
            <a:xfrm>
              <a:off x="7323138" y="5992813"/>
              <a:ext cx="166688" cy="71438"/>
            </a:xfrm>
            <a:custGeom>
              <a:rect b="b" l="l" r="r" t="t"/>
              <a:pathLst>
                <a:path extrusionOk="0" h="45" w="105">
                  <a:moveTo>
                    <a:pt x="105" y="0"/>
                  </a:moveTo>
                  <a:lnTo>
                    <a:pt x="3" y="2"/>
                  </a:lnTo>
                  <a:lnTo>
                    <a:pt x="0" y="45"/>
                  </a:lnTo>
                  <a:lnTo>
                    <a:pt x="102" y="45"/>
                  </a:lnTo>
                  <a:lnTo>
                    <a:pt x="105"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93" name="Google Shape;193;p1"/>
            <p:cNvSpPr/>
            <p:nvPr/>
          </p:nvSpPr>
          <p:spPr>
            <a:xfrm>
              <a:off x="5919788" y="3992563"/>
              <a:ext cx="1841500" cy="2003425"/>
            </a:xfrm>
            <a:custGeom>
              <a:rect b="b" l="l" r="r" t="t"/>
              <a:pathLst>
                <a:path extrusionOk="0" h="471" w="433">
                  <a:moveTo>
                    <a:pt x="143" y="5"/>
                  </a:moveTo>
                  <a:cubicBezTo>
                    <a:pt x="143" y="5"/>
                    <a:pt x="433" y="49"/>
                    <a:pt x="428" y="116"/>
                  </a:cubicBezTo>
                  <a:cubicBezTo>
                    <a:pt x="420" y="236"/>
                    <a:pt x="379" y="470"/>
                    <a:pt x="379" y="470"/>
                  </a:cubicBezTo>
                  <a:cubicBezTo>
                    <a:pt x="322" y="471"/>
                    <a:pt x="322" y="471"/>
                    <a:pt x="322" y="471"/>
                  </a:cubicBezTo>
                  <a:cubicBezTo>
                    <a:pt x="322" y="471"/>
                    <a:pt x="309" y="230"/>
                    <a:pt x="330" y="143"/>
                  </a:cubicBezTo>
                  <a:cubicBezTo>
                    <a:pt x="259" y="143"/>
                    <a:pt x="58" y="140"/>
                    <a:pt x="31" y="104"/>
                  </a:cubicBezTo>
                  <a:cubicBezTo>
                    <a:pt x="0" y="63"/>
                    <a:pt x="32" y="0"/>
                    <a:pt x="32" y="0"/>
                  </a:cubicBezTo>
                  <a:cubicBezTo>
                    <a:pt x="143" y="5"/>
                    <a:pt x="143" y="5"/>
                    <a:pt x="143" y="5"/>
                  </a:cubicBezTo>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94" name="Google Shape;194;p1"/>
            <p:cNvSpPr/>
            <p:nvPr/>
          </p:nvSpPr>
          <p:spPr>
            <a:xfrm>
              <a:off x="7246938" y="5856288"/>
              <a:ext cx="322263" cy="157163"/>
            </a:xfrm>
            <a:custGeom>
              <a:rect b="b" l="l" r="r" t="t"/>
              <a:pathLst>
                <a:path extrusionOk="0" h="99" w="203">
                  <a:moveTo>
                    <a:pt x="11" y="99"/>
                  </a:moveTo>
                  <a:lnTo>
                    <a:pt x="195" y="96"/>
                  </a:lnTo>
                  <a:lnTo>
                    <a:pt x="203" y="0"/>
                  </a:lnTo>
                  <a:lnTo>
                    <a:pt x="0" y="8"/>
                  </a:lnTo>
                  <a:lnTo>
                    <a:pt x="11" y="99"/>
                  </a:ln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95" name="Google Shape;195;p1"/>
            <p:cNvSpPr/>
            <p:nvPr/>
          </p:nvSpPr>
          <p:spPr>
            <a:xfrm>
              <a:off x="6000750" y="2690813"/>
              <a:ext cx="904875" cy="1339850"/>
            </a:xfrm>
            <a:custGeom>
              <a:rect b="b" l="l" r="r" t="t"/>
              <a:pathLst>
                <a:path extrusionOk="0" h="315" w="213">
                  <a:moveTo>
                    <a:pt x="175" y="5"/>
                  </a:moveTo>
                  <a:cubicBezTo>
                    <a:pt x="152" y="0"/>
                    <a:pt x="47" y="2"/>
                    <a:pt x="47" y="2"/>
                  </a:cubicBezTo>
                  <a:cubicBezTo>
                    <a:pt x="25" y="1"/>
                    <a:pt x="6" y="17"/>
                    <a:pt x="4" y="39"/>
                  </a:cubicBezTo>
                  <a:cubicBezTo>
                    <a:pt x="0" y="71"/>
                    <a:pt x="21" y="144"/>
                    <a:pt x="21" y="181"/>
                  </a:cubicBezTo>
                  <a:cubicBezTo>
                    <a:pt x="22" y="226"/>
                    <a:pt x="13" y="245"/>
                    <a:pt x="13" y="306"/>
                  </a:cubicBezTo>
                  <a:cubicBezTo>
                    <a:pt x="213" y="315"/>
                    <a:pt x="213" y="315"/>
                    <a:pt x="213" y="315"/>
                  </a:cubicBezTo>
                  <a:cubicBezTo>
                    <a:pt x="213" y="192"/>
                    <a:pt x="208" y="90"/>
                    <a:pt x="203" y="41"/>
                  </a:cubicBezTo>
                  <a:cubicBezTo>
                    <a:pt x="201" y="24"/>
                    <a:pt x="198" y="10"/>
                    <a:pt x="175" y="5"/>
                  </a:cubicBezTo>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96" name="Google Shape;196;p1"/>
            <p:cNvSpPr/>
            <p:nvPr/>
          </p:nvSpPr>
          <p:spPr>
            <a:xfrm>
              <a:off x="6013450" y="2698751"/>
              <a:ext cx="892175" cy="1331913"/>
            </a:xfrm>
            <a:custGeom>
              <a:rect b="b" l="l" r="r" t="t"/>
              <a:pathLst>
                <a:path extrusionOk="0" h="313" w="210">
                  <a:moveTo>
                    <a:pt x="76" y="0"/>
                  </a:moveTo>
                  <a:cubicBezTo>
                    <a:pt x="57" y="0"/>
                    <a:pt x="44" y="0"/>
                    <a:pt x="44" y="0"/>
                  </a:cubicBezTo>
                  <a:cubicBezTo>
                    <a:pt x="43" y="0"/>
                    <a:pt x="43" y="0"/>
                    <a:pt x="42" y="0"/>
                  </a:cubicBezTo>
                  <a:cubicBezTo>
                    <a:pt x="21" y="0"/>
                    <a:pt x="3" y="16"/>
                    <a:pt x="1" y="37"/>
                  </a:cubicBezTo>
                  <a:cubicBezTo>
                    <a:pt x="0" y="40"/>
                    <a:pt x="0" y="42"/>
                    <a:pt x="0" y="46"/>
                  </a:cubicBezTo>
                  <a:cubicBezTo>
                    <a:pt x="0" y="81"/>
                    <a:pt x="18" y="145"/>
                    <a:pt x="18" y="179"/>
                  </a:cubicBezTo>
                  <a:cubicBezTo>
                    <a:pt x="18" y="181"/>
                    <a:pt x="18" y="183"/>
                    <a:pt x="18" y="185"/>
                  </a:cubicBezTo>
                  <a:cubicBezTo>
                    <a:pt x="18" y="226"/>
                    <a:pt x="10" y="245"/>
                    <a:pt x="10" y="304"/>
                  </a:cubicBezTo>
                  <a:cubicBezTo>
                    <a:pt x="210" y="313"/>
                    <a:pt x="210" y="313"/>
                    <a:pt x="210" y="313"/>
                  </a:cubicBezTo>
                  <a:cubicBezTo>
                    <a:pt x="210" y="307"/>
                    <a:pt x="210" y="301"/>
                    <a:pt x="210" y="295"/>
                  </a:cubicBezTo>
                  <a:cubicBezTo>
                    <a:pt x="210" y="295"/>
                    <a:pt x="210" y="295"/>
                    <a:pt x="210" y="295"/>
                  </a:cubicBezTo>
                  <a:cubicBezTo>
                    <a:pt x="210" y="284"/>
                    <a:pt x="210" y="273"/>
                    <a:pt x="210" y="262"/>
                  </a:cubicBezTo>
                  <a:cubicBezTo>
                    <a:pt x="210" y="253"/>
                    <a:pt x="210" y="244"/>
                    <a:pt x="210" y="235"/>
                  </a:cubicBezTo>
                  <a:cubicBezTo>
                    <a:pt x="208" y="148"/>
                    <a:pt x="204" y="77"/>
                    <a:pt x="200" y="39"/>
                  </a:cubicBezTo>
                  <a:cubicBezTo>
                    <a:pt x="198" y="22"/>
                    <a:pt x="195" y="8"/>
                    <a:pt x="172" y="3"/>
                  </a:cubicBezTo>
                  <a:cubicBezTo>
                    <a:pt x="157" y="0"/>
                    <a:pt x="109" y="0"/>
                    <a:pt x="76" y="0"/>
                  </a:cubicBezTo>
                </a:path>
              </a:pathLst>
            </a:custGeom>
            <a:solidFill>
              <a:srgbClr val="7AA3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97" name="Google Shape;197;p1"/>
            <p:cNvSpPr/>
            <p:nvPr/>
          </p:nvSpPr>
          <p:spPr>
            <a:xfrm>
              <a:off x="6629400" y="2878138"/>
              <a:ext cx="804863" cy="858838"/>
            </a:xfrm>
            <a:custGeom>
              <a:rect b="b" l="l" r="r" t="t"/>
              <a:pathLst>
                <a:path extrusionOk="0" h="202" w="189">
                  <a:moveTo>
                    <a:pt x="54" y="0"/>
                  </a:moveTo>
                  <a:cubicBezTo>
                    <a:pt x="61" y="21"/>
                    <a:pt x="67" y="44"/>
                    <a:pt x="74" y="65"/>
                  </a:cubicBezTo>
                  <a:cubicBezTo>
                    <a:pt x="80" y="87"/>
                    <a:pt x="87" y="109"/>
                    <a:pt x="94" y="129"/>
                  </a:cubicBezTo>
                  <a:cubicBezTo>
                    <a:pt x="96" y="135"/>
                    <a:pt x="98" y="139"/>
                    <a:pt x="100" y="144"/>
                  </a:cubicBezTo>
                  <a:cubicBezTo>
                    <a:pt x="103" y="152"/>
                    <a:pt x="103" y="152"/>
                    <a:pt x="103" y="152"/>
                  </a:cubicBezTo>
                  <a:cubicBezTo>
                    <a:pt x="104" y="152"/>
                    <a:pt x="104" y="152"/>
                    <a:pt x="104" y="152"/>
                  </a:cubicBezTo>
                  <a:cubicBezTo>
                    <a:pt x="104" y="153"/>
                    <a:pt x="104" y="153"/>
                    <a:pt x="104" y="153"/>
                  </a:cubicBezTo>
                  <a:cubicBezTo>
                    <a:pt x="104" y="153"/>
                    <a:pt x="104" y="153"/>
                    <a:pt x="104" y="153"/>
                  </a:cubicBezTo>
                  <a:cubicBezTo>
                    <a:pt x="104" y="153"/>
                    <a:pt x="104" y="153"/>
                    <a:pt x="104" y="153"/>
                  </a:cubicBezTo>
                  <a:cubicBezTo>
                    <a:pt x="104" y="153"/>
                    <a:pt x="104" y="153"/>
                    <a:pt x="104" y="153"/>
                  </a:cubicBezTo>
                  <a:cubicBezTo>
                    <a:pt x="103" y="151"/>
                    <a:pt x="102" y="150"/>
                    <a:pt x="101" y="150"/>
                  </a:cubicBezTo>
                  <a:cubicBezTo>
                    <a:pt x="100" y="148"/>
                    <a:pt x="99" y="148"/>
                    <a:pt x="99" y="148"/>
                  </a:cubicBezTo>
                  <a:cubicBezTo>
                    <a:pt x="99" y="148"/>
                    <a:pt x="100" y="149"/>
                    <a:pt x="102" y="150"/>
                  </a:cubicBezTo>
                  <a:cubicBezTo>
                    <a:pt x="104" y="151"/>
                    <a:pt x="106" y="152"/>
                    <a:pt x="108" y="152"/>
                  </a:cubicBezTo>
                  <a:cubicBezTo>
                    <a:pt x="113" y="154"/>
                    <a:pt x="118" y="155"/>
                    <a:pt x="123" y="157"/>
                  </a:cubicBezTo>
                  <a:cubicBezTo>
                    <a:pt x="144" y="162"/>
                    <a:pt x="167" y="166"/>
                    <a:pt x="189" y="171"/>
                  </a:cubicBezTo>
                  <a:cubicBezTo>
                    <a:pt x="188" y="199"/>
                    <a:pt x="188" y="199"/>
                    <a:pt x="188" y="199"/>
                  </a:cubicBezTo>
                  <a:cubicBezTo>
                    <a:pt x="176" y="200"/>
                    <a:pt x="164" y="201"/>
                    <a:pt x="152" y="202"/>
                  </a:cubicBezTo>
                  <a:cubicBezTo>
                    <a:pt x="140" y="202"/>
                    <a:pt x="128" y="202"/>
                    <a:pt x="116" y="201"/>
                  </a:cubicBezTo>
                  <a:cubicBezTo>
                    <a:pt x="110" y="200"/>
                    <a:pt x="103" y="200"/>
                    <a:pt x="97" y="198"/>
                  </a:cubicBezTo>
                  <a:cubicBezTo>
                    <a:pt x="93" y="198"/>
                    <a:pt x="90" y="197"/>
                    <a:pt x="86" y="196"/>
                  </a:cubicBezTo>
                  <a:cubicBezTo>
                    <a:pt x="82" y="195"/>
                    <a:pt x="78" y="193"/>
                    <a:pt x="73" y="191"/>
                  </a:cubicBezTo>
                  <a:cubicBezTo>
                    <a:pt x="71" y="189"/>
                    <a:pt x="68" y="187"/>
                    <a:pt x="64" y="184"/>
                  </a:cubicBezTo>
                  <a:cubicBezTo>
                    <a:pt x="63" y="182"/>
                    <a:pt x="61" y="180"/>
                    <a:pt x="59" y="177"/>
                  </a:cubicBezTo>
                  <a:cubicBezTo>
                    <a:pt x="58" y="174"/>
                    <a:pt x="58" y="174"/>
                    <a:pt x="58" y="174"/>
                  </a:cubicBezTo>
                  <a:cubicBezTo>
                    <a:pt x="53" y="166"/>
                    <a:pt x="53" y="166"/>
                    <a:pt x="53" y="166"/>
                  </a:cubicBezTo>
                  <a:cubicBezTo>
                    <a:pt x="51" y="160"/>
                    <a:pt x="48" y="155"/>
                    <a:pt x="46" y="149"/>
                  </a:cubicBezTo>
                  <a:cubicBezTo>
                    <a:pt x="41" y="138"/>
                    <a:pt x="36" y="127"/>
                    <a:pt x="32" y="116"/>
                  </a:cubicBezTo>
                  <a:cubicBezTo>
                    <a:pt x="28" y="104"/>
                    <a:pt x="24" y="93"/>
                    <a:pt x="20" y="82"/>
                  </a:cubicBezTo>
                  <a:cubicBezTo>
                    <a:pt x="13" y="60"/>
                    <a:pt x="6" y="37"/>
                    <a:pt x="0" y="14"/>
                  </a:cubicBezTo>
                  <a:lnTo>
                    <a:pt x="54" y="0"/>
                  </a:lnTo>
                  <a:close/>
                </a:path>
              </a:pathLst>
            </a:custGeom>
            <a:solidFill>
              <a:srgbClr val="B55B5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98" name="Google Shape;198;p1"/>
            <p:cNvSpPr/>
            <p:nvPr/>
          </p:nvSpPr>
          <p:spPr>
            <a:xfrm>
              <a:off x="6497638" y="2665413"/>
              <a:ext cx="514350" cy="630238"/>
            </a:xfrm>
            <a:custGeom>
              <a:rect b="b" l="l" r="r" t="t"/>
              <a:pathLst>
                <a:path extrusionOk="0" h="148" w="121">
                  <a:moveTo>
                    <a:pt x="28" y="27"/>
                  </a:moveTo>
                  <a:cubicBezTo>
                    <a:pt x="56" y="0"/>
                    <a:pt x="91" y="15"/>
                    <a:pt x="106" y="65"/>
                  </a:cubicBezTo>
                  <a:cubicBezTo>
                    <a:pt x="121" y="116"/>
                    <a:pt x="118" y="120"/>
                    <a:pt x="118" y="120"/>
                  </a:cubicBezTo>
                  <a:cubicBezTo>
                    <a:pt x="45" y="148"/>
                    <a:pt x="45" y="148"/>
                    <a:pt x="45" y="148"/>
                  </a:cubicBezTo>
                  <a:cubicBezTo>
                    <a:pt x="27" y="100"/>
                    <a:pt x="0" y="56"/>
                    <a:pt x="28" y="27"/>
                  </a:cubicBez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99" name="Google Shape;199;p1"/>
            <p:cNvSpPr/>
            <p:nvPr/>
          </p:nvSpPr>
          <p:spPr>
            <a:xfrm>
              <a:off x="7348538" y="3559176"/>
              <a:ext cx="280988" cy="207963"/>
            </a:xfrm>
            <a:custGeom>
              <a:rect b="b" l="l" r="r" t="t"/>
              <a:pathLst>
                <a:path extrusionOk="0" h="49" w="66">
                  <a:moveTo>
                    <a:pt x="39" y="0"/>
                  </a:moveTo>
                  <a:cubicBezTo>
                    <a:pt x="34" y="0"/>
                    <a:pt x="34" y="0"/>
                    <a:pt x="34" y="0"/>
                  </a:cubicBezTo>
                  <a:cubicBezTo>
                    <a:pt x="17" y="0"/>
                    <a:pt x="14" y="4"/>
                    <a:pt x="4" y="14"/>
                  </a:cubicBezTo>
                  <a:cubicBezTo>
                    <a:pt x="0" y="35"/>
                    <a:pt x="0" y="35"/>
                    <a:pt x="0" y="35"/>
                  </a:cubicBezTo>
                  <a:cubicBezTo>
                    <a:pt x="27" y="49"/>
                    <a:pt x="41" y="33"/>
                    <a:pt x="41" y="33"/>
                  </a:cubicBezTo>
                  <a:cubicBezTo>
                    <a:pt x="66" y="33"/>
                    <a:pt x="66" y="33"/>
                    <a:pt x="66" y="33"/>
                  </a:cubicBezTo>
                  <a:cubicBezTo>
                    <a:pt x="58" y="13"/>
                    <a:pt x="58" y="13"/>
                    <a:pt x="58" y="13"/>
                  </a:cubicBezTo>
                  <a:cubicBezTo>
                    <a:pt x="54" y="6"/>
                    <a:pt x="47" y="1"/>
                    <a:pt x="39" y="0"/>
                  </a:cubicBezTo>
                  <a:close/>
                </a:path>
              </a:pathLst>
            </a:custGeom>
            <a:solidFill>
              <a:srgbClr val="B55B5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00" name="Google Shape;200;p1"/>
            <p:cNvSpPr/>
            <p:nvPr/>
          </p:nvSpPr>
          <p:spPr>
            <a:xfrm>
              <a:off x="6046788" y="4503738"/>
              <a:ext cx="1177925" cy="157163"/>
            </a:xfrm>
            <a:custGeom>
              <a:rect b="b" l="l" r="r" t="t"/>
              <a:pathLst>
                <a:path extrusionOk="0" h="37" w="277">
                  <a:moveTo>
                    <a:pt x="10" y="37"/>
                  </a:moveTo>
                  <a:cubicBezTo>
                    <a:pt x="267" y="37"/>
                    <a:pt x="267" y="37"/>
                    <a:pt x="267" y="37"/>
                  </a:cubicBezTo>
                  <a:cubicBezTo>
                    <a:pt x="272" y="37"/>
                    <a:pt x="277" y="33"/>
                    <a:pt x="277" y="27"/>
                  </a:cubicBezTo>
                  <a:cubicBezTo>
                    <a:pt x="277" y="11"/>
                    <a:pt x="277" y="11"/>
                    <a:pt x="277" y="11"/>
                  </a:cubicBezTo>
                  <a:cubicBezTo>
                    <a:pt x="277" y="5"/>
                    <a:pt x="272" y="0"/>
                    <a:pt x="267" y="0"/>
                  </a:cubicBezTo>
                  <a:cubicBezTo>
                    <a:pt x="10" y="0"/>
                    <a:pt x="10" y="0"/>
                    <a:pt x="10" y="0"/>
                  </a:cubicBezTo>
                  <a:cubicBezTo>
                    <a:pt x="5" y="0"/>
                    <a:pt x="0" y="5"/>
                    <a:pt x="0" y="11"/>
                  </a:cubicBezTo>
                  <a:cubicBezTo>
                    <a:pt x="0" y="27"/>
                    <a:pt x="0" y="27"/>
                    <a:pt x="0" y="27"/>
                  </a:cubicBezTo>
                  <a:cubicBezTo>
                    <a:pt x="0" y="33"/>
                    <a:pt x="5" y="37"/>
                    <a:pt x="10" y="37"/>
                  </a:cubicBezTo>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01" name="Google Shape;201;p1"/>
            <p:cNvSpPr/>
            <p:nvPr/>
          </p:nvSpPr>
          <p:spPr>
            <a:xfrm>
              <a:off x="6046788" y="4660901"/>
              <a:ext cx="123825" cy="1747838"/>
            </a:xfrm>
            <a:custGeom>
              <a:rect b="b" l="l" r="r" t="t"/>
              <a:pathLst>
                <a:path extrusionOk="0" h="1101" w="78">
                  <a:moveTo>
                    <a:pt x="32" y="1101"/>
                  </a:moveTo>
                  <a:lnTo>
                    <a:pt x="0" y="1101"/>
                  </a:lnTo>
                  <a:lnTo>
                    <a:pt x="35" y="0"/>
                  </a:lnTo>
                  <a:lnTo>
                    <a:pt x="78" y="0"/>
                  </a:lnTo>
                  <a:lnTo>
                    <a:pt x="32" y="1101"/>
                  </a:ln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02" name="Google Shape;202;p1"/>
            <p:cNvSpPr/>
            <p:nvPr/>
          </p:nvSpPr>
          <p:spPr>
            <a:xfrm>
              <a:off x="6046788" y="4660901"/>
              <a:ext cx="123825" cy="1747838"/>
            </a:xfrm>
            <a:custGeom>
              <a:rect b="b" l="l" r="r" t="t"/>
              <a:pathLst>
                <a:path extrusionOk="0" h="1101" w="78">
                  <a:moveTo>
                    <a:pt x="32" y="1101"/>
                  </a:moveTo>
                  <a:lnTo>
                    <a:pt x="0" y="1101"/>
                  </a:lnTo>
                  <a:lnTo>
                    <a:pt x="35" y="0"/>
                  </a:lnTo>
                  <a:lnTo>
                    <a:pt x="78" y="0"/>
                  </a:lnTo>
                  <a:lnTo>
                    <a:pt x="32" y="1101"/>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03" name="Google Shape;203;p1"/>
            <p:cNvSpPr/>
            <p:nvPr/>
          </p:nvSpPr>
          <p:spPr>
            <a:xfrm>
              <a:off x="6467475" y="4660901"/>
              <a:ext cx="119063" cy="1747838"/>
            </a:xfrm>
            <a:custGeom>
              <a:rect b="b" l="l" r="r" t="t"/>
              <a:pathLst>
                <a:path extrusionOk="0" h="1101" w="75">
                  <a:moveTo>
                    <a:pt x="46" y="1101"/>
                  </a:moveTo>
                  <a:lnTo>
                    <a:pt x="75" y="1101"/>
                  </a:lnTo>
                  <a:lnTo>
                    <a:pt x="41" y="0"/>
                  </a:lnTo>
                  <a:lnTo>
                    <a:pt x="0" y="0"/>
                  </a:lnTo>
                  <a:lnTo>
                    <a:pt x="46" y="1101"/>
                  </a:ln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04" name="Google Shape;204;p1"/>
            <p:cNvSpPr/>
            <p:nvPr/>
          </p:nvSpPr>
          <p:spPr>
            <a:xfrm>
              <a:off x="6467475" y="4660901"/>
              <a:ext cx="119063" cy="1747838"/>
            </a:xfrm>
            <a:custGeom>
              <a:rect b="b" l="l" r="r" t="t"/>
              <a:pathLst>
                <a:path extrusionOk="0" h="1101" w="75">
                  <a:moveTo>
                    <a:pt x="46" y="1101"/>
                  </a:moveTo>
                  <a:lnTo>
                    <a:pt x="75" y="1101"/>
                  </a:lnTo>
                  <a:lnTo>
                    <a:pt x="41" y="0"/>
                  </a:lnTo>
                  <a:lnTo>
                    <a:pt x="0" y="0"/>
                  </a:lnTo>
                  <a:lnTo>
                    <a:pt x="46" y="1101"/>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05" name="Google Shape;205;p1"/>
            <p:cNvSpPr/>
            <p:nvPr/>
          </p:nvSpPr>
          <p:spPr>
            <a:xfrm>
              <a:off x="6684963" y="4660901"/>
              <a:ext cx="123825" cy="1747838"/>
            </a:xfrm>
            <a:custGeom>
              <a:rect b="b" l="l" r="r" t="t"/>
              <a:pathLst>
                <a:path extrusionOk="0" h="1101" w="78">
                  <a:moveTo>
                    <a:pt x="30" y="1101"/>
                  </a:moveTo>
                  <a:lnTo>
                    <a:pt x="0" y="1101"/>
                  </a:lnTo>
                  <a:lnTo>
                    <a:pt x="35" y="0"/>
                  </a:lnTo>
                  <a:lnTo>
                    <a:pt x="78" y="0"/>
                  </a:lnTo>
                  <a:lnTo>
                    <a:pt x="30" y="1101"/>
                  </a:ln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06" name="Google Shape;206;p1"/>
            <p:cNvSpPr/>
            <p:nvPr/>
          </p:nvSpPr>
          <p:spPr>
            <a:xfrm>
              <a:off x="6684963" y="4660901"/>
              <a:ext cx="123825" cy="1747838"/>
            </a:xfrm>
            <a:custGeom>
              <a:rect b="b" l="l" r="r" t="t"/>
              <a:pathLst>
                <a:path extrusionOk="0" h="1101" w="78">
                  <a:moveTo>
                    <a:pt x="30" y="1101"/>
                  </a:moveTo>
                  <a:lnTo>
                    <a:pt x="0" y="1101"/>
                  </a:lnTo>
                  <a:lnTo>
                    <a:pt x="35" y="0"/>
                  </a:lnTo>
                  <a:lnTo>
                    <a:pt x="78" y="0"/>
                  </a:lnTo>
                  <a:lnTo>
                    <a:pt x="30" y="1101"/>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07" name="Google Shape;207;p1"/>
            <p:cNvSpPr/>
            <p:nvPr/>
          </p:nvSpPr>
          <p:spPr>
            <a:xfrm>
              <a:off x="6804025" y="4660901"/>
              <a:ext cx="4763" cy="68263"/>
            </a:xfrm>
            <a:custGeom>
              <a:rect b="b" l="l" r="r" t="t"/>
              <a:pathLst>
                <a:path extrusionOk="0" h="43" w="3">
                  <a:moveTo>
                    <a:pt x="3" y="0"/>
                  </a:moveTo>
                  <a:lnTo>
                    <a:pt x="0" y="0"/>
                  </a:lnTo>
                  <a:lnTo>
                    <a:pt x="0" y="43"/>
                  </a:lnTo>
                  <a:lnTo>
                    <a:pt x="3" y="0"/>
                  </a:lnTo>
                  <a:close/>
                </a:path>
              </a:pathLst>
            </a:custGeom>
            <a:solidFill>
              <a:srgbClr val="8CB0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08" name="Google Shape;208;p1"/>
            <p:cNvSpPr/>
            <p:nvPr/>
          </p:nvSpPr>
          <p:spPr>
            <a:xfrm>
              <a:off x="6804025" y="4660901"/>
              <a:ext cx="4763" cy="68263"/>
            </a:xfrm>
            <a:custGeom>
              <a:rect b="b" l="l" r="r" t="t"/>
              <a:pathLst>
                <a:path extrusionOk="0" h="43" w="3">
                  <a:moveTo>
                    <a:pt x="3" y="0"/>
                  </a:moveTo>
                  <a:lnTo>
                    <a:pt x="0" y="0"/>
                  </a:lnTo>
                  <a:lnTo>
                    <a:pt x="0" y="43"/>
                  </a:lnTo>
                  <a:lnTo>
                    <a:pt x="3"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09" name="Google Shape;209;p1"/>
            <p:cNvSpPr/>
            <p:nvPr/>
          </p:nvSpPr>
          <p:spPr>
            <a:xfrm>
              <a:off x="7102475" y="4660901"/>
              <a:ext cx="122238" cy="1747838"/>
            </a:xfrm>
            <a:custGeom>
              <a:rect b="b" l="l" r="r" t="t"/>
              <a:pathLst>
                <a:path extrusionOk="0" h="1101" w="77">
                  <a:moveTo>
                    <a:pt x="48" y="1101"/>
                  </a:moveTo>
                  <a:lnTo>
                    <a:pt x="77" y="1101"/>
                  </a:lnTo>
                  <a:lnTo>
                    <a:pt x="43" y="0"/>
                  </a:lnTo>
                  <a:lnTo>
                    <a:pt x="0" y="0"/>
                  </a:lnTo>
                  <a:lnTo>
                    <a:pt x="48" y="1101"/>
                  </a:ln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10" name="Google Shape;210;p1"/>
            <p:cNvSpPr/>
            <p:nvPr/>
          </p:nvSpPr>
          <p:spPr>
            <a:xfrm>
              <a:off x="7102475" y="4660901"/>
              <a:ext cx="122238" cy="1747838"/>
            </a:xfrm>
            <a:custGeom>
              <a:rect b="b" l="l" r="r" t="t"/>
              <a:pathLst>
                <a:path extrusionOk="0" h="1101" w="77">
                  <a:moveTo>
                    <a:pt x="48" y="1101"/>
                  </a:moveTo>
                  <a:lnTo>
                    <a:pt x="77" y="1101"/>
                  </a:lnTo>
                  <a:lnTo>
                    <a:pt x="43" y="0"/>
                  </a:lnTo>
                  <a:lnTo>
                    <a:pt x="0" y="0"/>
                  </a:lnTo>
                  <a:lnTo>
                    <a:pt x="48" y="1101"/>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11" name="Google Shape;211;p1"/>
            <p:cNvSpPr/>
            <p:nvPr/>
          </p:nvSpPr>
          <p:spPr>
            <a:xfrm>
              <a:off x="7105650" y="4737101"/>
              <a:ext cx="119063" cy="1671638"/>
            </a:xfrm>
            <a:custGeom>
              <a:rect b="b" l="l" r="r" t="t"/>
              <a:pathLst>
                <a:path extrusionOk="0" h="1053" w="75">
                  <a:moveTo>
                    <a:pt x="41" y="0"/>
                  </a:moveTo>
                  <a:lnTo>
                    <a:pt x="0" y="0"/>
                  </a:lnTo>
                  <a:lnTo>
                    <a:pt x="46" y="1053"/>
                  </a:lnTo>
                  <a:lnTo>
                    <a:pt x="75" y="1053"/>
                  </a:lnTo>
                  <a:lnTo>
                    <a:pt x="41"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12" name="Google Shape;212;p1"/>
            <p:cNvSpPr/>
            <p:nvPr/>
          </p:nvSpPr>
          <p:spPr>
            <a:xfrm>
              <a:off x="6102350" y="4660901"/>
              <a:ext cx="68263" cy="76200"/>
            </a:xfrm>
            <a:custGeom>
              <a:rect b="b" l="l" r="r" t="t"/>
              <a:pathLst>
                <a:path extrusionOk="0" h="48" w="43">
                  <a:moveTo>
                    <a:pt x="0" y="0"/>
                  </a:moveTo>
                  <a:lnTo>
                    <a:pt x="0" y="0"/>
                  </a:lnTo>
                  <a:lnTo>
                    <a:pt x="0" y="48"/>
                  </a:lnTo>
                  <a:lnTo>
                    <a:pt x="0" y="48"/>
                  </a:lnTo>
                  <a:lnTo>
                    <a:pt x="0" y="0"/>
                  </a:lnTo>
                  <a:close/>
                  <a:moveTo>
                    <a:pt x="43" y="0"/>
                  </a:moveTo>
                  <a:lnTo>
                    <a:pt x="43" y="0"/>
                  </a:lnTo>
                  <a:lnTo>
                    <a:pt x="40" y="48"/>
                  </a:lnTo>
                  <a:lnTo>
                    <a:pt x="40" y="48"/>
                  </a:lnTo>
                  <a:lnTo>
                    <a:pt x="43" y="0"/>
                  </a:lnTo>
                  <a:close/>
                </a:path>
              </a:pathLst>
            </a:custGeom>
            <a:solidFill>
              <a:srgbClr val="C5D7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13" name="Google Shape;213;p1"/>
            <p:cNvSpPr/>
            <p:nvPr/>
          </p:nvSpPr>
          <p:spPr>
            <a:xfrm>
              <a:off x="6102350" y="4660901"/>
              <a:ext cx="68263" cy="76200"/>
            </a:xfrm>
            <a:custGeom>
              <a:rect b="b" l="l" r="r" t="t"/>
              <a:pathLst>
                <a:path extrusionOk="0" h="48" w="43">
                  <a:moveTo>
                    <a:pt x="0" y="0"/>
                  </a:moveTo>
                  <a:lnTo>
                    <a:pt x="0" y="0"/>
                  </a:lnTo>
                  <a:lnTo>
                    <a:pt x="0" y="48"/>
                  </a:lnTo>
                  <a:lnTo>
                    <a:pt x="0" y="48"/>
                  </a:lnTo>
                  <a:lnTo>
                    <a:pt x="0" y="0"/>
                  </a:lnTo>
                  <a:moveTo>
                    <a:pt x="43" y="0"/>
                  </a:moveTo>
                  <a:lnTo>
                    <a:pt x="43" y="0"/>
                  </a:lnTo>
                  <a:lnTo>
                    <a:pt x="40" y="48"/>
                  </a:lnTo>
                  <a:lnTo>
                    <a:pt x="40" y="48"/>
                  </a:lnTo>
                  <a:lnTo>
                    <a:pt x="43"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14" name="Google Shape;214;p1"/>
            <p:cNvSpPr/>
            <p:nvPr/>
          </p:nvSpPr>
          <p:spPr>
            <a:xfrm>
              <a:off x="6102350" y="4660901"/>
              <a:ext cx="68263" cy="0"/>
            </a:xfrm>
            <a:custGeom>
              <a:rect b="b" l="l" r="r" t="t"/>
              <a:pathLst>
                <a:path extrusionOk="0" h="120000" w="43">
                  <a:moveTo>
                    <a:pt x="43" y="0"/>
                  </a:moveTo>
                  <a:lnTo>
                    <a:pt x="0" y="0"/>
                  </a:lnTo>
                  <a:lnTo>
                    <a:pt x="0" y="0"/>
                  </a:lnTo>
                  <a:lnTo>
                    <a:pt x="0" y="0"/>
                  </a:lnTo>
                  <a:lnTo>
                    <a:pt x="43" y="0"/>
                  </a:lnTo>
                  <a:lnTo>
                    <a:pt x="43" y="0"/>
                  </a:lnTo>
                  <a:lnTo>
                    <a:pt x="43" y="0"/>
                  </a:ln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15" name="Google Shape;215;p1"/>
            <p:cNvSpPr/>
            <p:nvPr/>
          </p:nvSpPr>
          <p:spPr>
            <a:xfrm>
              <a:off x="6102350" y="4660901"/>
              <a:ext cx="68263" cy="0"/>
            </a:xfrm>
            <a:custGeom>
              <a:rect b="b" l="l" r="r" t="t"/>
              <a:pathLst>
                <a:path extrusionOk="0" h="120000" w="43">
                  <a:moveTo>
                    <a:pt x="43" y="0"/>
                  </a:moveTo>
                  <a:lnTo>
                    <a:pt x="0" y="0"/>
                  </a:lnTo>
                  <a:lnTo>
                    <a:pt x="0" y="0"/>
                  </a:lnTo>
                  <a:lnTo>
                    <a:pt x="0" y="0"/>
                  </a:lnTo>
                  <a:lnTo>
                    <a:pt x="43" y="0"/>
                  </a:lnTo>
                  <a:lnTo>
                    <a:pt x="43" y="0"/>
                  </a:lnTo>
                  <a:lnTo>
                    <a:pt x="43"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16" name="Google Shape;216;p1"/>
            <p:cNvSpPr/>
            <p:nvPr/>
          </p:nvSpPr>
          <p:spPr>
            <a:xfrm>
              <a:off x="6102350" y="4660901"/>
              <a:ext cx="68263" cy="76200"/>
            </a:xfrm>
            <a:custGeom>
              <a:rect b="b" l="l" r="r" t="t"/>
              <a:pathLst>
                <a:path extrusionOk="0" h="48" w="43">
                  <a:moveTo>
                    <a:pt x="43" y="0"/>
                  </a:moveTo>
                  <a:lnTo>
                    <a:pt x="0" y="0"/>
                  </a:lnTo>
                  <a:lnTo>
                    <a:pt x="0" y="48"/>
                  </a:lnTo>
                  <a:lnTo>
                    <a:pt x="40" y="48"/>
                  </a:lnTo>
                  <a:lnTo>
                    <a:pt x="43"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17" name="Google Shape;217;p1"/>
            <p:cNvSpPr/>
            <p:nvPr/>
          </p:nvSpPr>
          <p:spPr>
            <a:xfrm>
              <a:off x="6467475" y="4660901"/>
              <a:ext cx="68263" cy="76200"/>
            </a:xfrm>
            <a:custGeom>
              <a:rect b="b" l="l" r="r" t="t"/>
              <a:pathLst>
                <a:path extrusionOk="0" h="48" w="43">
                  <a:moveTo>
                    <a:pt x="0" y="45"/>
                  </a:moveTo>
                  <a:lnTo>
                    <a:pt x="0" y="48"/>
                  </a:lnTo>
                  <a:lnTo>
                    <a:pt x="0" y="45"/>
                  </a:lnTo>
                  <a:close/>
                  <a:moveTo>
                    <a:pt x="41" y="0"/>
                  </a:moveTo>
                  <a:lnTo>
                    <a:pt x="41" y="0"/>
                  </a:lnTo>
                  <a:lnTo>
                    <a:pt x="43" y="48"/>
                  </a:lnTo>
                  <a:lnTo>
                    <a:pt x="43" y="48"/>
                  </a:lnTo>
                  <a:lnTo>
                    <a:pt x="41" y="0"/>
                  </a:lnTo>
                  <a:close/>
                </a:path>
              </a:pathLst>
            </a:custGeom>
            <a:solidFill>
              <a:srgbClr val="C5D7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18" name="Google Shape;218;p1"/>
            <p:cNvSpPr/>
            <p:nvPr/>
          </p:nvSpPr>
          <p:spPr>
            <a:xfrm>
              <a:off x="6467475" y="4660901"/>
              <a:ext cx="68263" cy="76200"/>
            </a:xfrm>
            <a:custGeom>
              <a:rect b="b" l="l" r="r" t="t"/>
              <a:pathLst>
                <a:path extrusionOk="0" h="48" w="43">
                  <a:moveTo>
                    <a:pt x="0" y="45"/>
                  </a:moveTo>
                  <a:lnTo>
                    <a:pt x="0" y="48"/>
                  </a:lnTo>
                  <a:lnTo>
                    <a:pt x="0" y="45"/>
                  </a:lnTo>
                  <a:moveTo>
                    <a:pt x="41" y="0"/>
                  </a:moveTo>
                  <a:lnTo>
                    <a:pt x="41" y="0"/>
                  </a:lnTo>
                  <a:lnTo>
                    <a:pt x="43" y="48"/>
                  </a:lnTo>
                  <a:lnTo>
                    <a:pt x="43" y="48"/>
                  </a:lnTo>
                  <a:lnTo>
                    <a:pt x="41"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19" name="Google Shape;219;p1"/>
            <p:cNvSpPr/>
            <p:nvPr/>
          </p:nvSpPr>
          <p:spPr>
            <a:xfrm>
              <a:off x="6467475" y="4660901"/>
              <a:ext cx="65088" cy="1588"/>
            </a:xfrm>
            <a:prstGeom prst="rect">
              <a:avLst/>
            </a:pr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20" name="Google Shape;220;p1"/>
            <p:cNvSpPr/>
            <p:nvPr/>
          </p:nvSpPr>
          <p:spPr>
            <a:xfrm>
              <a:off x="6467475" y="4660901"/>
              <a:ext cx="65088" cy="158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21" name="Google Shape;221;p1"/>
            <p:cNvSpPr/>
            <p:nvPr/>
          </p:nvSpPr>
          <p:spPr>
            <a:xfrm>
              <a:off x="6467475" y="4660901"/>
              <a:ext cx="68263" cy="76200"/>
            </a:xfrm>
            <a:custGeom>
              <a:rect b="b" l="l" r="r" t="t"/>
              <a:pathLst>
                <a:path extrusionOk="0" h="48" w="43">
                  <a:moveTo>
                    <a:pt x="41" y="0"/>
                  </a:moveTo>
                  <a:lnTo>
                    <a:pt x="0" y="0"/>
                  </a:lnTo>
                  <a:lnTo>
                    <a:pt x="0" y="45"/>
                  </a:lnTo>
                  <a:lnTo>
                    <a:pt x="0" y="48"/>
                  </a:lnTo>
                  <a:lnTo>
                    <a:pt x="43" y="48"/>
                  </a:lnTo>
                  <a:lnTo>
                    <a:pt x="41"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22" name="Google Shape;222;p1"/>
            <p:cNvSpPr/>
            <p:nvPr/>
          </p:nvSpPr>
          <p:spPr>
            <a:xfrm>
              <a:off x="6740525" y="4660901"/>
              <a:ext cx="63500" cy="1588"/>
            </a:xfrm>
            <a:prstGeom prst="rect">
              <a:avLst/>
            </a:pr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23" name="Google Shape;223;p1"/>
            <p:cNvSpPr/>
            <p:nvPr/>
          </p:nvSpPr>
          <p:spPr>
            <a:xfrm>
              <a:off x="6740525" y="4660901"/>
              <a:ext cx="63500" cy="158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24" name="Google Shape;224;p1"/>
            <p:cNvSpPr/>
            <p:nvPr/>
          </p:nvSpPr>
          <p:spPr>
            <a:xfrm>
              <a:off x="6735763" y="4660901"/>
              <a:ext cx="68263" cy="76200"/>
            </a:xfrm>
            <a:custGeom>
              <a:rect b="b" l="l" r="r" t="t"/>
              <a:pathLst>
                <a:path extrusionOk="0" h="48" w="43">
                  <a:moveTo>
                    <a:pt x="43" y="0"/>
                  </a:moveTo>
                  <a:lnTo>
                    <a:pt x="3" y="0"/>
                  </a:lnTo>
                  <a:lnTo>
                    <a:pt x="0" y="48"/>
                  </a:lnTo>
                  <a:lnTo>
                    <a:pt x="43" y="48"/>
                  </a:lnTo>
                  <a:lnTo>
                    <a:pt x="43" y="43"/>
                  </a:lnTo>
                  <a:lnTo>
                    <a:pt x="43"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25" name="Google Shape;225;p1"/>
            <p:cNvSpPr/>
            <p:nvPr/>
          </p:nvSpPr>
          <p:spPr>
            <a:xfrm>
              <a:off x="7102475" y="4660901"/>
              <a:ext cx="68263" cy="76200"/>
            </a:xfrm>
            <a:custGeom>
              <a:rect b="b" l="l" r="r" t="t"/>
              <a:pathLst>
                <a:path extrusionOk="0" h="48" w="43">
                  <a:moveTo>
                    <a:pt x="0" y="0"/>
                  </a:moveTo>
                  <a:lnTo>
                    <a:pt x="0" y="0"/>
                  </a:lnTo>
                  <a:lnTo>
                    <a:pt x="2" y="48"/>
                  </a:lnTo>
                  <a:lnTo>
                    <a:pt x="2" y="48"/>
                  </a:lnTo>
                  <a:lnTo>
                    <a:pt x="0" y="0"/>
                  </a:lnTo>
                  <a:close/>
                  <a:moveTo>
                    <a:pt x="43" y="0"/>
                  </a:moveTo>
                  <a:lnTo>
                    <a:pt x="43" y="0"/>
                  </a:lnTo>
                  <a:lnTo>
                    <a:pt x="43" y="48"/>
                  </a:lnTo>
                  <a:lnTo>
                    <a:pt x="43" y="48"/>
                  </a:lnTo>
                  <a:lnTo>
                    <a:pt x="43" y="0"/>
                  </a:lnTo>
                  <a:close/>
                </a:path>
              </a:pathLst>
            </a:custGeom>
            <a:solidFill>
              <a:srgbClr val="C5D7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26" name="Google Shape;226;p1"/>
            <p:cNvSpPr/>
            <p:nvPr/>
          </p:nvSpPr>
          <p:spPr>
            <a:xfrm>
              <a:off x="7102475" y="4660901"/>
              <a:ext cx="68263" cy="76200"/>
            </a:xfrm>
            <a:custGeom>
              <a:rect b="b" l="l" r="r" t="t"/>
              <a:pathLst>
                <a:path extrusionOk="0" h="48" w="43">
                  <a:moveTo>
                    <a:pt x="0" y="0"/>
                  </a:moveTo>
                  <a:lnTo>
                    <a:pt x="0" y="0"/>
                  </a:lnTo>
                  <a:lnTo>
                    <a:pt x="2" y="48"/>
                  </a:lnTo>
                  <a:lnTo>
                    <a:pt x="2" y="48"/>
                  </a:lnTo>
                  <a:lnTo>
                    <a:pt x="0" y="0"/>
                  </a:lnTo>
                  <a:moveTo>
                    <a:pt x="43" y="0"/>
                  </a:moveTo>
                  <a:lnTo>
                    <a:pt x="43" y="0"/>
                  </a:lnTo>
                  <a:lnTo>
                    <a:pt x="43" y="48"/>
                  </a:lnTo>
                  <a:lnTo>
                    <a:pt x="43" y="48"/>
                  </a:lnTo>
                  <a:lnTo>
                    <a:pt x="43"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27" name="Google Shape;227;p1"/>
            <p:cNvSpPr/>
            <p:nvPr/>
          </p:nvSpPr>
          <p:spPr>
            <a:xfrm>
              <a:off x="7102475" y="4660901"/>
              <a:ext cx="68263" cy="0"/>
            </a:xfrm>
            <a:custGeom>
              <a:rect b="b" l="l" r="r" t="t"/>
              <a:pathLst>
                <a:path extrusionOk="0" h="120000" w="43">
                  <a:moveTo>
                    <a:pt x="43" y="0"/>
                  </a:moveTo>
                  <a:lnTo>
                    <a:pt x="0" y="0"/>
                  </a:lnTo>
                  <a:lnTo>
                    <a:pt x="0" y="0"/>
                  </a:lnTo>
                  <a:lnTo>
                    <a:pt x="0" y="0"/>
                  </a:lnTo>
                  <a:lnTo>
                    <a:pt x="43" y="0"/>
                  </a:lnTo>
                  <a:lnTo>
                    <a:pt x="43" y="0"/>
                  </a:lnTo>
                  <a:lnTo>
                    <a:pt x="43" y="0"/>
                  </a:ln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28" name="Google Shape;228;p1"/>
            <p:cNvSpPr/>
            <p:nvPr/>
          </p:nvSpPr>
          <p:spPr>
            <a:xfrm>
              <a:off x="7102475" y="4660901"/>
              <a:ext cx="68263" cy="0"/>
            </a:xfrm>
            <a:custGeom>
              <a:rect b="b" l="l" r="r" t="t"/>
              <a:pathLst>
                <a:path extrusionOk="0" h="120000" w="43">
                  <a:moveTo>
                    <a:pt x="43" y="0"/>
                  </a:moveTo>
                  <a:lnTo>
                    <a:pt x="0" y="0"/>
                  </a:lnTo>
                  <a:lnTo>
                    <a:pt x="0" y="0"/>
                  </a:lnTo>
                  <a:lnTo>
                    <a:pt x="0" y="0"/>
                  </a:lnTo>
                  <a:lnTo>
                    <a:pt x="43" y="0"/>
                  </a:lnTo>
                  <a:lnTo>
                    <a:pt x="43" y="0"/>
                  </a:lnTo>
                  <a:lnTo>
                    <a:pt x="43"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29" name="Google Shape;229;p1"/>
            <p:cNvSpPr/>
            <p:nvPr/>
          </p:nvSpPr>
          <p:spPr>
            <a:xfrm>
              <a:off x="7102475" y="4660901"/>
              <a:ext cx="68263" cy="76200"/>
            </a:xfrm>
            <a:custGeom>
              <a:rect b="b" l="l" r="r" t="t"/>
              <a:pathLst>
                <a:path extrusionOk="0" h="48" w="43">
                  <a:moveTo>
                    <a:pt x="43" y="0"/>
                  </a:moveTo>
                  <a:lnTo>
                    <a:pt x="0" y="0"/>
                  </a:lnTo>
                  <a:lnTo>
                    <a:pt x="2" y="48"/>
                  </a:lnTo>
                  <a:lnTo>
                    <a:pt x="43" y="48"/>
                  </a:lnTo>
                  <a:lnTo>
                    <a:pt x="43"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30" name="Google Shape;230;p1"/>
            <p:cNvSpPr/>
            <p:nvPr/>
          </p:nvSpPr>
          <p:spPr>
            <a:xfrm>
              <a:off x="7527925" y="474663"/>
              <a:ext cx="3168650" cy="2051050"/>
            </a:xfrm>
            <a:custGeom>
              <a:rect b="b" l="l" r="r" t="t"/>
              <a:pathLst>
                <a:path extrusionOk="0" h="482" w="745">
                  <a:moveTo>
                    <a:pt x="678" y="482"/>
                  </a:moveTo>
                  <a:cubicBezTo>
                    <a:pt x="37" y="482"/>
                    <a:pt x="37" y="482"/>
                    <a:pt x="37" y="482"/>
                  </a:cubicBezTo>
                  <a:cubicBezTo>
                    <a:pt x="16" y="482"/>
                    <a:pt x="0" y="465"/>
                    <a:pt x="1" y="444"/>
                  </a:cubicBezTo>
                  <a:cubicBezTo>
                    <a:pt x="25" y="38"/>
                    <a:pt x="25" y="38"/>
                    <a:pt x="25" y="38"/>
                  </a:cubicBezTo>
                  <a:cubicBezTo>
                    <a:pt x="27" y="17"/>
                    <a:pt x="45" y="0"/>
                    <a:pt x="66" y="0"/>
                  </a:cubicBezTo>
                  <a:cubicBezTo>
                    <a:pt x="707" y="0"/>
                    <a:pt x="707" y="0"/>
                    <a:pt x="707" y="0"/>
                  </a:cubicBezTo>
                  <a:cubicBezTo>
                    <a:pt x="728" y="0"/>
                    <a:pt x="745" y="17"/>
                    <a:pt x="743" y="38"/>
                  </a:cubicBezTo>
                  <a:cubicBezTo>
                    <a:pt x="719" y="444"/>
                    <a:pt x="719" y="444"/>
                    <a:pt x="719" y="444"/>
                  </a:cubicBezTo>
                  <a:cubicBezTo>
                    <a:pt x="717" y="465"/>
                    <a:pt x="699" y="482"/>
                    <a:pt x="678" y="482"/>
                  </a:cubicBezTo>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31" name="Google Shape;231;p1"/>
            <p:cNvSpPr/>
            <p:nvPr/>
          </p:nvSpPr>
          <p:spPr>
            <a:xfrm>
              <a:off x="8050213" y="2163763"/>
              <a:ext cx="995363" cy="858838"/>
            </a:xfrm>
            <a:custGeom>
              <a:rect b="b" l="l" r="r" t="t"/>
              <a:pathLst>
                <a:path extrusionOk="0" h="541" w="627">
                  <a:moveTo>
                    <a:pt x="0" y="0"/>
                  </a:moveTo>
                  <a:lnTo>
                    <a:pt x="158" y="541"/>
                  </a:lnTo>
                  <a:lnTo>
                    <a:pt x="627" y="0"/>
                  </a:lnTo>
                  <a:lnTo>
                    <a:pt x="0" y="0"/>
                  </a:ln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32" name="Google Shape;232;p1"/>
            <p:cNvSpPr/>
            <p:nvPr/>
          </p:nvSpPr>
          <p:spPr>
            <a:xfrm>
              <a:off x="8050213" y="2163763"/>
              <a:ext cx="995363" cy="858838"/>
            </a:xfrm>
            <a:custGeom>
              <a:rect b="b" l="l" r="r" t="t"/>
              <a:pathLst>
                <a:path extrusionOk="0" h="541" w="627">
                  <a:moveTo>
                    <a:pt x="0" y="0"/>
                  </a:moveTo>
                  <a:lnTo>
                    <a:pt x="158" y="541"/>
                  </a:lnTo>
                  <a:lnTo>
                    <a:pt x="627" y="0"/>
                  </a:lnTo>
                  <a:lnTo>
                    <a:pt x="0"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33" name="Google Shape;233;p1"/>
            <p:cNvSpPr/>
            <p:nvPr/>
          </p:nvSpPr>
          <p:spPr>
            <a:xfrm>
              <a:off x="8701088" y="682626"/>
              <a:ext cx="1736725" cy="1149350"/>
            </a:xfrm>
            <a:custGeom>
              <a:rect b="b" l="l" r="r" t="t"/>
              <a:pathLst>
                <a:path extrusionOk="0" h="270" w="408">
                  <a:moveTo>
                    <a:pt x="387" y="0"/>
                  </a:moveTo>
                  <a:cubicBezTo>
                    <a:pt x="28" y="0"/>
                    <a:pt x="28" y="0"/>
                    <a:pt x="28" y="0"/>
                  </a:cubicBezTo>
                  <a:cubicBezTo>
                    <a:pt x="16" y="0"/>
                    <a:pt x="6" y="9"/>
                    <a:pt x="5" y="21"/>
                  </a:cubicBezTo>
                  <a:cubicBezTo>
                    <a:pt x="0" y="98"/>
                    <a:pt x="0" y="98"/>
                    <a:pt x="0" y="98"/>
                  </a:cubicBezTo>
                  <a:cubicBezTo>
                    <a:pt x="92" y="98"/>
                    <a:pt x="92" y="98"/>
                    <a:pt x="92" y="98"/>
                  </a:cubicBezTo>
                  <a:cubicBezTo>
                    <a:pt x="105" y="87"/>
                    <a:pt x="105" y="87"/>
                    <a:pt x="105" y="87"/>
                  </a:cubicBezTo>
                  <a:cubicBezTo>
                    <a:pt x="105" y="87"/>
                    <a:pt x="105" y="87"/>
                    <a:pt x="105" y="87"/>
                  </a:cubicBezTo>
                  <a:cubicBezTo>
                    <a:pt x="124" y="72"/>
                    <a:pt x="124" y="72"/>
                    <a:pt x="124" y="72"/>
                  </a:cubicBezTo>
                  <a:cubicBezTo>
                    <a:pt x="123" y="79"/>
                    <a:pt x="121" y="88"/>
                    <a:pt x="120" y="98"/>
                  </a:cubicBezTo>
                  <a:cubicBezTo>
                    <a:pt x="195" y="98"/>
                    <a:pt x="195" y="98"/>
                    <a:pt x="195" y="98"/>
                  </a:cubicBezTo>
                  <a:cubicBezTo>
                    <a:pt x="207" y="98"/>
                    <a:pt x="216" y="107"/>
                    <a:pt x="215" y="119"/>
                  </a:cubicBezTo>
                  <a:cubicBezTo>
                    <a:pt x="206" y="270"/>
                    <a:pt x="206" y="270"/>
                    <a:pt x="206" y="270"/>
                  </a:cubicBezTo>
                  <a:cubicBezTo>
                    <a:pt x="371" y="270"/>
                    <a:pt x="371" y="270"/>
                    <a:pt x="371" y="270"/>
                  </a:cubicBezTo>
                  <a:cubicBezTo>
                    <a:pt x="383" y="270"/>
                    <a:pt x="393" y="261"/>
                    <a:pt x="394" y="249"/>
                  </a:cubicBezTo>
                  <a:cubicBezTo>
                    <a:pt x="407" y="21"/>
                    <a:pt x="407" y="21"/>
                    <a:pt x="407" y="21"/>
                  </a:cubicBezTo>
                  <a:cubicBezTo>
                    <a:pt x="408" y="9"/>
                    <a:pt x="399" y="0"/>
                    <a:pt x="387" y="0"/>
                  </a:cubicBezTo>
                </a:path>
              </a:pathLst>
            </a:custGeom>
            <a:solidFill>
              <a:srgbClr val="538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34" name="Google Shape;234;p1"/>
            <p:cNvSpPr/>
            <p:nvPr/>
          </p:nvSpPr>
          <p:spPr>
            <a:xfrm>
              <a:off x="7847013" y="1100138"/>
              <a:ext cx="1730375" cy="1147763"/>
            </a:xfrm>
            <a:custGeom>
              <a:rect b="b" l="l" r="r" t="t"/>
              <a:pathLst>
                <a:path extrusionOk="0" h="270" w="407">
                  <a:moveTo>
                    <a:pt x="407" y="172"/>
                  </a:moveTo>
                  <a:cubicBezTo>
                    <a:pt x="372" y="172"/>
                    <a:pt x="372" y="172"/>
                    <a:pt x="372" y="172"/>
                  </a:cubicBezTo>
                  <a:cubicBezTo>
                    <a:pt x="370" y="192"/>
                    <a:pt x="367" y="211"/>
                    <a:pt x="365" y="228"/>
                  </a:cubicBezTo>
                  <a:cubicBezTo>
                    <a:pt x="365" y="228"/>
                    <a:pt x="365" y="228"/>
                    <a:pt x="365" y="228"/>
                  </a:cubicBezTo>
                  <a:cubicBezTo>
                    <a:pt x="365" y="229"/>
                    <a:pt x="365" y="229"/>
                    <a:pt x="365" y="229"/>
                  </a:cubicBezTo>
                  <a:cubicBezTo>
                    <a:pt x="363" y="245"/>
                    <a:pt x="362" y="258"/>
                    <a:pt x="362" y="270"/>
                  </a:cubicBezTo>
                  <a:cubicBezTo>
                    <a:pt x="380" y="270"/>
                    <a:pt x="380" y="270"/>
                    <a:pt x="380" y="270"/>
                  </a:cubicBezTo>
                  <a:cubicBezTo>
                    <a:pt x="392" y="270"/>
                    <a:pt x="402" y="261"/>
                    <a:pt x="403" y="249"/>
                  </a:cubicBezTo>
                  <a:cubicBezTo>
                    <a:pt x="407" y="172"/>
                    <a:pt x="407" y="172"/>
                    <a:pt x="407" y="172"/>
                  </a:cubicBezTo>
                  <a:moveTo>
                    <a:pt x="201" y="0"/>
                  </a:moveTo>
                  <a:cubicBezTo>
                    <a:pt x="37" y="0"/>
                    <a:pt x="37" y="0"/>
                    <a:pt x="37" y="0"/>
                  </a:cubicBezTo>
                  <a:cubicBezTo>
                    <a:pt x="25" y="0"/>
                    <a:pt x="15" y="9"/>
                    <a:pt x="14" y="21"/>
                  </a:cubicBezTo>
                  <a:cubicBezTo>
                    <a:pt x="0" y="249"/>
                    <a:pt x="0" y="249"/>
                    <a:pt x="0" y="249"/>
                  </a:cubicBezTo>
                  <a:cubicBezTo>
                    <a:pt x="0" y="261"/>
                    <a:pt x="9" y="270"/>
                    <a:pt x="21" y="270"/>
                  </a:cubicBezTo>
                  <a:cubicBezTo>
                    <a:pt x="54" y="270"/>
                    <a:pt x="54" y="270"/>
                    <a:pt x="54" y="270"/>
                  </a:cubicBezTo>
                  <a:cubicBezTo>
                    <a:pt x="48" y="250"/>
                    <a:pt x="48" y="250"/>
                    <a:pt x="48" y="250"/>
                  </a:cubicBezTo>
                  <a:cubicBezTo>
                    <a:pt x="180" y="250"/>
                    <a:pt x="180" y="250"/>
                    <a:pt x="180" y="250"/>
                  </a:cubicBezTo>
                  <a:cubicBezTo>
                    <a:pt x="179" y="166"/>
                    <a:pt x="188" y="119"/>
                    <a:pt x="196" y="92"/>
                  </a:cubicBezTo>
                  <a:cubicBezTo>
                    <a:pt x="201" y="0"/>
                    <a:pt x="201" y="0"/>
                    <a:pt x="201" y="0"/>
                  </a:cubicBezTo>
                </a:path>
              </a:pathLst>
            </a:custGeom>
            <a:solidFill>
              <a:srgbClr val="538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35" name="Google Shape;235;p1"/>
            <p:cNvSpPr/>
            <p:nvPr/>
          </p:nvSpPr>
          <p:spPr>
            <a:xfrm>
              <a:off x="8050213" y="2163763"/>
              <a:ext cx="561975" cy="84138"/>
            </a:xfrm>
            <a:custGeom>
              <a:rect b="b" l="l" r="r" t="t"/>
              <a:pathLst>
                <a:path extrusionOk="0" h="20" w="132">
                  <a:moveTo>
                    <a:pt x="132" y="0"/>
                  </a:moveTo>
                  <a:cubicBezTo>
                    <a:pt x="0" y="0"/>
                    <a:pt x="0" y="0"/>
                    <a:pt x="0" y="0"/>
                  </a:cubicBezTo>
                  <a:cubicBezTo>
                    <a:pt x="6" y="20"/>
                    <a:pt x="6" y="20"/>
                    <a:pt x="6" y="20"/>
                  </a:cubicBezTo>
                  <a:cubicBezTo>
                    <a:pt x="132" y="20"/>
                    <a:pt x="132" y="20"/>
                    <a:pt x="132" y="20"/>
                  </a:cubicBezTo>
                  <a:cubicBezTo>
                    <a:pt x="132" y="13"/>
                    <a:pt x="132" y="6"/>
                    <a:pt x="132" y="0"/>
                  </a:cubicBezTo>
                </a:path>
              </a:pathLst>
            </a:custGeom>
            <a:solidFill>
              <a:srgbClr val="538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36" name="Google Shape;236;p1"/>
            <p:cNvSpPr/>
            <p:nvPr/>
          </p:nvSpPr>
          <p:spPr>
            <a:xfrm>
              <a:off x="8680450" y="1100138"/>
              <a:ext cx="939800" cy="731838"/>
            </a:xfrm>
            <a:custGeom>
              <a:rect b="b" l="l" r="r" t="t"/>
              <a:pathLst>
                <a:path extrusionOk="0" h="172" w="221">
                  <a:moveTo>
                    <a:pt x="97" y="0"/>
                  </a:moveTo>
                  <a:cubicBezTo>
                    <a:pt x="5" y="0"/>
                    <a:pt x="5" y="0"/>
                    <a:pt x="5" y="0"/>
                  </a:cubicBezTo>
                  <a:cubicBezTo>
                    <a:pt x="0" y="92"/>
                    <a:pt x="0" y="92"/>
                    <a:pt x="0" y="92"/>
                  </a:cubicBezTo>
                  <a:cubicBezTo>
                    <a:pt x="2" y="86"/>
                    <a:pt x="3" y="82"/>
                    <a:pt x="5" y="77"/>
                  </a:cubicBezTo>
                  <a:cubicBezTo>
                    <a:pt x="9" y="65"/>
                    <a:pt x="19" y="56"/>
                    <a:pt x="30" y="54"/>
                  </a:cubicBezTo>
                  <a:cubicBezTo>
                    <a:pt x="38" y="52"/>
                    <a:pt x="58" y="51"/>
                    <a:pt x="63" y="51"/>
                  </a:cubicBezTo>
                  <a:cubicBezTo>
                    <a:pt x="64" y="51"/>
                    <a:pt x="64" y="51"/>
                    <a:pt x="64" y="51"/>
                  </a:cubicBezTo>
                  <a:cubicBezTo>
                    <a:pt x="64" y="51"/>
                    <a:pt x="64" y="52"/>
                    <a:pt x="63" y="52"/>
                  </a:cubicBezTo>
                  <a:cubicBezTo>
                    <a:pt x="84" y="48"/>
                    <a:pt x="88" y="35"/>
                    <a:pt x="86" y="21"/>
                  </a:cubicBezTo>
                  <a:cubicBezTo>
                    <a:pt x="86" y="17"/>
                    <a:pt x="85" y="14"/>
                    <a:pt x="84" y="10"/>
                  </a:cubicBezTo>
                  <a:cubicBezTo>
                    <a:pt x="84" y="10"/>
                    <a:pt x="84" y="10"/>
                    <a:pt x="84" y="10"/>
                  </a:cubicBezTo>
                  <a:cubicBezTo>
                    <a:pt x="84" y="10"/>
                    <a:pt x="84" y="10"/>
                    <a:pt x="84" y="10"/>
                  </a:cubicBezTo>
                  <a:cubicBezTo>
                    <a:pt x="97" y="0"/>
                    <a:pt x="97" y="0"/>
                    <a:pt x="97" y="0"/>
                  </a:cubicBezTo>
                  <a:moveTo>
                    <a:pt x="200" y="0"/>
                  </a:moveTo>
                  <a:cubicBezTo>
                    <a:pt x="125" y="0"/>
                    <a:pt x="125" y="0"/>
                    <a:pt x="125" y="0"/>
                  </a:cubicBezTo>
                  <a:cubicBezTo>
                    <a:pt x="123" y="19"/>
                    <a:pt x="123" y="39"/>
                    <a:pt x="132" y="51"/>
                  </a:cubicBezTo>
                  <a:cubicBezTo>
                    <a:pt x="132" y="51"/>
                    <a:pt x="133" y="51"/>
                    <a:pt x="134" y="51"/>
                  </a:cubicBezTo>
                  <a:cubicBezTo>
                    <a:pt x="147" y="52"/>
                    <a:pt x="160" y="54"/>
                    <a:pt x="171" y="56"/>
                  </a:cubicBezTo>
                  <a:cubicBezTo>
                    <a:pt x="171" y="56"/>
                    <a:pt x="171" y="56"/>
                    <a:pt x="171" y="56"/>
                  </a:cubicBezTo>
                  <a:cubicBezTo>
                    <a:pt x="183" y="58"/>
                    <a:pt x="191" y="69"/>
                    <a:pt x="189" y="81"/>
                  </a:cubicBezTo>
                  <a:cubicBezTo>
                    <a:pt x="189" y="85"/>
                    <a:pt x="188" y="91"/>
                    <a:pt x="187" y="97"/>
                  </a:cubicBezTo>
                  <a:cubicBezTo>
                    <a:pt x="187" y="97"/>
                    <a:pt x="187" y="97"/>
                    <a:pt x="187" y="97"/>
                  </a:cubicBezTo>
                  <a:cubicBezTo>
                    <a:pt x="184" y="117"/>
                    <a:pt x="180" y="144"/>
                    <a:pt x="176" y="172"/>
                  </a:cubicBezTo>
                  <a:cubicBezTo>
                    <a:pt x="211" y="172"/>
                    <a:pt x="211" y="172"/>
                    <a:pt x="211" y="172"/>
                  </a:cubicBezTo>
                  <a:cubicBezTo>
                    <a:pt x="220" y="21"/>
                    <a:pt x="220" y="21"/>
                    <a:pt x="220" y="21"/>
                  </a:cubicBezTo>
                  <a:cubicBezTo>
                    <a:pt x="221" y="9"/>
                    <a:pt x="212" y="0"/>
                    <a:pt x="200" y="0"/>
                  </a:cubicBezTo>
                </a:path>
              </a:pathLst>
            </a:custGeom>
            <a:solidFill>
              <a:srgbClr val="6594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37" name="Google Shape;237;p1"/>
            <p:cNvSpPr/>
            <p:nvPr/>
          </p:nvSpPr>
          <p:spPr>
            <a:xfrm>
              <a:off x="7821613" y="573088"/>
              <a:ext cx="93663" cy="101600"/>
            </a:xfrm>
            <a:custGeom>
              <a:rect b="b" l="l" r="r" t="t"/>
              <a:pathLst>
                <a:path extrusionOk="0" h="24" w="22">
                  <a:moveTo>
                    <a:pt x="12" y="0"/>
                  </a:moveTo>
                  <a:cubicBezTo>
                    <a:pt x="6" y="0"/>
                    <a:pt x="1" y="5"/>
                    <a:pt x="1" y="12"/>
                  </a:cubicBezTo>
                  <a:cubicBezTo>
                    <a:pt x="0" y="19"/>
                    <a:pt x="5" y="24"/>
                    <a:pt x="10" y="24"/>
                  </a:cubicBezTo>
                  <a:cubicBezTo>
                    <a:pt x="16" y="24"/>
                    <a:pt x="21" y="19"/>
                    <a:pt x="22" y="12"/>
                  </a:cubicBezTo>
                  <a:cubicBezTo>
                    <a:pt x="22" y="5"/>
                    <a:pt x="18" y="0"/>
                    <a:pt x="12" y="0"/>
                  </a:cubicBezTo>
                </a:path>
              </a:pathLst>
            </a:custGeom>
            <a:solidFill>
              <a:srgbClr val="A0BD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38" name="Google Shape;238;p1"/>
            <p:cNvSpPr/>
            <p:nvPr/>
          </p:nvSpPr>
          <p:spPr>
            <a:xfrm>
              <a:off x="7986713" y="573088"/>
              <a:ext cx="98425" cy="101600"/>
            </a:xfrm>
            <a:custGeom>
              <a:rect b="b" l="l" r="r" t="t"/>
              <a:pathLst>
                <a:path extrusionOk="0" h="24" w="23">
                  <a:moveTo>
                    <a:pt x="12" y="0"/>
                  </a:moveTo>
                  <a:cubicBezTo>
                    <a:pt x="7" y="0"/>
                    <a:pt x="1" y="5"/>
                    <a:pt x="1" y="12"/>
                  </a:cubicBezTo>
                  <a:cubicBezTo>
                    <a:pt x="0" y="19"/>
                    <a:pt x="5" y="24"/>
                    <a:pt x="11" y="24"/>
                  </a:cubicBezTo>
                  <a:cubicBezTo>
                    <a:pt x="17" y="24"/>
                    <a:pt x="22" y="19"/>
                    <a:pt x="22" y="12"/>
                  </a:cubicBezTo>
                  <a:cubicBezTo>
                    <a:pt x="23" y="5"/>
                    <a:pt x="18" y="0"/>
                    <a:pt x="12" y="0"/>
                  </a:cubicBezTo>
                </a:path>
              </a:pathLst>
            </a:custGeom>
            <a:solidFill>
              <a:srgbClr val="A0BD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39" name="Google Shape;239;p1"/>
            <p:cNvSpPr/>
            <p:nvPr/>
          </p:nvSpPr>
          <p:spPr>
            <a:xfrm>
              <a:off x="8156575" y="573088"/>
              <a:ext cx="93663" cy="101600"/>
            </a:xfrm>
            <a:custGeom>
              <a:rect b="b" l="l" r="r" t="t"/>
              <a:pathLst>
                <a:path extrusionOk="0" h="24" w="22">
                  <a:moveTo>
                    <a:pt x="12" y="0"/>
                  </a:moveTo>
                  <a:cubicBezTo>
                    <a:pt x="6" y="0"/>
                    <a:pt x="1" y="5"/>
                    <a:pt x="0" y="12"/>
                  </a:cubicBezTo>
                  <a:cubicBezTo>
                    <a:pt x="0" y="19"/>
                    <a:pt x="4" y="24"/>
                    <a:pt x="10" y="24"/>
                  </a:cubicBezTo>
                  <a:cubicBezTo>
                    <a:pt x="16" y="24"/>
                    <a:pt x="21" y="19"/>
                    <a:pt x="21" y="12"/>
                  </a:cubicBezTo>
                  <a:cubicBezTo>
                    <a:pt x="22" y="5"/>
                    <a:pt x="18" y="0"/>
                    <a:pt x="12" y="0"/>
                  </a:cubicBezTo>
                </a:path>
              </a:pathLst>
            </a:custGeom>
            <a:solidFill>
              <a:srgbClr val="A0BD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40" name="Google Shape;240;p1"/>
            <p:cNvSpPr/>
            <p:nvPr/>
          </p:nvSpPr>
          <p:spPr>
            <a:xfrm>
              <a:off x="7505700" y="449263"/>
              <a:ext cx="3144838" cy="2036763"/>
            </a:xfrm>
            <a:custGeom>
              <a:rect b="b" l="l" r="r" t="t"/>
              <a:pathLst>
                <a:path extrusionOk="0" h="479" w="739">
                  <a:moveTo>
                    <a:pt x="707" y="0"/>
                  </a:moveTo>
                  <a:cubicBezTo>
                    <a:pt x="67" y="0"/>
                    <a:pt x="67" y="0"/>
                    <a:pt x="67" y="0"/>
                  </a:cubicBezTo>
                  <a:cubicBezTo>
                    <a:pt x="45" y="0"/>
                    <a:pt x="26" y="18"/>
                    <a:pt x="25" y="40"/>
                  </a:cubicBezTo>
                  <a:cubicBezTo>
                    <a:pt x="0" y="445"/>
                    <a:pt x="0" y="445"/>
                    <a:pt x="0" y="445"/>
                  </a:cubicBezTo>
                  <a:cubicBezTo>
                    <a:pt x="0" y="456"/>
                    <a:pt x="3" y="466"/>
                    <a:pt x="10" y="473"/>
                  </a:cubicBezTo>
                  <a:cubicBezTo>
                    <a:pt x="13" y="476"/>
                    <a:pt x="15" y="478"/>
                    <a:pt x="18" y="479"/>
                  </a:cubicBezTo>
                  <a:cubicBezTo>
                    <a:pt x="15" y="477"/>
                    <a:pt x="13" y="474"/>
                    <a:pt x="11" y="471"/>
                  </a:cubicBezTo>
                  <a:cubicBezTo>
                    <a:pt x="5" y="464"/>
                    <a:pt x="2" y="455"/>
                    <a:pt x="2" y="445"/>
                  </a:cubicBezTo>
                  <a:cubicBezTo>
                    <a:pt x="27" y="40"/>
                    <a:pt x="27" y="40"/>
                    <a:pt x="27" y="40"/>
                  </a:cubicBezTo>
                  <a:cubicBezTo>
                    <a:pt x="28" y="19"/>
                    <a:pt x="46" y="2"/>
                    <a:pt x="67" y="2"/>
                  </a:cubicBezTo>
                  <a:cubicBezTo>
                    <a:pt x="707" y="2"/>
                    <a:pt x="707" y="2"/>
                    <a:pt x="707" y="2"/>
                  </a:cubicBezTo>
                  <a:cubicBezTo>
                    <a:pt x="716" y="2"/>
                    <a:pt x="724" y="5"/>
                    <a:pt x="731" y="11"/>
                  </a:cubicBezTo>
                  <a:cubicBezTo>
                    <a:pt x="734" y="13"/>
                    <a:pt x="737" y="15"/>
                    <a:pt x="739" y="18"/>
                  </a:cubicBezTo>
                  <a:cubicBezTo>
                    <a:pt x="738" y="16"/>
                    <a:pt x="736" y="14"/>
                    <a:pt x="734" y="12"/>
                  </a:cubicBezTo>
                  <a:cubicBezTo>
                    <a:pt x="727" y="4"/>
                    <a:pt x="718" y="0"/>
                    <a:pt x="707" y="0"/>
                  </a:cubicBezTo>
                </a:path>
              </a:pathLst>
            </a:custGeom>
            <a:solidFill>
              <a:srgbClr val="BDC1C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41" name="Google Shape;241;p1"/>
            <p:cNvSpPr/>
            <p:nvPr/>
          </p:nvSpPr>
          <p:spPr>
            <a:xfrm>
              <a:off x="8148638" y="2503488"/>
              <a:ext cx="600075" cy="9525"/>
            </a:xfrm>
            <a:custGeom>
              <a:rect b="b" l="l" r="r" t="t"/>
              <a:pathLst>
                <a:path extrusionOk="0" h="2" w="141">
                  <a:moveTo>
                    <a:pt x="112" y="0"/>
                  </a:moveTo>
                  <a:cubicBezTo>
                    <a:pt x="0" y="0"/>
                    <a:pt x="0" y="0"/>
                    <a:pt x="0" y="0"/>
                  </a:cubicBezTo>
                  <a:cubicBezTo>
                    <a:pt x="1" y="2"/>
                    <a:pt x="1" y="2"/>
                    <a:pt x="1" y="2"/>
                  </a:cubicBezTo>
                  <a:cubicBezTo>
                    <a:pt x="140" y="2"/>
                    <a:pt x="140" y="2"/>
                    <a:pt x="140" y="2"/>
                  </a:cubicBezTo>
                  <a:cubicBezTo>
                    <a:pt x="141" y="1"/>
                    <a:pt x="141" y="1"/>
                    <a:pt x="141" y="1"/>
                  </a:cubicBezTo>
                  <a:cubicBezTo>
                    <a:pt x="113" y="1"/>
                    <a:pt x="113" y="1"/>
                    <a:pt x="113" y="1"/>
                  </a:cubicBezTo>
                  <a:cubicBezTo>
                    <a:pt x="113" y="0"/>
                    <a:pt x="113" y="0"/>
                    <a:pt x="112" y="0"/>
                  </a:cubicBezTo>
                </a:path>
              </a:pathLst>
            </a:custGeom>
            <a:solidFill>
              <a:srgbClr val="3865C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42" name="Google Shape;242;p1"/>
            <p:cNvSpPr/>
            <p:nvPr/>
          </p:nvSpPr>
          <p:spPr>
            <a:xfrm>
              <a:off x="8199438" y="1317626"/>
              <a:ext cx="739775" cy="782638"/>
            </a:xfrm>
            <a:custGeom>
              <a:rect b="b" l="l" r="r" t="t"/>
              <a:pathLst>
                <a:path extrusionOk="0" h="184" w="174">
                  <a:moveTo>
                    <a:pt x="168" y="44"/>
                  </a:moveTo>
                  <a:cubicBezTo>
                    <a:pt x="165" y="49"/>
                    <a:pt x="163" y="54"/>
                    <a:pt x="160" y="60"/>
                  </a:cubicBezTo>
                  <a:cubicBezTo>
                    <a:pt x="158" y="65"/>
                    <a:pt x="155" y="70"/>
                    <a:pt x="152" y="75"/>
                  </a:cubicBezTo>
                  <a:cubicBezTo>
                    <a:pt x="146" y="85"/>
                    <a:pt x="140" y="94"/>
                    <a:pt x="133" y="104"/>
                  </a:cubicBezTo>
                  <a:cubicBezTo>
                    <a:pt x="130" y="109"/>
                    <a:pt x="126" y="114"/>
                    <a:pt x="123" y="118"/>
                  </a:cubicBezTo>
                  <a:cubicBezTo>
                    <a:pt x="119" y="123"/>
                    <a:pt x="116" y="128"/>
                    <a:pt x="112" y="132"/>
                  </a:cubicBezTo>
                  <a:cubicBezTo>
                    <a:pt x="105" y="141"/>
                    <a:pt x="96" y="150"/>
                    <a:pt x="88" y="159"/>
                  </a:cubicBezTo>
                  <a:cubicBezTo>
                    <a:pt x="85" y="161"/>
                    <a:pt x="83" y="163"/>
                    <a:pt x="81" y="165"/>
                  </a:cubicBezTo>
                  <a:cubicBezTo>
                    <a:pt x="78" y="167"/>
                    <a:pt x="76" y="169"/>
                    <a:pt x="73" y="171"/>
                  </a:cubicBezTo>
                  <a:cubicBezTo>
                    <a:pt x="66" y="177"/>
                    <a:pt x="66" y="177"/>
                    <a:pt x="66" y="177"/>
                  </a:cubicBezTo>
                  <a:cubicBezTo>
                    <a:pt x="66" y="177"/>
                    <a:pt x="64" y="178"/>
                    <a:pt x="63" y="178"/>
                  </a:cubicBezTo>
                  <a:cubicBezTo>
                    <a:pt x="62" y="179"/>
                    <a:pt x="61" y="180"/>
                    <a:pt x="60" y="180"/>
                  </a:cubicBezTo>
                  <a:cubicBezTo>
                    <a:pt x="58" y="181"/>
                    <a:pt x="56" y="182"/>
                    <a:pt x="53" y="183"/>
                  </a:cubicBezTo>
                  <a:cubicBezTo>
                    <a:pt x="49" y="184"/>
                    <a:pt x="44" y="184"/>
                    <a:pt x="39" y="183"/>
                  </a:cubicBezTo>
                  <a:cubicBezTo>
                    <a:pt x="34" y="182"/>
                    <a:pt x="30" y="180"/>
                    <a:pt x="26" y="177"/>
                  </a:cubicBezTo>
                  <a:cubicBezTo>
                    <a:pt x="24" y="175"/>
                    <a:pt x="22" y="174"/>
                    <a:pt x="21" y="172"/>
                  </a:cubicBezTo>
                  <a:cubicBezTo>
                    <a:pt x="20" y="170"/>
                    <a:pt x="20" y="170"/>
                    <a:pt x="20" y="170"/>
                  </a:cubicBezTo>
                  <a:cubicBezTo>
                    <a:pt x="19" y="170"/>
                    <a:pt x="19" y="170"/>
                    <a:pt x="19" y="170"/>
                  </a:cubicBezTo>
                  <a:cubicBezTo>
                    <a:pt x="19" y="169"/>
                    <a:pt x="19" y="169"/>
                    <a:pt x="19" y="169"/>
                  </a:cubicBezTo>
                  <a:cubicBezTo>
                    <a:pt x="18" y="168"/>
                    <a:pt x="18" y="168"/>
                    <a:pt x="18" y="168"/>
                  </a:cubicBezTo>
                  <a:cubicBezTo>
                    <a:pt x="15" y="163"/>
                    <a:pt x="15" y="163"/>
                    <a:pt x="15" y="163"/>
                  </a:cubicBezTo>
                  <a:cubicBezTo>
                    <a:pt x="15" y="161"/>
                    <a:pt x="14" y="159"/>
                    <a:pt x="13" y="158"/>
                  </a:cubicBezTo>
                  <a:cubicBezTo>
                    <a:pt x="10" y="151"/>
                    <a:pt x="9" y="145"/>
                    <a:pt x="7" y="139"/>
                  </a:cubicBezTo>
                  <a:cubicBezTo>
                    <a:pt x="4" y="127"/>
                    <a:pt x="2" y="116"/>
                    <a:pt x="1" y="104"/>
                  </a:cubicBezTo>
                  <a:cubicBezTo>
                    <a:pt x="0" y="92"/>
                    <a:pt x="0" y="81"/>
                    <a:pt x="0" y="69"/>
                  </a:cubicBezTo>
                  <a:cubicBezTo>
                    <a:pt x="0" y="62"/>
                    <a:pt x="6" y="56"/>
                    <a:pt x="14" y="56"/>
                  </a:cubicBezTo>
                  <a:cubicBezTo>
                    <a:pt x="20" y="56"/>
                    <a:pt x="25" y="60"/>
                    <a:pt x="27" y="66"/>
                  </a:cubicBezTo>
                  <a:cubicBezTo>
                    <a:pt x="27" y="66"/>
                    <a:pt x="27" y="66"/>
                    <a:pt x="27" y="66"/>
                  </a:cubicBezTo>
                  <a:cubicBezTo>
                    <a:pt x="33" y="87"/>
                    <a:pt x="39" y="108"/>
                    <a:pt x="47" y="126"/>
                  </a:cubicBezTo>
                  <a:cubicBezTo>
                    <a:pt x="49" y="131"/>
                    <a:pt x="51" y="135"/>
                    <a:pt x="53" y="138"/>
                  </a:cubicBezTo>
                  <a:cubicBezTo>
                    <a:pt x="53" y="139"/>
                    <a:pt x="54" y="140"/>
                    <a:pt x="54" y="141"/>
                  </a:cubicBezTo>
                  <a:cubicBezTo>
                    <a:pt x="55" y="141"/>
                    <a:pt x="55" y="142"/>
                    <a:pt x="56" y="143"/>
                  </a:cubicBezTo>
                  <a:cubicBezTo>
                    <a:pt x="56" y="143"/>
                    <a:pt x="56" y="143"/>
                    <a:pt x="56" y="143"/>
                  </a:cubicBezTo>
                  <a:cubicBezTo>
                    <a:pt x="56" y="143"/>
                    <a:pt x="56" y="143"/>
                    <a:pt x="56" y="143"/>
                  </a:cubicBezTo>
                  <a:cubicBezTo>
                    <a:pt x="56" y="143"/>
                    <a:pt x="56" y="143"/>
                    <a:pt x="56" y="143"/>
                  </a:cubicBezTo>
                  <a:cubicBezTo>
                    <a:pt x="56" y="142"/>
                    <a:pt x="56" y="142"/>
                    <a:pt x="56" y="142"/>
                  </a:cubicBezTo>
                  <a:cubicBezTo>
                    <a:pt x="55" y="142"/>
                    <a:pt x="54" y="141"/>
                    <a:pt x="53" y="140"/>
                  </a:cubicBezTo>
                  <a:cubicBezTo>
                    <a:pt x="52" y="139"/>
                    <a:pt x="50" y="138"/>
                    <a:pt x="48" y="137"/>
                  </a:cubicBezTo>
                  <a:cubicBezTo>
                    <a:pt x="46" y="137"/>
                    <a:pt x="44" y="137"/>
                    <a:pt x="42" y="137"/>
                  </a:cubicBezTo>
                  <a:cubicBezTo>
                    <a:pt x="41" y="138"/>
                    <a:pt x="40" y="138"/>
                    <a:pt x="39" y="138"/>
                  </a:cubicBezTo>
                  <a:cubicBezTo>
                    <a:pt x="38" y="139"/>
                    <a:pt x="38" y="139"/>
                    <a:pt x="38" y="139"/>
                  </a:cubicBezTo>
                  <a:cubicBezTo>
                    <a:pt x="37" y="139"/>
                    <a:pt x="36" y="140"/>
                    <a:pt x="37" y="139"/>
                  </a:cubicBezTo>
                  <a:cubicBezTo>
                    <a:pt x="42" y="135"/>
                    <a:pt x="42" y="135"/>
                    <a:pt x="42" y="135"/>
                  </a:cubicBezTo>
                  <a:cubicBezTo>
                    <a:pt x="44" y="133"/>
                    <a:pt x="45" y="131"/>
                    <a:pt x="47" y="129"/>
                  </a:cubicBezTo>
                  <a:cubicBezTo>
                    <a:pt x="48" y="128"/>
                    <a:pt x="50" y="126"/>
                    <a:pt x="52" y="124"/>
                  </a:cubicBezTo>
                  <a:cubicBezTo>
                    <a:pt x="65" y="109"/>
                    <a:pt x="76" y="92"/>
                    <a:pt x="87" y="74"/>
                  </a:cubicBezTo>
                  <a:cubicBezTo>
                    <a:pt x="93" y="65"/>
                    <a:pt x="98" y="56"/>
                    <a:pt x="104" y="47"/>
                  </a:cubicBezTo>
                  <a:cubicBezTo>
                    <a:pt x="111" y="33"/>
                    <a:pt x="111" y="33"/>
                    <a:pt x="111" y="33"/>
                  </a:cubicBezTo>
                  <a:cubicBezTo>
                    <a:pt x="119" y="20"/>
                    <a:pt x="119" y="20"/>
                    <a:pt x="119" y="20"/>
                  </a:cubicBezTo>
                  <a:cubicBezTo>
                    <a:pt x="119" y="19"/>
                    <a:pt x="119" y="19"/>
                    <a:pt x="119" y="19"/>
                  </a:cubicBezTo>
                  <a:cubicBezTo>
                    <a:pt x="126" y="5"/>
                    <a:pt x="143" y="0"/>
                    <a:pt x="156" y="8"/>
                  </a:cubicBezTo>
                  <a:cubicBezTo>
                    <a:pt x="169" y="15"/>
                    <a:pt x="174" y="30"/>
                    <a:pt x="168" y="44"/>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43" name="Google Shape;243;p1"/>
            <p:cNvSpPr/>
            <p:nvPr/>
          </p:nvSpPr>
          <p:spPr>
            <a:xfrm>
              <a:off x="8131175" y="1465263"/>
              <a:ext cx="182563" cy="153988"/>
            </a:xfrm>
            <a:custGeom>
              <a:rect b="b" l="l" r="r" t="t"/>
              <a:pathLst>
                <a:path extrusionOk="0" h="36" w="43">
                  <a:moveTo>
                    <a:pt x="19" y="33"/>
                  </a:moveTo>
                  <a:cubicBezTo>
                    <a:pt x="0" y="22"/>
                    <a:pt x="0" y="22"/>
                    <a:pt x="0" y="22"/>
                  </a:cubicBezTo>
                  <a:cubicBezTo>
                    <a:pt x="21" y="0"/>
                    <a:pt x="21" y="0"/>
                    <a:pt x="21" y="0"/>
                  </a:cubicBezTo>
                  <a:cubicBezTo>
                    <a:pt x="21" y="0"/>
                    <a:pt x="30" y="6"/>
                    <a:pt x="38" y="15"/>
                  </a:cubicBezTo>
                  <a:cubicBezTo>
                    <a:pt x="43" y="21"/>
                    <a:pt x="42" y="30"/>
                    <a:pt x="35" y="33"/>
                  </a:cubicBezTo>
                  <a:cubicBezTo>
                    <a:pt x="30" y="36"/>
                    <a:pt x="24" y="35"/>
                    <a:pt x="19" y="33"/>
                  </a:cubicBezTo>
                  <a:close/>
                </a:path>
              </a:pathLst>
            </a:custGeom>
            <a:solidFill>
              <a:srgbClr val="FFC3B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44" name="Google Shape;244;p1"/>
            <p:cNvSpPr/>
            <p:nvPr/>
          </p:nvSpPr>
          <p:spPr>
            <a:xfrm>
              <a:off x="8097838" y="1419226"/>
              <a:ext cx="122238" cy="139700"/>
            </a:xfrm>
            <a:custGeom>
              <a:rect b="b" l="l" r="r" t="t"/>
              <a:pathLst>
                <a:path extrusionOk="0" h="33" w="29">
                  <a:moveTo>
                    <a:pt x="4" y="10"/>
                  </a:moveTo>
                  <a:cubicBezTo>
                    <a:pt x="14" y="2"/>
                    <a:pt x="14" y="2"/>
                    <a:pt x="14" y="2"/>
                  </a:cubicBezTo>
                  <a:cubicBezTo>
                    <a:pt x="17" y="0"/>
                    <a:pt x="21" y="1"/>
                    <a:pt x="23" y="3"/>
                  </a:cubicBezTo>
                  <a:cubicBezTo>
                    <a:pt x="29" y="11"/>
                    <a:pt x="29" y="11"/>
                    <a:pt x="29" y="11"/>
                  </a:cubicBezTo>
                  <a:cubicBezTo>
                    <a:pt x="8" y="33"/>
                    <a:pt x="8" y="33"/>
                    <a:pt x="8" y="33"/>
                  </a:cubicBezTo>
                  <a:cubicBezTo>
                    <a:pt x="1" y="18"/>
                    <a:pt x="1" y="18"/>
                    <a:pt x="1" y="18"/>
                  </a:cubicBezTo>
                  <a:cubicBezTo>
                    <a:pt x="0" y="15"/>
                    <a:pt x="1" y="11"/>
                    <a:pt x="4" y="10"/>
                  </a:cubicBezTo>
                  <a:close/>
                </a:path>
              </a:pathLst>
            </a:custGeom>
            <a:solidFill>
              <a:srgbClr val="FFC3B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45" name="Google Shape;245;p1"/>
            <p:cNvSpPr/>
            <p:nvPr/>
          </p:nvSpPr>
          <p:spPr>
            <a:xfrm>
              <a:off x="8632825" y="1317626"/>
              <a:ext cx="838200" cy="1147763"/>
            </a:xfrm>
            <a:custGeom>
              <a:rect b="b" l="l" r="r" t="t"/>
              <a:pathLst>
                <a:path extrusionOk="0" h="270" w="197">
                  <a:moveTo>
                    <a:pt x="24" y="26"/>
                  </a:moveTo>
                  <a:cubicBezTo>
                    <a:pt x="27" y="15"/>
                    <a:pt x="36" y="7"/>
                    <a:pt x="47" y="5"/>
                  </a:cubicBezTo>
                  <a:cubicBezTo>
                    <a:pt x="56" y="4"/>
                    <a:pt x="60" y="2"/>
                    <a:pt x="71" y="2"/>
                  </a:cubicBezTo>
                  <a:cubicBezTo>
                    <a:pt x="90" y="0"/>
                    <a:pt x="121" y="1"/>
                    <a:pt x="142" y="3"/>
                  </a:cubicBezTo>
                  <a:cubicBezTo>
                    <a:pt x="155" y="4"/>
                    <a:pt x="168" y="5"/>
                    <a:pt x="178" y="7"/>
                  </a:cubicBezTo>
                  <a:cubicBezTo>
                    <a:pt x="178" y="7"/>
                    <a:pt x="178" y="7"/>
                    <a:pt x="178" y="7"/>
                  </a:cubicBezTo>
                  <a:cubicBezTo>
                    <a:pt x="189" y="9"/>
                    <a:pt x="197" y="20"/>
                    <a:pt x="195" y="31"/>
                  </a:cubicBezTo>
                  <a:cubicBezTo>
                    <a:pt x="190" y="60"/>
                    <a:pt x="176" y="110"/>
                    <a:pt x="174" y="157"/>
                  </a:cubicBezTo>
                  <a:cubicBezTo>
                    <a:pt x="172" y="220"/>
                    <a:pt x="173" y="255"/>
                    <a:pt x="172" y="270"/>
                  </a:cubicBezTo>
                  <a:cubicBezTo>
                    <a:pt x="11" y="267"/>
                    <a:pt x="11" y="267"/>
                    <a:pt x="11" y="267"/>
                  </a:cubicBezTo>
                  <a:cubicBezTo>
                    <a:pt x="0" y="115"/>
                    <a:pt x="14" y="60"/>
                    <a:pt x="24" y="26"/>
                  </a:cubicBezTo>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46" name="Google Shape;246;p1"/>
            <p:cNvSpPr/>
            <p:nvPr/>
          </p:nvSpPr>
          <p:spPr>
            <a:xfrm>
              <a:off x="8578850" y="1317626"/>
              <a:ext cx="914400" cy="1190625"/>
            </a:xfrm>
            <a:custGeom>
              <a:rect b="b" l="l" r="r" t="t"/>
              <a:pathLst>
                <a:path extrusionOk="0" h="280" w="215">
                  <a:moveTo>
                    <a:pt x="195" y="5"/>
                  </a:moveTo>
                  <a:cubicBezTo>
                    <a:pt x="195" y="5"/>
                    <a:pt x="195" y="5"/>
                    <a:pt x="195" y="5"/>
                  </a:cubicBezTo>
                  <a:cubicBezTo>
                    <a:pt x="184" y="3"/>
                    <a:pt x="171" y="1"/>
                    <a:pt x="158" y="0"/>
                  </a:cubicBezTo>
                  <a:cubicBezTo>
                    <a:pt x="156" y="0"/>
                    <a:pt x="153" y="0"/>
                    <a:pt x="151" y="0"/>
                  </a:cubicBezTo>
                  <a:cubicBezTo>
                    <a:pt x="144" y="29"/>
                    <a:pt x="102" y="77"/>
                    <a:pt x="89" y="151"/>
                  </a:cubicBezTo>
                  <a:cubicBezTo>
                    <a:pt x="84" y="90"/>
                    <a:pt x="81" y="25"/>
                    <a:pt x="88" y="0"/>
                  </a:cubicBezTo>
                  <a:cubicBezTo>
                    <a:pt x="83" y="0"/>
                    <a:pt x="63" y="1"/>
                    <a:pt x="54" y="3"/>
                  </a:cubicBezTo>
                  <a:cubicBezTo>
                    <a:pt x="43" y="5"/>
                    <a:pt x="33" y="14"/>
                    <a:pt x="29" y="26"/>
                  </a:cubicBezTo>
                  <a:cubicBezTo>
                    <a:pt x="19" y="55"/>
                    <a:pt x="0" y="120"/>
                    <a:pt x="12" y="280"/>
                  </a:cubicBezTo>
                  <a:cubicBezTo>
                    <a:pt x="190" y="280"/>
                    <a:pt x="190" y="280"/>
                    <a:pt x="190" y="280"/>
                  </a:cubicBezTo>
                  <a:cubicBezTo>
                    <a:pt x="191" y="264"/>
                    <a:pt x="187" y="230"/>
                    <a:pt x="193" y="178"/>
                  </a:cubicBezTo>
                  <a:cubicBezTo>
                    <a:pt x="199" y="128"/>
                    <a:pt x="208" y="60"/>
                    <a:pt x="213" y="30"/>
                  </a:cubicBezTo>
                  <a:cubicBezTo>
                    <a:pt x="215" y="18"/>
                    <a:pt x="207" y="7"/>
                    <a:pt x="195" y="5"/>
                  </a:cubicBezTo>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47" name="Google Shape;247;p1"/>
            <p:cNvSpPr/>
            <p:nvPr/>
          </p:nvSpPr>
          <p:spPr>
            <a:xfrm>
              <a:off x="8923338" y="1993901"/>
              <a:ext cx="38100" cy="476250"/>
            </a:xfrm>
            <a:custGeom>
              <a:rect b="b" l="l" r="r" t="t"/>
              <a:pathLst>
                <a:path extrusionOk="0" h="112" w="9">
                  <a:moveTo>
                    <a:pt x="8" y="0"/>
                  </a:moveTo>
                  <a:cubicBezTo>
                    <a:pt x="7" y="0"/>
                    <a:pt x="7" y="1"/>
                    <a:pt x="7" y="1"/>
                  </a:cubicBezTo>
                  <a:cubicBezTo>
                    <a:pt x="7" y="2"/>
                    <a:pt x="0" y="66"/>
                    <a:pt x="3" y="111"/>
                  </a:cubicBezTo>
                  <a:cubicBezTo>
                    <a:pt x="3" y="112"/>
                    <a:pt x="4" y="112"/>
                    <a:pt x="4" y="112"/>
                  </a:cubicBezTo>
                  <a:cubicBezTo>
                    <a:pt x="4" y="112"/>
                    <a:pt x="4" y="112"/>
                    <a:pt x="4" y="112"/>
                  </a:cubicBezTo>
                  <a:cubicBezTo>
                    <a:pt x="5" y="112"/>
                    <a:pt x="6" y="112"/>
                    <a:pt x="5" y="111"/>
                  </a:cubicBezTo>
                  <a:cubicBezTo>
                    <a:pt x="2" y="66"/>
                    <a:pt x="9" y="2"/>
                    <a:pt x="9" y="1"/>
                  </a:cubicBezTo>
                  <a:cubicBezTo>
                    <a:pt x="9" y="1"/>
                    <a:pt x="8" y="0"/>
                    <a:pt x="8" y="0"/>
                  </a:cubicBezTo>
                  <a:cubicBezTo>
                    <a:pt x="8" y="0"/>
                    <a:pt x="8" y="0"/>
                    <a:pt x="8" y="0"/>
                  </a:cubicBezTo>
                </a:path>
              </a:pathLst>
            </a:custGeom>
            <a:solidFill>
              <a:srgbClr val="515B6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48" name="Google Shape;248;p1"/>
            <p:cNvSpPr/>
            <p:nvPr/>
          </p:nvSpPr>
          <p:spPr>
            <a:xfrm>
              <a:off x="9399588" y="1831976"/>
              <a:ext cx="30163" cy="238125"/>
            </a:xfrm>
            <a:custGeom>
              <a:rect b="b" l="l" r="r" t="t"/>
              <a:pathLst>
                <a:path extrusionOk="0" h="56" w="7">
                  <a:moveTo>
                    <a:pt x="7" y="0"/>
                  </a:moveTo>
                  <a:cubicBezTo>
                    <a:pt x="7" y="0"/>
                    <a:pt x="7" y="0"/>
                    <a:pt x="7" y="0"/>
                  </a:cubicBezTo>
                  <a:cubicBezTo>
                    <a:pt x="5" y="19"/>
                    <a:pt x="2" y="39"/>
                    <a:pt x="0" y="56"/>
                  </a:cubicBezTo>
                  <a:cubicBezTo>
                    <a:pt x="0" y="56"/>
                    <a:pt x="0" y="56"/>
                    <a:pt x="0" y="56"/>
                  </a:cubicBezTo>
                  <a:cubicBezTo>
                    <a:pt x="2" y="39"/>
                    <a:pt x="5" y="20"/>
                    <a:pt x="7" y="0"/>
                  </a:cubicBezTo>
                </a:path>
              </a:pathLst>
            </a:custGeom>
            <a:solidFill>
              <a:srgbClr val="3A5F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49" name="Google Shape;249;p1"/>
            <p:cNvSpPr/>
            <p:nvPr/>
          </p:nvSpPr>
          <p:spPr>
            <a:xfrm>
              <a:off x="9429750" y="1512888"/>
              <a:ext cx="46038" cy="319088"/>
            </a:xfrm>
            <a:custGeom>
              <a:rect b="b" l="l" r="r" t="t"/>
              <a:pathLst>
                <a:path extrusionOk="0" h="75" w="11">
                  <a:moveTo>
                    <a:pt x="11" y="0"/>
                  </a:moveTo>
                  <a:cubicBezTo>
                    <a:pt x="8" y="20"/>
                    <a:pt x="4" y="47"/>
                    <a:pt x="0" y="75"/>
                  </a:cubicBezTo>
                  <a:cubicBezTo>
                    <a:pt x="0" y="75"/>
                    <a:pt x="0" y="75"/>
                    <a:pt x="0" y="75"/>
                  </a:cubicBezTo>
                  <a:cubicBezTo>
                    <a:pt x="4" y="47"/>
                    <a:pt x="8" y="20"/>
                    <a:pt x="11" y="0"/>
                  </a:cubicBezTo>
                  <a:cubicBezTo>
                    <a:pt x="11" y="0"/>
                    <a:pt x="11" y="0"/>
                    <a:pt x="11" y="0"/>
                  </a:cubicBezTo>
                </a:path>
              </a:pathLst>
            </a:custGeom>
            <a:solidFill>
              <a:srgbClr val="4767B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50" name="Google Shape;250;p1"/>
            <p:cNvSpPr/>
            <p:nvPr/>
          </p:nvSpPr>
          <p:spPr>
            <a:xfrm>
              <a:off x="9356725" y="1503363"/>
              <a:ext cx="119063" cy="566738"/>
            </a:xfrm>
            <a:custGeom>
              <a:rect b="b" l="l" r="r" t="t"/>
              <a:pathLst>
                <a:path extrusionOk="0" h="133" w="28">
                  <a:moveTo>
                    <a:pt x="22" y="0"/>
                  </a:moveTo>
                  <a:cubicBezTo>
                    <a:pt x="16" y="0"/>
                    <a:pt x="10" y="6"/>
                    <a:pt x="6" y="24"/>
                  </a:cubicBezTo>
                  <a:cubicBezTo>
                    <a:pt x="0" y="54"/>
                    <a:pt x="3" y="95"/>
                    <a:pt x="10" y="133"/>
                  </a:cubicBezTo>
                  <a:cubicBezTo>
                    <a:pt x="12" y="116"/>
                    <a:pt x="15" y="96"/>
                    <a:pt x="17" y="77"/>
                  </a:cubicBezTo>
                  <a:cubicBezTo>
                    <a:pt x="21" y="49"/>
                    <a:pt x="25" y="22"/>
                    <a:pt x="28" y="2"/>
                  </a:cubicBezTo>
                  <a:cubicBezTo>
                    <a:pt x="26" y="0"/>
                    <a:pt x="24" y="0"/>
                    <a:pt x="22" y="0"/>
                  </a:cubicBezTo>
                </a:path>
              </a:pathLst>
            </a:custGeom>
            <a:solidFill>
              <a:srgbClr val="1B232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51" name="Google Shape;251;p1"/>
            <p:cNvSpPr/>
            <p:nvPr/>
          </p:nvSpPr>
          <p:spPr>
            <a:xfrm>
              <a:off x="8918575" y="989013"/>
              <a:ext cx="331788" cy="430213"/>
            </a:xfrm>
            <a:custGeom>
              <a:rect b="b" l="l" r="r" t="t"/>
              <a:pathLst>
                <a:path extrusionOk="0" h="101" w="78">
                  <a:moveTo>
                    <a:pt x="7" y="78"/>
                  </a:moveTo>
                  <a:cubicBezTo>
                    <a:pt x="28" y="74"/>
                    <a:pt x="32" y="61"/>
                    <a:pt x="30" y="47"/>
                  </a:cubicBezTo>
                  <a:cubicBezTo>
                    <a:pt x="30" y="43"/>
                    <a:pt x="29" y="40"/>
                    <a:pt x="28" y="36"/>
                  </a:cubicBezTo>
                  <a:cubicBezTo>
                    <a:pt x="54" y="15"/>
                    <a:pt x="54" y="15"/>
                    <a:pt x="54" y="15"/>
                  </a:cubicBezTo>
                  <a:cubicBezTo>
                    <a:pt x="73" y="0"/>
                    <a:pt x="73" y="0"/>
                    <a:pt x="73" y="0"/>
                  </a:cubicBezTo>
                  <a:cubicBezTo>
                    <a:pt x="68" y="23"/>
                    <a:pt x="63" y="64"/>
                    <a:pt x="78" y="80"/>
                  </a:cubicBezTo>
                  <a:cubicBezTo>
                    <a:pt x="78" y="80"/>
                    <a:pt x="65" y="101"/>
                    <a:pt x="30" y="98"/>
                  </a:cubicBezTo>
                  <a:cubicBezTo>
                    <a:pt x="0" y="96"/>
                    <a:pt x="7" y="78"/>
                    <a:pt x="7" y="78"/>
                  </a:cubicBezTo>
                </a:path>
              </a:pathLst>
            </a:custGeom>
            <a:solidFill>
              <a:srgbClr val="FFC3B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52" name="Google Shape;252;p1"/>
            <p:cNvSpPr/>
            <p:nvPr/>
          </p:nvSpPr>
          <p:spPr>
            <a:xfrm>
              <a:off x="9058275" y="1384301"/>
              <a:ext cx="77788" cy="55563"/>
            </a:xfrm>
            <a:custGeom>
              <a:rect b="b" l="l" r="r" t="t"/>
              <a:pathLst>
                <a:path extrusionOk="0" h="35" w="49">
                  <a:moveTo>
                    <a:pt x="16" y="0"/>
                  </a:moveTo>
                  <a:lnTo>
                    <a:pt x="0" y="17"/>
                  </a:lnTo>
                  <a:lnTo>
                    <a:pt x="49" y="35"/>
                  </a:lnTo>
                  <a:lnTo>
                    <a:pt x="43" y="17"/>
                  </a:lnTo>
                  <a:lnTo>
                    <a:pt x="16" y="0"/>
                  </a:lnTo>
                  <a:close/>
                </a:path>
              </a:pathLst>
            </a:custGeom>
            <a:solidFill>
              <a:srgbClr val="E0E0E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53" name="Google Shape;253;p1"/>
            <p:cNvSpPr/>
            <p:nvPr/>
          </p:nvSpPr>
          <p:spPr>
            <a:xfrm>
              <a:off x="9083675" y="1300163"/>
              <a:ext cx="212725" cy="177800"/>
            </a:xfrm>
            <a:custGeom>
              <a:rect b="b" l="l" r="r" t="t"/>
              <a:pathLst>
                <a:path extrusionOk="0" h="42" w="50">
                  <a:moveTo>
                    <a:pt x="14" y="42"/>
                  </a:moveTo>
                  <a:cubicBezTo>
                    <a:pt x="14" y="42"/>
                    <a:pt x="7" y="24"/>
                    <a:pt x="0" y="20"/>
                  </a:cubicBezTo>
                  <a:cubicBezTo>
                    <a:pt x="24" y="14"/>
                    <a:pt x="35" y="0"/>
                    <a:pt x="35" y="0"/>
                  </a:cubicBezTo>
                  <a:cubicBezTo>
                    <a:pt x="46" y="5"/>
                    <a:pt x="46" y="5"/>
                    <a:pt x="46" y="5"/>
                  </a:cubicBezTo>
                  <a:cubicBezTo>
                    <a:pt x="46" y="5"/>
                    <a:pt x="50" y="26"/>
                    <a:pt x="14" y="42"/>
                  </a:cubicBezTo>
                  <a:close/>
                </a:path>
              </a:pathLst>
            </a:custGeom>
            <a:solidFill>
              <a:srgbClr val="F5F5F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54" name="Google Shape;254;p1"/>
            <p:cNvSpPr/>
            <p:nvPr/>
          </p:nvSpPr>
          <p:spPr>
            <a:xfrm>
              <a:off x="8977313" y="1381126"/>
              <a:ext cx="80963" cy="33338"/>
            </a:xfrm>
            <a:custGeom>
              <a:rect b="b" l="l" r="r" t="t"/>
              <a:pathLst>
                <a:path extrusionOk="0" h="21" w="51">
                  <a:moveTo>
                    <a:pt x="41" y="0"/>
                  </a:moveTo>
                  <a:lnTo>
                    <a:pt x="51" y="19"/>
                  </a:lnTo>
                  <a:lnTo>
                    <a:pt x="0" y="21"/>
                  </a:lnTo>
                  <a:lnTo>
                    <a:pt x="11" y="5"/>
                  </a:lnTo>
                  <a:lnTo>
                    <a:pt x="41" y="0"/>
                  </a:lnTo>
                  <a:close/>
                </a:path>
              </a:pathLst>
            </a:custGeom>
            <a:solidFill>
              <a:srgbClr val="E0E0E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55" name="Google Shape;255;p1"/>
            <p:cNvSpPr/>
            <p:nvPr/>
          </p:nvSpPr>
          <p:spPr>
            <a:xfrm>
              <a:off x="8870950" y="1304926"/>
              <a:ext cx="171450" cy="152400"/>
            </a:xfrm>
            <a:custGeom>
              <a:rect b="b" l="l" r="r" t="t"/>
              <a:pathLst>
                <a:path extrusionOk="0" h="36" w="40">
                  <a:moveTo>
                    <a:pt x="15" y="36"/>
                  </a:moveTo>
                  <a:cubicBezTo>
                    <a:pt x="15" y="36"/>
                    <a:pt x="25" y="25"/>
                    <a:pt x="40" y="18"/>
                  </a:cubicBezTo>
                  <a:cubicBezTo>
                    <a:pt x="29" y="15"/>
                    <a:pt x="29" y="0"/>
                    <a:pt x="29" y="0"/>
                  </a:cubicBezTo>
                  <a:cubicBezTo>
                    <a:pt x="18" y="2"/>
                    <a:pt x="18" y="2"/>
                    <a:pt x="18" y="2"/>
                  </a:cubicBezTo>
                  <a:cubicBezTo>
                    <a:pt x="18" y="2"/>
                    <a:pt x="0" y="20"/>
                    <a:pt x="15" y="36"/>
                  </a:cubicBezTo>
                  <a:close/>
                </a:path>
              </a:pathLst>
            </a:custGeom>
            <a:solidFill>
              <a:srgbClr val="F5F5F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56" name="Google Shape;256;p1"/>
            <p:cNvSpPr/>
            <p:nvPr/>
          </p:nvSpPr>
          <p:spPr>
            <a:xfrm>
              <a:off x="9093200" y="1052513"/>
              <a:ext cx="55563" cy="47625"/>
            </a:xfrm>
            <a:custGeom>
              <a:rect b="b" l="l" r="r" t="t"/>
              <a:pathLst>
                <a:path extrusionOk="0" h="30" w="35">
                  <a:moveTo>
                    <a:pt x="35" y="0"/>
                  </a:moveTo>
                  <a:lnTo>
                    <a:pt x="0" y="30"/>
                  </a:lnTo>
                  <a:lnTo>
                    <a:pt x="0" y="30"/>
                  </a:lnTo>
                  <a:lnTo>
                    <a:pt x="35" y="0"/>
                  </a:lnTo>
                  <a:lnTo>
                    <a:pt x="35" y="0"/>
                  </a:lnTo>
                  <a:close/>
                </a:path>
              </a:pathLst>
            </a:custGeom>
            <a:solidFill>
              <a:srgbClr val="426D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57" name="Google Shape;257;p1"/>
            <p:cNvSpPr/>
            <p:nvPr/>
          </p:nvSpPr>
          <p:spPr>
            <a:xfrm>
              <a:off x="9093200" y="1052513"/>
              <a:ext cx="55563" cy="47625"/>
            </a:xfrm>
            <a:custGeom>
              <a:rect b="b" l="l" r="r" t="t"/>
              <a:pathLst>
                <a:path extrusionOk="0" h="30" w="35">
                  <a:moveTo>
                    <a:pt x="35" y="0"/>
                  </a:moveTo>
                  <a:lnTo>
                    <a:pt x="0" y="30"/>
                  </a:lnTo>
                  <a:lnTo>
                    <a:pt x="0" y="30"/>
                  </a:lnTo>
                  <a:lnTo>
                    <a:pt x="35" y="0"/>
                  </a:lnTo>
                  <a:lnTo>
                    <a:pt x="35"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58" name="Google Shape;258;p1"/>
            <p:cNvSpPr/>
            <p:nvPr/>
          </p:nvSpPr>
          <p:spPr>
            <a:xfrm>
              <a:off x="9037638" y="1100138"/>
              <a:ext cx="55563" cy="42863"/>
            </a:xfrm>
            <a:custGeom>
              <a:rect b="b" l="l" r="r" t="t"/>
              <a:pathLst>
                <a:path extrusionOk="0" h="10" w="13">
                  <a:moveTo>
                    <a:pt x="13" y="0"/>
                  </a:moveTo>
                  <a:cubicBezTo>
                    <a:pt x="13" y="0"/>
                    <a:pt x="13" y="0"/>
                    <a:pt x="13" y="0"/>
                  </a:cubicBezTo>
                  <a:cubicBezTo>
                    <a:pt x="0" y="10"/>
                    <a:pt x="0" y="10"/>
                    <a:pt x="0" y="10"/>
                  </a:cubicBezTo>
                  <a:cubicBezTo>
                    <a:pt x="0" y="10"/>
                    <a:pt x="0" y="10"/>
                    <a:pt x="0" y="10"/>
                  </a:cubicBezTo>
                  <a:cubicBezTo>
                    <a:pt x="13" y="0"/>
                    <a:pt x="13" y="0"/>
                    <a:pt x="13" y="0"/>
                  </a:cubicBezTo>
                </a:path>
              </a:pathLst>
            </a:custGeom>
            <a:solidFill>
              <a:srgbClr val="5176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59" name="Google Shape;259;p1"/>
            <p:cNvSpPr/>
            <p:nvPr/>
          </p:nvSpPr>
          <p:spPr>
            <a:xfrm>
              <a:off x="9037638" y="1052513"/>
              <a:ext cx="114300" cy="136525"/>
            </a:xfrm>
            <a:custGeom>
              <a:rect b="b" l="l" r="r" t="t"/>
              <a:pathLst>
                <a:path extrusionOk="0" h="32" w="27">
                  <a:moveTo>
                    <a:pt x="26" y="0"/>
                  </a:moveTo>
                  <a:cubicBezTo>
                    <a:pt x="26" y="0"/>
                    <a:pt x="26" y="0"/>
                    <a:pt x="26" y="0"/>
                  </a:cubicBezTo>
                  <a:cubicBezTo>
                    <a:pt x="13" y="11"/>
                    <a:pt x="13" y="11"/>
                    <a:pt x="13" y="11"/>
                  </a:cubicBezTo>
                  <a:cubicBezTo>
                    <a:pt x="0" y="21"/>
                    <a:pt x="0" y="21"/>
                    <a:pt x="0" y="21"/>
                  </a:cubicBezTo>
                  <a:cubicBezTo>
                    <a:pt x="1" y="25"/>
                    <a:pt x="2" y="28"/>
                    <a:pt x="2" y="32"/>
                  </a:cubicBezTo>
                  <a:cubicBezTo>
                    <a:pt x="12" y="30"/>
                    <a:pt x="25" y="20"/>
                    <a:pt x="26" y="10"/>
                  </a:cubicBezTo>
                  <a:cubicBezTo>
                    <a:pt x="27" y="6"/>
                    <a:pt x="27" y="3"/>
                    <a:pt x="26" y="0"/>
                  </a:cubicBezTo>
                </a:path>
              </a:pathLst>
            </a:custGeom>
            <a:solidFill>
              <a:srgbClr val="CC9C9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60" name="Google Shape;260;p1"/>
            <p:cNvSpPr/>
            <p:nvPr/>
          </p:nvSpPr>
          <p:spPr>
            <a:xfrm>
              <a:off x="8867775" y="611188"/>
              <a:ext cx="169863" cy="314325"/>
            </a:xfrm>
            <a:custGeom>
              <a:rect b="b" l="l" r="r" t="t"/>
              <a:pathLst>
                <a:path extrusionOk="0" h="74" w="40">
                  <a:moveTo>
                    <a:pt x="9" y="21"/>
                  </a:moveTo>
                  <a:cubicBezTo>
                    <a:pt x="0" y="32"/>
                    <a:pt x="1" y="73"/>
                    <a:pt x="20" y="74"/>
                  </a:cubicBezTo>
                  <a:cubicBezTo>
                    <a:pt x="40" y="74"/>
                    <a:pt x="26" y="0"/>
                    <a:pt x="9" y="21"/>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61" name="Google Shape;261;p1"/>
            <p:cNvSpPr/>
            <p:nvPr/>
          </p:nvSpPr>
          <p:spPr>
            <a:xfrm>
              <a:off x="8867775" y="593726"/>
              <a:ext cx="407988" cy="617538"/>
            </a:xfrm>
            <a:custGeom>
              <a:rect b="b" l="l" r="r" t="t"/>
              <a:pathLst>
                <a:path extrusionOk="0" h="145" w="96">
                  <a:moveTo>
                    <a:pt x="94" y="55"/>
                  </a:moveTo>
                  <a:cubicBezTo>
                    <a:pt x="92" y="86"/>
                    <a:pt x="92" y="104"/>
                    <a:pt x="76" y="120"/>
                  </a:cubicBezTo>
                  <a:cubicBezTo>
                    <a:pt x="53" y="145"/>
                    <a:pt x="14" y="131"/>
                    <a:pt x="7" y="100"/>
                  </a:cubicBezTo>
                  <a:cubicBezTo>
                    <a:pt x="0" y="72"/>
                    <a:pt x="5" y="25"/>
                    <a:pt x="35" y="13"/>
                  </a:cubicBezTo>
                  <a:cubicBezTo>
                    <a:pt x="65" y="0"/>
                    <a:pt x="96" y="23"/>
                    <a:pt x="94" y="55"/>
                  </a:cubicBezTo>
                  <a:close/>
                </a:path>
              </a:pathLst>
            </a:custGeom>
            <a:solidFill>
              <a:srgbClr val="FFC3B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62" name="Google Shape;262;p1"/>
            <p:cNvSpPr/>
            <p:nvPr/>
          </p:nvSpPr>
          <p:spPr>
            <a:xfrm>
              <a:off x="9118600" y="682626"/>
              <a:ext cx="369888" cy="361950"/>
            </a:xfrm>
            <a:custGeom>
              <a:rect b="b" l="l" r="r" t="t"/>
              <a:pathLst>
                <a:path extrusionOk="0" h="85" w="87">
                  <a:moveTo>
                    <a:pt x="19" y="8"/>
                  </a:moveTo>
                  <a:cubicBezTo>
                    <a:pt x="0" y="27"/>
                    <a:pt x="25" y="41"/>
                    <a:pt x="15" y="52"/>
                  </a:cubicBezTo>
                  <a:cubicBezTo>
                    <a:pt x="34" y="61"/>
                    <a:pt x="27" y="69"/>
                    <a:pt x="27" y="69"/>
                  </a:cubicBezTo>
                  <a:cubicBezTo>
                    <a:pt x="27" y="69"/>
                    <a:pt x="24" y="76"/>
                    <a:pt x="27" y="85"/>
                  </a:cubicBezTo>
                  <a:cubicBezTo>
                    <a:pt x="48" y="80"/>
                    <a:pt x="87" y="10"/>
                    <a:pt x="44" y="0"/>
                  </a:cubicBezTo>
                  <a:cubicBezTo>
                    <a:pt x="19" y="11"/>
                    <a:pt x="19" y="8"/>
                    <a:pt x="19" y="8"/>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63" name="Google Shape;263;p1"/>
            <p:cNvSpPr/>
            <p:nvPr/>
          </p:nvSpPr>
          <p:spPr>
            <a:xfrm>
              <a:off x="8855075" y="538163"/>
              <a:ext cx="496888" cy="247650"/>
            </a:xfrm>
            <a:custGeom>
              <a:rect b="b" l="l" r="r" t="t"/>
              <a:pathLst>
                <a:path extrusionOk="0" h="58" w="117">
                  <a:moveTo>
                    <a:pt x="89" y="56"/>
                  </a:moveTo>
                  <a:cubicBezTo>
                    <a:pt x="71" y="58"/>
                    <a:pt x="47" y="50"/>
                    <a:pt x="33" y="42"/>
                  </a:cubicBezTo>
                  <a:cubicBezTo>
                    <a:pt x="18" y="35"/>
                    <a:pt x="16" y="49"/>
                    <a:pt x="21" y="53"/>
                  </a:cubicBezTo>
                  <a:cubicBezTo>
                    <a:pt x="12" y="53"/>
                    <a:pt x="0" y="46"/>
                    <a:pt x="3" y="30"/>
                  </a:cubicBezTo>
                  <a:cubicBezTo>
                    <a:pt x="6" y="15"/>
                    <a:pt x="26" y="0"/>
                    <a:pt x="54" y="13"/>
                  </a:cubicBezTo>
                  <a:cubicBezTo>
                    <a:pt x="73" y="22"/>
                    <a:pt x="98" y="10"/>
                    <a:pt x="107" y="21"/>
                  </a:cubicBezTo>
                  <a:cubicBezTo>
                    <a:pt x="117" y="31"/>
                    <a:pt x="102" y="54"/>
                    <a:pt x="89" y="56"/>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64" name="Google Shape;264;p1"/>
            <p:cNvSpPr/>
            <p:nvPr/>
          </p:nvSpPr>
          <p:spPr>
            <a:xfrm>
              <a:off x="9288463" y="588963"/>
              <a:ext cx="98425" cy="128588"/>
            </a:xfrm>
            <a:custGeom>
              <a:rect b="b" l="l" r="r" t="t"/>
              <a:pathLst>
                <a:path extrusionOk="0" h="30" w="23">
                  <a:moveTo>
                    <a:pt x="0" y="23"/>
                  </a:moveTo>
                  <a:cubicBezTo>
                    <a:pt x="12" y="22"/>
                    <a:pt x="13" y="14"/>
                    <a:pt x="9" y="0"/>
                  </a:cubicBezTo>
                  <a:cubicBezTo>
                    <a:pt x="23" y="19"/>
                    <a:pt x="18" y="25"/>
                    <a:pt x="9" y="30"/>
                  </a:cubicBezTo>
                  <a:cubicBezTo>
                    <a:pt x="1" y="27"/>
                    <a:pt x="0" y="23"/>
                    <a:pt x="0" y="23"/>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65" name="Google Shape;265;p1"/>
            <p:cNvSpPr/>
            <p:nvPr/>
          </p:nvSpPr>
          <p:spPr>
            <a:xfrm>
              <a:off x="9194800" y="857251"/>
              <a:ext cx="119063" cy="144463"/>
            </a:xfrm>
            <a:custGeom>
              <a:rect b="b" l="l" r="r" t="t"/>
              <a:pathLst>
                <a:path extrusionOk="0" h="34" w="28">
                  <a:moveTo>
                    <a:pt x="25" y="17"/>
                  </a:moveTo>
                  <a:cubicBezTo>
                    <a:pt x="22" y="23"/>
                    <a:pt x="17" y="28"/>
                    <a:pt x="11" y="30"/>
                  </a:cubicBezTo>
                  <a:cubicBezTo>
                    <a:pt x="4" y="34"/>
                    <a:pt x="0" y="27"/>
                    <a:pt x="2" y="18"/>
                  </a:cubicBezTo>
                  <a:cubicBezTo>
                    <a:pt x="4" y="11"/>
                    <a:pt x="10" y="0"/>
                    <a:pt x="18" y="0"/>
                  </a:cubicBezTo>
                  <a:cubicBezTo>
                    <a:pt x="25" y="0"/>
                    <a:pt x="28" y="9"/>
                    <a:pt x="25" y="17"/>
                  </a:cubicBezTo>
                  <a:close/>
                </a:path>
              </a:pathLst>
            </a:custGeom>
            <a:solidFill>
              <a:srgbClr val="FFC3B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66" name="Google Shape;266;p1"/>
            <p:cNvSpPr/>
            <p:nvPr/>
          </p:nvSpPr>
          <p:spPr>
            <a:xfrm>
              <a:off x="9032875" y="844551"/>
              <a:ext cx="25400" cy="42863"/>
            </a:xfrm>
            <a:custGeom>
              <a:rect b="b" l="l" r="r" t="t"/>
              <a:pathLst>
                <a:path extrusionOk="0" h="10" w="6">
                  <a:moveTo>
                    <a:pt x="6" y="5"/>
                  </a:moveTo>
                  <a:cubicBezTo>
                    <a:pt x="6" y="8"/>
                    <a:pt x="4" y="10"/>
                    <a:pt x="3" y="10"/>
                  </a:cubicBezTo>
                  <a:cubicBezTo>
                    <a:pt x="1" y="10"/>
                    <a:pt x="0" y="8"/>
                    <a:pt x="0" y="5"/>
                  </a:cubicBezTo>
                  <a:cubicBezTo>
                    <a:pt x="0" y="3"/>
                    <a:pt x="1" y="0"/>
                    <a:pt x="3" y="0"/>
                  </a:cubicBezTo>
                  <a:cubicBezTo>
                    <a:pt x="5" y="0"/>
                    <a:pt x="6" y="2"/>
                    <a:pt x="6" y="5"/>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67" name="Google Shape;267;p1"/>
            <p:cNvSpPr/>
            <p:nvPr/>
          </p:nvSpPr>
          <p:spPr>
            <a:xfrm>
              <a:off x="8910638" y="849313"/>
              <a:ext cx="25400" cy="38100"/>
            </a:xfrm>
            <a:prstGeom prst="ellipse">
              <a:avLst/>
            </a:pr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68" name="Google Shape;268;p1"/>
            <p:cNvSpPr/>
            <p:nvPr/>
          </p:nvSpPr>
          <p:spPr>
            <a:xfrm>
              <a:off x="8931275" y="869951"/>
              <a:ext cx="50800" cy="111125"/>
            </a:xfrm>
            <a:custGeom>
              <a:rect b="b" l="l" r="r" t="t"/>
              <a:pathLst>
                <a:path extrusionOk="0" h="26" w="12">
                  <a:moveTo>
                    <a:pt x="12" y="0"/>
                  </a:moveTo>
                  <a:cubicBezTo>
                    <a:pt x="12" y="0"/>
                    <a:pt x="6" y="15"/>
                    <a:pt x="0" y="22"/>
                  </a:cubicBezTo>
                  <a:cubicBezTo>
                    <a:pt x="4" y="26"/>
                    <a:pt x="12" y="24"/>
                    <a:pt x="12" y="24"/>
                  </a:cubicBezTo>
                  <a:lnTo>
                    <a:pt x="12" y="0"/>
                  </a:lnTo>
                  <a:close/>
                </a:path>
              </a:pathLst>
            </a:custGeom>
            <a:solidFill>
              <a:srgbClr val="ED847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69" name="Google Shape;269;p1"/>
            <p:cNvSpPr/>
            <p:nvPr/>
          </p:nvSpPr>
          <p:spPr>
            <a:xfrm>
              <a:off x="9007475" y="958851"/>
              <a:ext cx="80963" cy="42863"/>
            </a:xfrm>
            <a:custGeom>
              <a:rect b="b" l="l" r="r" t="t"/>
              <a:pathLst>
                <a:path extrusionOk="0" h="10" w="19">
                  <a:moveTo>
                    <a:pt x="4" y="10"/>
                  </a:moveTo>
                  <a:cubicBezTo>
                    <a:pt x="14" y="9"/>
                    <a:pt x="19" y="2"/>
                    <a:pt x="19" y="1"/>
                  </a:cubicBezTo>
                  <a:cubicBezTo>
                    <a:pt x="19" y="0"/>
                    <a:pt x="19" y="0"/>
                    <a:pt x="19" y="0"/>
                  </a:cubicBezTo>
                  <a:cubicBezTo>
                    <a:pt x="18" y="1"/>
                    <a:pt x="18" y="1"/>
                    <a:pt x="18" y="1"/>
                  </a:cubicBezTo>
                  <a:cubicBezTo>
                    <a:pt x="17" y="1"/>
                    <a:pt x="12" y="9"/>
                    <a:pt x="1" y="9"/>
                  </a:cubicBezTo>
                  <a:cubicBezTo>
                    <a:pt x="1" y="9"/>
                    <a:pt x="0" y="9"/>
                    <a:pt x="0" y="9"/>
                  </a:cubicBezTo>
                  <a:cubicBezTo>
                    <a:pt x="0" y="10"/>
                    <a:pt x="1" y="10"/>
                    <a:pt x="1" y="10"/>
                  </a:cubicBezTo>
                  <a:cubicBezTo>
                    <a:pt x="2" y="10"/>
                    <a:pt x="3" y="10"/>
                    <a:pt x="4" y="10"/>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70" name="Google Shape;270;p1"/>
            <p:cNvSpPr/>
            <p:nvPr/>
          </p:nvSpPr>
          <p:spPr>
            <a:xfrm>
              <a:off x="9063038" y="785813"/>
              <a:ext cx="60325" cy="38100"/>
            </a:xfrm>
            <a:custGeom>
              <a:rect b="b" l="l" r="r" t="t"/>
              <a:pathLst>
                <a:path extrusionOk="0" h="9" w="14">
                  <a:moveTo>
                    <a:pt x="13" y="9"/>
                  </a:moveTo>
                  <a:cubicBezTo>
                    <a:pt x="13" y="9"/>
                    <a:pt x="13" y="9"/>
                    <a:pt x="13" y="9"/>
                  </a:cubicBezTo>
                  <a:cubicBezTo>
                    <a:pt x="14" y="8"/>
                    <a:pt x="14" y="7"/>
                    <a:pt x="14" y="7"/>
                  </a:cubicBezTo>
                  <a:cubicBezTo>
                    <a:pt x="9" y="0"/>
                    <a:pt x="2" y="0"/>
                    <a:pt x="2" y="0"/>
                  </a:cubicBezTo>
                  <a:cubicBezTo>
                    <a:pt x="1" y="0"/>
                    <a:pt x="0" y="1"/>
                    <a:pt x="0" y="2"/>
                  </a:cubicBezTo>
                  <a:cubicBezTo>
                    <a:pt x="0" y="3"/>
                    <a:pt x="1" y="3"/>
                    <a:pt x="2" y="3"/>
                  </a:cubicBezTo>
                  <a:cubicBezTo>
                    <a:pt x="2" y="3"/>
                    <a:pt x="7" y="3"/>
                    <a:pt x="11" y="8"/>
                  </a:cubicBezTo>
                  <a:cubicBezTo>
                    <a:pt x="12" y="9"/>
                    <a:pt x="12" y="9"/>
                    <a:pt x="13" y="9"/>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71" name="Google Shape;271;p1"/>
            <p:cNvSpPr/>
            <p:nvPr/>
          </p:nvSpPr>
          <p:spPr>
            <a:xfrm>
              <a:off x="8880475" y="781051"/>
              <a:ext cx="55563" cy="46038"/>
            </a:xfrm>
            <a:custGeom>
              <a:rect b="b" l="l" r="r" t="t"/>
              <a:pathLst>
                <a:path extrusionOk="0" h="11" w="13">
                  <a:moveTo>
                    <a:pt x="2" y="11"/>
                  </a:moveTo>
                  <a:cubicBezTo>
                    <a:pt x="2" y="11"/>
                    <a:pt x="3" y="11"/>
                    <a:pt x="3" y="10"/>
                  </a:cubicBezTo>
                  <a:cubicBezTo>
                    <a:pt x="6" y="4"/>
                    <a:pt x="11" y="3"/>
                    <a:pt x="11" y="3"/>
                  </a:cubicBezTo>
                  <a:cubicBezTo>
                    <a:pt x="12" y="3"/>
                    <a:pt x="13" y="3"/>
                    <a:pt x="12" y="2"/>
                  </a:cubicBezTo>
                  <a:cubicBezTo>
                    <a:pt x="12" y="1"/>
                    <a:pt x="12" y="0"/>
                    <a:pt x="11" y="0"/>
                  </a:cubicBezTo>
                  <a:cubicBezTo>
                    <a:pt x="11" y="0"/>
                    <a:pt x="11" y="0"/>
                    <a:pt x="11" y="0"/>
                  </a:cubicBezTo>
                  <a:cubicBezTo>
                    <a:pt x="10" y="1"/>
                    <a:pt x="4" y="2"/>
                    <a:pt x="0" y="9"/>
                  </a:cubicBezTo>
                  <a:cubicBezTo>
                    <a:pt x="0" y="10"/>
                    <a:pt x="0" y="11"/>
                    <a:pt x="1" y="11"/>
                  </a:cubicBezTo>
                  <a:lnTo>
                    <a:pt x="2" y="11"/>
                  </a:ln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72" name="Google Shape;272;p1"/>
            <p:cNvSpPr/>
            <p:nvPr/>
          </p:nvSpPr>
          <p:spPr>
            <a:xfrm>
              <a:off x="9217025" y="1330326"/>
              <a:ext cx="479425" cy="1003300"/>
            </a:xfrm>
            <a:custGeom>
              <a:rect b="b" l="l" r="r" t="t"/>
              <a:pathLst>
                <a:path extrusionOk="0" h="236" w="113">
                  <a:moveTo>
                    <a:pt x="68" y="20"/>
                  </a:moveTo>
                  <a:cubicBezTo>
                    <a:pt x="73" y="30"/>
                    <a:pt x="77" y="40"/>
                    <a:pt x="81" y="50"/>
                  </a:cubicBezTo>
                  <a:cubicBezTo>
                    <a:pt x="85" y="60"/>
                    <a:pt x="89" y="70"/>
                    <a:pt x="92" y="80"/>
                  </a:cubicBezTo>
                  <a:cubicBezTo>
                    <a:pt x="99" y="101"/>
                    <a:pt x="105" y="122"/>
                    <a:pt x="109" y="144"/>
                  </a:cubicBezTo>
                  <a:cubicBezTo>
                    <a:pt x="110" y="149"/>
                    <a:pt x="111" y="155"/>
                    <a:pt x="112" y="160"/>
                  </a:cubicBezTo>
                  <a:cubicBezTo>
                    <a:pt x="112" y="165"/>
                    <a:pt x="112" y="165"/>
                    <a:pt x="112" y="165"/>
                  </a:cubicBezTo>
                  <a:cubicBezTo>
                    <a:pt x="112" y="167"/>
                    <a:pt x="112" y="167"/>
                    <a:pt x="112" y="167"/>
                  </a:cubicBezTo>
                  <a:cubicBezTo>
                    <a:pt x="113" y="168"/>
                    <a:pt x="113" y="168"/>
                    <a:pt x="113" y="168"/>
                  </a:cubicBezTo>
                  <a:cubicBezTo>
                    <a:pt x="113" y="169"/>
                    <a:pt x="113" y="169"/>
                    <a:pt x="113" y="169"/>
                  </a:cubicBezTo>
                  <a:cubicBezTo>
                    <a:pt x="113" y="173"/>
                    <a:pt x="113" y="177"/>
                    <a:pt x="113" y="182"/>
                  </a:cubicBezTo>
                  <a:cubicBezTo>
                    <a:pt x="112" y="190"/>
                    <a:pt x="109" y="200"/>
                    <a:pt x="104" y="207"/>
                  </a:cubicBezTo>
                  <a:cubicBezTo>
                    <a:pt x="99" y="215"/>
                    <a:pt x="92" y="220"/>
                    <a:pt x="85" y="224"/>
                  </a:cubicBezTo>
                  <a:cubicBezTo>
                    <a:pt x="79" y="228"/>
                    <a:pt x="72" y="231"/>
                    <a:pt x="66" y="232"/>
                  </a:cubicBezTo>
                  <a:cubicBezTo>
                    <a:pt x="60" y="234"/>
                    <a:pt x="54" y="235"/>
                    <a:pt x="48" y="236"/>
                  </a:cubicBezTo>
                  <a:cubicBezTo>
                    <a:pt x="42" y="236"/>
                    <a:pt x="36" y="236"/>
                    <a:pt x="30" y="236"/>
                  </a:cubicBezTo>
                  <a:cubicBezTo>
                    <a:pt x="24" y="236"/>
                    <a:pt x="19" y="235"/>
                    <a:pt x="13" y="234"/>
                  </a:cubicBezTo>
                  <a:cubicBezTo>
                    <a:pt x="5" y="233"/>
                    <a:pt x="0" y="226"/>
                    <a:pt x="1" y="218"/>
                  </a:cubicBezTo>
                  <a:cubicBezTo>
                    <a:pt x="2" y="213"/>
                    <a:pt x="7" y="208"/>
                    <a:pt x="12" y="207"/>
                  </a:cubicBezTo>
                  <a:cubicBezTo>
                    <a:pt x="13" y="207"/>
                    <a:pt x="13" y="207"/>
                    <a:pt x="13" y="207"/>
                  </a:cubicBezTo>
                  <a:cubicBezTo>
                    <a:pt x="17" y="206"/>
                    <a:pt x="23" y="205"/>
                    <a:pt x="27" y="204"/>
                  </a:cubicBezTo>
                  <a:cubicBezTo>
                    <a:pt x="32" y="202"/>
                    <a:pt x="36" y="201"/>
                    <a:pt x="40" y="199"/>
                  </a:cubicBezTo>
                  <a:cubicBezTo>
                    <a:pt x="49" y="196"/>
                    <a:pt x="56" y="192"/>
                    <a:pt x="61" y="188"/>
                  </a:cubicBezTo>
                  <a:cubicBezTo>
                    <a:pt x="63" y="186"/>
                    <a:pt x="64" y="184"/>
                    <a:pt x="64" y="183"/>
                  </a:cubicBezTo>
                  <a:cubicBezTo>
                    <a:pt x="64" y="182"/>
                    <a:pt x="64" y="180"/>
                    <a:pt x="64" y="179"/>
                  </a:cubicBezTo>
                  <a:cubicBezTo>
                    <a:pt x="64" y="178"/>
                    <a:pt x="64" y="177"/>
                    <a:pt x="63" y="175"/>
                  </a:cubicBezTo>
                  <a:cubicBezTo>
                    <a:pt x="62" y="169"/>
                    <a:pt x="62" y="169"/>
                    <a:pt x="62" y="169"/>
                  </a:cubicBezTo>
                  <a:cubicBezTo>
                    <a:pt x="61" y="164"/>
                    <a:pt x="60" y="160"/>
                    <a:pt x="59" y="155"/>
                  </a:cubicBezTo>
                  <a:cubicBezTo>
                    <a:pt x="56" y="146"/>
                    <a:pt x="53" y="136"/>
                    <a:pt x="50" y="127"/>
                  </a:cubicBezTo>
                  <a:cubicBezTo>
                    <a:pt x="47" y="117"/>
                    <a:pt x="44" y="108"/>
                    <a:pt x="40" y="99"/>
                  </a:cubicBezTo>
                  <a:cubicBezTo>
                    <a:pt x="37" y="89"/>
                    <a:pt x="33" y="80"/>
                    <a:pt x="29" y="70"/>
                  </a:cubicBezTo>
                  <a:cubicBezTo>
                    <a:pt x="25" y="61"/>
                    <a:pt x="22" y="52"/>
                    <a:pt x="18" y="43"/>
                  </a:cubicBezTo>
                  <a:cubicBezTo>
                    <a:pt x="18" y="42"/>
                    <a:pt x="18" y="42"/>
                    <a:pt x="18" y="42"/>
                  </a:cubicBezTo>
                  <a:cubicBezTo>
                    <a:pt x="12" y="28"/>
                    <a:pt x="18" y="12"/>
                    <a:pt x="32" y="6"/>
                  </a:cubicBezTo>
                  <a:cubicBezTo>
                    <a:pt x="46" y="0"/>
                    <a:pt x="62" y="6"/>
                    <a:pt x="68" y="20"/>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73" name="Google Shape;273;p1"/>
            <p:cNvSpPr/>
            <p:nvPr/>
          </p:nvSpPr>
          <p:spPr>
            <a:xfrm>
              <a:off x="9139238" y="2244726"/>
              <a:ext cx="217488" cy="96838"/>
            </a:xfrm>
            <a:custGeom>
              <a:rect b="b" l="l" r="r" t="t"/>
              <a:pathLst>
                <a:path extrusionOk="0" h="23" w="51">
                  <a:moveTo>
                    <a:pt x="18" y="4"/>
                  </a:moveTo>
                  <a:cubicBezTo>
                    <a:pt x="0" y="12"/>
                    <a:pt x="0" y="12"/>
                    <a:pt x="0" y="12"/>
                  </a:cubicBezTo>
                  <a:cubicBezTo>
                    <a:pt x="31" y="23"/>
                    <a:pt x="31" y="23"/>
                    <a:pt x="31" y="23"/>
                  </a:cubicBezTo>
                  <a:cubicBezTo>
                    <a:pt x="31" y="23"/>
                    <a:pt x="51" y="16"/>
                    <a:pt x="41" y="5"/>
                  </a:cubicBezTo>
                  <a:cubicBezTo>
                    <a:pt x="36" y="3"/>
                    <a:pt x="36" y="3"/>
                    <a:pt x="36" y="3"/>
                  </a:cubicBezTo>
                  <a:cubicBezTo>
                    <a:pt x="27" y="0"/>
                    <a:pt x="22" y="1"/>
                    <a:pt x="18" y="4"/>
                  </a:cubicBezTo>
                  <a:close/>
                </a:path>
              </a:pathLst>
            </a:custGeom>
            <a:solidFill>
              <a:srgbClr val="FFC3B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274" name="Google Shape;274;p1"/>
            <p:cNvSpPr/>
            <p:nvPr/>
          </p:nvSpPr>
          <p:spPr>
            <a:xfrm>
              <a:off x="9110663" y="2295526"/>
              <a:ext cx="160338" cy="106363"/>
            </a:xfrm>
            <a:custGeom>
              <a:rect b="b" l="l" r="r" t="t"/>
              <a:pathLst>
                <a:path extrusionOk="0" h="25" w="38">
                  <a:moveTo>
                    <a:pt x="9" y="22"/>
                  </a:moveTo>
                  <a:cubicBezTo>
                    <a:pt x="23" y="24"/>
                    <a:pt x="23" y="24"/>
                    <a:pt x="23" y="24"/>
                  </a:cubicBezTo>
                  <a:cubicBezTo>
                    <a:pt x="27" y="25"/>
                    <a:pt x="31" y="23"/>
                    <a:pt x="33" y="19"/>
                  </a:cubicBezTo>
                  <a:cubicBezTo>
                    <a:pt x="38" y="11"/>
                    <a:pt x="38" y="11"/>
                    <a:pt x="38" y="11"/>
                  </a:cubicBezTo>
                  <a:cubicBezTo>
                    <a:pt x="7" y="0"/>
                    <a:pt x="7" y="0"/>
                    <a:pt x="7" y="0"/>
                  </a:cubicBezTo>
                  <a:cubicBezTo>
                    <a:pt x="3" y="8"/>
                    <a:pt x="3" y="8"/>
                    <a:pt x="3" y="8"/>
                  </a:cubicBezTo>
                  <a:cubicBezTo>
                    <a:pt x="0" y="14"/>
                    <a:pt x="3" y="20"/>
                    <a:pt x="9" y="22"/>
                  </a:cubicBezTo>
                  <a:close/>
                </a:path>
              </a:pathLst>
            </a:custGeom>
            <a:solidFill>
              <a:srgbClr val="FFC3B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grpSp>
      <p:sp>
        <p:nvSpPr>
          <p:cNvPr id="275" name="Google Shape;275;p1"/>
          <p:cNvSpPr txBox="1"/>
          <p:nvPr/>
        </p:nvSpPr>
        <p:spPr>
          <a:xfrm>
            <a:off x="1104900" y="1333022"/>
            <a:ext cx="4563529" cy="1015663"/>
          </a:xfrm>
          <a:prstGeom prst="rect">
            <a:avLst/>
          </a:prstGeom>
          <a:noFill/>
          <a:ln>
            <a:noFill/>
          </a:ln>
        </p:spPr>
        <p:txBody>
          <a:bodyPr anchorCtr="0" anchor="t" bIns="45700" lIns="0" spcFirstLastPara="1" rIns="91425" wrap="square" tIns="45700">
            <a:spAutoFit/>
          </a:bodyPr>
          <a:lstStyle/>
          <a:p>
            <a:pPr indent="0" lvl="0" marL="0" marR="0" rtl="0" algn="l">
              <a:lnSpc>
                <a:spcPct val="100000"/>
              </a:lnSpc>
              <a:spcBef>
                <a:spcPts val="0"/>
              </a:spcBef>
              <a:spcAft>
                <a:spcPts val="0"/>
              </a:spcAft>
              <a:buClr>
                <a:srgbClr val="000000"/>
              </a:buClr>
              <a:buSzPts val="6000"/>
              <a:buFont typeface="Arial"/>
              <a:buNone/>
            </a:pPr>
            <a:r>
              <a:rPr b="1" i="0" lang="es-CL" sz="6000" u="none" cap="none" strike="noStrike">
                <a:solidFill>
                  <a:schemeClr val="dk1"/>
                </a:solidFill>
                <a:latin typeface="Poppins"/>
                <a:ea typeface="Poppins"/>
                <a:cs typeface="Poppins"/>
                <a:sym typeface="Poppins"/>
              </a:rPr>
              <a:t>Clase 10</a:t>
            </a:r>
            <a:endParaRPr b="0" i="0" sz="1400" u="none" cap="none" strike="noStrike">
              <a:solidFill>
                <a:srgbClr val="000000"/>
              </a:solidFill>
              <a:latin typeface="Arial"/>
              <a:ea typeface="Arial"/>
              <a:cs typeface="Arial"/>
              <a:sym typeface="Arial"/>
            </a:endParaRPr>
          </a:p>
        </p:txBody>
      </p:sp>
      <p:sp>
        <p:nvSpPr>
          <p:cNvPr id="276" name="Google Shape;276;p1"/>
          <p:cNvSpPr txBox="1"/>
          <p:nvPr/>
        </p:nvSpPr>
        <p:spPr>
          <a:xfrm>
            <a:off x="1104900" y="929147"/>
            <a:ext cx="1193596" cy="301621"/>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CL" sz="1200" u="none" cap="none" strike="noStrike">
                <a:solidFill>
                  <a:schemeClr val="accent1"/>
                </a:solidFill>
                <a:latin typeface="Poppins"/>
                <a:ea typeface="Poppins"/>
                <a:cs typeface="Poppins"/>
                <a:sym typeface="Poppins"/>
              </a:rPr>
              <a:t>Programación</a:t>
            </a:r>
            <a:endParaRPr b="0" i="0" sz="1400" u="none" cap="none" strike="noStrike">
              <a:solidFill>
                <a:srgbClr val="000000"/>
              </a:solidFill>
              <a:latin typeface="Arial"/>
              <a:ea typeface="Arial"/>
              <a:cs typeface="Arial"/>
              <a:sym typeface="Arial"/>
            </a:endParaRPr>
          </a:p>
        </p:txBody>
      </p:sp>
      <p:grpSp>
        <p:nvGrpSpPr>
          <p:cNvPr id="277" name="Google Shape;277;p1"/>
          <p:cNvGrpSpPr/>
          <p:nvPr/>
        </p:nvGrpSpPr>
        <p:grpSpPr>
          <a:xfrm>
            <a:off x="1067655" y="3842795"/>
            <a:ext cx="3235325" cy="2163867"/>
            <a:chOff x="1067655" y="3842795"/>
            <a:chExt cx="3235325" cy="1826757"/>
          </a:xfrm>
        </p:grpSpPr>
        <p:sp>
          <p:nvSpPr>
            <p:cNvPr id="278" name="Google Shape;278;p1"/>
            <p:cNvSpPr/>
            <p:nvPr/>
          </p:nvSpPr>
          <p:spPr>
            <a:xfrm>
              <a:off x="1067655" y="3842795"/>
              <a:ext cx="3235325" cy="1826757"/>
            </a:xfrm>
            <a:prstGeom prst="roundRect">
              <a:avLst>
                <a:gd fmla="val 12488" name="adj"/>
              </a:avLst>
            </a:prstGeom>
            <a:solidFill>
              <a:schemeClr val="lt1"/>
            </a:solidFill>
            <a:ln>
              <a:noFill/>
            </a:ln>
            <a:effectLst>
              <a:outerShdw blurRad="254000" rotWithShape="0" algn="ctr" dir="5400000" dist="127000">
                <a:srgbClr val="000000">
                  <a:alpha val="9411"/>
                </a:srgbClr>
              </a:outerShdw>
            </a:effectLst>
          </p:spPr>
          <p:txBody>
            <a:bodyPr anchorCtr="0" anchor="b" bIns="180000" lIns="216000" spcFirstLastPara="1" rIns="91425" wrap="square" tIns="45700">
              <a:noAutofit/>
            </a:bodyPr>
            <a:lstStyle/>
            <a:p>
              <a:pPr indent="0" lvl="0" marL="0" marR="0" rtl="0" algn="l">
                <a:lnSpc>
                  <a:spcPct val="120000"/>
                </a:lnSpc>
                <a:spcBef>
                  <a:spcPts val="0"/>
                </a:spcBef>
                <a:spcAft>
                  <a:spcPts val="0"/>
                </a:spcAft>
                <a:buClr>
                  <a:srgbClr val="000000"/>
                </a:buClr>
                <a:buSzPts val="1600"/>
                <a:buFont typeface="Arial"/>
                <a:buNone/>
              </a:pPr>
              <a:r>
                <a:rPr b="1" i="0" lang="es-CL" sz="1600" u="none" cap="none" strike="noStrike">
                  <a:solidFill>
                    <a:schemeClr val="dk1"/>
                  </a:solidFill>
                  <a:latin typeface="Poppins"/>
                  <a:ea typeface="Poppins"/>
                  <a:cs typeface="Poppins"/>
                  <a:sym typeface="Poppins"/>
                </a:rPr>
                <a:t>Arreglos</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ts val="1600"/>
                <a:buFont typeface="Arial"/>
                <a:buNone/>
              </a:pPr>
              <a:r>
                <a:rPr b="1" i="0" lang="es-CL" sz="1600" u="none" cap="none" strike="noStrike">
                  <a:solidFill>
                    <a:schemeClr val="dk1"/>
                  </a:solidFill>
                  <a:latin typeface="Poppins"/>
                  <a:ea typeface="Poppins"/>
                  <a:cs typeface="Poppins"/>
                  <a:sym typeface="Poppins"/>
                </a:rPr>
                <a:t>Matrices</a:t>
              </a:r>
              <a:endParaRPr b="0" i="0" sz="1400" u="none" cap="none" strike="noStrike">
                <a:solidFill>
                  <a:srgbClr val="000000"/>
                </a:solidFill>
                <a:latin typeface="Arial"/>
                <a:ea typeface="Arial"/>
                <a:cs typeface="Arial"/>
                <a:sym typeface="Arial"/>
              </a:endParaRPr>
            </a:p>
          </p:txBody>
        </p:sp>
        <p:sp>
          <p:nvSpPr>
            <p:cNvPr id="279" name="Google Shape;279;p1"/>
            <p:cNvSpPr txBox="1"/>
            <p:nvPr/>
          </p:nvSpPr>
          <p:spPr>
            <a:xfrm>
              <a:off x="1199943" y="3857260"/>
              <a:ext cx="1946100" cy="857700"/>
            </a:xfrm>
            <a:prstGeom prst="rect">
              <a:avLst/>
            </a:prstGeom>
            <a:noFill/>
            <a:ln>
              <a:noFill/>
            </a:ln>
          </p:spPr>
          <p:txBody>
            <a:bodyPr anchorCtr="0" anchor="t" bIns="91425" lIns="0" spcFirstLastPara="1" rIns="0" wrap="square" tIns="0">
              <a:spAutoFit/>
            </a:bodyPr>
            <a:lstStyle/>
            <a:p>
              <a:pPr indent="0" lvl="0" marL="0" marR="0" rtl="0" algn="ctr">
                <a:lnSpc>
                  <a:spcPct val="120000"/>
                </a:lnSpc>
                <a:spcBef>
                  <a:spcPts val="0"/>
                </a:spcBef>
                <a:spcAft>
                  <a:spcPts val="0"/>
                </a:spcAft>
                <a:buClr>
                  <a:srgbClr val="00C0FF"/>
                </a:buClr>
                <a:buSzPts val="6000"/>
                <a:buFont typeface="Poppins"/>
                <a:buNone/>
              </a:pPr>
              <a:r>
                <a:rPr b="1" i="0" lang="es-CL" sz="6000" u="none" cap="none" strike="noStrike">
                  <a:solidFill>
                    <a:srgbClr val="00C0FF"/>
                  </a:solidFill>
                  <a:latin typeface="Poppins"/>
                  <a:ea typeface="Poppins"/>
                  <a:cs typeface="Poppins"/>
                  <a:sym typeface="Poppins"/>
                </a:rPr>
                <a:t>U4</a:t>
              </a:r>
              <a:endParaRPr b="0" i="0" sz="1400" u="none" cap="none" strike="noStrike">
                <a:solidFill>
                  <a:srgbClr val="000000"/>
                </a:solidFill>
                <a:latin typeface="Arial"/>
                <a:ea typeface="Arial"/>
                <a:cs typeface="Arial"/>
                <a:sym typeface="Arial"/>
              </a:endParaRPr>
            </a:p>
          </p:txBody>
        </p:sp>
      </p:grpSp>
    </p:spTree>
  </p:cSld>
  <p:clrMapOvr>
    <a:masterClrMapping/>
  </p:clrMapOvr>
  <mc:AlternateContent>
    <mc:Choice Requires="p14">
      <p:transition>
        <p14:reveal dir="l"/>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2"/>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p>
            <a:pPr indent="0" lvl="0" marL="0" rtl="0" algn="l">
              <a:lnSpc>
                <a:spcPct val="90000"/>
              </a:lnSpc>
              <a:spcBef>
                <a:spcPts val="0"/>
              </a:spcBef>
              <a:spcAft>
                <a:spcPts val="0"/>
              </a:spcAft>
              <a:buClr>
                <a:schemeClr val="dk1"/>
              </a:buClr>
              <a:buSzPts val="3200"/>
              <a:buFont typeface="Poppins"/>
              <a:buNone/>
            </a:pPr>
            <a:r>
              <a:rPr lang="es-CL"/>
              <a:t>Objetivo</a:t>
            </a:r>
            <a:endParaRPr/>
          </a:p>
        </p:txBody>
      </p:sp>
      <p:sp>
        <p:nvSpPr>
          <p:cNvPr id="285" name="Google Shape;285;p2"/>
          <p:cNvSpPr txBox="1"/>
          <p:nvPr/>
        </p:nvSpPr>
        <p:spPr>
          <a:xfrm>
            <a:off x="1112989" y="615954"/>
            <a:ext cx="1496564"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CL" sz="1200" u="none" cap="none" strike="noStrike">
                <a:solidFill>
                  <a:schemeClr val="accent1"/>
                </a:solidFill>
                <a:latin typeface="Poppins"/>
                <a:ea typeface="Poppins"/>
                <a:cs typeface="Poppins"/>
                <a:sym typeface="Poppins"/>
              </a:rPr>
              <a:t>Clase 10: Matrices</a:t>
            </a:r>
            <a:endParaRPr b="0" i="0" sz="1400" u="none" cap="none" strike="noStrike">
              <a:solidFill>
                <a:srgbClr val="000000"/>
              </a:solidFill>
              <a:latin typeface="Arial"/>
              <a:ea typeface="Arial"/>
              <a:cs typeface="Arial"/>
              <a:sym typeface="Arial"/>
            </a:endParaRPr>
          </a:p>
        </p:txBody>
      </p:sp>
      <p:sp>
        <p:nvSpPr>
          <p:cNvPr id="286" name="Google Shape;286;p2"/>
          <p:cNvSpPr/>
          <p:nvPr/>
        </p:nvSpPr>
        <p:spPr>
          <a:xfrm>
            <a:off x="1112989" y="1895804"/>
            <a:ext cx="9982202" cy="3354114"/>
          </a:xfrm>
          <a:prstGeom prst="roundRect">
            <a:avLst>
              <a:gd fmla="val 7853" name="adj"/>
            </a:avLst>
          </a:prstGeom>
          <a:solidFill>
            <a:srgbClr val="FFFFFF"/>
          </a:solidFill>
          <a:ln>
            <a:noFill/>
          </a:ln>
        </p:spPr>
        <p:txBody>
          <a:bodyPr anchorCtr="0" anchor="ctr" bIns="0" lIns="504000" spcFirstLastPara="1" rIns="274300" wrap="square" tIns="0">
            <a:noAutofit/>
          </a:bodyPr>
          <a:lstStyle/>
          <a:p>
            <a:pPr indent="0" lvl="0" marL="0" marR="0" rtl="0" algn="l">
              <a:lnSpc>
                <a:spcPct val="120000"/>
              </a:lnSpc>
              <a:spcBef>
                <a:spcPts val="0"/>
              </a:spcBef>
              <a:spcAft>
                <a:spcPts val="0"/>
              </a:spcAft>
              <a:buClr>
                <a:srgbClr val="000000"/>
              </a:buClr>
              <a:buSzPts val="2000"/>
              <a:buFont typeface="Arial"/>
              <a:buNone/>
            </a:pPr>
            <a:r>
              <a:rPr b="0" i="0" lang="es-CL" sz="2000" u="none" cap="none" strike="noStrike">
                <a:solidFill>
                  <a:schemeClr val="dk1"/>
                </a:solidFill>
                <a:latin typeface="Poppins"/>
                <a:ea typeface="Poppins"/>
                <a:cs typeface="Poppins"/>
                <a:sym typeface="Poppins"/>
              </a:rPr>
              <a:t>Comprender qué es un arreglo bidimensional y cómo utilizarlo.</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2200"/>
              </a:spcBef>
              <a:spcAft>
                <a:spcPts val="0"/>
              </a:spcAft>
              <a:buClr>
                <a:srgbClr val="000000"/>
              </a:buClr>
              <a:buSzPts val="2000"/>
              <a:buFont typeface="Arial"/>
              <a:buNone/>
            </a:pPr>
            <a:r>
              <a:rPr b="0" i="0" lang="es-CL" sz="2000" u="none" cap="none" strike="noStrike">
                <a:solidFill>
                  <a:schemeClr val="dk1"/>
                </a:solidFill>
                <a:latin typeface="Poppins"/>
                <a:ea typeface="Poppins"/>
                <a:cs typeface="Poppins"/>
                <a:sym typeface="Poppins"/>
              </a:rPr>
              <a:t>Utilizar arreglos unidimensionales y bidimensionales en conjunto para resolver problemas de mayor complejidad.</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2200"/>
              </a:spcBef>
              <a:spcAft>
                <a:spcPts val="0"/>
              </a:spcAft>
              <a:buClr>
                <a:srgbClr val="000000"/>
              </a:buClr>
              <a:buSzPts val="2000"/>
              <a:buFont typeface="Arial"/>
              <a:buNone/>
            </a:pPr>
            <a:r>
              <a:rPr b="0" i="0" lang="es-CL" sz="2000" u="none" cap="none" strike="noStrike">
                <a:solidFill>
                  <a:schemeClr val="dk1"/>
                </a:solidFill>
                <a:latin typeface="Poppins"/>
                <a:ea typeface="Poppins"/>
                <a:cs typeface="Poppins"/>
                <a:sym typeface="Poppins"/>
              </a:rPr>
              <a:t>Aplicar los conceptos para la resolución de problemas.</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86"/>
                                        </p:tgtEl>
                                        <p:attrNameLst>
                                          <p:attrName>style.visibility</p:attrName>
                                        </p:attrNameLst>
                                      </p:cBhvr>
                                      <p:to>
                                        <p:strVal val="visible"/>
                                      </p:to>
                                    </p:set>
                                    <p:anim calcmode="lin" valueType="num">
                                      <p:cBhvr additive="base">
                                        <p:cTn dur="500"/>
                                        <p:tgtEl>
                                          <p:spTgt spid="286"/>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286">
                                            <p:txEl>
                                              <p:pRg end="0" st="0"/>
                                            </p:txEl>
                                          </p:spTgt>
                                        </p:tgtEl>
                                        <p:attrNameLst>
                                          <p:attrName>style.visibility</p:attrName>
                                        </p:attrNameLst>
                                      </p:cBhvr>
                                      <p:to>
                                        <p:strVal val="visible"/>
                                      </p:to>
                                    </p:set>
                                    <p:anim calcmode="lin" valueType="num">
                                      <p:cBhvr additive="base">
                                        <p:cTn dur="500"/>
                                        <p:tgtEl>
                                          <p:spTgt spid="286">
                                            <p:txEl>
                                              <p:pRg end="0" st="0"/>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286">
                                            <p:txEl>
                                              <p:pRg end="1" st="1"/>
                                            </p:txEl>
                                          </p:spTgt>
                                        </p:tgtEl>
                                        <p:attrNameLst>
                                          <p:attrName>style.visibility</p:attrName>
                                        </p:attrNameLst>
                                      </p:cBhvr>
                                      <p:to>
                                        <p:strVal val="visible"/>
                                      </p:to>
                                    </p:set>
                                    <p:anim calcmode="lin" valueType="num">
                                      <p:cBhvr additive="base">
                                        <p:cTn dur="500"/>
                                        <p:tgtEl>
                                          <p:spTgt spid="286">
                                            <p:txEl>
                                              <p:pRg end="1" st="1"/>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286">
                                            <p:txEl>
                                              <p:pRg end="2" st="2"/>
                                            </p:txEl>
                                          </p:spTgt>
                                        </p:tgtEl>
                                        <p:attrNameLst>
                                          <p:attrName>style.visibility</p:attrName>
                                        </p:attrNameLst>
                                      </p:cBhvr>
                                      <p:to>
                                        <p:strVal val="visible"/>
                                      </p:to>
                                    </p:set>
                                    <p:anim calcmode="lin" valueType="num">
                                      <p:cBhvr additive="base">
                                        <p:cTn dur="500"/>
                                        <p:tgtEl>
                                          <p:spTgt spid="286">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3"/>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p>
            <a:pPr indent="0" lvl="0" marL="0" rtl="0" algn="l">
              <a:lnSpc>
                <a:spcPct val="90000"/>
              </a:lnSpc>
              <a:spcBef>
                <a:spcPts val="0"/>
              </a:spcBef>
              <a:spcAft>
                <a:spcPts val="0"/>
              </a:spcAft>
              <a:buClr>
                <a:schemeClr val="dk1"/>
              </a:buClr>
              <a:buSzPts val="3200"/>
              <a:buFont typeface="Poppins"/>
              <a:buNone/>
            </a:pPr>
            <a:r>
              <a:rPr lang="es-CL"/>
              <a:t>¿Qué sabemos hasta ahora?</a:t>
            </a:r>
            <a:endParaRPr/>
          </a:p>
        </p:txBody>
      </p:sp>
      <p:sp>
        <p:nvSpPr>
          <p:cNvPr id="292" name="Google Shape;292;p3"/>
          <p:cNvSpPr txBox="1"/>
          <p:nvPr/>
        </p:nvSpPr>
        <p:spPr>
          <a:xfrm>
            <a:off x="1112989" y="615954"/>
            <a:ext cx="1496564"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CL" sz="1200" u="none" cap="none" strike="noStrike">
                <a:solidFill>
                  <a:schemeClr val="accent1"/>
                </a:solidFill>
                <a:latin typeface="Poppins"/>
                <a:ea typeface="Poppins"/>
                <a:cs typeface="Poppins"/>
                <a:sym typeface="Poppins"/>
              </a:rPr>
              <a:t>Clase 10: Matrices</a:t>
            </a:r>
            <a:endParaRPr b="0" i="0" sz="1400" u="none" cap="none" strike="noStrike">
              <a:solidFill>
                <a:srgbClr val="000000"/>
              </a:solidFill>
              <a:latin typeface="Arial"/>
              <a:ea typeface="Arial"/>
              <a:cs typeface="Arial"/>
              <a:sym typeface="Arial"/>
            </a:endParaRPr>
          </a:p>
        </p:txBody>
      </p:sp>
      <p:sp>
        <p:nvSpPr>
          <p:cNvPr id="293" name="Google Shape;293;p3"/>
          <p:cNvSpPr/>
          <p:nvPr/>
        </p:nvSpPr>
        <p:spPr>
          <a:xfrm>
            <a:off x="1112989" y="1895804"/>
            <a:ext cx="9982202" cy="3354114"/>
          </a:xfrm>
          <a:prstGeom prst="roundRect">
            <a:avLst>
              <a:gd fmla="val 7853" name="adj"/>
            </a:avLst>
          </a:prstGeom>
          <a:solidFill>
            <a:srgbClr val="FFFFFF"/>
          </a:solidFill>
          <a:ln>
            <a:noFill/>
          </a:ln>
        </p:spPr>
        <p:txBody>
          <a:bodyPr anchorCtr="0" anchor="ctr" bIns="0" lIns="504000" spcFirstLastPara="1" rIns="274300" wrap="square" tIns="0">
            <a:noAutofit/>
          </a:bodyPr>
          <a:lstStyle/>
          <a:p>
            <a:pPr indent="-342900" lvl="0" marL="342900" marR="0" rtl="0" algn="l">
              <a:lnSpc>
                <a:spcPct val="120000"/>
              </a:lnSpc>
              <a:spcBef>
                <a:spcPts val="0"/>
              </a:spcBef>
              <a:spcAft>
                <a:spcPts val="0"/>
              </a:spcAft>
              <a:buClr>
                <a:schemeClr val="dk1"/>
              </a:buClr>
              <a:buSzPts val="2000"/>
              <a:buFont typeface="Arial"/>
              <a:buChar char="•"/>
            </a:pPr>
            <a:r>
              <a:rPr b="0" i="0" lang="es-CL" sz="2000" u="none" cap="none" strike="noStrike">
                <a:solidFill>
                  <a:schemeClr val="dk1"/>
                </a:solidFill>
                <a:latin typeface="Poppins"/>
                <a:ea typeface="Poppins"/>
                <a:cs typeface="Poppins"/>
                <a:sym typeface="Poppins"/>
              </a:rPr>
              <a:t>Variables!</a:t>
            </a:r>
            <a:endParaRPr b="0" i="0" sz="1400" u="none" cap="none" strike="noStrike">
              <a:solidFill>
                <a:srgbClr val="000000"/>
              </a:solidFill>
              <a:latin typeface="Arial"/>
              <a:ea typeface="Arial"/>
              <a:cs typeface="Arial"/>
              <a:sym typeface="Arial"/>
            </a:endParaRPr>
          </a:p>
          <a:p>
            <a:pPr indent="-342900" lvl="1" marL="800100" marR="0" rtl="0" algn="l">
              <a:lnSpc>
                <a:spcPct val="120000"/>
              </a:lnSpc>
              <a:spcBef>
                <a:spcPts val="1000"/>
              </a:spcBef>
              <a:spcAft>
                <a:spcPts val="0"/>
              </a:spcAft>
              <a:buClr>
                <a:schemeClr val="dk1"/>
              </a:buClr>
              <a:buSzPts val="2000"/>
              <a:buFont typeface="Arial"/>
              <a:buChar char="•"/>
            </a:pPr>
            <a:r>
              <a:rPr b="0" i="0" lang="es-CL" sz="2000" u="none" cap="none" strike="noStrike">
                <a:solidFill>
                  <a:schemeClr val="dk1"/>
                </a:solidFill>
                <a:latin typeface="Poppins"/>
                <a:ea typeface="Poppins"/>
                <a:cs typeface="Poppins"/>
                <a:sym typeface="Poppins"/>
              </a:rPr>
              <a:t>Es la base de todo</a:t>
            </a:r>
            <a:endParaRPr b="0" i="0" sz="1400" u="none" cap="none" strike="noStrike">
              <a:solidFill>
                <a:srgbClr val="000000"/>
              </a:solidFill>
              <a:latin typeface="Arial"/>
              <a:ea typeface="Arial"/>
              <a:cs typeface="Arial"/>
              <a:sym typeface="Arial"/>
            </a:endParaRPr>
          </a:p>
          <a:p>
            <a:pPr indent="-342900" lvl="0" marL="342900" marR="0" rtl="0" algn="l">
              <a:lnSpc>
                <a:spcPct val="120000"/>
              </a:lnSpc>
              <a:spcBef>
                <a:spcPts val="1000"/>
              </a:spcBef>
              <a:spcAft>
                <a:spcPts val="0"/>
              </a:spcAft>
              <a:buClr>
                <a:schemeClr val="dk1"/>
              </a:buClr>
              <a:buSzPts val="2000"/>
              <a:buFont typeface="Arial"/>
              <a:buChar char="•"/>
            </a:pPr>
            <a:r>
              <a:rPr b="0" i="0" lang="es-CL" sz="2000" u="none" cap="none" strike="noStrike">
                <a:solidFill>
                  <a:schemeClr val="dk1"/>
                </a:solidFill>
                <a:latin typeface="Poppins"/>
                <a:ea typeface="Poppins"/>
                <a:cs typeface="Poppins"/>
                <a:sym typeface="Poppins"/>
              </a:rPr>
              <a:t>Condicional (if/else/elif)</a:t>
            </a:r>
            <a:endParaRPr b="0" i="0" sz="1400" u="none" cap="none" strike="noStrike">
              <a:solidFill>
                <a:srgbClr val="000000"/>
              </a:solidFill>
              <a:latin typeface="Arial"/>
              <a:ea typeface="Arial"/>
              <a:cs typeface="Arial"/>
              <a:sym typeface="Arial"/>
            </a:endParaRPr>
          </a:p>
          <a:p>
            <a:pPr indent="-342900" lvl="1" marL="800100" marR="0" rtl="0" algn="l">
              <a:lnSpc>
                <a:spcPct val="120000"/>
              </a:lnSpc>
              <a:spcBef>
                <a:spcPts val="1000"/>
              </a:spcBef>
              <a:spcAft>
                <a:spcPts val="0"/>
              </a:spcAft>
              <a:buClr>
                <a:schemeClr val="dk1"/>
              </a:buClr>
              <a:buSzPts val="2000"/>
              <a:buFont typeface="Arial"/>
              <a:buChar char="•"/>
            </a:pPr>
            <a:r>
              <a:rPr b="0" i="0" lang="es-CL" sz="2000" u="none" cap="none" strike="noStrike">
                <a:solidFill>
                  <a:schemeClr val="dk1"/>
                </a:solidFill>
                <a:latin typeface="Poppins"/>
                <a:ea typeface="Poppins"/>
                <a:cs typeface="Poppins"/>
                <a:sym typeface="Poppins"/>
              </a:rPr>
              <a:t>En todas sus formas</a:t>
            </a:r>
            <a:endParaRPr b="0" i="0" sz="1400" u="none" cap="none" strike="noStrike">
              <a:solidFill>
                <a:srgbClr val="000000"/>
              </a:solidFill>
              <a:latin typeface="Arial"/>
              <a:ea typeface="Arial"/>
              <a:cs typeface="Arial"/>
              <a:sym typeface="Arial"/>
            </a:endParaRPr>
          </a:p>
          <a:p>
            <a:pPr indent="-342900" lvl="0" marL="342900" marR="0" rtl="0" algn="l">
              <a:lnSpc>
                <a:spcPct val="120000"/>
              </a:lnSpc>
              <a:spcBef>
                <a:spcPts val="1000"/>
              </a:spcBef>
              <a:spcAft>
                <a:spcPts val="0"/>
              </a:spcAft>
              <a:buClr>
                <a:schemeClr val="dk1"/>
              </a:buClr>
              <a:buSzPts val="2000"/>
              <a:buFont typeface="Arial"/>
              <a:buChar char="•"/>
            </a:pPr>
            <a:r>
              <a:rPr b="0" i="0" lang="es-CL" sz="2000" u="none" cap="none" strike="noStrike">
                <a:solidFill>
                  <a:schemeClr val="dk1"/>
                </a:solidFill>
                <a:latin typeface="Poppins"/>
                <a:ea typeface="Poppins"/>
                <a:cs typeface="Poppins"/>
                <a:sym typeface="Poppins"/>
              </a:rPr>
              <a:t>Ciclos (for/while)</a:t>
            </a:r>
            <a:endParaRPr b="0" i="0" sz="1400" u="none" cap="none" strike="noStrike">
              <a:solidFill>
                <a:srgbClr val="000000"/>
              </a:solidFill>
              <a:latin typeface="Arial"/>
              <a:ea typeface="Arial"/>
              <a:cs typeface="Arial"/>
              <a:sym typeface="Arial"/>
            </a:endParaRPr>
          </a:p>
          <a:p>
            <a:pPr indent="-342900" lvl="0" marL="342900" marR="0" rtl="0" algn="l">
              <a:lnSpc>
                <a:spcPct val="120000"/>
              </a:lnSpc>
              <a:spcBef>
                <a:spcPts val="1000"/>
              </a:spcBef>
              <a:spcAft>
                <a:spcPts val="0"/>
              </a:spcAft>
              <a:buClr>
                <a:schemeClr val="dk1"/>
              </a:buClr>
              <a:buSzPts val="2000"/>
              <a:buFont typeface="Arial"/>
              <a:buChar char="•"/>
            </a:pPr>
            <a:r>
              <a:rPr b="0" i="0" lang="es-CL" sz="2000" u="none" cap="none" strike="noStrike">
                <a:solidFill>
                  <a:schemeClr val="dk1"/>
                </a:solidFill>
                <a:latin typeface="Poppins"/>
                <a:ea typeface="Poppins"/>
                <a:cs typeface="Poppins"/>
                <a:sym typeface="Poppins"/>
              </a:rPr>
              <a:t>Listas!</a:t>
            </a:r>
            <a:endParaRPr b="0" i="0" sz="1400" u="none" cap="none" strike="noStrike">
              <a:solidFill>
                <a:srgbClr val="000000"/>
              </a:solidFill>
              <a:latin typeface="Arial"/>
              <a:ea typeface="Arial"/>
              <a:cs typeface="Arial"/>
              <a:sym typeface="Arial"/>
            </a:endParaRPr>
          </a:p>
        </p:txBody>
      </p:sp>
      <p:sp>
        <p:nvSpPr>
          <p:cNvPr id="294" name="Google Shape;294;p3"/>
          <p:cNvSpPr txBox="1"/>
          <p:nvPr/>
        </p:nvSpPr>
        <p:spPr>
          <a:xfrm>
            <a:off x="2222937" y="5571093"/>
            <a:ext cx="7496504"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accent1"/>
              </a:buClr>
              <a:buSzPts val="3200"/>
              <a:buFont typeface="Poppins"/>
              <a:buNone/>
            </a:pPr>
            <a:r>
              <a:rPr b="1" i="0" lang="es-CL" sz="3200" u="none" cap="none" strike="noStrike">
                <a:solidFill>
                  <a:schemeClr val="accent1"/>
                </a:solidFill>
                <a:latin typeface="Poppins"/>
                <a:ea typeface="Poppins"/>
                <a:cs typeface="Poppins"/>
                <a:sym typeface="Poppins"/>
              </a:rPr>
              <a:t>¿Es todo lo que necesitamos?</a:t>
            </a:r>
            <a:endParaRPr b="1" i="0" sz="3200" u="none" cap="none" strike="noStrike">
              <a:solidFill>
                <a:schemeClr val="accent1"/>
              </a:solidFill>
              <a:latin typeface="Poppins"/>
              <a:ea typeface="Poppins"/>
              <a:cs typeface="Poppins"/>
              <a:sym typeface="Poppins"/>
            </a:endParaRPr>
          </a:p>
        </p:txBody>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93"/>
                                        </p:tgtEl>
                                        <p:attrNameLst>
                                          <p:attrName>style.visibility</p:attrName>
                                        </p:attrNameLst>
                                      </p:cBhvr>
                                      <p:to>
                                        <p:strVal val="visible"/>
                                      </p:to>
                                    </p:set>
                                    <p:anim calcmode="lin" valueType="num">
                                      <p:cBhvr additive="base">
                                        <p:cTn dur="500"/>
                                        <p:tgtEl>
                                          <p:spTgt spid="293"/>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293">
                                            <p:txEl>
                                              <p:pRg end="0" st="0"/>
                                            </p:txEl>
                                          </p:spTgt>
                                        </p:tgtEl>
                                        <p:attrNameLst>
                                          <p:attrName>style.visibility</p:attrName>
                                        </p:attrNameLst>
                                      </p:cBhvr>
                                      <p:to>
                                        <p:strVal val="visible"/>
                                      </p:to>
                                    </p:set>
                                    <p:anim calcmode="lin" valueType="num">
                                      <p:cBhvr additive="base">
                                        <p:cTn dur="500"/>
                                        <p:tgtEl>
                                          <p:spTgt spid="293">
                                            <p:txEl>
                                              <p:pRg end="0" st="0"/>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293">
                                            <p:txEl>
                                              <p:pRg end="1" st="1"/>
                                            </p:txEl>
                                          </p:spTgt>
                                        </p:tgtEl>
                                        <p:attrNameLst>
                                          <p:attrName>style.visibility</p:attrName>
                                        </p:attrNameLst>
                                      </p:cBhvr>
                                      <p:to>
                                        <p:strVal val="visible"/>
                                      </p:to>
                                    </p:set>
                                    <p:anim calcmode="lin" valueType="num">
                                      <p:cBhvr additive="base">
                                        <p:cTn dur="500"/>
                                        <p:tgtEl>
                                          <p:spTgt spid="293">
                                            <p:txEl>
                                              <p:pRg end="1" st="1"/>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293">
                                            <p:txEl>
                                              <p:pRg end="2" st="2"/>
                                            </p:txEl>
                                          </p:spTgt>
                                        </p:tgtEl>
                                        <p:attrNameLst>
                                          <p:attrName>style.visibility</p:attrName>
                                        </p:attrNameLst>
                                      </p:cBhvr>
                                      <p:to>
                                        <p:strVal val="visible"/>
                                      </p:to>
                                    </p:set>
                                    <p:anim calcmode="lin" valueType="num">
                                      <p:cBhvr additive="base">
                                        <p:cTn dur="500"/>
                                        <p:tgtEl>
                                          <p:spTgt spid="293">
                                            <p:txEl>
                                              <p:pRg end="2" st="2"/>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293">
                                            <p:txEl>
                                              <p:pRg end="3" st="3"/>
                                            </p:txEl>
                                          </p:spTgt>
                                        </p:tgtEl>
                                        <p:attrNameLst>
                                          <p:attrName>style.visibility</p:attrName>
                                        </p:attrNameLst>
                                      </p:cBhvr>
                                      <p:to>
                                        <p:strVal val="visible"/>
                                      </p:to>
                                    </p:set>
                                    <p:anim calcmode="lin" valueType="num">
                                      <p:cBhvr additive="base">
                                        <p:cTn dur="500"/>
                                        <p:tgtEl>
                                          <p:spTgt spid="293">
                                            <p:txEl>
                                              <p:pRg end="3" st="3"/>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293">
                                            <p:txEl>
                                              <p:pRg end="4" st="4"/>
                                            </p:txEl>
                                          </p:spTgt>
                                        </p:tgtEl>
                                        <p:attrNameLst>
                                          <p:attrName>style.visibility</p:attrName>
                                        </p:attrNameLst>
                                      </p:cBhvr>
                                      <p:to>
                                        <p:strVal val="visible"/>
                                      </p:to>
                                    </p:set>
                                    <p:anim calcmode="lin" valueType="num">
                                      <p:cBhvr additive="base">
                                        <p:cTn dur="500"/>
                                        <p:tgtEl>
                                          <p:spTgt spid="293">
                                            <p:txEl>
                                              <p:pRg end="4" st="4"/>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293">
                                            <p:txEl>
                                              <p:pRg end="5" st="5"/>
                                            </p:txEl>
                                          </p:spTgt>
                                        </p:tgtEl>
                                        <p:attrNameLst>
                                          <p:attrName>style.visibility</p:attrName>
                                        </p:attrNameLst>
                                      </p:cBhvr>
                                      <p:to>
                                        <p:strVal val="visible"/>
                                      </p:to>
                                    </p:set>
                                    <p:anim calcmode="lin" valueType="num">
                                      <p:cBhvr additive="base">
                                        <p:cTn dur="500"/>
                                        <p:tgtEl>
                                          <p:spTgt spid="293">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94"/>
                                        </p:tgtEl>
                                        <p:attrNameLst>
                                          <p:attrName>style.visibility</p:attrName>
                                        </p:attrNameLst>
                                      </p:cBhvr>
                                      <p:to>
                                        <p:strVal val="visible"/>
                                      </p:to>
                                    </p:set>
                                    <p:anim calcmode="lin" valueType="num">
                                      <p:cBhvr additive="base">
                                        <p:cTn dur="500"/>
                                        <p:tgtEl>
                                          <p:spTgt spid="294"/>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4"/>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p>
            <a:pPr indent="0" lvl="0" marL="0" rtl="0" algn="l">
              <a:lnSpc>
                <a:spcPct val="90000"/>
              </a:lnSpc>
              <a:spcBef>
                <a:spcPts val="0"/>
              </a:spcBef>
              <a:spcAft>
                <a:spcPts val="0"/>
              </a:spcAft>
              <a:buClr>
                <a:schemeClr val="dk1"/>
              </a:buClr>
              <a:buSzPts val="3200"/>
              <a:buFont typeface="Poppins"/>
              <a:buNone/>
            </a:pPr>
            <a:r>
              <a:rPr lang="es-CL"/>
              <a:t>Un ejemplo</a:t>
            </a:r>
            <a:endParaRPr/>
          </a:p>
        </p:txBody>
      </p:sp>
      <p:sp>
        <p:nvSpPr>
          <p:cNvPr id="300" name="Google Shape;300;p4"/>
          <p:cNvSpPr txBox="1"/>
          <p:nvPr/>
        </p:nvSpPr>
        <p:spPr>
          <a:xfrm>
            <a:off x="1112989" y="615954"/>
            <a:ext cx="1496564"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CL" sz="1200" u="none" cap="none" strike="noStrike">
                <a:solidFill>
                  <a:schemeClr val="accent1"/>
                </a:solidFill>
                <a:latin typeface="Poppins"/>
                <a:ea typeface="Poppins"/>
                <a:cs typeface="Poppins"/>
                <a:sym typeface="Poppins"/>
              </a:rPr>
              <a:t>Clase 10: Matrices</a:t>
            </a:r>
            <a:endParaRPr b="0" i="0" sz="1400" u="none" cap="none" strike="noStrike">
              <a:solidFill>
                <a:srgbClr val="000000"/>
              </a:solidFill>
              <a:latin typeface="Arial"/>
              <a:ea typeface="Arial"/>
              <a:cs typeface="Arial"/>
              <a:sym typeface="Arial"/>
            </a:endParaRPr>
          </a:p>
        </p:txBody>
      </p:sp>
      <p:sp>
        <p:nvSpPr>
          <p:cNvPr id="301" name="Google Shape;301;p4"/>
          <p:cNvSpPr/>
          <p:nvPr/>
        </p:nvSpPr>
        <p:spPr>
          <a:xfrm>
            <a:off x="1112989" y="1895804"/>
            <a:ext cx="6005142" cy="2416065"/>
          </a:xfrm>
          <a:prstGeom prst="roundRect">
            <a:avLst>
              <a:gd fmla="val 7853" name="adj"/>
            </a:avLst>
          </a:prstGeom>
          <a:solidFill>
            <a:srgbClr val="FFFFFF"/>
          </a:solidFill>
          <a:ln>
            <a:noFill/>
          </a:ln>
        </p:spPr>
        <p:txBody>
          <a:bodyPr anchorCtr="0" anchor="ctr" bIns="0" lIns="504000" spcFirstLastPara="1" rIns="274300" wrap="square" tIns="0">
            <a:noAutofit/>
          </a:bodyPr>
          <a:lstStyle/>
          <a:p>
            <a:pPr indent="0" lvl="0" marL="0" marR="0" rtl="0" algn="l">
              <a:lnSpc>
                <a:spcPct val="120000"/>
              </a:lnSpc>
              <a:spcBef>
                <a:spcPts val="0"/>
              </a:spcBef>
              <a:spcAft>
                <a:spcPts val="0"/>
              </a:spcAft>
              <a:buClr>
                <a:srgbClr val="000000"/>
              </a:buClr>
              <a:buSzPts val="2000"/>
              <a:buFont typeface="Arial"/>
              <a:buNone/>
            </a:pPr>
            <a:r>
              <a:rPr b="0" i="0" lang="es-CL" sz="2000" u="none" cap="none" strike="noStrike">
                <a:solidFill>
                  <a:schemeClr val="dk1"/>
                </a:solidFill>
                <a:latin typeface="Poppins"/>
                <a:ea typeface="Poppins"/>
                <a:cs typeface="Poppins"/>
                <a:sym typeface="Poppins"/>
              </a:rPr>
              <a:t>Leyendo desde un archivo, en que cada línea contiene un nombre y una edad, determinar la </a:t>
            </a:r>
            <a:r>
              <a:rPr b="1" i="0" lang="es-CL" sz="2000" u="none" cap="none" strike="noStrike">
                <a:solidFill>
                  <a:schemeClr val="dk1"/>
                </a:solidFill>
                <a:latin typeface="Poppins"/>
                <a:ea typeface="Poppins"/>
                <a:cs typeface="Poppins"/>
                <a:sym typeface="Poppins"/>
              </a:rPr>
              <a:t>cantidad de nombres distintos</a:t>
            </a:r>
            <a:r>
              <a:rPr b="0" i="0" lang="es-CL" sz="2000" u="none" cap="none" strike="noStrike">
                <a:solidFill>
                  <a:schemeClr val="dk1"/>
                </a:solidFill>
                <a:latin typeface="Poppins"/>
                <a:ea typeface="Poppins"/>
                <a:cs typeface="Poppins"/>
                <a:sym typeface="Poppins"/>
              </a:rPr>
              <a:t> presentes en el archivo (</a:t>
            </a:r>
            <a:r>
              <a:rPr b="1" i="0" lang="es-CL" sz="2000" u="none" cap="none" strike="noStrike">
                <a:solidFill>
                  <a:schemeClr val="dk1"/>
                </a:solidFill>
                <a:latin typeface="Poppins"/>
                <a:ea typeface="Poppins"/>
                <a:cs typeface="Poppins"/>
                <a:sym typeface="Poppins"/>
              </a:rPr>
              <a:t>nombres sin duplicar</a:t>
            </a:r>
            <a:r>
              <a:rPr b="0" i="0" lang="es-CL" sz="2000" u="none" cap="none" strike="noStrike">
                <a:solidFill>
                  <a:schemeClr val="dk1"/>
                </a:solidFill>
                <a:latin typeface="Poppins"/>
                <a:ea typeface="Poppins"/>
                <a:cs typeface="Poppins"/>
                <a:sym typeface="Poppins"/>
              </a:rPr>
              <a:t>)</a:t>
            </a:r>
            <a:endParaRPr b="0" i="0" sz="1400" u="none" cap="none" strike="noStrike">
              <a:solidFill>
                <a:srgbClr val="000000"/>
              </a:solidFill>
              <a:latin typeface="Arial"/>
              <a:ea typeface="Arial"/>
              <a:cs typeface="Arial"/>
              <a:sym typeface="Arial"/>
            </a:endParaRPr>
          </a:p>
        </p:txBody>
      </p:sp>
      <p:sp>
        <p:nvSpPr>
          <p:cNvPr id="302" name="Google Shape;302;p4"/>
          <p:cNvSpPr txBox="1"/>
          <p:nvPr/>
        </p:nvSpPr>
        <p:spPr>
          <a:xfrm>
            <a:off x="7732986" y="2729235"/>
            <a:ext cx="3090041" cy="110799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6600"/>
              <a:buFont typeface="Arial"/>
              <a:buNone/>
            </a:pPr>
            <a:r>
              <a:rPr b="1" i="0" lang="es-CL" sz="6600" u="none" cap="none" strike="noStrike">
                <a:solidFill>
                  <a:schemeClr val="accent1"/>
                </a:solidFill>
                <a:latin typeface="Poppins"/>
                <a:ea typeface="Poppins"/>
                <a:cs typeface="Poppins"/>
                <a:sym typeface="Poppins"/>
              </a:rPr>
              <a:t>Listas</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01"/>
                                        </p:tgtEl>
                                        <p:attrNameLst>
                                          <p:attrName>style.visibility</p:attrName>
                                        </p:attrNameLst>
                                      </p:cBhvr>
                                      <p:to>
                                        <p:strVal val="visible"/>
                                      </p:to>
                                    </p:set>
                                    <p:anim calcmode="lin" valueType="num">
                                      <p:cBhvr additive="base">
                                        <p:cTn dur="500"/>
                                        <p:tgtEl>
                                          <p:spTgt spid="301"/>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301">
                                            <p:txEl>
                                              <p:pRg end="0" st="0"/>
                                            </p:txEl>
                                          </p:spTgt>
                                        </p:tgtEl>
                                        <p:attrNameLst>
                                          <p:attrName>style.visibility</p:attrName>
                                        </p:attrNameLst>
                                      </p:cBhvr>
                                      <p:to>
                                        <p:strVal val="visible"/>
                                      </p:to>
                                    </p:set>
                                    <p:anim calcmode="lin" valueType="num">
                                      <p:cBhvr additive="base">
                                        <p:cTn dur="500"/>
                                        <p:tgtEl>
                                          <p:spTgt spid="301">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02"/>
                                        </p:tgtEl>
                                        <p:attrNameLst>
                                          <p:attrName>style.visibility</p:attrName>
                                        </p:attrNameLst>
                                      </p:cBhvr>
                                      <p:to>
                                        <p:strVal val="visible"/>
                                      </p:to>
                                    </p:set>
                                    <p:anim calcmode="lin" valueType="num">
                                      <p:cBhvr additive="base">
                                        <p:cTn dur="500"/>
                                        <p:tgtEl>
                                          <p:spTgt spid="302"/>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5"/>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p>
            <a:pPr indent="0" lvl="0" marL="0" rtl="0" algn="l">
              <a:lnSpc>
                <a:spcPct val="90000"/>
              </a:lnSpc>
              <a:spcBef>
                <a:spcPts val="0"/>
              </a:spcBef>
              <a:spcAft>
                <a:spcPts val="0"/>
              </a:spcAft>
              <a:buClr>
                <a:schemeClr val="dk1"/>
              </a:buClr>
              <a:buSzPts val="3200"/>
              <a:buFont typeface="Poppins"/>
              <a:buNone/>
            </a:pPr>
            <a:r>
              <a:rPr lang="es-CL"/>
              <a:t>Veamos este problema</a:t>
            </a:r>
            <a:endParaRPr/>
          </a:p>
        </p:txBody>
      </p:sp>
      <p:sp>
        <p:nvSpPr>
          <p:cNvPr id="309" name="Google Shape;309;p5"/>
          <p:cNvSpPr txBox="1"/>
          <p:nvPr/>
        </p:nvSpPr>
        <p:spPr>
          <a:xfrm>
            <a:off x="1112989" y="615954"/>
            <a:ext cx="1496564"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CL" sz="1200" u="none" cap="none" strike="noStrike">
                <a:solidFill>
                  <a:schemeClr val="accent1"/>
                </a:solidFill>
                <a:latin typeface="Poppins"/>
                <a:ea typeface="Poppins"/>
                <a:cs typeface="Poppins"/>
                <a:sym typeface="Poppins"/>
              </a:rPr>
              <a:t>Clase 10: Matrices</a:t>
            </a:r>
            <a:endParaRPr b="0" i="0" sz="1400" u="none" cap="none" strike="noStrike">
              <a:solidFill>
                <a:srgbClr val="000000"/>
              </a:solidFill>
              <a:latin typeface="Arial"/>
              <a:ea typeface="Arial"/>
              <a:cs typeface="Arial"/>
              <a:sym typeface="Arial"/>
            </a:endParaRPr>
          </a:p>
        </p:txBody>
      </p:sp>
      <p:sp>
        <p:nvSpPr>
          <p:cNvPr id="310" name="Google Shape;310;p5"/>
          <p:cNvSpPr/>
          <p:nvPr/>
        </p:nvSpPr>
        <p:spPr>
          <a:xfrm>
            <a:off x="1112989" y="1895804"/>
            <a:ext cx="9982202" cy="3945320"/>
          </a:xfrm>
          <a:prstGeom prst="roundRect">
            <a:avLst>
              <a:gd fmla="val 7853" name="adj"/>
            </a:avLst>
          </a:prstGeom>
          <a:solidFill>
            <a:srgbClr val="FFFFFF"/>
          </a:solidFill>
          <a:ln>
            <a:noFill/>
          </a:ln>
        </p:spPr>
        <p:txBody>
          <a:bodyPr anchorCtr="0" anchor="ctr" bIns="0" lIns="504000" spcFirstLastPara="1" rIns="274300" wrap="square" tIns="0">
            <a:noAutofit/>
          </a:bodyPr>
          <a:lstStyle/>
          <a:p>
            <a:pPr indent="0" lvl="0" marL="0" marR="0" rtl="0" algn="l">
              <a:lnSpc>
                <a:spcPct val="120000"/>
              </a:lnSpc>
              <a:spcBef>
                <a:spcPts val="0"/>
              </a:spcBef>
              <a:spcAft>
                <a:spcPts val="0"/>
              </a:spcAft>
              <a:buClr>
                <a:srgbClr val="000000"/>
              </a:buClr>
              <a:buSzPts val="2000"/>
              <a:buFont typeface="Arial"/>
              <a:buNone/>
            </a:pPr>
            <a:r>
              <a:rPr b="0" i="0" lang="es-CL" sz="2000" u="none" cap="none" strike="noStrike">
                <a:solidFill>
                  <a:schemeClr val="dk1"/>
                </a:solidFill>
                <a:latin typeface="Poppins"/>
                <a:ea typeface="Poppins"/>
                <a:cs typeface="Poppins"/>
                <a:sym typeface="Poppins"/>
              </a:rPr>
              <a:t>Queremos evaluar el riesgo que tienen las personas al vivir cerca del mar.</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1000"/>
              </a:spcBef>
              <a:spcAft>
                <a:spcPts val="0"/>
              </a:spcAft>
              <a:buClr>
                <a:srgbClr val="000000"/>
              </a:buClr>
              <a:buSzPts val="2000"/>
              <a:buFont typeface="Arial"/>
              <a:buNone/>
            </a:pPr>
            <a:r>
              <a:rPr b="0" i="0" lang="es-CL" sz="2000" u="none" cap="none" strike="noStrike">
                <a:solidFill>
                  <a:schemeClr val="dk1"/>
                </a:solidFill>
                <a:latin typeface="Poppins"/>
                <a:ea typeface="Poppins"/>
                <a:cs typeface="Poppins"/>
                <a:sym typeface="Poppins"/>
              </a:rPr>
              <a:t>Para eso, tengo un archivo en que cada línea contiene el rut de una persona, su nombre, la ciudad donde vive y la distancia de su casa al borde del mar.</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1000"/>
              </a:spcBef>
              <a:spcAft>
                <a:spcPts val="0"/>
              </a:spcAft>
              <a:buClr>
                <a:srgbClr val="000000"/>
              </a:buClr>
              <a:buSzPts val="2000"/>
              <a:buFont typeface="Arial"/>
              <a:buNone/>
            </a:pPr>
            <a:r>
              <a:rPr b="0" i="0" lang="es-CL" sz="2000" u="none" cap="none" strike="noStrike">
                <a:solidFill>
                  <a:schemeClr val="dk1"/>
                </a:solidFill>
                <a:latin typeface="Poppins"/>
                <a:ea typeface="Poppins"/>
                <a:cs typeface="Poppins"/>
                <a:sym typeface="Poppins"/>
              </a:rPr>
              <a:t>Necesito procesar el archivo y determinar la cantidad total de personas que viven a menos de 30 metros del mar.</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1000"/>
              </a:spcBef>
              <a:spcAft>
                <a:spcPts val="0"/>
              </a:spcAft>
              <a:buClr>
                <a:srgbClr val="000000"/>
              </a:buClr>
              <a:buSzPts val="2000"/>
              <a:buFont typeface="Arial"/>
              <a:buNone/>
            </a:pPr>
            <a:r>
              <a:rPr b="1" i="0" lang="es-CL" sz="2000" u="none" cap="none" strike="noStrike">
                <a:solidFill>
                  <a:schemeClr val="dk1"/>
                </a:solidFill>
                <a:latin typeface="Poppins"/>
                <a:ea typeface="Poppins"/>
                <a:cs typeface="Poppins"/>
                <a:sym typeface="Poppins"/>
              </a:rPr>
              <a:t>¿Se puede hacer?</a:t>
            </a:r>
            <a:endParaRPr b="0" i="0" sz="1400" u="none" cap="none" strike="noStrike">
              <a:solidFill>
                <a:srgbClr val="000000"/>
              </a:solidFill>
              <a:latin typeface="Arial"/>
              <a:ea typeface="Arial"/>
              <a:cs typeface="Arial"/>
              <a:sym typeface="Arial"/>
            </a:endParaRPr>
          </a:p>
        </p:txBody>
      </p:sp>
      <p:sp>
        <p:nvSpPr>
          <p:cNvPr id="311" name="Google Shape;311;p5"/>
          <p:cNvSpPr txBox="1"/>
          <p:nvPr/>
        </p:nvSpPr>
        <p:spPr>
          <a:xfrm>
            <a:off x="4154213" y="5960898"/>
            <a:ext cx="6764755" cy="92333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accent1"/>
              </a:buClr>
              <a:buSzPts val="5400"/>
              <a:buFont typeface="Poppins"/>
              <a:buNone/>
            </a:pPr>
            <a:r>
              <a:rPr b="1" i="0" lang="es-CL" sz="5400" u="none" cap="none" strike="noStrike">
                <a:solidFill>
                  <a:schemeClr val="accent1"/>
                </a:solidFill>
                <a:latin typeface="Poppins"/>
                <a:ea typeface="Poppins"/>
                <a:cs typeface="Poppins"/>
                <a:sym typeface="Poppins"/>
              </a:rPr>
              <a:t>¡Si! </a:t>
            </a:r>
            <a:r>
              <a:rPr b="1" i="0" lang="es-CL" sz="2400" u="none" cap="none" strike="noStrike">
                <a:solidFill>
                  <a:schemeClr val="accent1"/>
                </a:solidFill>
                <a:latin typeface="Poppins"/>
                <a:ea typeface="Poppins"/>
                <a:cs typeface="Poppins"/>
                <a:sym typeface="Poppins"/>
              </a:rPr>
              <a:t>Resuélvelo en tu casa</a:t>
            </a:r>
            <a:endParaRPr b="1" i="0" sz="5400" u="none" cap="none" strike="noStrike">
              <a:solidFill>
                <a:schemeClr val="accent1"/>
              </a:solidFill>
              <a:latin typeface="Poppins"/>
              <a:ea typeface="Poppins"/>
              <a:cs typeface="Poppins"/>
              <a:sym typeface="Poppins"/>
            </a:endParaRPr>
          </a:p>
        </p:txBody>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0"/>
                                        </p:tgtEl>
                                        <p:attrNameLst>
                                          <p:attrName>style.visibility</p:attrName>
                                        </p:attrNameLst>
                                      </p:cBhvr>
                                      <p:to>
                                        <p:strVal val="visible"/>
                                      </p:to>
                                    </p:set>
                                    <p:anim calcmode="lin" valueType="num">
                                      <p:cBhvr additive="base">
                                        <p:cTn dur="500"/>
                                        <p:tgtEl>
                                          <p:spTgt spid="310"/>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310">
                                            <p:txEl>
                                              <p:pRg end="0" st="0"/>
                                            </p:txEl>
                                          </p:spTgt>
                                        </p:tgtEl>
                                        <p:attrNameLst>
                                          <p:attrName>style.visibility</p:attrName>
                                        </p:attrNameLst>
                                      </p:cBhvr>
                                      <p:to>
                                        <p:strVal val="visible"/>
                                      </p:to>
                                    </p:set>
                                    <p:anim calcmode="lin" valueType="num">
                                      <p:cBhvr additive="base">
                                        <p:cTn dur="500"/>
                                        <p:tgtEl>
                                          <p:spTgt spid="310">
                                            <p:txEl>
                                              <p:pRg end="0" st="0"/>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310">
                                            <p:txEl>
                                              <p:pRg end="1" st="1"/>
                                            </p:txEl>
                                          </p:spTgt>
                                        </p:tgtEl>
                                        <p:attrNameLst>
                                          <p:attrName>style.visibility</p:attrName>
                                        </p:attrNameLst>
                                      </p:cBhvr>
                                      <p:to>
                                        <p:strVal val="visible"/>
                                      </p:to>
                                    </p:set>
                                    <p:anim calcmode="lin" valueType="num">
                                      <p:cBhvr additive="base">
                                        <p:cTn dur="500"/>
                                        <p:tgtEl>
                                          <p:spTgt spid="310">
                                            <p:txEl>
                                              <p:pRg end="1" st="1"/>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310">
                                            <p:txEl>
                                              <p:pRg end="2" st="2"/>
                                            </p:txEl>
                                          </p:spTgt>
                                        </p:tgtEl>
                                        <p:attrNameLst>
                                          <p:attrName>style.visibility</p:attrName>
                                        </p:attrNameLst>
                                      </p:cBhvr>
                                      <p:to>
                                        <p:strVal val="visible"/>
                                      </p:to>
                                    </p:set>
                                    <p:anim calcmode="lin" valueType="num">
                                      <p:cBhvr additive="base">
                                        <p:cTn dur="500"/>
                                        <p:tgtEl>
                                          <p:spTgt spid="310">
                                            <p:txEl>
                                              <p:pRg end="2" st="2"/>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310">
                                            <p:txEl>
                                              <p:pRg end="3" st="3"/>
                                            </p:txEl>
                                          </p:spTgt>
                                        </p:tgtEl>
                                        <p:attrNameLst>
                                          <p:attrName>style.visibility</p:attrName>
                                        </p:attrNameLst>
                                      </p:cBhvr>
                                      <p:to>
                                        <p:strVal val="visible"/>
                                      </p:to>
                                    </p:set>
                                    <p:anim calcmode="lin" valueType="num">
                                      <p:cBhvr additive="base">
                                        <p:cTn dur="500"/>
                                        <p:tgtEl>
                                          <p:spTgt spid="310">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1"/>
                                        </p:tgtEl>
                                        <p:attrNameLst>
                                          <p:attrName>style.visibility</p:attrName>
                                        </p:attrNameLst>
                                      </p:cBhvr>
                                      <p:to>
                                        <p:strVal val="visible"/>
                                      </p:to>
                                    </p:set>
                                    <p:anim calcmode="lin" valueType="num">
                                      <p:cBhvr additive="base">
                                        <p:cTn dur="500"/>
                                        <p:tgtEl>
                                          <p:spTgt spid="311"/>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6"/>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p>
            <a:pPr indent="0" lvl="0" marL="0" rtl="0" algn="l">
              <a:lnSpc>
                <a:spcPct val="90000"/>
              </a:lnSpc>
              <a:spcBef>
                <a:spcPts val="0"/>
              </a:spcBef>
              <a:spcAft>
                <a:spcPts val="0"/>
              </a:spcAft>
              <a:buClr>
                <a:schemeClr val="dk1"/>
              </a:buClr>
              <a:buSzPts val="3200"/>
              <a:buFont typeface="Poppins"/>
              <a:buNone/>
            </a:pPr>
            <a:r>
              <a:rPr lang="es-CL"/>
              <a:t>Continuando…</a:t>
            </a:r>
            <a:endParaRPr/>
          </a:p>
        </p:txBody>
      </p:sp>
      <p:sp>
        <p:nvSpPr>
          <p:cNvPr id="318" name="Google Shape;318;p6"/>
          <p:cNvSpPr txBox="1"/>
          <p:nvPr/>
        </p:nvSpPr>
        <p:spPr>
          <a:xfrm>
            <a:off x="1112989" y="615954"/>
            <a:ext cx="1496564"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CL" sz="1200" u="none" cap="none" strike="noStrike">
                <a:solidFill>
                  <a:schemeClr val="accent1"/>
                </a:solidFill>
                <a:latin typeface="Poppins"/>
                <a:ea typeface="Poppins"/>
                <a:cs typeface="Poppins"/>
                <a:sym typeface="Poppins"/>
              </a:rPr>
              <a:t>Clase 10: Matrices</a:t>
            </a:r>
            <a:endParaRPr b="0" i="0" sz="1400" u="none" cap="none" strike="noStrike">
              <a:solidFill>
                <a:srgbClr val="000000"/>
              </a:solidFill>
              <a:latin typeface="Arial"/>
              <a:ea typeface="Arial"/>
              <a:cs typeface="Arial"/>
              <a:sym typeface="Arial"/>
            </a:endParaRPr>
          </a:p>
        </p:txBody>
      </p:sp>
      <p:sp>
        <p:nvSpPr>
          <p:cNvPr id="319" name="Google Shape;319;p6"/>
          <p:cNvSpPr/>
          <p:nvPr/>
        </p:nvSpPr>
        <p:spPr>
          <a:xfrm>
            <a:off x="1112989" y="1895804"/>
            <a:ext cx="9982202" cy="1998279"/>
          </a:xfrm>
          <a:prstGeom prst="roundRect">
            <a:avLst>
              <a:gd fmla="val 7853" name="adj"/>
            </a:avLst>
          </a:prstGeom>
          <a:solidFill>
            <a:srgbClr val="FFFFFF"/>
          </a:solidFill>
          <a:ln>
            <a:noFill/>
          </a:ln>
        </p:spPr>
        <p:txBody>
          <a:bodyPr anchorCtr="0" anchor="ctr" bIns="0" lIns="504000" spcFirstLastPara="1" rIns="274300" wrap="square" tIns="0">
            <a:noAutofit/>
          </a:bodyPr>
          <a:lstStyle/>
          <a:p>
            <a:pPr indent="0" lvl="0" marL="0" marR="0" rtl="0" algn="l">
              <a:lnSpc>
                <a:spcPct val="120000"/>
              </a:lnSpc>
              <a:spcBef>
                <a:spcPts val="0"/>
              </a:spcBef>
              <a:spcAft>
                <a:spcPts val="0"/>
              </a:spcAft>
              <a:buClr>
                <a:srgbClr val="000000"/>
              </a:buClr>
              <a:buSzPts val="2000"/>
              <a:buFont typeface="Arial"/>
              <a:buNone/>
            </a:pPr>
            <a:r>
              <a:rPr b="0" i="0" lang="es-CL" sz="2000" u="none" cap="none" strike="noStrike">
                <a:solidFill>
                  <a:schemeClr val="dk1"/>
                </a:solidFill>
                <a:latin typeface="Poppins"/>
                <a:ea typeface="Poppins"/>
                <a:cs typeface="Poppins"/>
                <a:sym typeface="Poppins"/>
              </a:rPr>
              <a:t>El programa también debe indicar, para cada ciudad, la cantidad de personas que viven a menos de 30 metros del mar.</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1000"/>
              </a:spcBef>
              <a:spcAft>
                <a:spcPts val="0"/>
              </a:spcAft>
              <a:buClr>
                <a:srgbClr val="000000"/>
              </a:buClr>
              <a:buSzPts val="2000"/>
              <a:buFont typeface="Arial"/>
              <a:buNone/>
            </a:pPr>
            <a:r>
              <a:rPr b="1" i="0" lang="es-CL" sz="2000" u="none" cap="none" strike="noStrike">
                <a:solidFill>
                  <a:schemeClr val="dk1"/>
                </a:solidFill>
                <a:latin typeface="Poppins"/>
                <a:ea typeface="Poppins"/>
                <a:cs typeface="Poppins"/>
                <a:sym typeface="Poppins"/>
              </a:rPr>
              <a:t>¿Se puede hacer?</a:t>
            </a:r>
            <a:endParaRPr b="0" i="0" sz="1400" u="none" cap="none" strike="noStrike">
              <a:solidFill>
                <a:srgbClr val="000000"/>
              </a:solidFill>
              <a:latin typeface="Arial"/>
              <a:ea typeface="Arial"/>
              <a:cs typeface="Arial"/>
              <a:sym typeface="Arial"/>
            </a:endParaRPr>
          </a:p>
        </p:txBody>
      </p:sp>
      <p:sp>
        <p:nvSpPr>
          <p:cNvPr id="320" name="Google Shape;320;p6"/>
          <p:cNvSpPr txBox="1"/>
          <p:nvPr/>
        </p:nvSpPr>
        <p:spPr>
          <a:xfrm>
            <a:off x="4169978" y="4100567"/>
            <a:ext cx="6764755" cy="92333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accent1"/>
              </a:buClr>
              <a:buSzPts val="5400"/>
              <a:buFont typeface="Poppins"/>
              <a:buNone/>
            </a:pPr>
            <a:r>
              <a:rPr b="1" i="0" lang="es-CL" sz="5400" u="none" cap="none" strike="noStrike">
                <a:solidFill>
                  <a:schemeClr val="accent1"/>
                </a:solidFill>
                <a:latin typeface="Poppins"/>
                <a:ea typeface="Poppins"/>
                <a:cs typeface="Poppins"/>
                <a:sym typeface="Poppins"/>
              </a:rPr>
              <a:t>¡Si! </a:t>
            </a:r>
            <a:r>
              <a:rPr b="1" i="0" lang="es-CL" sz="2400" u="none" cap="none" strike="noStrike">
                <a:solidFill>
                  <a:schemeClr val="accent1"/>
                </a:solidFill>
                <a:latin typeface="Poppins"/>
                <a:ea typeface="Poppins"/>
                <a:cs typeface="Poppins"/>
                <a:sym typeface="Poppins"/>
              </a:rPr>
              <a:t>Resuélvelo en tu casa</a:t>
            </a:r>
            <a:endParaRPr b="1" i="0" sz="5400" u="none" cap="none" strike="noStrike">
              <a:solidFill>
                <a:schemeClr val="accent1"/>
              </a:solidFill>
              <a:latin typeface="Poppins"/>
              <a:ea typeface="Poppins"/>
              <a:cs typeface="Poppins"/>
              <a:sym typeface="Poppins"/>
            </a:endParaRPr>
          </a:p>
        </p:txBody>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19"/>
                                        </p:tgtEl>
                                        <p:attrNameLst>
                                          <p:attrName>style.visibility</p:attrName>
                                        </p:attrNameLst>
                                      </p:cBhvr>
                                      <p:to>
                                        <p:strVal val="visible"/>
                                      </p:to>
                                    </p:set>
                                    <p:anim calcmode="lin" valueType="num">
                                      <p:cBhvr additive="base">
                                        <p:cTn dur="500"/>
                                        <p:tgtEl>
                                          <p:spTgt spid="319"/>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319">
                                            <p:txEl>
                                              <p:pRg end="0" st="0"/>
                                            </p:txEl>
                                          </p:spTgt>
                                        </p:tgtEl>
                                        <p:attrNameLst>
                                          <p:attrName>style.visibility</p:attrName>
                                        </p:attrNameLst>
                                      </p:cBhvr>
                                      <p:to>
                                        <p:strVal val="visible"/>
                                      </p:to>
                                    </p:set>
                                    <p:anim calcmode="lin" valueType="num">
                                      <p:cBhvr additive="base">
                                        <p:cTn dur="500"/>
                                        <p:tgtEl>
                                          <p:spTgt spid="319">
                                            <p:txEl>
                                              <p:pRg end="0" st="0"/>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319">
                                            <p:txEl>
                                              <p:pRg end="1" st="1"/>
                                            </p:txEl>
                                          </p:spTgt>
                                        </p:tgtEl>
                                        <p:attrNameLst>
                                          <p:attrName>style.visibility</p:attrName>
                                        </p:attrNameLst>
                                      </p:cBhvr>
                                      <p:to>
                                        <p:strVal val="visible"/>
                                      </p:to>
                                    </p:set>
                                    <p:anim calcmode="lin" valueType="num">
                                      <p:cBhvr additive="base">
                                        <p:cTn dur="500"/>
                                        <p:tgtEl>
                                          <p:spTgt spid="319">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0"/>
                                        </p:tgtEl>
                                        <p:attrNameLst>
                                          <p:attrName>style.visibility</p:attrName>
                                        </p:attrNameLst>
                                      </p:cBhvr>
                                      <p:to>
                                        <p:strVal val="visible"/>
                                      </p:to>
                                    </p:set>
                                    <p:anim calcmode="lin" valueType="num">
                                      <p:cBhvr additive="base">
                                        <p:cTn dur="500"/>
                                        <p:tgtEl>
                                          <p:spTgt spid="320"/>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7"/>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p>
            <a:pPr indent="0" lvl="0" marL="0" rtl="0" algn="l">
              <a:lnSpc>
                <a:spcPct val="90000"/>
              </a:lnSpc>
              <a:spcBef>
                <a:spcPts val="0"/>
              </a:spcBef>
              <a:spcAft>
                <a:spcPts val="0"/>
              </a:spcAft>
              <a:buClr>
                <a:schemeClr val="dk1"/>
              </a:buClr>
              <a:buSzPts val="3200"/>
              <a:buFont typeface="Poppins"/>
              <a:buNone/>
            </a:pPr>
            <a:r>
              <a:rPr lang="es-CL"/>
              <a:t>Continuando la continuación…</a:t>
            </a:r>
            <a:endParaRPr/>
          </a:p>
        </p:txBody>
      </p:sp>
      <p:sp>
        <p:nvSpPr>
          <p:cNvPr id="327" name="Google Shape;327;p7"/>
          <p:cNvSpPr txBox="1"/>
          <p:nvPr/>
        </p:nvSpPr>
        <p:spPr>
          <a:xfrm>
            <a:off x="1112989" y="615954"/>
            <a:ext cx="1496564"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CL" sz="1200" u="none" cap="none" strike="noStrike">
                <a:solidFill>
                  <a:schemeClr val="accent1"/>
                </a:solidFill>
                <a:latin typeface="Poppins"/>
                <a:ea typeface="Poppins"/>
                <a:cs typeface="Poppins"/>
                <a:sym typeface="Poppins"/>
              </a:rPr>
              <a:t>Clase 10: Matrices</a:t>
            </a:r>
            <a:endParaRPr b="0" i="0" sz="1400" u="none" cap="none" strike="noStrike">
              <a:solidFill>
                <a:srgbClr val="000000"/>
              </a:solidFill>
              <a:latin typeface="Arial"/>
              <a:ea typeface="Arial"/>
              <a:cs typeface="Arial"/>
              <a:sym typeface="Arial"/>
            </a:endParaRPr>
          </a:p>
        </p:txBody>
      </p:sp>
      <p:sp>
        <p:nvSpPr>
          <p:cNvPr id="328" name="Google Shape;328;p7"/>
          <p:cNvSpPr/>
          <p:nvPr/>
        </p:nvSpPr>
        <p:spPr>
          <a:xfrm>
            <a:off x="1112989" y="1895804"/>
            <a:ext cx="9982202" cy="3945320"/>
          </a:xfrm>
          <a:prstGeom prst="roundRect">
            <a:avLst>
              <a:gd fmla="val 7853" name="adj"/>
            </a:avLst>
          </a:prstGeom>
          <a:solidFill>
            <a:srgbClr val="FFFFFF"/>
          </a:solidFill>
          <a:ln>
            <a:noFill/>
          </a:ln>
        </p:spPr>
        <p:txBody>
          <a:bodyPr anchorCtr="0" anchor="ctr" bIns="0" lIns="504000" spcFirstLastPara="1" rIns="274300" wrap="square" tIns="0">
            <a:noAutofit/>
          </a:bodyPr>
          <a:lstStyle/>
          <a:p>
            <a:pPr indent="0" lvl="0" marL="0" marR="0" rtl="0" algn="l">
              <a:lnSpc>
                <a:spcPct val="120000"/>
              </a:lnSpc>
              <a:spcBef>
                <a:spcPts val="0"/>
              </a:spcBef>
              <a:spcAft>
                <a:spcPts val="0"/>
              </a:spcAft>
              <a:buClr>
                <a:srgbClr val="000000"/>
              </a:buClr>
              <a:buSzPts val="2000"/>
              <a:buFont typeface="Arial"/>
              <a:buNone/>
            </a:pPr>
            <a:r>
              <a:rPr b="0" i="0" lang="es-CL" sz="2000" u="none" cap="none" strike="noStrike">
                <a:solidFill>
                  <a:schemeClr val="dk1"/>
                </a:solidFill>
                <a:latin typeface="Poppins"/>
                <a:ea typeface="Poppins"/>
                <a:cs typeface="Poppins"/>
                <a:sym typeface="Poppins"/>
              </a:rPr>
              <a:t>Dependiendo de la distancia al mar, las personas se clasifican “</a:t>
            </a:r>
            <a:r>
              <a:rPr b="1" i="0" lang="es-CL" sz="2000" u="none" cap="none" strike="noStrike">
                <a:solidFill>
                  <a:schemeClr val="dk1"/>
                </a:solidFill>
                <a:latin typeface="Poppins"/>
                <a:ea typeface="Poppins"/>
                <a:cs typeface="Poppins"/>
                <a:sym typeface="Poppins"/>
              </a:rPr>
              <a:t>en riesgo</a:t>
            </a:r>
            <a:r>
              <a:rPr b="0" i="0" lang="es-CL" sz="2000" u="none" cap="none" strike="noStrike">
                <a:solidFill>
                  <a:schemeClr val="dk1"/>
                </a:solidFill>
                <a:latin typeface="Poppins"/>
                <a:ea typeface="Poppins"/>
                <a:cs typeface="Poppins"/>
                <a:sym typeface="Poppins"/>
              </a:rPr>
              <a:t>” (&lt;30m), “</a:t>
            </a:r>
            <a:r>
              <a:rPr b="1" i="0" lang="es-CL" sz="2000" u="none" cap="none" strike="noStrike">
                <a:solidFill>
                  <a:schemeClr val="dk1"/>
                </a:solidFill>
                <a:latin typeface="Poppins"/>
                <a:ea typeface="Poppins"/>
                <a:cs typeface="Poppins"/>
                <a:sym typeface="Poppins"/>
              </a:rPr>
              <a:t>en precaución</a:t>
            </a:r>
            <a:r>
              <a:rPr b="0" i="0" lang="es-CL" sz="2000" u="none" cap="none" strike="noStrike">
                <a:solidFill>
                  <a:schemeClr val="dk1"/>
                </a:solidFill>
                <a:latin typeface="Poppins"/>
                <a:ea typeface="Poppins"/>
                <a:cs typeface="Poppins"/>
                <a:sym typeface="Poppins"/>
              </a:rPr>
              <a:t>” (entre 30 y 50m), y “</a:t>
            </a:r>
            <a:r>
              <a:rPr b="1" i="0" lang="es-CL" sz="2000" u="none" cap="none" strike="noStrike">
                <a:solidFill>
                  <a:schemeClr val="dk1"/>
                </a:solidFill>
                <a:latin typeface="Poppins"/>
                <a:ea typeface="Poppins"/>
                <a:cs typeface="Poppins"/>
                <a:sym typeface="Poppins"/>
              </a:rPr>
              <a:t>fuera de peligro</a:t>
            </a:r>
            <a:r>
              <a:rPr b="0" i="0" lang="es-CL" sz="2000" u="none" cap="none" strike="noStrike">
                <a:solidFill>
                  <a:schemeClr val="dk1"/>
                </a:solidFill>
                <a:latin typeface="Poppins"/>
                <a:ea typeface="Poppins"/>
                <a:cs typeface="Poppins"/>
                <a:sym typeface="Poppins"/>
              </a:rPr>
              <a:t>” (&gt;50m).</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1000"/>
              </a:spcBef>
              <a:spcAft>
                <a:spcPts val="0"/>
              </a:spcAft>
              <a:buClr>
                <a:srgbClr val="000000"/>
              </a:buClr>
              <a:buSzPts val="2000"/>
              <a:buFont typeface="Arial"/>
              <a:buNone/>
            </a:pPr>
            <a:r>
              <a:rPr b="0" i="0" lang="es-CL" sz="2000" u="none" cap="none" strike="noStrike">
                <a:solidFill>
                  <a:schemeClr val="dk1"/>
                </a:solidFill>
                <a:latin typeface="Poppins"/>
                <a:ea typeface="Poppins"/>
                <a:cs typeface="Poppins"/>
                <a:sym typeface="Poppins"/>
              </a:rPr>
              <a:t>El programa también debe indicar el nombre de cada ciudad en que la cantidad de personas “en riesgo” supera al promedio nacional de personas “en riesgo”. Lo mismo para los otros dos estados.</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1000"/>
              </a:spcBef>
              <a:spcAft>
                <a:spcPts val="0"/>
              </a:spcAft>
              <a:buClr>
                <a:srgbClr val="000000"/>
              </a:buClr>
              <a:buSzPts val="2000"/>
              <a:buFont typeface="Arial"/>
              <a:buNone/>
            </a:pPr>
            <a:r>
              <a:rPr b="0" i="0" lang="es-CL" sz="2000" u="none" cap="none" strike="noStrike">
                <a:solidFill>
                  <a:schemeClr val="dk1"/>
                </a:solidFill>
                <a:latin typeface="Poppins"/>
                <a:ea typeface="Poppins"/>
                <a:cs typeface="Poppins"/>
                <a:sym typeface="Poppins"/>
              </a:rPr>
              <a:t>Además, debe indicar si alguna ciudad es superior al promedio “en riesgo”, “en precaución”, pero inferior al promedio “fuera de peligro”</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1000"/>
              </a:spcBef>
              <a:spcAft>
                <a:spcPts val="0"/>
              </a:spcAft>
              <a:buClr>
                <a:srgbClr val="000000"/>
              </a:buClr>
              <a:buSzPts val="2000"/>
              <a:buFont typeface="Arial"/>
              <a:buNone/>
            </a:pPr>
            <a:r>
              <a:rPr b="1" i="0" lang="es-CL" sz="2000" u="none" cap="none" strike="noStrike">
                <a:solidFill>
                  <a:schemeClr val="dk1"/>
                </a:solidFill>
                <a:latin typeface="Poppins"/>
                <a:ea typeface="Poppins"/>
                <a:cs typeface="Poppins"/>
                <a:sym typeface="Poppins"/>
              </a:rPr>
              <a:t>¿Se puede hacer?</a:t>
            </a:r>
            <a:endParaRPr b="0" i="0" sz="1400" u="none" cap="none" strike="noStrike">
              <a:solidFill>
                <a:srgbClr val="000000"/>
              </a:solidFill>
              <a:latin typeface="Arial"/>
              <a:ea typeface="Arial"/>
              <a:cs typeface="Arial"/>
              <a:sym typeface="Arial"/>
            </a:endParaRPr>
          </a:p>
        </p:txBody>
      </p:sp>
      <p:sp>
        <p:nvSpPr>
          <p:cNvPr id="329" name="Google Shape;329;p7"/>
          <p:cNvSpPr/>
          <p:nvPr/>
        </p:nvSpPr>
        <p:spPr>
          <a:xfrm>
            <a:off x="2492594" y="2559672"/>
            <a:ext cx="7149662" cy="2617584"/>
          </a:xfrm>
          <a:prstGeom prst="roundRect">
            <a:avLst>
              <a:gd fmla="val 13090" name="adj"/>
            </a:avLst>
          </a:prstGeom>
          <a:solidFill>
            <a:schemeClr val="accent1"/>
          </a:solidFill>
          <a:ln>
            <a:noFill/>
          </a:ln>
          <a:effectLst>
            <a:outerShdw blurRad="381000" rotWithShape="0" algn="ctr" dir="5400000" dist="127000">
              <a:srgbClr val="000000">
                <a:alpha val="29411"/>
              </a:srgbClr>
            </a:outerShdw>
          </a:effectLst>
        </p:spPr>
        <p:txBody>
          <a:bodyPr anchorCtr="0" anchor="ctr" bIns="0" lIns="288000" spcFirstLastPara="1" rIns="288000" wrap="square" tIns="0">
            <a:noAutofit/>
          </a:bodyPr>
          <a:lstStyle/>
          <a:p>
            <a:pPr indent="0" lvl="0" marL="0" marR="0" rtl="0" algn="ctr">
              <a:lnSpc>
                <a:spcPct val="120000"/>
              </a:lnSpc>
              <a:spcBef>
                <a:spcPts val="0"/>
              </a:spcBef>
              <a:spcAft>
                <a:spcPts val="0"/>
              </a:spcAft>
              <a:buClr>
                <a:srgbClr val="000000"/>
              </a:buClr>
              <a:buSzPts val="2400"/>
              <a:buFont typeface="Arial"/>
              <a:buNone/>
            </a:pPr>
            <a:r>
              <a:rPr b="0" i="0" lang="es-CL" sz="2400" u="none" cap="none" strike="noStrike">
                <a:solidFill>
                  <a:schemeClr val="lt1"/>
                </a:solidFill>
                <a:latin typeface="Poppins"/>
                <a:ea typeface="Poppins"/>
                <a:cs typeface="Poppins"/>
                <a:sym typeface="Poppins"/>
              </a:rPr>
              <a:t>La verdad, es que sí.</a:t>
            </a:r>
            <a:endParaRPr b="0" i="0" sz="1400" u="none" cap="none" strike="noStrike">
              <a:solidFill>
                <a:srgbClr val="000000"/>
              </a:solidFill>
              <a:latin typeface="Arial"/>
              <a:ea typeface="Arial"/>
              <a:cs typeface="Arial"/>
              <a:sym typeface="Arial"/>
            </a:endParaRPr>
          </a:p>
          <a:p>
            <a:pPr indent="0" lvl="0" marL="0" marR="0" rtl="0" algn="ctr">
              <a:lnSpc>
                <a:spcPct val="120000"/>
              </a:lnSpc>
              <a:spcBef>
                <a:spcPts val="1000"/>
              </a:spcBef>
              <a:spcAft>
                <a:spcPts val="0"/>
              </a:spcAft>
              <a:buClr>
                <a:srgbClr val="000000"/>
              </a:buClr>
              <a:buSzPts val="2400"/>
              <a:buFont typeface="Arial"/>
              <a:buNone/>
            </a:pPr>
            <a:r>
              <a:rPr b="0" i="0" lang="es-CL" sz="2400" u="none" cap="none" strike="noStrike">
                <a:solidFill>
                  <a:schemeClr val="lt1"/>
                </a:solidFill>
                <a:latin typeface="Poppins"/>
                <a:ea typeface="Poppins"/>
                <a:cs typeface="Poppins"/>
                <a:sym typeface="Poppins"/>
              </a:rPr>
              <a:t>Usando apropiadamente un montón de listas puedes responder estas preguntas.</a:t>
            </a:r>
            <a:endParaRPr b="0" i="0" sz="1400" u="none" cap="none" strike="noStrike">
              <a:solidFill>
                <a:srgbClr val="000000"/>
              </a:solidFill>
              <a:latin typeface="Arial"/>
              <a:ea typeface="Arial"/>
              <a:cs typeface="Arial"/>
              <a:sym typeface="Arial"/>
            </a:endParaRPr>
          </a:p>
          <a:p>
            <a:pPr indent="0" lvl="0" marL="0" marR="0" rtl="0" algn="ctr">
              <a:lnSpc>
                <a:spcPct val="120000"/>
              </a:lnSpc>
              <a:spcBef>
                <a:spcPts val="1000"/>
              </a:spcBef>
              <a:spcAft>
                <a:spcPts val="0"/>
              </a:spcAft>
              <a:buClr>
                <a:srgbClr val="000000"/>
              </a:buClr>
              <a:buSzPts val="2400"/>
              <a:buFont typeface="Arial"/>
              <a:buNone/>
            </a:pPr>
            <a:r>
              <a:rPr b="0" i="0" lang="es-CL" sz="2400" u="none" cap="none" strike="noStrike">
                <a:solidFill>
                  <a:schemeClr val="lt1"/>
                </a:solidFill>
                <a:latin typeface="Poppins"/>
                <a:ea typeface="Poppins"/>
                <a:cs typeface="Poppins"/>
                <a:sym typeface="Poppins"/>
              </a:rPr>
              <a:t>Pero hay una manera más fácil</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28"/>
                                        </p:tgtEl>
                                        <p:attrNameLst>
                                          <p:attrName>style.visibility</p:attrName>
                                        </p:attrNameLst>
                                      </p:cBhvr>
                                      <p:to>
                                        <p:strVal val="visible"/>
                                      </p:to>
                                    </p:set>
                                    <p:anim calcmode="lin" valueType="num">
                                      <p:cBhvr additive="base">
                                        <p:cTn dur="500"/>
                                        <p:tgtEl>
                                          <p:spTgt spid="328"/>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328">
                                            <p:txEl>
                                              <p:pRg end="0" st="0"/>
                                            </p:txEl>
                                          </p:spTgt>
                                        </p:tgtEl>
                                        <p:attrNameLst>
                                          <p:attrName>style.visibility</p:attrName>
                                        </p:attrNameLst>
                                      </p:cBhvr>
                                      <p:to>
                                        <p:strVal val="visible"/>
                                      </p:to>
                                    </p:set>
                                    <p:anim calcmode="lin" valueType="num">
                                      <p:cBhvr additive="base">
                                        <p:cTn dur="500"/>
                                        <p:tgtEl>
                                          <p:spTgt spid="328">
                                            <p:txEl>
                                              <p:pRg end="0" st="0"/>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328">
                                            <p:txEl>
                                              <p:pRg end="1" st="1"/>
                                            </p:txEl>
                                          </p:spTgt>
                                        </p:tgtEl>
                                        <p:attrNameLst>
                                          <p:attrName>style.visibility</p:attrName>
                                        </p:attrNameLst>
                                      </p:cBhvr>
                                      <p:to>
                                        <p:strVal val="visible"/>
                                      </p:to>
                                    </p:set>
                                    <p:anim calcmode="lin" valueType="num">
                                      <p:cBhvr additive="base">
                                        <p:cTn dur="500"/>
                                        <p:tgtEl>
                                          <p:spTgt spid="328">
                                            <p:txEl>
                                              <p:pRg end="1" st="1"/>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328">
                                            <p:txEl>
                                              <p:pRg end="2" st="2"/>
                                            </p:txEl>
                                          </p:spTgt>
                                        </p:tgtEl>
                                        <p:attrNameLst>
                                          <p:attrName>style.visibility</p:attrName>
                                        </p:attrNameLst>
                                      </p:cBhvr>
                                      <p:to>
                                        <p:strVal val="visible"/>
                                      </p:to>
                                    </p:set>
                                    <p:anim calcmode="lin" valueType="num">
                                      <p:cBhvr additive="base">
                                        <p:cTn dur="500"/>
                                        <p:tgtEl>
                                          <p:spTgt spid="328">
                                            <p:txEl>
                                              <p:pRg end="2" st="2"/>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328">
                                            <p:txEl>
                                              <p:pRg end="3" st="3"/>
                                            </p:txEl>
                                          </p:spTgt>
                                        </p:tgtEl>
                                        <p:attrNameLst>
                                          <p:attrName>style.visibility</p:attrName>
                                        </p:attrNameLst>
                                      </p:cBhvr>
                                      <p:to>
                                        <p:strVal val="visible"/>
                                      </p:to>
                                    </p:set>
                                    <p:anim calcmode="lin" valueType="num">
                                      <p:cBhvr additive="base">
                                        <p:cTn dur="500"/>
                                        <p:tgtEl>
                                          <p:spTgt spid="328">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9"/>
                                        </p:tgtEl>
                                        <p:attrNameLst>
                                          <p:attrName>style.visibility</p:attrName>
                                        </p:attrNameLst>
                                      </p:cBhvr>
                                      <p:to>
                                        <p:strVal val="visible"/>
                                      </p:to>
                                    </p:set>
                                    <p:animEffect filter="fade" transition="in">
                                      <p:cBhvr>
                                        <p:cTn dur="500"/>
                                        <p:tgtEl>
                                          <p:spTgt spid="32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8"/>
          <p:cNvSpPr txBox="1"/>
          <p:nvPr/>
        </p:nvSpPr>
        <p:spPr>
          <a:xfrm>
            <a:off x="1112990" y="1581818"/>
            <a:ext cx="5779424" cy="1328569"/>
          </a:xfrm>
          <a:prstGeom prst="rect">
            <a:avLst/>
          </a:prstGeom>
          <a:noFill/>
          <a:ln>
            <a:noFill/>
          </a:ln>
        </p:spPr>
        <p:txBody>
          <a:bodyPr anchorCtr="0" anchor="t" bIns="45700" lIns="0"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i="0" lang="es-CL" sz="4400" u="none" cap="none" strike="noStrike">
                <a:solidFill>
                  <a:schemeClr val="dk1"/>
                </a:solidFill>
                <a:latin typeface="Poppins"/>
                <a:ea typeface="Poppins"/>
                <a:cs typeface="Poppins"/>
                <a:sym typeface="Poppins"/>
              </a:rPr>
              <a:t>Matrices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0000"/>
              </a:buClr>
              <a:buSzPts val="2800"/>
              <a:buFont typeface="Arial"/>
              <a:buNone/>
            </a:pPr>
            <a:r>
              <a:rPr b="1" i="0" lang="es-CL" sz="2800" u="none" cap="none" strike="noStrike">
                <a:solidFill>
                  <a:schemeClr val="dk1"/>
                </a:solidFill>
                <a:latin typeface="Poppins"/>
                <a:ea typeface="Poppins"/>
                <a:cs typeface="Poppins"/>
                <a:sym typeface="Poppins"/>
              </a:rPr>
              <a:t>La segunda estructura de datos</a:t>
            </a:r>
            <a:endParaRPr b="0" i="0" sz="1400" u="none" cap="none" strike="noStrike">
              <a:solidFill>
                <a:srgbClr val="000000"/>
              </a:solidFill>
              <a:latin typeface="Arial"/>
              <a:ea typeface="Arial"/>
              <a:cs typeface="Arial"/>
              <a:sym typeface="Arial"/>
            </a:endParaRPr>
          </a:p>
        </p:txBody>
      </p:sp>
      <p:sp>
        <p:nvSpPr>
          <p:cNvPr id="335" name="Google Shape;335;p8"/>
          <p:cNvSpPr txBox="1"/>
          <p:nvPr/>
        </p:nvSpPr>
        <p:spPr>
          <a:xfrm>
            <a:off x="1112989" y="1211208"/>
            <a:ext cx="1496564"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CL" sz="1200" u="none" cap="none" strike="noStrike">
                <a:solidFill>
                  <a:schemeClr val="accent1"/>
                </a:solidFill>
                <a:latin typeface="Poppins"/>
                <a:ea typeface="Poppins"/>
                <a:cs typeface="Poppins"/>
                <a:sym typeface="Poppins"/>
              </a:rPr>
              <a:t>Clase 10: Matrices</a:t>
            </a:r>
            <a:endParaRPr b="0" i="0" sz="1400" u="none" cap="none" strike="noStrike">
              <a:solidFill>
                <a:srgbClr val="000000"/>
              </a:solidFill>
              <a:latin typeface="Arial"/>
              <a:ea typeface="Arial"/>
              <a:cs typeface="Arial"/>
              <a:sym typeface="Arial"/>
            </a:endParaRPr>
          </a:p>
        </p:txBody>
      </p:sp>
      <p:grpSp>
        <p:nvGrpSpPr>
          <p:cNvPr id="336" name="Google Shape;336;p8"/>
          <p:cNvGrpSpPr/>
          <p:nvPr/>
        </p:nvGrpSpPr>
        <p:grpSpPr>
          <a:xfrm>
            <a:off x="7507288" y="1763713"/>
            <a:ext cx="6037262" cy="5462588"/>
            <a:chOff x="7507288" y="1763713"/>
            <a:chExt cx="6037262" cy="5462588"/>
          </a:xfrm>
        </p:grpSpPr>
        <p:sp>
          <p:nvSpPr>
            <p:cNvPr id="337" name="Google Shape;337;p8"/>
            <p:cNvSpPr/>
            <p:nvPr/>
          </p:nvSpPr>
          <p:spPr>
            <a:xfrm>
              <a:off x="7507288" y="5321301"/>
              <a:ext cx="4684712" cy="685800"/>
            </a:xfrm>
            <a:prstGeom prst="rect">
              <a:avLst/>
            </a:pr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38" name="Google Shape;338;p8"/>
            <p:cNvSpPr/>
            <p:nvPr/>
          </p:nvSpPr>
          <p:spPr>
            <a:xfrm>
              <a:off x="7507288" y="5321301"/>
              <a:ext cx="6037262" cy="685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39" name="Google Shape;339;p8"/>
            <p:cNvSpPr/>
            <p:nvPr/>
          </p:nvSpPr>
          <p:spPr>
            <a:xfrm>
              <a:off x="12250738" y="5321301"/>
              <a:ext cx="1293812" cy="685800"/>
            </a:xfrm>
            <a:custGeom>
              <a:rect b="b" l="l" r="r" t="t"/>
              <a:pathLst>
                <a:path extrusionOk="0" h="432" w="815">
                  <a:moveTo>
                    <a:pt x="815" y="0"/>
                  </a:moveTo>
                  <a:lnTo>
                    <a:pt x="0" y="0"/>
                  </a:lnTo>
                  <a:lnTo>
                    <a:pt x="0" y="432"/>
                  </a:lnTo>
                  <a:lnTo>
                    <a:pt x="395" y="432"/>
                  </a:lnTo>
                  <a:lnTo>
                    <a:pt x="815" y="432"/>
                  </a:lnTo>
                  <a:lnTo>
                    <a:pt x="815"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40" name="Google Shape;340;p8"/>
            <p:cNvSpPr/>
            <p:nvPr/>
          </p:nvSpPr>
          <p:spPr>
            <a:xfrm>
              <a:off x="7507288" y="6007101"/>
              <a:ext cx="666750" cy="1219200"/>
            </a:xfrm>
            <a:prstGeom prst="rect">
              <a:avLst/>
            </a:pr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41" name="Google Shape;341;p8"/>
            <p:cNvSpPr/>
            <p:nvPr/>
          </p:nvSpPr>
          <p:spPr>
            <a:xfrm>
              <a:off x="7507288" y="6007101"/>
              <a:ext cx="666750" cy="1219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42" name="Google Shape;342;p8"/>
            <p:cNvSpPr/>
            <p:nvPr/>
          </p:nvSpPr>
          <p:spPr>
            <a:xfrm>
              <a:off x="7507288" y="6007101"/>
              <a:ext cx="666750" cy="1219200"/>
            </a:xfrm>
            <a:custGeom>
              <a:rect b="b" l="l" r="r" t="t"/>
              <a:pathLst>
                <a:path extrusionOk="0" h="768" w="420">
                  <a:moveTo>
                    <a:pt x="420" y="0"/>
                  </a:moveTo>
                  <a:lnTo>
                    <a:pt x="0" y="0"/>
                  </a:lnTo>
                  <a:lnTo>
                    <a:pt x="0" y="43"/>
                  </a:lnTo>
                  <a:lnTo>
                    <a:pt x="297" y="131"/>
                  </a:lnTo>
                  <a:lnTo>
                    <a:pt x="297" y="768"/>
                  </a:lnTo>
                  <a:lnTo>
                    <a:pt x="420" y="768"/>
                  </a:lnTo>
                  <a:lnTo>
                    <a:pt x="420" y="0"/>
                  </a:lnTo>
                  <a:close/>
                </a:path>
              </a:pathLst>
            </a:custGeom>
            <a:solidFill>
              <a:schemeClr val="dk1">
                <a:alpha val="20000"/>
              </a:scheme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43" name="Google Shape;343;p8"/>
            <p:cNvSpPr/>
            <p:nvPr/>
          </p:nvSpPr>
          <p:spPr>
            <a:xfrm>
              <a:off x="7507288" y="6007101"/>
              <a:ext cx="666750" cy="1219200"/>
            </a:xfrm>
            <a:custGeom>
              <a:rect b="b" l="l" r="r" t="t"/>
              <a:pathLst>
                <a:path extrusionOk="0" h="768" w="420">
                  <a:moveTo>
                    <a:pt x="420" y="0"/>
                  </a:moveTo>
                  <a:lnTo>
                    <a:pt x="0" y="0"/>
                  </a:lnTo>
                  <a:lnTo>
                    <a:pt x="0" y="43"/>
                  </a:lnTo>
                  <a:lnTo>
                    <a:pt x="297" y="131"/>
                  </a:lnTo>
                  <a:lnTo>
                    <a:pt x="297" y="768"/>
                  </a:lnTo>
                  <a:lnTo>
                    <a:pt x="420" y="768"/>
                  </a:lnTo>
                  <a:lnTo>
                    <a:pt x="420"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44" name="Google Shape;344;p8"/>
            <p:cNvSpPr/>
            <p:nvPr/>
          </p:nvSpPr>
          <p:spPr>
            <a:xfrm>
              <a:off x="12877800" y="6007101"/>
              <a:ext cx="666750" cy="1219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45" name="Google Shape;345;p8"/>
            <p:cNvSpPr/>
            <p:nvPr/>
          </p:nvSpPr>
          <p:spPr>
            <a:xfrm>
              <a:off x="12877800" y="6007101"/>
              <a:ext cx="666750" cy="1219200"/>
            </a:xfrm>
            <a:custGeom>
              <a:rect b="b" l="l" r="r" t="t"/>
              <a:pathLst>
                <a:path extrusionOk="0" h="768" w="420">
                  <a:moveTo>
                    <a:pt x="0" y="0"/>
                  </a:moveTo>
                  <a:lnTo>
                    <a:pt x="0" y="0"/>
                  </a:lnTo>
                  <a:lnTo>
                    <a:pt x="0" y="768"/>
                  </a:lnTo>
                  <a:lnTo>
                    <a:pt x="420" y="768"/>
                  </a:lnTo>
                  <a:lnTo>
                    <a:pt x="297" y="768"/>
                  </a:lnTo>
                  <a:lnTo>
                    <a:pt x="297" y="131"/>
                  </a:lnTo>
                  <a:lnTo>
                    <a:pt x="0" y="43"/>
                  </a:lnTo>
                  <a:lnTo>
                    <a:pt x="0"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46" name="Google Shape;346;p8"/>
            <p:cNvSpPr/>
            <p:nvPr/>
          </p:nvSpPr>
          <p:spPr>
            <a:xfrm>
              <a:off x="11585575" y="6007101"/>
              <a:ext cx="665162" cy="1219200"/>
            </a:xfrm>
            <a:prstGeom prst="rect">
              <a:avLst/>
            </a:pr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47" name="Google Shape;347;p8"/>
            <p:cNvSpPr/>
            <p:nvPr/>
          </p:nvSpPr>
          <p:spPr>
            <a:xfrm>
              <a:off x="11585575" y="6007101"/>
              <a:ext cx="665162" cy="1219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48" name="Google Shape;348;p8"/>
            <p:cNvSpPr/>
            <p:nvPr/>
          </p:nvSpPr>
          <p:spPr>
            <a:xfrm>
              <a:off x="11585575" y="6007101"/>
              <a:ext cx="665162" cy="1219200"/>
            </a:xfrm>
            <a:custGeom>
              <a:rect b="b" l="l" r="r" t="t"/>
              <a:pathLst>
                <a:path extrusionOk="0" h="768" w="419">
                  <a:moveTo>
                    <a:pt x="419" y="0"/>
                  </a:moveTo>
                  <a:lnTo>
                    <a:pt x="419" y="0"/>
                  </a:lnTo>
                  <a:lnTo>
                    <a:pt x="0" y="0"/>
                  </a:lnTo>
                  <a:lnTo>
                    <a:pt x="0" y="43"/>
                  </a:lnTo>
                  <a:lnTo>
                    <a:pt x="297" y="131"/>
                  </a:lnTo>
                  <a:lnTo>
                    <a:pt x="297" y="768"/>
                  </a:lnTo>
                  <a:lnTo>
                    <a:pt x="419" y="768"/>
                  </a:lnTo>
                  <a:lnTo>
                    <a:pt x="419" y="0"/>
                  </a:lnTo>
                  <a:close/>
                </a:path>
              </a:pathLst>
            </a:custGeom>
            <a:solidFill>
              <a:schemeClr val="dk1">
                <a:alpha val="20000"/>
              </a:scheme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49" name="Google Shape;349;p8"/>
            <p:cNvSpPr/>
            <p:nvPr/>
          </p:nvSpPr>
          <p:spPr>
            <a:xfrm>
              <a:off x="11585575" y="6007101"/>
              <a:ext cx="665162" cy="1219200"/>
            </a:xfrm>
            <a:custGeom>
              <a:rect b="b" l="l" r="r" t="t"/>
              <a:pathLst>
                <a:path extrusionOk="0" h="768" w="419">
                  <a:moveTo>
                    <a:pt x="419" y="0"/>
                  </a:moveTo>
                  <a:lnTo>
                    <a:pt x="419" y="0"/>
                  </a:lnTo>
                  <a:lnTo>
                    <a:pt x="0" y="0"/>
                  </a:lnTo>
                  <a:lnTo>
                    <a:pt x="0" y="43"/>
                  </a:lnTo>
                  <a:lnTo>
                    <a:pt x="297" y="131"/>
                  </a:lnTo>
                  <a:lnTo>
                    <a:pt x="297" y="768"/>
                  </a:lnTo>
                  <a:lnTo>
                    <a:pt x="419" y="768"/>
                  </a:lnTo>
                  <a:lnTo>
                    <a:pt x="419"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50" name="Google Shape;350;p8"/>
            <p:cNvSpPr/>
            <p:nvPr/>
          </p:nvSpPr>
          <p:spPr>
            <a:xfrm>
              <a:off x="8801100" y="6007101"/>
              <a:ext cx="665162" cy="1219200"/>
            </a:xfrm>
            <a:prstGeom prst="rect">
              <a:avLst/>
            </a:pr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51" name="Google Shape;351;p8"/>
            <p:cNvSpPr/>
            <p:nvPr/>
          </p:nvSpPr>
          <p:spPr>
            <a:xfrm>
              <a:off x="8801100" y="6007101"/>
              <a:ext cx="665162" cy="1219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52" name="Google Shape;352;p8"/>
            <p:cNvSpPr/>
            <p:nvPr/>
          </p:nvSpPr>
          <p:spPr>
            <a:xfrm>
              <a:off x="8801100" y="6007101"/>
              <a:ext cx="665162" cy="1219200"/>
            </a:xfrm>
            <a:custGeom>
              <a:rect b="b" l="l" r="r" t="t"/>
              <a:pathLst>
                <a:path extrusionOk="0" h="768" w="419">
                  <a:moveTo>
                    <a:pt x="0" y="0"/>
                  </a:moveTo>
                  <a:lnTo>
                    <a:pt x="0" y="0"/>
                  </a:lnTo>
                  <a:lnTo>
                    <a:pt x="0" y="768"/>
                  </a:lnTo>
                  <a:lnTo>
                    <a:pt x="419" y="768"/>
                  </a:lnTo>
                  <a:lnTo>
                    <a:pt x="297" y="768"/>
                  </a:lnTo>
                  <a:lnTo>
                    <a:pt x="297" y="131"/>
                  </a:lnTo>
                  <a:lnTo>
                    <a:pt x="0" y="43"/>
                  </a:lnTo>
                  <a:lnTo>
                    <a:pt x="0"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53" name="Google Shape;353;p8"/>
            <p:cNvSpPr/>
            <p:nvPr/>
          </p:nvSpPr>
          <p:spPr>
            <a:xfrm>
              <a:off x="8801100" y="6007101"/>
              <a:ext cx="665162" cy="1219200"/>
            </a:xfrm>
            <a:custGeom>
              <a:rect b="b" l="l" r="r" t="t"/>
              <a:pathLst>
                <a:path extrusionOk="0" h="768" w="419">
                  <a:moveTo>
                    <a:pt x="419" y="0"/>
                  </a:moveTo>
                  <a:lnTo>
                    <a:pt x="0" y="0"/>
                  </a:lnTo>
                  <a:lnTo>
                    <a:pt x="0" y="43"/>
                  </a:lnTo>
                  <a:lnTo>
                    <a:pt x="297" y="131"/>
                  </a:lnTo>
                  <a:lnTo>
                    <a:pt x="297" y="768"/>
                  </a:lnTo>
                  <a:lnTo>
                    <a:pt x="419" y="768"/>
                  </a:lnTo>
                  <a:lnTo>
                    <a:pt x="419" y="0"/>
                  </a:lnTo>
                  <a:close/>
                </a:path>
              </a:pathLst>
            </a:custGeom>
            <a:solidFill>
              <a:schemeClr val="dk1">
                <a:alpha val="20000"/>
              </a:scheme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54" name="Google Shape;354;p8"/>
            <p:cNvSpPr/>
            <p:nvPr/>
          </p:nvSpPr>
          <p:spPr>
            <a:xfrm>
              <a:off x="8801100" y="6007101"/>
              <a:ext cx="665162" cy="1219200"/>
            </a:xfrm>
            <a:custGeom>
              <a:rect b="b" l="l" r="r" t="t"/>
              <a:pathLst>
                <a:path extrusionOk="0" h="768" w="419">
                  <a:moveTo>
                    <a:pt x="419" y="0"/>
                  </a:moveTo>
                  <a:lnTo>
                    <a:pt x="0" y="0"/>
                  </a:lnTo>
                  <a:lnTo>
                    <a:pt x="0" y="43"/>
                  </a:lnTo>
                  <a:lnTo>
                    <a:pt x="297" y="131"/>
                  </a:lnTo>
                  <a:lnTo>
                    <a:pt x="297" y="768"/>
                  </a:lnTo>
                  <a:lnTo>
                    <a:pt x="419" y="768"/>
                  </a:lnTo>
                  <a:lnTo>
                    <a:pt x="419"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55" name="Google Shape;355;p8"/>
            <p:cNvSpPr/>
            <p:nvPr/>
          </p:nvSpPr>
          <p:spPr>
            <a:xfrm>
              <a:off x="8936038" y="2600326"/>
              <a:ext cx="4025900" cy="2589213"/>
            </a:xfrm>
            <a:custGeom>
              <a:rect b="b" l="l" r="r" t="t"/>
              <a:pathLst>
                <a:path extrusionOk="0" h="533" w="828">
                  <a:moveTo>
                    <a:pt x="777" y="533"/>
                  </a:moveTo>
                  <a:cubicBezTo>
                    <a:pt x="17" y="533"/>
                    <a:pt x="17" y="533"/>
                    <a:pt x="17" y="533"/>
                  </a:cubicBezTo>
                  <a:cubicBezTo>
                    <a:pt x="7" y="533"/>
                    <a:pt x="0" y="524"/>
                    <a:pt x="0" y="514"/>
                  </a:cubicBezTo>
                  <a:cubicBezTo>
                    <a:pt x="31" y="18"/>
                    <a:pt x="31" y="18"/>
                    <a:pt x="31" y="18"/>
                  </a:cubicBezTo>
                  <a:cubicBezTo>
                    <a:pt x="32" y="8"/>
                    <a:pt x="41" y="0"/>
                    <a:pt x="51" y="0"/>
                  </a:cubicBezTo>
                  <a:cubicBezTo>
                    <a:pt x="811" y="0"/>
                    <a:pt x="811" y="0"/>
                    <a:pt x="811" y="0"/>
                  </a:cubicBezTo>
                  <a:cubicBezTo>
                    <a:pt x="821" y="0"/>
                    <a:pt x="828" y="8"/>
                    <a:pt x="828" y="18"/>
                  </a:cubicBezTo>
                  <a:cubicBezTo>
                    <a:pt x="796" y="514"/>
                    <a:pt x="796" y="514"/>
                    <a:pt x="796" y="514"/>
                  </a:cubicBezTo>
                  <a:cubicBezTo>
                    <a:pt x="796" y="524"/>
                    <a:pt x="787" y="533"/>
                    <a:pt x="777" y="533"/>
                  </a:cubicBezTo>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56" name="Google Shape;356;p8"/>
            <p:cNvSpPr/>
            <p:nvPr/>
          </p:nvSpPr>
          <p:spPr>
            <a:xfrm>
              <a:off x="9018588" y="2600326"/>
              <a:ext cx="3943350" cy="2589213"/>
            </a:xfrm>
            <a:custGeom>
              <a:rect b="b" l="l" r="r" t="t"/>
              <a:pathLst>
                <a:path extrusionOk="0" h="533" w="811">
                  <a:moveTo>
                    <a:pt x="794" y="0"/>
                  </a:moveTo>
                  <a:cubicBezTo>
                    <a:pt x="788" y="0"/>
                    <a:pt x="788" y="0"/>
                    <a:pt x="788" y="0"/>
                  </a:cubicBezTo>
                  <a:cubicBezTo>
                    <a:pt x="798" y="0"/>
                    <a:pt x="806" y="8"/>
                    <a:pt x="805" y="18"/>
                  </a:cubicBezTo>
                  <a:cubicBezTo>
                    <a:pt x="774" y="514"/>
                    <a:pt x="774" y="514"/>
                    <a:pt x="774" y="514"/>
                  </a:cubicBezTo>
                  <a:cubicBezTo>
                    <a:pt x="773" y="524"/>
                    <a:pt x="764" y="533"/>
                    <a:pt x="754" y="533"/>
                  </a:cubicBezTo>
                  <a:cubicBezTo>
                    <a:pt x="0" y="533"/>
                    <a:pt x="0" y="533"/>
                    <a:pt x="0" y="533"/>
                  </a:cubicBezTo>
                  <a:cubicBezTo>
                    <a:pt x="0" y="533"/>
                    <a:pt x="0" y="533"/>
                    <a:pt x="0" y="533"/>
                  </a:cubicBezTo>
                  <a:cubicBezTo>
                    <a:pt x="760" y="533"/>
                    <a:pt x="760" y="533"/>
                    <a:pt x="760" y="533"/>
                  </a:cubicBezTo>
                  <a:cubicBezTo>
                    <a:pt x="770" y="533"/>
                    <a:pt x="779" y="524"/>
                    <a:pt x="779" y="514"/>
                  </a:cubicBezTo>
                  <a:cubicBezTo>
                    <a:pt x="811" y="18"/>
                    <a:pt x="811" y="18"/>
                    <a:pt x="811" y="18"/>
                  </a:cubicBezTo>
                  <a:cubicBezTo>
                    <a:pt x="811" y="18"/>
                    <a:pt x="811" y="17"/>
                    <a:pt x="811" y="17"/>
                  </a:cubicBezTo>
                  <a:cubicBezTo>
                    <a:pt x="811" y="7"/>
                    <a:pt x="803" y="0"/>
                    <a:pt x="794" y="0"/>
                  </a:cubicBezTo>
                </a:path>
              </a:pathLst>
            </a:custGeom>
            <a:solidFill>
              <a:srgbClr val="0F141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57" name="Google Shape;357;p8"/>
            <p:cNvSpPr/>
            <p:nvPr/>
          </p:nvSpPr>
          <p:spPr>
            <a:xfrm>
              <a:off x="8907463" y="2600326"/>
              <a:ext cx="4029075" cy="2589213"/>
            </a:xfrm>
            <a:custGeom>
              <a:rect b="b" l="l" r="r" t="t"/>
              <a:pathLst>
                <a:path extrusionOk="0" h="533" w="829">
                  <a:moveTo>
                    <a:pt x="777" y="533"/>
                  </a:moveTo>
                  <a:cubicBezTo>
                    <a:pt x="18" y="533"/>
                    <a:pt x="18" y="533"/>
                    <a:pt x="18" y="533"/>
                  </a:cubicBezTo>
                  <a:cubicBezTo>
                    <a:pt x="8" y="533"/>
                    <a:pt x="0" y="524"/>
                    <a:pt x="1" y="514"/>
                  </a:cubicBezTo>
                  <a:cubicBezTo>
                    <a:pt x="32" y="18"/>
                    <a:pt x="32" y="18"/>
                    <a:pt x="32" y="18"/>
                  </a:cubicBezTo>
                  <a:cubicBezTo>
                    <a:pt x="32" y="8"/>
                    <a:pt x="41" y="0"/>
                    <a:pt x="51" y="0"/>
                  </a:cubicBezTo>
                  <a:cubicBezTo>
                    <a:pt x="811" y="0"/>
                    <a:pt x="811" y="0"/>
                    <a:pt x="811" y="0"/>
                  </a:cubicBezTo>
                  <a:cubicBezTo>
                    <a:pt x="821" y="0"/>
                    <a:pt x="829" y="8"/>
                    <a:pt x="828" y="18"/>
                  </a:cubicBezTo>
                  <a:cubicBezTo>
                    <a:pt x="797" y="514"/>
                    <a:pt x="797" y="514"/>
                    <a:pt x="797" y="514"/>
                  </a:cubicBezTo>
                  <a:cubicBezTo>
                    <a:pt x="796" y="524"/>
                    <a:pt x="787" y="533"/>
                    <a:pt x="777" y="533"/>
                  </a:cubicBezTo>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58" name="Google Shape;358;p8"/>
            <p:cNvSpPr/>
            <p:nvPr/>
          </p:nvSpPr>
          <p:spPr>
            <a:xfrm>
              <a:off x="8183563" y="5219701"/>
              <a:ext cx="4602162" cy="101600"/>
            </a:xfrm>
            <a:custGeom>
              <a:rect b="b" l="l" r="r" t="t"/>
              <a:pathLst>
                <a:path extrusionOk="0" h="21" w="947">
                  <a:moveTo>
                    <a:pt x="925" y="0"/>
                  </a:moveTo>
                  <a:cubicBezTo>
                    <a:pt x="22" y="0"/>
                    <a:pt x="22" y="0"/>
                    <a:pt x="22" y="0"/>
                  </a:cubicBezTo>
                  <a:cubicBezTo>
                    <a:pt x="13" y="0"/>
                    <a:pt x="5" y="5"/>
                    <a:pt x="2" y="12"/>
                  </a:cubicBezTo>
                  <a:cubicBezTo>
                    <a:pt x="0" y="16"/>
                    <a:pt x="3" y="21"/>
                    <a:pt x="8" y="21"/>
                  </a:cubicBezTo>
                  <a:cubicBezTo>
                    <a:pt x="939" y="21"/>
                    <a:pt x="939" y="21"/>
                    <a:pt x="939" y="21"/>
                  </a:cubicBezTo>
                  <a:cubicBezTo>
                    <a:pt x="944" y="21"/>
                    <a:pt x="947" y="16"/>
                    <a:pt x="945" y="12"/>
                  </a:cubicBezTo>
                  <a:cubicBezTo>
                    <a:pt x="942" y="5"/>
                    <a:pt x="934" y="0"/>
                    <a:pt x="925" y="0"/>
                  </a:cubicBezTo>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59" name="Google Shape;359;p8"/>
            <p:cNvSpPr/>
            <p:nvPr/>
          </p:nvSpPr>
          <p:spPr>
            <a:xfrm>
              <a:off x="11950700" y="5219701"/>
              <a:ext cx="830262" cy="101600"/>
            </a:xfrm>
            <a:custGeom>
              <a:rect b="b" l="l" r="r" t="t"/>
              <a:pathLst>
                <a:path extrusionOk="0" h="21" w="171">
                  <a:moveTo>
                    <a:pt x="150" y="0"/>
                  </a:moveTo>
                  <a:cubicBezTo>
                    <a:pt x="22" y="0"/>
                    <a:pt x="22" y="0"/>
                    <a:pt x="22" y="0"/>
                  </a:cubicBezTo>
                  <a:cubicBezTo>
                    <a:pt x="13" y="0"/>
                    <a:pt x="5" y="5"/>
                    <a:pt x="2" y="12"/>
                  </a:cubicBezTo>
                  <a:cubicBezTo>
                    <a:pt x="0" y="16"/>
                    <a:pt x="3" y="21"/>
                    <a:pt x="8" y="21"/>
                  </a:cubicBezTo>
                  <a:cubicBezTo>
                    <a:pt x="164" y="21"/>
                    <a:pt x="164" y="21"/>
                    <a:pt x="164" y="21"/>
                  </a:cubicBezTo>
                  <a:cubicBezTo>
                    <a:pt x="168" y="21"/>
                    <a:pt x="171" y="18"/>
                    <a:pt x="171" y="15"/>
                  </a:cubicBezTo>
                  <a:cubicBezTo>
                    <a:pt x="171" y="14"/>
                    <a:pt x="171" y="13"/>
                    <a:pt x="170" y="12"/>
                  </a:cubicBezTo>
                  <a:cubicBezTo>
                    <a:pt x="167" y="5"/>
                    <a:pt x="159" y="0"/>
                    <a:pt x="150" y="0"/>
                  </a:cubicBezTo>
                </a:path>
              </a:pathLst>
            </a:custGeom>
            <a:solidFill>
              <a:srgbClr val="0F141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60" name="Google Shape;360;p8"/>
            <p:cNvSpPr/>
            <p:nvPr/>
          </p:nvSpPr>
          <p:spPr>
            <a:xfrm>
              <a:off x="12115800" y="5267326"/>
              <a:ext cx="188912" cy="30163"/>
            </a:xfrm>
            <a:custGeom>
              <a:rect b="b" l="l" r="r" t="t"/>
              <a:pathLst>
                <a:path extrusionOk="0" h="6" w="39">
                  <a:moveTo>
                    <a:pt x="37" y="6"/>
                  </a:moveTo>
                  <a:cubicBezTo>
                    <a:pt x="3" y="6"/>
                    <a:pt x="3" y="6"/>
                    <a:pt x="3" y="6"/>
                  </a:cubicBezTo>
                  <a:cubicBezTo>
                    <a:pt x="2" y="6"/>
                    <a:pt x="0" y="4"/>
                    <a:pt x="0" y="3"/>
                  </a:cubicBezTo>
                  <a:cubicBezTo>
                    <a:pt x="0" y="1"/>
                    <a:pt x="2" y="0"/>
                    <a:pt x="3" y="0"/>
                  </a:cubicBezTo>
                  <a:cubicBezTo>
                    <a:pt x="37" y="0"/>
                    <a:pt x="37" y="0"/>
                    <a:pt x="37" y="0"/>
                  </a:cubicBezTo>
                  <a:cubicBezTo>
                    <a:pt x="38" y="0"/>
                    <a:pt x="39" y="1"/>
                    <a:pt x="39" y="3"/>
                  </a:cubicBezTo>
                  <a:cubicBezTo>
                    <a:pt x="39" y="4"/>
                    <a:pt x="38" y="6"/>
                    <a:pt x="37" y="6"/>
                  </a:cubicBez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61" name="Google Shape;361;p8"/>
            <p:cNvSpPr/>
            <p:nvPr/>
          </p:nvSpPr>
          <p:spPr>
            <a:xfrm>
              <a:off x="10044113" y="5267326"/>
              <a:ext cx="190500" cy="30163"/>
            </a:xfrm>
            <a:custGeom>
              <a:rect b="b" l="l" r="r" t="t"/>
              <a:pathLst>
                <a:path extrusionOk="0" h="6" w="39">
                  <a:moveTo>
                    <a:pt x="36" y="0"/>
                  </a:moveTo>
                  <a:cubicBezTo>
                    <a:pt x="3" y="0"/>
                    <a:pt x="3" y="0"/>
                    <a:pt x="3" y="0"/>
                  </a:cubicBezTo>
                  <a:cubicBezTo>
                    <a:pt x="1" y="0"/>
                    <a:pt x="0" y="1"/>
                    <a:pt x="0" y="3"/>
                  </a:cubicBezTo>
                  <a:cubicBezTo>
                    <a:pt x="0" y="4"/>
                    <a:pt x="1" y="6"/>
                    <a:pt x="3" y="6"/>
                  </a:cubicBezTo>
                  <a:cubicBezTo>
                    <a:pt x="36" y="6"/>
                    <a:pt x="36" y="6"/>
                    <a:pt x="36" y="6"/>
                  </a:cubicBezTo>
                  <a:cubicBezTo>
                    <a:pt x="37" y="6"/>
                    <a:pt x="39" y="4"/>
                    <a:pt x="39" y="3"/>
                  </a:cubicBezTo>
                  <a:cubicBezTo>
                    <a:pt x="39" y="1"/>
                    <a:pt x="37" y="0"/>
                    <a:pt x="36" y="0"/>
                  </a:cubicBezTo>
                </a:path>
              </a:pathLst>
            </a:custGeom>
            <a:solidFill>
              <a:srgbClr val="BEC2C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62" name="Google Shape;362;p8"/>
            <p:cNvSpPr/>
            <p:nvPr/>
          </p:nvSpPr>
          <p:spPr>
            <a:xfrm>
              <a:off x="12344400" y="5267326"/>
              <a:ext cx="125412" cy="30163"/>
            </a:xfrm>
            <a:custGeom>
              <a:rect b="b" l="l" r="r" t="t"/>
              <a:pathLst>
                <a:path extrusionOk="0" h="6" w="26">
                  <a:moveTo>
                    <a:pt x="24" y="6"/>
                  </a:moveTo>
                  <a:cubicBezTo>
                    <a:pt x="2" y="6"/>
                    <a:pt x="2" y="6"/>
                    <a:pt x="2" y="6"/>
                  </a:cubicBezTo>
                  <a:cubicBezTo>
                    <a:pt x="1" y="6"/>
                    <a:pt x="0" y="5"/>
                    <a:pt x="0" y="3"/>
                  </a:cubicBezTo>
                  <a:cubicBezTo>
                    <a:pt x="0" y="2"/>
                    <a:pt x="0" y="2"/>
                    <a:pt x="0" y="2"/>
                  </a:cubicBezTo>
                  <a:cubicBezTo>
                    <a:pt x="0" y="1"/>
                    <a:pt x="1" y="0"/>
                    <a:pt x="2" y="0"/>
                  </a:cubicBezTo>
                  <a:cubicBezTo>
                    <a:pt x="24" y="0"/>
                    <a:pt x="24" y="0"/>
                    <a:pt x="24" y="0"/>
                  </a:cubicBezTo>
                  <a:cubicBezTo>
                    <a:pt x="25" y="0"/>
                    <a:pt x="26" y="1"/>
                    <a:pt x="26" y="2"/>
                  </a:cubicBezTo>
                  <a:cubicBezTo>
                    <a:pt x="26" y="3"/>
                    <a:pt x="26" y="3"/>
                    <a:pt x="26" y="3"/>
                  </a:cubicBezTo>
                  <a:cubicBezTo>
                    <a:pt x="26" y="5"/>
                    <a:pt x="25" y="6"/>
                    <a:pt x="24" y="6"/>
                  </a:cubicBez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63" name="Google Shape;363;p8"/>
            <p:cNvSpPr/>
            <p:nvPr/>
          </p:nvSpPr>
          <p:spPr>
            <a:xfrm>
              <a:off x="8990013" y="2740026"/>
              <a:ext cx="3859212" cy="2305050"/>
            </a:xfrm>
            <a:custGeom>
              <a:rect b="b" l="l" r="r" t="t"/>
              <a:pathLst>
                <a:path extrusionOk="0" h="474" w="794">
                  <a:moveTo>
                    <a:pt x="1" y="467"/>
                  </a:moveTo>
                  <a:cubicBezTo>
                    <a:pt x="30" y="7"/>
                    <a:pt x="30" y="7"/>
                    <a:pt x="30" y="7"/>
                  </a:cubicBezTo>
                  <a:cubicBezTo>
                    <a:pt x="30" y="3"/>
                    <a:pt x="33" y="0"/>
                    <a:pt x="37" y="0"/>
                  </a:cubicBezTo>
                  <a:cubicBezTo>
                    <a:pt x="787" y="0"/>
                    <a:pt x="787" y="0"/>
                    <a:pt x="787" y="0"/>
                  </a:cubicBezTo>
                  <a:cubicBezTo>
                    <a:pt x="791" y="0"/>
                    <a:pt x="794" y="3"/>
                    <a:pt x="794" y="7"/>
                  </a:cubicBezTo>
                  <a:cubicBezTo>
                    <a:pt x="765" y="467"/>
                    <a:pt x="765" y="467"/>
                    <a:pt x="765" y="467"/>
                  </a:cubicBezTo>
                  <a:cubicBezTo>
                    <a:pt x="765" y="471"/>
                    <a:pt x="761" y="474"/>
                    <a:pt x="757" y="474"/>
                  </a:cubicBezTo>
                  <a:cubicBezTo>
                    <a:pt x="7" y="474"/>
                    <a:pt x="7" y="474"/>
                    <a:pt x="7" y="474"/>
                  </a:cubicBezTo>
                  <a:cubicBezTo>
                    <a:pt x="3" y="474"/>
                    <a:pt x="0" y="471"/>
                    <a:pt x="1" y="467"/>
                  </a:cubicBezTo>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64" name="Google Shape;364;p8"/>
            <p:cNvSpPr/>
            <p:nvPr/>
          </p:nvSpPr>
          <p:spPr>
            <a:xfrm>
              <a:off x="8921750" y="2673351"/>
              <a:ext cx="2143125" cy="2303463"/>
            </a:xfrm>
            <a:custGeom>
              <a:rect b="b" l="l" r="r" t="t"/>
              <a:pathLst>
                <a:path extrusionOk="0" h="474" w="441">
                  <a:moveTo>
                    <a:pt x="441" y="0"/>
                  </a:moveTo>
                  <a:cubicBezTo>
                    <a:pt x="191" y="474"/>
                    <a:pt x="191" y="474"/>
                    <a:pt x="191" y="474"/>
                  </a:cubicBezTo>
                  <a:cubicBezTo>
                    <a:pt x="7" y="474"/>
                    <a:pt x="7" y="474"/>
                    <a:pt x="7" y="474"/>
                  </a:cubicBezTo>
                  <a:cubicBezTo>
                    <a:pt x="3" y="474"/>
                    <a:pt x="0" y="471"/>
                    <a:pt x="0" y="467"/>
                  </a:cubicBezTo>
                  <a:cubicBezTo>
                    <a:pt x="30" y="7"/>
                    <a:pt x="30" y="7"/>
                    <a:pt x="30" y="7"/>
                  </a:cubicBezTo>
                  <a:cubicBezTo>
                    <a:pt x="30" y="3"/>
                    <a:pt x="33" y="0"/>
                    <a:pt x="37" y="0"/>
                  </a:cubicBezTo>
                  <a:cubicBezTo>
                    <a:pt x="441" y="0"/>
                    <a:pt x="441" y="0"/>
                    <a:pt x="441" y="0"/>
                  </a:cubicBezTo>
                </a:path>
              </a:pathLst>
            </a:custGeom>
            <a:solidFill>
              <a:srgbClr val="407BFF">
                <a:alpha val="2000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65" name="Google Shape;365;p8"/>
            <p:cNvSpPr/>
            <p:nvPr/>
          </p:nvSpPr>
          <p:spPr>
            <a:xfrm>
              <a:off x="10633075" y="2673351"/>
              <a:ext cx="1497012" cy="2303463"/>
            </a:xfrm>
            <a:custGeom>
              <a:rect b="b" l="l" r="r" t="t"/>
              <a:pathLst>
                <a:path extrusionOk="0" h="1451" w="943">
                  <a:moveTo>
                    <a:pt x="943" y="0"/>
                  </a:moveTo>
                  <a:lnTo>
                    <a:pt x="177" y="1451"/>
                  </a:lnTo>
                  <a:lnTo>
                    <a:pt x="0" y="1451"/>
                  </a:lnTo>
                  <a:lnTo>
                    <a:pt x="765" y="0"/>
                  </a:lnTo>
                  <a:lnTo>
                    <a:pt x="943" y="0"/>
                  </a:lnTo>
                  <a:close/>
                </a:path>
              </a:pathLst>
            </a:custGeom>
            <a:solidFill>
              <a:srgbClr val="407BFF">
                <a:alpha val="2000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66" name="Google Shape;366;p8"/>
            <p:cNvSpPr/>
            <p:nvPr/>
          </p:nvSpPr>
          <p:spPr>
            <a:xfrm>
              <a:off x="10633075" y="2673351"/>
              <a:ext cx="1497012" cy="2303463"/>
            </a:xfrm>
            <a:custGeom>
              <a:rect b="b" l="l" r="r" t="t"/>
              <a:pathLst>
                <a:path extrusionOk="0" h="1451" w="943">
                  <a:moveTo>
                    <a:pt x="943" y="0"/>
                  </a:moveTo>
                  <a:lnTo>
                    <a:pt x="177" y="1451"/>
                  </a:lnTo>
                  <a:lnTo>
                    <a:pt x="0" y="1451"/>
                  </a:lnTo>
                  <a:lnTo>
                    <a:pt x="765" y="0"/>
                  </a:lnTo>
                  <a:lnTo>
                    <a:pt x="943"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67" name="Google Shape;367;p8"/>
            <p:cNvSpPr/>
            <p:nvPr/>
          </p:nvSpPr>
          <p:spPr>
            <a:xfrm>
              <a:off x="11220450" y="2673351"/>
              <a:ext cx="1560512" cy="2303463"/>
            </a:xfrm>
            <a:custGeom>
              <a:rect b="b" l="l" r="r" t="t"/>
              <a:pathLst>
                <a:path extrusionOk="0" h="474" w="321">
                  <a:moveTo>
                    <a:pt x="321" y="7"/>
                  </a:moveTo>
                  <a:cubicBezTo>
                    <a:pt x="292" y="467"/>
                    <a:pt x="292" y="467"/>
                    <a:pt x="292" y="467"/>
                  </a:cubicBezTo>
                  <a:cubicBezTo>
                    <a:pt x="291" y="471"/>
                    <a:pt x="288" y="474"/>
                    <a:pt x="284" y="474"/>
                  </a:cubicBezTo>
                  <a:cubicBezTo>
                    <a:pt x="0" y="474"/>
                    <a:pt x="0" y="474"/>
                    <a:pt x="0" y="474"/>
                  </a:cubicBezTo>
                  <a:cubicBezTo>
                    <a:pt x="250" y="0"/>
                    <a:pt x="250" y="0"/>
                    <a:pt x="250" y="0"/>
                  </a:cubicBezTo>
                  <a:cubicBezTo>
                    <a:pt x="314" y="0"/>
                    <a:pt x="314" y="0"/>
                    <a:pt x="314" y="0"/>
                  </a:cubicBezTo>
                  <a:cubicBezTo>
                    <a:pt x="318" y="0"/>
                    <a:pt x="321" y="3"/>
                    <a:pt x="321" y="7"/>
                  </a:cubicBezTo>
                  <a:close/>
                </a:path>
              </a:pathLst>
            </a:custGeom>
            <a:solidFill>
              <a:srgbClr val="407BFF">
                <a:alpha val="2000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68" name="Google Shape;368;p8"/>
            <p:cNvSpPr/>
            <p:nvPr/>
          </p:nvSpPr>
          <p:spPr>
            <a:xfrm>
              <a:off x="9499600" y="1890713"/>
              <a:ext cx="2109787" cy="1885950"/>
            </a:xfrm>
            <a:custGeom>
              <a:rect b="b" l="l" r="r" t="t"/>
              <a:pathLst>
                <a:path extrusionOk="0" h="388" w="434">
                  <a:moveTo>
                    <a:pt x="190" y="51"/>
                  </a:moveTo>
                  <a:cubicBezTo>
                    <a:pt x="168" y="76"/>
                    <a:pt x="155" y="152"/>
                    <a:pt x="171" y="190"/>
                  </a:cubicBezTo>
                  <a:cubicBezTo>
                    <a:pt x="188" y="228"/>
                    <a:pt x="0" y="266"/>
                    <a:pt x="155" y="327"/>
                  </a:cubicBezTo>
                  <a:cubicBezTo>
                    <a:pt x="310" y="388"/>
                    <a:pt x="434" y="317"/>
                    <a:pt x="389" y="254"/>
                  </a:cubicBezTo>
                  <a:cubicBezTo>
                    <a:pt x="344" y="190"/>
                    <a:pt x="394" y="84"/>
                    <a:pt x="342" y="58"/>
                  </a:cubicBezTo>
                  <a:cubicBezTo>
                    <a:pt x="295" y="33"/>
                    <a:pt x="233" y="0"/>
                    <a:pt x="190" y="51"/>
                  </a:cubicBezTo>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69" name="Google Shape;369;p8"/>
            <p:cNvSpPr/>
            <p:nvPr/>
          </p:nvSpPr>
          <p:spPr>
            <a:xfrm>
              <a:off x="9096375" y="3562351"/>
              <a:ext cx="1098550" cy="1117600"/>
            </a:xfrm>
            <a:custGeom>
              <a:rect b="b" l="l" r="r" t="t"/>
              <a:pathLst>
                <a:path extrusionOk="0" h="230" w="226">
                  <a:moveTo>
                    <a:pt x="226" y="16"/>
                  </a:moveTo>
                  <a:cubicBezTo>
                    <a:pt x="218" y="44"/>
                    <a:pt x="209" y="72"/>
                    <a:pt x="200" y="100"/>
                  </a:cubicBezTo>
                  <a:cubicBezTo>
                    <a:pt x="191" y="128"/>
                    <a:pt x="182" y="155"/>
                    <a:pt x="172" y="183"/>
                  </a:cubicBezTo>
                  <a:cubicBezTo>
                    <a:pt x="168" y="194"/>
                    <a:pt x="168" y="194"/>
                    <a:pt x="168" y="194"/>
                  </a:cubicBezTo>
                  <a:cubicBezTo>
                    <a:pt x="166" y="199"/>
                    <a:pt x="166" y="199"/>
                    <a:pt x="166" y="199"/>
                  </a:cubicBezTo>
                  <a:cubicBezTo>
                    <a:pt x="166" y="200"/>
                    <a:pt x="166" y="200"/>
                    <a:pt x="166" y="200"/>
                  </a:cubicBezTo>
                  <a:cubicBezTo>
                    <a:pt x="165" y="203"/>
                    <a:pt x="165" y="203"/>
                    <a:pt x="165" y="203"/>
                  </a:cubicBezTo>
                  <a:cubicBezTo>
                    <a:pt x="164" y="204"/>
                    <a:pt x="163" y="206"/>
                    <a:pt x="162" y="208"/>
                  </a:cubicBezTo>
                  <a:cubicBezTo>
                    <a:pt x="159" y="214"/>
                    <a:pt x="153" y="221"/>
                    <a:pt x="145" y="225"/>
                  </a:cubicBezTo>
                  <a:cubicBezTo>
                    <a:pt x="138" y="229"/>
                    <a:pt x="131" y="230"/>
                    <a:pt x="124" y="230"/>
                  </a:cubicBezTo>
                  <a:cubicBezTo>
                    <a:pt x="112" y="230"/>
                    <a:pt x="103" y="227"/>
                    <a:pt x="95" y="224"/>
                  </a:cubicBezTo>
                  <a:cubicBezTo>
                    <a:pt x="86" y="221"/>
                    <a:pt x="79" y="217"/>
                    <a:pt x="72" y="213"/>
                  </a:cubicBezTo>
                  <a:cubicBezTo>
                    <a:pt x="44" y="197"/>
                    <a:pt x="22" y="177"/>
                    <a:pt x="0" y="155"/>
                  </a:cubicBezTo>
                  <a:cubicBezTo>
                    <a:pt x="18" y="135"/>
                    <a:pt x="18" y="135"/>
                    <a:pt x="18" y="135"/>
                  </a:cubicBezTo>
                  <a:cubicBezTo>
                    <a:pt x="24" y="139"/>
                    <a:pt x="30" y="143"/>
                    <a:pt x="36" y="146"/>
                  </a:cubicBezTo>
                  <a:cubicBezTo>
                    <a:pt x="42" y="150"/>
                    <a:pt x="48" y="154"/>
                    <a:pt x="54" y="157"/>
                  </a:cubicBezTo>
                  <a:cubicBezTo>
                    <a:pt x="66" y="164"/>
                    <a:pt x="79" y="171"/>
                    <a:pt x="91" y="176"/>
                  </a:cubicBezTo>
                  <a:cubicBezTo>
                    <a:pt x="97" y="179"/>
                    <a:pt x="103" y="181"/>
                    <a:pt x="109" y="182"/>
                  </a:cubicBezTo>
                  <a:cubicBezTo>
                    <a:pt x="114" y="184"/>
                    <a:pt x="120" y="184"/>
                    <a:pt x="122" y="184"/>
                  </a:cubicBezTo>
                  <a:cubicBezTo>
                    <a:pt x="123" y="184"/>
                    <a:pt x="123" y="183"/>
                    <a:pt x="122" y="184"/>
                  </a:cubicBezTo>
                  <a:cubicBezTo>
                    <a:pt x="121" y="184"/>
                    <a:pt x="120" y="185"/>
                    <a:pt x="120" y="185"/>
                  </a:cubicBezTo>
                  <a:cubicBezTo>
                    <a:pt x="120" y="185"/>
                    <a:pt x="120" y="185"/>
                    <a:pt x="120" y="185"/>
                  </a:cubicBezTo>
                  <a:cubicBezTo>
                    <a:pt x="120" y="184"/>
                    <a:pt x="120" y="184"/>
                    <a:pt x="120" y="184"/>
                  </a:cubicBezTo>
                  <a:cubicBezTo>
                    <a:pt x="120" y="183"/>
                    <a:pt x="120" y="183"/>
                    <a:pt x="120" y="183"/>
                  </a:cubicBezTo>
                  <a:cubicBezTo>
                    <a:pt x="122" y="178"/>
                    <a:pt x="122" y="178"/>
                    <a:pt x="122" y="178"/>
                  </a:cubicBezTo>
                  <a:cubicBezTo>
                    <a:pt x="125" y="168"/>
                    <a:pt x="125" y="168"/>
                    <a:pt x="125" y="168"/>
                  </a:cubicBezTo>
                  <a:cubicBezTo>
                    <a:pt x="149" y="84"/>
                    <a:pt x="149" y="84"/>
                    <a:pt x="149" y="84"/>
                  </a:cubicBezTo>
                  <a:cubicBezTo>
                    <a:pt x="157" y="56"/>
                    <a:pt x="166" y="28"/>
                    <a:pt x="175" y="0"/>
                  </a:cubicBezTo>
                  <a:cubicBezTo>
                    <a:pt x="226" y="16"/>
                    <a:pt x="226" y="16"/>
                    <a:pt x="226" y="16"/>
                  </a:cubicBezTo>
                </a:path>
              </a:pathLst>
            </a:custGeom>
            <a:solidFill>
              <a:srgbClr val="B65B5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70" name="Google Shape;370;p8"/>
            <p:cNvSpPr/>
            <p:nvPr/>
          </p:nvSpPr>
          <p:spPr>
            <a:xfrm>
              <a:off x="8950325" y="4130676"/>
              <a:ext cx="311150" cy="261938"/>
            </a:xfrm>
            <a:custGeom>
              <a:rect b="b" l="l" r="r" t="t"/>
              <a:pathLst>
                <a:path extrusionOk="0" h="54" w="64">
                  <a:moveTo>
                    <a:pt x="46" y="17"/>
                  </a:moveTo>
                  <a:cubicBezTo>
                    <a:pt x="0" y="0"/>
                    <a:pt x="0" y="0"/>
                    <a:pt x="0" y="0"/>
                  </a:cubicBezTo>
                  <a:cubicBezTo>
                    <a:pt x="19" y="49"/>
                    <a:pt x="19" y="49"/>
                    <a:pt x="19" y="49"/>
                  </a:cubicBezTo>
                  <a:cubicBezTo>
                    <a:pt x="19" y="49"/>
                    <a:pt x="51" y="54"/>
                    <a:pt x="64" y="37"/>
                  </a:cubicBezTo>
                  <a:cubicBezTo>
                    <a:pt x="54" y="23"/>
                    <a:pt x="54" y="23"/>
                    <a:pt x="54" y="23"/>
                  </a:cubicBezTo>
                  <a:cubicBezTo>
                    <a:pt x="52" y="20"/>
                    <a:pt x="49" y="18"/>
                    <a:pt x="46" y="17"/>
                  </a:cubicBezTo>
                  <a:close/>
                </a:path>
              </a:pathLst>
            </a:custGeom>
            <a:solidFill>
              <a:srgbClr val="B55B5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71" name="Google Shape;371;p8"/>
            <p:cNvSpPr/>
            <p:nvPr/>
          </p:nvSpPr>
          <p:spPr>
            <a:xfrm>
              <a:off x="8751888" y="4130676"/>
              <a:ext cx="292100" cy="266700"/>
            </a:xfrm>
            <a:custGeom>
              <a:rect b="b" l="l" r="r" t="t"/>
              <a:pathLst>
                <a:path extrusionOk="0" h="168" w="184">
                  <a:moveTo>
                    <a:pt x="0" y="43"/>
                  </a:moveTo>
                  <a:lnTo>
                    <a:pt x="55" y="168"/>
                  </a:lnTo>
                  <a:lnTo>
                    <a:pt x="184" y="150"/>
                  </a:lnTo>
                  <a:lnTo>
                    <a:pt x="125" y="0"/>
                  </a:lnTo>
                  <a:lnTo>
                    <a:pt x="0" y="43"/>
                  </a:lnTo>
                  <a:close/>
                </a:path>
              </a:pathLst>
            </a:custGeom>
            <a:solidFill>
              <a:srgbClr val="B55B5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72" name="Google Shape;372;p8"/>
            <p:cNvSpPr/>
            <p:nvPr/>
          </p:nvSpPr>
          <p:spPr>
            <a:xfrm>
              <a:off x="9855200" y="3246438"/>
              <a:ext cx="558800" cy="685800"/>
            </a:xfrm>
            <a:custGeom>
              <a:rect b="b" l="l" r="r" t="t"/>
              <a:pathLst>
                <a:path extrusionOk="0" h="141" w="115">
                  <a:moveTo>
                    <a:pt x="36" y="8"/>
                  </a:moveTo>
                  <a:cubicBezTo>
                    <a:pt x="15" y="14"/>
                    <a:pt x="0" y="101"/>
                    <a:pt x="0" y="101"/>
                  </a:cubicBezTo>
                  <a:cubicBezTo>
                    <a:pt x="59" y="141"/>
                    <a:pt x="59" y="141"/>
                    <a:pt x="59" y="141"/>
                  </a:cubicBezTo>
                  <a:cubicBezTo>
                    <a:pt x="59" y="141"/>
                    <a:pt x="115" y="53"/>
                    <a:pt x="99" y="29"/>
                  </a:cubicBezTo>
                  <a:cubicBezTo>
                    <a:pt x="82" y="5"/>
                    <a:pt x="67" y="0"/>
                    <a:pt x="36" y="8"/>
                  </a:cubicBezTo>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73" name="Google Shape;373;p8"/>
            <p:cNvSpPr/>
            <p:nvPr/>
          </p:nvSpPr>
          <p:spPr>
            <a:xfrm>
              <a:off x="9855200" y="3270251"/>
              <a:ext cx="257175" cy="544513"/>
            </a:xfrm>
            <a:custGeom>
              <a:rect b="b" l="l" r="r" t="t"/>
              <a:pathLst>
                <a:path extrusionOk="0" h="112" w="53">
                  <a:moveTo>
                    <a:pt x="36" y="3"/>
                  </a:moveTo>
                  <a:cubicBezTo>
                    <a:pt x="15" y="9"/>
                    <a:pt x="0" y="96"/>
                    <a:pt x="0" y="96"/>
                  </a:cubicBezTo>
                  <a:cubicBezTo>
                    <a:pt x="23" y="112"/>
                    <a:pt x="23" y="112"/>
                    <a:pt x="23" y="112"/>
                  </a:cubicBezTo>
                  <a:cubicBezTo>
                    <a:pt x="24" y="97"/>
                    <a:pt x="27" y="70"/>
                    <a:pt x="30" y="51"/>
                  </a:cubicBezTo>
                  <a:cubicBezTo>
                    <a:pt x="30" y="49"/>
                    <a:pt x="30" y="47"/>
                    <a:pt x="30" y="45"/>
                  </a:cubicBezTo>
                  <a:cubicBezTo>
                    <a:pt x="30" y="5"/>
                    <a:pt x="36" y="3"/>
                    <a:pt x="36" y="3"/>
                  </a:cubicBezTo>
                  <a:moveTo>
                    <a:pt x="53" y="0"/>
                  </a:moveTo>
                  <a:cubicBezTo>
                    <a:pt x="48" y="1"/>
                    <a:pt x="42" y="2"/>
                    <a:pt x="36" y="3"/>
                  </a:cubicBezTo>
                  <a:cubicBezTo>
                    <a:pt x="36" y="3"/>
                    <a:pt x="43" y="2"/>
                    <a:pt x="53" y="0"/>
                  </a:cubicBezTo>
                </a:path>
              </a:pathLst>
            </a:custGeom>
            <a:solidFill>
              <a:srgbClr val="A0BD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74" name="Google Shape;374;p8"/>
            <p:cNvSpPr/>
            <p:nvPr/>
          </p:nvSpPr>
          <p:spPr>
            <a:xfrm>
              <a:off x="9966325" y="3814763"/>
              <a:ext cx="53975" cy="33338"/>
            </a:xfrm>
            <a:custGeom>
              <a:rect b="b" l="l" r="r" t="t"/>
              <a:pathLst>
                <a:path extrusionOk="0" h="7" w="11">
                  <a:moveTo>
                    <a:pt x="0" y="0"/>
                  </a:moveTo>
                  <a:cubicBezTo>
                    <a:pt x="0" y="0"/>
                    <a:pt x="0" y="0"/>
                    <a:pt x="0" y="0"/>
                  </a:cubicBezTo>
                  <a:cubicBezTo>
                    <a:pt x="11" y="7"/>
                    <a:pt x="11" y="7"/>
                    <a:pt x="11" y="7"/>
                  </a:cubicBezTo>
                  <a:cubicBezTo>
                    <a:pt x="11" y="7"/>
                    <a:pt x="11" y="7"/>
                    <a:pt x="11" y="7"/>
                  </a:cubicBezTo>
                  <a:cubicBezTo>
                    <a:pt x="0" y="0"/>
                    <a:pt x="0" y="0"/>
                    <a:pt x="0" y="0"/>
                  </a:cubicBezTo>
                </a:path>
              </a:pathLst>
            </a:custGeom>
            <a:solidFill>
              <a:srgbClr val="92494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75" name="Google Shape;375;p8"/>
            <p:cNvSpPr/>
            <p:nvPr/>
          </p:nvSpPr>
          <p:spPr>
            <a:xfrm>
              <a:off x="9966325" y="3517901"/>
              <a:ext cx="53975" cy="330200"/>
            </a:xfrm>
            <a:custGeom>
              <a:rect b="b" l="l" r="r" t="t"/>
              <a:pathLst>
                <a:path extrusionOk="0" h="68" w="11">
                  <a:moveTo>
                    <a:pt x="7" y="0"/>
                  </a:moveTo>
                  <a:cubicBezTo>
                    <a:pt x="4" y="19"/>
                    <a:pt x="1" y="46"/>
                    <a:pt x="0" y="61"/>
                  </a:cubicBezTo>
                  <a:cubicBezTo>
                    <a:pt x="11" y="68"/>
                    <a:pt x="11" y="68"/>
                    <a:pt x="11" y="68"/>
                  </a:cubicBezTo>
                  <a:cubicBezTo>
                    <a:pt x="9" y="39"/>
                    <a:pt x="7" y="16"/>
                    <a:pt x="7" y="0"/>
                  </a:cubicBezTo>
                </a:path>
              </a:pathLst>
            </a:custGeom>
            <a:solidFill>
              <a:srgbClr val="8097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76" name="Google Shape;376;p8"/>
            <p:cNvSpPr/>
            <p:nvPr/>
          </p:nvSpPr>
          <p:spPr>
            <a:xfrm>
              <a:off x="9913938" y="3206751"/>
              <a:ext cx="1438275" cy="1589088"/>
            </a:xfrm>
            <a:custGeom>
              <a:rect b="b" l="l" r="r" t="t"/>
              <a:pathLst>
                <a:path extrusionOk="0" h="327" w="296">
                  <a:moveTo>
                    <a:pt x="24" y="16"/>
                  </a:moveTo>
                  <a:cubicBezTo>
                    <a:pt x="24" y="16"/>
                    <a:pt x="0" y="25"/>
                    <a:pt x="49" y="327"/>
                  </a:cubicBezTo>
                  <a:cubicBezTo>
                    <a:pt x="132" y="327"/>
                    <a:pt x="218" y="327"/>
                    <a:pt x="258" y="327"/>
                  </a:cubicBezTo>
                  <a:cubicBezTo>
                    <a:pt x="255" y="242"/>
                    <a:pt x="255" y="190"/>
                    <a:pt x="296" y="15"/>
                  </a:cubicBezTo>
                  <a:cubicBezTo>
                    <a:pt x="296" y="15"/>
                    <a:pt x="252" y="5"/>
                    <a:pt x="207" y="3"/>
                  </a:cubicBezTo>
                  <a:cubicBezTo>
                    <a:pt x="171" y="1"/>
                    <a:pt x="142" y="0"/>
                    <a:pt x="111" y="3"/>
                  </a:cubicBezTo>
                  <a:cubicBezTo>
                    <a:pt x="71" y="7"/>
                    <a:pt x="24" y="16"/>
                    <a:pt x="24" y="16"/>
                  </a:cubicBezTo>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77" name="Google Shape;377;p8"/>
            <p:cNvSpPr/>
            <p:nvPr/>
          </p:nvSpPr>
          <p:spPr>
            <a:xfrm>
              <a:off x="10001250" y="3222626"/>
              <a:ext cx="1327150" cy="1511300"/>
            </a:xfrm>
            <a:custGeom>
              <a:rect b="b" l="l" r="r" t="t"/>
              <a:pathLst>
                <a:path extrusionOk="0" h="311" w="273">
                  <a:moveTo>
                    <a:pt x="189" y="0"/>
                  </a:moveTo>
                  <a:cubicBezTo>
                    <a:pt x="189" y="0"/>
                    <a:pt x="169" y="46"/>
                    <a:pt x="116" y="46"/>
                  </a:cubicBezTo>
                  <a:cubicBezTo>
                    <a:pt x="62" y="46"/>
                    <a:pt x="93" y="0"/>
                    <a:pt x="93" y="0"/>
                  </a:cubicBezTo>
                  <a:cubicBezTo>
                    <a:pt x="53" y="4"/>
                    <a:pt x="6" y="13"/>
                    <a:pt x="6" y="13"/>
                  </a:cubicBezTo>
                  <a:cubicBezTo>
                    <a:pt x="6" y="13"/>
                    <a:pt x="0" y="15"/>
                    <a:pt x="0" y="55"/>
                  </a:cubicBezTo>
                  <a:cubicBezTo>
                    <a:pt x="0" y="94"/>
                    <a:pt x="6" y="168"/>
                    <a:pt x="29" y="311"/>
                  </a:cubicBezTo>
                  <a:cubicBezTo>
                    <a:pt x="240" y="311"/>
                    <a:pt x="240" y="311"/>
                    <a:pt x="240" y="311"/>
                  </a:cubicBezTo>
                  <a:cubicBezTo>
                    <a:pt x="239" y="296"/>
                    <a:pt x="239" y="283"/>
                    <a:pt x="239" y="269"/>
                  </a:cubicBezTo>
                  <a:cubicBezTo>
                    <a:pt x="239" y="246"/>
                    <a:pt x="240" y="222"/>
                    <a:pt x="243" y="195"/>
                  </a:cubicBezTo>
                  <a:cubicBezTo>
                    <a:pt x="239" y="177"/>
                    <a:pt x="231" y="135"/>
                    <a:pt x="228" y="110"/>
                  </a:cubicBezTo>
                  <a:cubicBezTo>
                    <a:pt x="224" y="96"/>
                    <a:pt x="220" y="82"/>
                    <a:pt x="220" y="71"/>
                  </a:cubicBezTo>
                  <a:cubicBezTo>
                    <a:pt x="220" y="67"/>
                    <a:pt x="220" y="64"/>
                    <a:pt x="221" y="61"/>
                  </a:cubicBezTo>
                  <a:cubicBezTo>
                    <a:pt x="230" y="36"/>
                    <a:pt x="249" y="11"/>
                    <a:pt x="270" y="11"/>
                  </a:cubicBezTo>
                  <a:cubicBezTo>
                    <a:pt x="271" y="11"/>
                    <a:pt x="272" y="11"/>
                    <a:pt x="273" y="11"/>
                  </a:cubicBezTo>
                  <a:cubicBezTo>
                    <a:pt x="260" y="8"/>
                    <a:pt x="225" y="2"/>
                    <a:pt x="189" y="0"/>
                  </a:cubicBezTo>
                  <a:cubicBezTo>
                    <a:pt x="189" y="0"/>
                    <a:pt x="189" y="0"/>
                    <a:pt x="189" y="0"/>
                  </a:cubicBezTo>
                </a:path>
              </a:pathLst>
            </a:custGeom>
            <a:solidFill>
              <a:srgbClr val="A0BD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78" name="Google Shape;378;p8"/>
            <p:cNvSpPr/>
            <p:nvPr/>
          </p:nvSpPr>
          <p:spPr>
            <a:xfrm>
              <a:off x="11182350" y="3984626"/>
              <a:ext cx="23812" cy="185738"/>
            </a:xfrm>
            <a:custGeom>
              <a:rect b="b" l="l" r="r" t="t"/>
              <a:pathLst>
                <a:path extrusionOk="0" h="38" w="5">
                  <a:moveTo>
                    <a:pt x="5" y="0"/>
                  </a:moveTo>
                  <a:cubicBezTo>
                    <a:pt x="3" y="13"/>
                    <a:pt x="1" y="26"/>
                    <a:pt x="0" y="38"/>
                  </a:cubicBezTo>
                  <a:cubicBezTo>
                    <a:pt x="0" y="38"/>
                    <a:pt x="0" y="38"/>
                    <a:pt x="0" y="38"/>
                  </a:cubicBezTo>
                  <a:cubicBezTo>
                    <a:pt x="1" y="26"/>
                    <a:pt x="3" y="13"/>
                    <a:pt x="5" y="0"/>
                  </a:cubicBezTo>
                  <a:cubicBezTo>
                    <a:pt x="5" y="0"/>
                    <a:pt x="5" y="0"/>
                    <a:pt x="5" y="0"/>
                  </a:cubicBezTo>
                </a:path>
              </a:pathLst>
            </a:custGeom>
            <a:solidFill>
              <a:srgbClr val="3362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79" name="Google Shape;379;p8"/>
            <p:cNvSpPr/>
            <p:nvPr/>
          </p:nvSpPr>
          <p:spPr>
            <a:xfrm>
              <a:off x="11109325" y="3756026"/>
              <a:ext cx="96837" cy="414338"/>
            </a:xfrm>
            <a:custGeom>
              <a:rect b="b" l="l" r="r" t="t"/>
              <a:pathLst>
                <a:path extrusionOk="0" h="85" w="20">
                  <a:moveTo>
                    <a:pt x="0" y="0"/>
                  </a:moveTo>
                  <a:cubicBezTo>
                    <a:pt x="3" y="25"/>
                    <a:pt x="11" y="67"/>
                    <a:pt x="15" y="85"/>
                  </a:cubicBezTo>
                  <a:cubicBezTo>
                    <a:pt x="16" y="73"/>
                    <a:pt x="18" y="60"/>
                    <a:pt x="20" y="47"/>
                  </a:cubicBezTo>
                  <a:cubicBezTo>
                    <a:pt x="17" y="40"/>
                    <a:pt x="7" y="21"/>
                    <a:pt x="0" y="0"/>
                  </a:cubicBezTo>
                </a:path>
              </a:pathLst>
            </a:custGeom>
            <a:solidFill>
              <a:srgbClr val="8097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80" name="Google Shape;380;p8"/>
            <p:cNvSpPr/>
            <p:nvPr/>
          </p:nvSpPr>
          <p:spPr>
            <a:xfrm>
              <a:off x="10302875" y="2701926"/>
              <a:ext cx="617537" cy="742950"/>
            </a:xfrm>
            <a:custGeom>
              <a:rect b="b" l="l" r="r" t="t"/>
              <a:pathLst>
                <a:path extrusionOk="0" h="153" w="127">
                  <a:moveTo>
                    <a:pt x="117" y="0"/>
                  </a:moveTo>
                  <a:cubicBezTo>
                    <a:pt x="111" y="30"/>
                    <a:pt x="105" y="87"/>
                    <a:pt x="127" y="107"/>
                  </a:cubicBezTo>
                  <a:cubicBezTo>
                    <a:pt x="127" y="107"/>
                    <a:pt x="107" y="153"/>
                    <a:pt x="54" y="153"/>
                  </a:cubicBezTo>
                  <a:cubicBezTo>
                    <a:pt x="0" y="153"/>
                    <a:pt x="31" y="107"/>
                    <a:pt x="31" y="107"/>
                  </a:cubicBezTo>
                  <a:cubicBezTo>
                    <a:pt x="66" y="99"/>
                    <a:pt x="65" y="74"/>
                    <a:pt x="59" y="50"/>
                  </a:cubicBezTo>
                  <a:cubicBezTo>
                    <a:pt x="117" y="0"/>
                    <a:pt x="117" y="0"/>
                    <a:pt x="117" y="0"/>
                  </a:cubicBezTo>
                </a:path>
              </a:pathLst>
            </a:custGeom>
            <a:solidFill>
              <a:srgbClr val="B55B5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81" name="Google Shape;381;p8"/>
            <p:cNvSpPr/>
            <p:nvPr/>
          </p:nvSpPr>
          <p:spPr>
            <a:xfrm>
              <a:off x="10321925" y="3149601"/>
              <a:ext cx="660400" cy="339725"/>
            </a:xfrm>
            <a:custGeom>
              <a:rect b="b" l="l" r="r" t="t"/>
              <a:pathLst>
                <a:path extrusionOk="0" h="70" w="136">
                  <a:moveTo>
                    <a:pt x="116" y="4"/>
                  </a:moveTo>
                  <a:cubicBezTo>
                    <a:pt x="111" y="14"/>
                    <a:pt x="95" y="37"/>
                    <a:pt x="49" y="45"/>
                  </a:cubicBezTo>
                  <a:cubicBezTo>
                    <a:pt x="48" y="46"/>
                    <a:pt x="47" y="45"/>
                    <a:pt x="46" y="45"/>
                  </a:cubicBezTo>
                  <a:cubicBezTo>
                    <a:pt x="37" y="39"/>
                    <a:pt x="32" y="26"/>
                    <a:pt x="35" y="12"/>
                  </a:cubicBezTo>
                  <a:cubicBezTo>
                    <a:pt x="37" y="8"/>
                    <a:pt x="33" y="4"/>
                    <a:pt x="29" y="6"/>
                  </a:cubicBezTo>
                  <a:cubicBezTo>
                    <a:pt x="24" y="8"/>
                    <a:pt x="21" y="10"/>
                    <a:pt x="19" y="11"/>
                  </a:cubicBezTo>
                  <a:cubicBezTo>
                    <a:pt x="18" y="12"/>
                    <a:pt x="18" y="12"/>
                    <a:pt x="17" y="13"/>
                  </a:cubicBezTo>
                  <a:cubicBezTo>
                    <a:pt x="14" y="19"/>
                    <a:pt x="0" y="50"/>
                    <a:pt x="41" y="69"/>
                  </a:cubicBezTo>
                  <a:cubicBezTo>
                    <a:pt x="42" y="69"/>
                    <a:pt x="42" y="69"/>
                    <a:pt x="43" y="69"/>
                  </a:cubicBezTo>
                  <a:cubicBezTo>
                    <a:pt x="67" y="70"/>
                    <a:pt x="109" y="65"/>
                    <a:pt x="136" y="17"/>
                  </a:cubicBezTo>
                  <a:cubicBezTo>
                    <a:pt x="136" y="15"/>
                    <a:pt x="136" y="13"/>
                    <a:pt x="135" y="11"/>
                  </a:cubicBezTo>
                  <a:cubicBezTo>
                    <a:pt x="132" y="8"/>
                    <a:pt x="127" y="4"/>
                    <a:pt x="123" y="2"/>
                  </a:cubicBezTo>
                  <a:cubicBezTo>
                    <a:pt x="120" y="0"/>
                    <a:pt x="117" y="1"/>
                    <a:pt x="116" y="4"/>
                  </a:cubicBezTo>
                  <a:close/>
                </a:path>
              </a:pathLst>
            </a:custGeom>
            <a:solidFill>
              <a:srgbClr val="FAFAF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82" name="Google Shape;382;p8"/>
            <p:cNvSpPr/>
            <p:nvPr/>
          </p:nvSpPr>
          <p:spPr>
            <a:xfrm>
              <a:off x="10656888" y="3698876"/>
              <a:ext cx="306387" cy="82550"/>
            </a:xfrm>
            <a:custGeom>
              <a:rect b="b" l="l" r="r" t="t"/>
              <a:pathLst>
                <a:path extrusionOk="0" h="17" w="63">
                  <a:moveTo>
                    <a:pt x="58" y="16"/>
                  </a:moveTo>
                  <a:cubicBezTo>
                    <a:pt x="4" y="15"/>
                    <a:pt x="4" y="15"/>
                    <a:pt x="4" y="15"/>
                  </a:cubicBezTo>
                  <a:cubicBezTo>
                    <a:pt x="2" y="15"/>
                    <a:pt x="0" y="13"/>
                    <a:pt x="0" y="10"/>
                  </a:cubicBezTo>
                  <a:cubicBezTo>
                    <a:pt x="0" y="4"/>
                    <a:pt x="0" y="4"/>
                    <a:pt x="0" y="4"/>
                  </a:cubicBezTo>
                  <a:cubicBezTo>
                    <a:pt x="1" y="1"/>
                    <a:pt x="3" y="0"/>
                    <a:pt x="5" y="0"/>
                  </a:cubicBezTo>
                  <a:cubicBezTo>
                    <a:pt x="59" y="1"/>
                    <a:pt x="59" y="1"/>
                    <a:pt x="59" y="1"/>
                  </a:cubicBezTo>
                  <a:cubicBezTo>
                    <a:pt x="62" y="1"/>
                    <a:pt x="63" y="3"/>
                    <a:pt x="63" y="6"/>
                  </a:cubicBezTo>
                  <a:cubicBezTo>
                    <a:pt x="63" y="12"/>
                    <a:pt x="63" y="12"/>
                    <a:pt x="63" y="12"/>
                  </a:cubicBezTo>
                  <a:cubicBezTo>
                    <a:pt x="62" y="15"/>
                    <a:pt x="60" y="17"/>
                    <a:pt x="58" y="16"/>
                  </a:cubicBezTo>
                  <a:close/>
                </a:path>
              </a:pathLst>
            </a:custGeom>
            <a:solidFill>
              <a:srgbClr val="FAFAF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83" name="Google Shape;383;p8"/>
            <p:cNvSpPr/>
            <p:nvPr/>
          </p:nvSpPr>
          <p:spPr>
            <a:xfrm>
              <a:off x="10604500" y="3017838"/>
              <a:ext cx="0" cy="9525"/>
            </a:xfrm>
            <a:custGeom>
              <a:rect b="b" l="l" r="r" t="t"/>
              <a:pathLst>
                <a:path extrusionOk="0" h="2" w="120000">
                  <a:moveTo>
                    <a:pt x="0" y="0"/>
                  </a:moveTo>
                  <a:cubicBezTo>
                    <a:pt x="0" y="1"/>
                    <a:pt x="0" y="1"/>
                    <a:pt x="0" y="2"/>
                  </a:cubicBezTo>
                  <a:cubicBezTo>
                    <a:pt x="0" y="2"/>
                    <a:pt x="0" y="2"/>
                    <a:pt x="0" y="2"/>
                  </a:cubicBezTo>
                  <a:cubicBezTo>
                    <a:pt x="0" y="1"/>
                    <a:pt x="0" y="1"/>
                    <a:pt x="0" y="0"/>
                  </a:cubicBezTo>
                </a:path>
              </a:pathLst>
            </a:custGeom>
            <a:solidFill>
              <a:srgbClr val="1E282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84" name="Google Shape;384;p8"/>
            <p:cNvSpPr/>
            <p:nvPr/>
          </p:nvSpPr>
          <p:spPr>
            <a:xfrm>
              <a:off x="10588625" y="2949576"/>
              <a:ext cx="141287" cy="77788"/>
            </a:xfrm>
            <a:custGeom>
              <a:rect b="b" l="l" r="r" t="t"/>
              <a:pathLst>
                <a:path extrusionOk="0" h="16" w="29">
                  <a:moveTo>
                    <a:pt x="29" y="0"/>
                  </a:moveTo>
                  <a:cubicBezTo>
                    <a:pt x="23" y="1"/>
                    <a:pt x="17" y="2"/>
                    <a:pt x="12" y="2"/>
                  </a:cubicBezTo>
                  <a:cubicBezTo>
                    <a:pt x="8" y="2"/>
                    <a:pt x="4" y="1"/>
                    <a:pt x="0" y="1"/>
                  </a:cubicBezTo>
                  <a:cubicBezTo>
                    <a:pt x="1" y="5"/>
                    <a:pt x="2" y="10"/>
                    <a:pt x="3" y="14"/>
                  </a:cubicBezTo>
                  <a:cubicBezTo>
                    <a:pt x="3" y="15"/>
                    <a:pt x="3" y="15"/>
                    <a:pt x="3" y="16"/>
                  </a:cubicBezTo>
                  <a:cubicBezTo>
                    <a:pt x="11" y="14"/>
                    <a:pt x="22" y="8"/>
                    <a:pt x="29" y="0"/>
                  </a:cubicBezTo>
                </a:path>
              </a:pathLst>
            </a:custGeom>
            <a:solidFill>
              <a:srgbClr val="91494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85" name="Google Shape;385;p8"/>
            <p:cNvSpPr/>
            <p:nvPr/>
          </p:nvSpPr>
          <p:spPr>
            <a:xfrm>
              <a:off x="10312400" y="1958976"/>
              <a:ext cx="801687" cy="1087438"/>
            </a:xfrm>
            <a:custGeom>
              <a:rect b="b" l="l" r="r" t="t"/>
              <a:pathLst>
                <a:path extrusionOk="0" h="224" w="165">
                  <a:moveTo>
                    <a:pt x="155" y="95"/>
                  </a:moveTo>
                  <a:cubicBezTo>
                    <a:pt x="146" y="145"/>
                    <a:pt x="143" y="167"/>
                    <a:pt x="114" y="190"/>
                  </a:cubicBezTo>
                  <a:cubicBezTo>
                    <a:pt x="70" y="224"/>
                    <a:pt x="11" y="201"/>
                    <a:pt x="5" y="149"/>
                  </a:cubicBezTo>
                  <a:cubicBezTo>
                    <a:pt x="0" y="102"/>
                    <a:pt x="17" y="27"/>
                    <a:pt x="69" y="14"/>
                  </a:cubicBezTo>
                  <a:cubicBezTo>
                    <a:pt x="120" y="0"/>
                    <a:pt x="165" y="45"/>
                    <a:pt x="155" y="95"/>
                  </a:cubicBezTo>
                </a:path>
              </a:pathLst>
            </a:custGeom>
            <a:solidFill>
              <a:srgbClr val="B55B5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86" name="Google Shape;386;p8"/>
            <p:cNvSpPr/>
            <p:nvPr/>
          </p:nvSpPr>
          <p:spPr>
            <a:xfrm>
              <a:off x="10890250" y="1982788"/>
              <a:ext cx="393700" cy="612775"/>
            </a:xfrm>
            <a:custGeom>
              <a:rect b="b" l="l" r="r" t="t"/>
              <a:pathLst>
                <a:path extrusionOk="0" h="126" w="81">
                  <a:moveTo>
                    <a:pt x="8" y="53"/>
                  </a:moveTo>
                  <a:cubicBezTo>
                    <a:pt x="2" y="84"/>
                    <a:pt x="0" y="126"/>
                    <a:pt x="29" y="126"/>
                  </a:cubicBezTo>
                  <a:cubicBezTo>
                    <a:pt x="58" y="126"/>
                    <a:pt x="81" y="77"/>
                    <a:pt x="56" y="39"/>
                  </a:cubicBezTo>
                  <a:cubicBezTo>
                    <a:pt x="31" y="0"/>
                    <a:pt x="12" y="34"/>
                    <a:pt x="8" y="53"/>
                  </a:cubicBezTo>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87" name="Google Shape;387;p8"/>
            <p:cNvSpPr/>
            <p:nvPr/>
          </p:nvSpPr>
          <p:spPr>
            <a:xfrm>
              <a:off x="10293350" y="1763713"/>
              <a:ext cx="879475" cy="660400"/>
            </a:xfrm>
            <a:custGeom>
              <a:rect b="b" l="l" r="r" t="t"/>
              <a:pathLst>
                <a:path extrusionOk="0" h="136" w="181">
                  <a:moveTo>
                    <a:pt x="181" y="102"/>
                  </a:moveTo>
                  <a:cubicBezTo>
                    <a:pt x="181" y="136"/>
                    <a:pt x="138" y="119"/>
                    <a:pt x="119" y="104"/>
                  </a:cubicBezTo>
                  <a:cubicBezTo>
                    <a:pt x="99" y="89"/>
                    <a:pt x="98" y="91"/>
                    <a:pt x="63" y="91"/>
                  </a:cubicBezTo>
                  <a:cubicBezTo>
                    <a:pt x="28" y="91"/>
                    <a:pt x="21" y="89"/>
                    <a:pt x="10" y="72"/>
                  </a:cubicBezTo>
                  <a:cubicBezTo>
                    <a:pt x="0" y="55"/>
                    <a:pt x="1" y="44"/>
                    <a:pt x="24" y="47"/>
                  </a:cubicBezTo>
                  <a:cubicBezTo>
                    <a:pt x="48" y="51"/>
                    <a:pt x="28" y="27"/>
                    <a:pt x="46" y="13"/>
                  </a:cubicBezTo>
                  <a:cubicBezTo>
                    <a:pt x="63" y="0"/>
                    <a:pt x="84" y="4"/>
                    <a:pt x="108" y="34"/>
                  </a:cubicBezTo>
                  <a:cubicBezTo>
                    <a:pt x="132" y="64"/>
                    <a:pt x="181" y="42"/>
                    <a:pt x="181" y="102"/>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88" name="Google Shape;388;p8"/>
            <p:cNvSpPr/>
            <p:nvPr/>
          </p:nvSpPr>
          <p:spPr>
            <a:xfrm>
              <a:off x="10423525" y="2439988"/>
              <a:ext cx="87312" cy="146050"/>
            </a:xfrm>
            <a:custGeom>
              <a:rect b="b" l="l" r="r" t="t"/>
              <a:pathLst>
                <a:path extrusionOk="0" h="30" w="18">
                  <a:moveTo>
                    <a:pt x="18" y="0"/>
                  </a:moveTo>
                  <a:cubicBezTo>
                    <a:pt x="18" y="0"/>
                    <a:pt x="8" y="17"/>
                    <a:pt x="0" y="25"/>
                  </a:cubicBezTo>
                  <a:cubicBezTo>
                    <a:pt x="4" y="30"/>
                    <a:pt x="14" y="29"/>
                    <a:pt x="14" y="29"/>
                  </a:cubicBezTo>
                  <a:lnTo>
                    <a:pt x="18" y="0"/>
                  </a:lnTo>
                  <a:close/>
                </a:path>
              </a:pathLst>
            </a:custGeom>
            <a:solidFill>
              <a:srgbClr val="A0272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89" name="Google Shape;389;p8"/>
            <p:cNvSpPr/>
            <p:nvPr/>
          </p:nvSpPr>
          <p:spPr>
            <a:xfrm>
              <a:off x="10550525" y="2643188"/>
              <a:ext cx="125412" cy="53975"/>
            </a:xfrm>
            <a:custGeom>
              <a:rect b="b" l="l" r="r" t="t"/>
              <a:pathLst>
                <a:path extrusionOk="0" h="11" w="26">
                  <a:moveTo>
                    <a:pt x="1" y="9"/>
                  </a:moveTo>
                  <a:cubicBezTo>
                    <a:pt x="1" y="9"/>
                    <a:pt x="1" y="9"/>
                    <a:pt x="1" y="9"/>
                  </a:cubicBezTo>
                  <a:cubicBezTo>
                    <a:pt x="15" y="11"/>
                    <a:pt x="26" y="2"/>
                    <a:pt x="26" y="1"/>
                  </a:cubicBezTo>
                  <a:cubicBezTo>
                    <a:pt x="26" y="0"/>
                    <a:pt x="26" y="0"/>
                    <a:pt x="26" y="0"/>
                  </a:cubicBezTo>
                  <a:cubicBezTo>
                    <a:pt x="25" y="0"/>
                    <a:pt x="25" y="0"/>
                    <a:pt x="25" y="0"/>
                  </a:cubicBezTo>
                  <a:cubicBezTo>
                    <a:pt x="25" y="0"/>
                    <a:pt x="14" y="9"/>
                    <a:pt x="1" y="7"/>
                  </a:cubicBezTo>
                  <a:cubicBezTo>
                    <a:pt x="1" y="7"/>
                    <a:pt x="0" y="8"/>
                    <a:pt x="0" y="8"/>
                  </a:cubicBezTo>
                  <a:lnTo>
                    <a:pt x="1" y="9"/>
                  </a:ln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90" name="Google Shape;390;p8"/>
            <p:cNvSpPr/>
            <p:nvPr/>
          </p:nvSpPr>
          <p:spPr>
            <a:xfrm>
              <a:off x="10687050" y="2279651"/>
              <a:ext cx="101600" cy="68263"/>
            </a:xfrm>
            <a:custGeom>
              <a:rect b="b" l="l" r="r" t="t"/>
              <a:pathLst>
                <a:path extrusionOk="0" h="14" w="21">
                  <a:moveTo>
                    <a:pt x="18" y="13"/>
                  </a:moveTo>
                  <a:cubicBezTo>
                    <a:pt x="19" y="14"/>
                    <a:pt x="19" y="14"/>
                    <a:pt x="20" y="13"/>
                  </a:cubicBezTo>
                  <a:cubicBezTo>
                    <a:pt x="20" y="13"/>
                    <a:pt x="21" y="12"/>
                    <a:pt x="20" y="11"/>
                  </a:cubicBezTo>
                  <a:cubicBezTo>
                    <a:pt x="13" y="0"/>
                    <a:pt x="2" y="0"/>
                    <a:pt x="2" y="0"/>
                  </a:cubicBezTo>
                  <a:cubicBezTo>
                    <a:pt x="1" y="0"/>
                    <a:pt x="0" y="0"/>
                    <a:pt x="0" y="1"/>
                  </a:cubicBezTo>
                  <a:cubicBezTo>
                    <a:pt x="0" y="2"/>
                    <a:pt x="1" y="3"/>
                    <a:pt x="2" y="3"/>
                  </a:cubicBezTo>
                  <a:cubicBezTo>
                    <a:pt x="2" y="3"/>
                    <a:pt x="12" y="3"/>
                    <a:pt x="18" y="13"/>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91" name="Google Shape;391;p8"/>
            <p:cNvSpPr/>
            <p:nvPr/>
          </p:nvSpPr>
          <p:spPr>
            <a:xfrm>
              <a:off x="10614025" y="2400301"/>
              <a:ext cx="52387" cy="77788"/>
            </a:xfrm>
            <a:custGeom>
              <a:rect b="b" l="l" r="r" t="t"/>
              <a:pathLst>
                <a:path extrusionOk="0" h="16" w="11">
                  <a:moveTo>
                    <a:pt x="10" y="9"/>
                  </a:moveTo>
                  <a:cubicBezTo>
                    <a:pt x="10" y="13"/>
                    <a:pt x="7" y="16"/>
                    <a:pt x="4" y="16"/>
                  </a:cubicBezTo>
                  <a:cubicBezTo>
                    <a:pt x="2" y="15"/>
                    <a:pt x="0" y="11"/>
                    <a:pt x="1" y="7"/>
                  </a:cubicBezTo>
                  <a:cubicBezTo>
                    <a:pt x="1" y="3"/>
                    <a:pt x="4" y="0"/>
                    <a:pt x="7" y="1"/>
                  </a:cubicBezTo>
                  <a:cubicBezTo>
                    <a:pt x="9" y="1"/>
                    <a:pt x="11" y="5"/>
                    <a:pt x="10" y="9"/>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92" name="Google Shape;392;p8"/>
            <p:cNvSpPr/>
            <p:nvPr/>
          </p:nvSpPr>
          <p:spPr>
            <a:xfrm>
              <a:off x="10385425" y="2362201"/>
              <a:ext cx="52387" cy="77788"/>
            </a:xfrm>
            <a:custGeom>
              <a:rect b="b" l="l" r="r" t="t"/>
              <a:pathLst>
                <a:path extrusionOk="0" h="16" w="11">
                  <a:moveTo>
                    <a:pt x="11" y="9"/>
                  </a:moveTo>
                  <a:cubicBezTo>
                    <a:pt x="10" y="13"/>
                    <a:pt x="7" y="16"/>
                    <a:pt x="5" y="16"/>
                  </a:cubicBezTo>
                  <a:cubicBezTo>
                    <a:pt x="2" y="15"/>
                    <a:pt x="0" y="11"/>
                    <a:pt x="1" y="7"/>
                  </a:cubicBezTo>
                  <a:cubicBezTo>
                    <a:pt x="2" y="3"/>
                    <a:pt x="4" y="0"/>
                    <a:pt x="7" y="1"/>
                  </a:cubicBezTo>
                  <a:cubicBezTo>
                    <a:pt x="10" y="1"/>
                    <a:pt x="11" y="5"/>
                    <a:pt x="11" y="9"/>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93" name="Google Shape;393;p8"/>
            <p:cNvSpPr/>
            <p:nvPr/>
          </p:nvSpPr>
          <p:spPr>
            <a:xfrm>
              <a:off x="10380663" y="2347913"/>
              <a:ext cx="42862" cy="38100"/>
            </a:xfrm>
            <a:custGeom>
              <a:rect b="b" l="l" r="r" t="t"/>
              <a:pathLst>
                <a:path extrusionOk="0" h="8" w="9">
                  <a:moveTo>
                    <a:pt x="9" y="4"/>
                  </a:moveTo>
                  <a:cubicBezTo>
                    <a:pt x="0" y="0"/>
                    <a:pt x="0" y="0"/>
                    <a:pt x="0" y="0"/>
                  </a:cubicBezTo>
                  <a:cubicBezTo>
                    <a:pt x="0" y="0"/>
                    <a:pt x="4" y="8"/>
                    <a:pt x="9" y="4"/>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94" name="Google Shape;394;p8"/>
            <p:cNvSpPr/>
            <p:nvPr/>
          </p:nvSpPr>
          <p:spPr>
            <a:xfrm>
              <a:off x="10604500" y="2381251"/>
              <a:ext cx="47625" cy="42863"/>
            </a:xfrm>
            <a:custGeom>
              <a:rect b="b" l="l" r="r" t="t"/>
              <a:pathLst>
                <a:path extrusionOk="0" h="9" w="10">
                  <a:moveTo>
                    <a:pt x="10" y="5"/>
                  </a:moveTo>
                  <a:cubicBezTo>
                    <a:pt x="0" y="0"/>
                    <a:pt x="0" y="0"/>
                    <a:pt x="0" y="0"/>
                  </a:cubicBezTo>
                  <a:cubicBezTo>
                    <a:pt x="0" y="0"/>
                    <a:pt x="4" y="9"/>
                    <a:pt x="10" y="5"/>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95" name="Google Shape;395;p8"/>
            <p:cNvSpPr/>
            <p:nvPr/>
          </p:nvSpPr>
          <p:spPr>
            <a:xfrm>
              <a:off x="10355263" y="2216151"/>
              <a:ext cx="112712" cy="53975"/>
            </a:xfrm>
            <a:custGeom>
              <a:rect b="b" l="l" r="r" t="t"/>
              <a:pathLst>
                <a:path extrusionOk="0" h="11" w="23">
                  <a:moveTo>
                    <a:pt x="1" y="11"/>
                  </a:moveTo>
                  <a:cubicBezTo>
                    <a:pt x="1" y="11"/>
                    <a:pt x="2" y="11"/>
                    <a:pt x="2" y="11"/>
                  </a:cubicBezTo>
                  <a:cubicBezTo>
                    <a:pt x="11" y="4"/>
                    <a:pt x="20" y="7"/>
                    <a:pt x="21" y="7"/>
                  </a:cubicBezTo>
                  <a:cubicBezTo>
                    <a:pt x="21" y="7"/>
                    <a:pt x="22" y="7"/>
                    <a:pt x="23" y="6"/>
                  </a:cubicBezTo>
                  <a:cubicBezTo>
                    <a:pt x="23" y="5"/>
                    <a:pt x="22" y="4"/>
                    <a:pt x="22" y="4"/>
                  </a:cubicBezTo>
                  <a:cubicBezTo>
                    <a:pt x="21" y="4"/>
                    <a:pt x="11" y="0"/>
                    <a:pt x="1" y="8"/>
                  </a:cubicBezTo>
                  <a:cubicBezTo>
                    <a:pt x="0" y="9"/>
                    <a:pt x="0" y="10"/>
                    <a:pt x="0" y="11"/>
                  </a:cubicBezTo>
                  <a:lnTo>
                    <a:pt x="1" y="11"/>
                  </a:ln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96" name="Google Shape;396;p8"/>
            <p:cNvSpPr/>
            <p:nvPr/>
          </p:nvSpPr>
          <p:spPr>
            <a:xfrm>
              <a:off x="10107613" y="4795838"/>
              <a:ext cx="1176337" cy="249238"/>
            </a:xfrm>
            <a:custGeom>
              <a:rect b="b" l="l" r="r" t="t"/>
              <a:pathLst>
                <a:path extrusionOk="0" h="51" w="242">
                  <a:moveTo>
                    <a:pt x="1" y="51"/>
                  </a:moveTo>
                  <a:cubicBezTo>
                    <a:pt x="1" y="51"/>
                    <a:pt x="0" y="23"/>
                    <a:pt x="9" y="0"/>
                  </a:cubicBezTo>
                  <a:cubicBezTo>
                    <a:pt x="27" y="0"/>
                    <a:pt x="218" y="0"/>
                    <a:pt x="218" y="0"/>
                  </a:cubicBezTo>
                  <a:cubicBezTo>
                    <a:pt x="218" y="0"/>
                    <a:pt x="237" y="31"/>
                    <a:pt x="242" y="51"/>
                  </a:cubicBezTo>
                  <a:cubicBezTo>
                    <a:pt x="219" y="51"/>
                    <a:pt x="1" y="51"/>
                    <a:pt x="1" y="51"/>
                  </a:cubicBezTo>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97" name="Google Shape;397;p8"/>
            <p:cNvSpPr/>
            <p:nvPr/>
          </p:nvSpPr>
          <p:spPr>
            <a:xfrm>
              <a:off x="10117138" y="4733926"/>
              <a:ext cx="1079500" cy="111125"/>
            </a:xfrm>
            <a:custGeom>
              <a:rect b="b" l="l" r="r" t="t"/>
              <a:pathLst>
                <a:path extrusionOk="0" h="23" w="222">
                  <a:moveTo>
                    <a:pt x="220" y="1"/>
                  </a:moveTo>
                  <a:cubicBezTo>
                    <a:pt x="221" y="20"/>
                    <a:pt x="221" y="20"/>
                    <a:pt x="221" y="20"/>
                  </a:cubicBezTo>
                  <a:cubicBezTo>
                    <a:pt x="222" y="21"/>
                    <a:pt x="220" y="23"/>
                    <a:pt x="218" y="23"/>
                  </a:cubicBezTo>
                  <a:cubicBezTo>
                    <a:pt x="6" y="23"/>
                    <a:pt x="6" y="23"/>
                    <a:pt x="6" y="23"/>
                  </a:cubicBezTo>
                  <a:cubicBezTo>
                    <a:pt x="4" y="23"/>
                    <a:pt x="2" y="22"/>
                    <a:pt x="2" y="21"/>
                  </a:cubicBezTo>
                  <a:cubicBezTo>
                    <a:pt x="0" y="2"/>
                    <a:pt x="0" y="2"/>
                    <a:pt x="0" y="2"/>
                  </a:cubicBezTo>
                  <a:cubicBezTo>
                    <a:pt x="0" y="1"/>
                    <a:pt x="2" y="0"/>
                    <a:pt x="4" y="0"/>
                  </a:cubicBezTo>
                  <a:cubicBezTo>
                    <a:pt x="216" y="0"/>
                    <a:pt x="216" y="0"/>
                    <a:pt x="216" y="0"/>
                  </a:cubicBezTo>
                  <a:cubicBezTo>
                    <a:pt x="218" y="0"/>
                    <a:pt x="219" y="0"/>
                    <a:pt x="220" y="1"/>
                  </a:cubicBezTo>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98" name="Google Shape;398;p8"/>
            <p:cNvSpPr/>
            <p:nvPr/>
          </p:nvSpPr>
          <p:spPr>
            <a:xfrm>
              <a:off x="10117138" y="4733926"/>
              <a:ext cx="1074737" cy="111125"/>
            </a:xfrm>
            <a:custGeom>
              <a:rect b="b" l="l" r="r" t="t"/>
              <a:pathLst>
                <a:path extrusionOk="0" h="23" w="221">
                  <a:moveTo>
                    <a:pt x="216" y="0"/>
                  </a:moveTo>
                  <a:cubicBezTo>
                    <a:pt x="216" y="0"/>
                    <a:pt x="216" y="0"/>
                    <a:pt x="216" y="0"/>
                  </a:cubicBezTo>
                  <a:cubicBezTo>
                    <a:pt x="5" y="0"/>
                    <a:pt x="5" y="0"/>
                    <a:pt x="5" y="0"/>
                  </a:cubicBezTo>
                  <a:cubicBezTo>
                    <a:pt x="4" y="0"/>
                    <a:pt x="4" y="0"/>
                    <a:pt x="4" y="0"/>
                  </a:cubicBezTo>
                  <a:cubicBezTo>
                    <a:pt x="2" y="0"/>
                    <a:pt x="0" y="1"/>
                    <a:pt x="0" y="2"/>
                  </a:cubicBezTo>
                  <a:cubicBezTo>
                    <a:pt x="0" y="2"/>
                    <a:pt x="0" y="2"/>
                    <a:pt x="0" y="2"/>
                  </a:cubicBezTo>
                  <a:cubicBezTo>
                    <a:pt x="2" y="21"/>
                    <a:pt x="2" y="21"/>
                    <a:pt x="2" y="21"/>
                  </a:cubicBezTo>
                  <a:cubicBezTo>
                    <a:pt x="2" y="22"/>
                    <a:pt x="4" y="23"/>
                    <a:pt x="6" y="23"/>
                  </a:cubicBezTo>
                  <a:cubicBezTo>
                    <a:pt x="218" y="23"/>
                    <a:pt x="218" y="23"/>
                    <a:pt x="218" y="23"/>
                  </a:cubicBezTo>
                  <a:cubicBezTo>
                    <a:pt x="220" y="23"/>
                    <a:pt x="221" y="22"/>
                    <a:pt x="221" y="21"/>
                  </a:cubicBezTo>
                  <a:cubicBezTo>
                    <a:pt x="221" y="20"/>
                    <a:pt x="221" y="20"/>
                    <a:pt x="221" y="20"/>
                  </a:cubicBezTo>
                  <a:cubicBezTo>
                    <a:pt x="220" y="1"/>
                    <a:pt x="220" y="1"/>
                    <a:pt x="220" y="1"/>
                  </a:cubicBezTo>
                  <a:cubicBezTo>
                    <a:pt x="219" y="0"/>
                    <a:pt x="218" y="0"/>
                    <a:pt x="216" y="0"/>
                  </a:cubicBezTo>
                </a:path>
              </a:pathLst>
            </a:custGeom>
            <a:solidFill>
              <a:srgbClr val="78A1F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399" name="Google Shape;399;p8"/>
            <p:cNvSpPr/>
            <p:nvPr/>
          </p:nvSpPr>
          <p:spPr>
            <a:xfrm>
              <a:off x="11022013" y="4724401"/>
              <a:ext cx="63500" cy="130175"/>
            </a:xfrm>
            <a:custGeom>
              <a:rect b="b" l="l" r="r" t="t"/>
              <a:pathLst>
                <a:path extrusionOk="0" h="27" w="13">
                  <a:moveTo>
                    <a:pt x="5" y="27"/>
                  </a:moveTo>
                  <a:cubicBezTo>
                    <a:pt x="11" y="27"/>
                    <a:pt x="11" y="27"/>
                    <a:pt x="11" y="27"/>
                  </a:cubicBezTo>
                  <a:cubicBezTo>
                    <a:pt x="12" y="27"/>
                    <a:pt x="13" y="26"/>
                    <a:pt x="13" y="26"/>
                  </a:cubicBezTo>
                  <a:cubicBezTo>
                    <a:pt x="10" y="1"/>
                    <a:pt x="10" y="1"/>
                    <a:pt x="10" y="1"/>
                  </a:cubicBezTo>
                  <a:cubicBezTo>
                    <a:pt x="10" y="1"/>
                    <a:pt x="9" y="0"/>
                    <a:pt x="8" y="0"/>
                  </a:cubicBezTo>
                  <a:cubicBezTo>
                    <a:pt x="2" y="0"/>
                    <a:pt x="2" y="0"/>
                    <a:pt x="2" y="0"/>
                  </a:cubicBezTo>
                  <a:cubicBezTo>
                    <a:pt x="1" y="0"/>
                    <a:pt x="0" y="1"/>
                    <a:pt x="0" y="1"/>
                  </a:cubicBezTo>
                  <a:cubicBezTo>
                    <a:pt x="3" y="26"/>
                    <a:pt x="3" y="26"/>
                    <a:pt x="3" y="26"/>
                  </a:cubicBezTo>
                  <a:cubicBezTo>
                    <a:pt x="3" y="26"/>
                    <a:pt x="4" y="27"/>
                    <a:pt x="5" y="27"/>
                  </a:cubicBez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400" name="Google Shape;400;p8"/>
            <p:cNvSpPr/>
            <p:nvPr/>
          </p:nvSpPr>
          <p:spPr>
            <a:xfrm>
              <a:off x="10199688" y="4724401"/>
              <a:ext cx="63500" cy="130175"/>
            </a:xfrm>
            <a:custGeom>
              <a:rect b="b" l="l" r="r" t="t"/>
              <a:pathLst>
                <a:path extrusionOk="0" h="27" w="13">
                  <a:moveTo>
                    <a:pt x="5" y="27"/>
                  </a:moveTo>
                  <a:cubicBezTo>
                    <a:pt x="11" y="27"/>
                    <a:pt x="11" y="27"/>
                    <a:pt x="11" y="27"/>
                  </a:cubicBezTo>
                  <a:cubicBezTo>
                    <a:pt x="12" y="27"/>
                    <a:pt x="13" y="26"/>
                    <a:pt x="12" y="26"/>
                  </a:cubicBezTo>
                  <a:cubicBezTo>
                    <a:pt x="10" y="1"/>
                    <a:pt x="10" y="1"/>
                    <a:pt x="10" y="1"/>
                  </a:cubicBezTo>
                  <a:cubicBezTo>
                    <a:pt x="10" y="1"/>
                    <a:pt x="9" y="0"/>
                    <a:pt x="8" y="0"/>
                  </a:cubicBezTo>
                  <a:cubicBezTo>
                    <a:pt x="2" y="0"/>
                    <a:pt x="2" y="0"/>
                    <a:pt x="2" y="0"/>
                  </a:cubicBezTo>
                  <a:cubicBezTo>
                    <a:pt x="1" y="0"/>
                    <a:pt x="0" y="1"/>
                    <a:pt x="0" y="1"/>
                  </a:cubicBezTo>
                  <a:cubicBezTo>
                    <a:pt x="3" y="26"/>
                    <a:pt x="3" y="26"/>
                    <a:pt x="3" y="26"/>
                  </a:cubicBezTo>
                  <a:cubicBezTo>
                    <a:pt x="3" y="26"/>
                    <a:pt x="4" y="27"/>
                    <a:pt x="5" y="27"/>
                  </a:cubicBez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401" name="Google Shape;401;p8"/>
            <p:cNvSpPr/>
            <p:nvPr/>
          </p:nvSpPr>
          <p:spPr>
            <a:xfrm>
              <a:off x="10614025" y="4724401"/>
              <a:ext cx="57150" cy="130175"/>
            </a:xfrm>
            <a:custGeom>
              <a:rect b="b" l="l" r="r" t="t"/>
              <a:pathLst>
                <a:path extrusionOk="0" h="27" w="12">
                  <a:moveTo>
                    <a:pt x="4" y="27"/>
                  </a:moveTo>
                  <a:cubicBezTo>
                    <a:pt x="10" y="27"/>
                    <a:pt x="10" y="27"/>
                    <a:pt x="10" y="27"/>
                  </a:cubicBezTo>
                  <a:cubicBezTo>
                    <a:pt x="11" y="27"/>
                    <a:pt x="12" y="26"/>
                    <a:pt x="12" y="26"/>
                  </a:cubicBezTo>
                  <a:cubicBezTo>
                    <a:pt x="9" y="1"/>
                    <a:pt x="9" y="1"/>
                    <a:pt x="9" y="1"/>
                  </a:cubicBezTo>
                  <a:cubicBezTo>
                    <a:pt x="9" y="1"/>
                    <a:pt x="8" y="0"/>
                    <a:pt x="7" y="0"/>
                  </a:cubicBezTo>
                  <a:cubicBezTo>
                    <a:pt x="2" y="0"/>
                    <a:pt x="2" y="0"/>
                    <a:pt x="2" y="0"/>
                  </a:cubicBezTo>
                  <a:cubicBezTo>
                    <a:pt x="0" y="0"/>
                    <a:pt x="0" y="1"/>
                    <a:pt x="0" y="1"/>
                  </a:cubicBezTo>
                  <a:cubicBezTo>
                    <a:pt x="2" y="26"/>
                    <a:pt x="2" y="26"/>
                    <a:pt x="2" y="26"/>
                  </a:cubicBezTo>
                  <a:cubicBezTo>
                    <a:pt x="2" y="26"/>
                    <a:pt x="3" y="27"/>
                    <a:pt x="4" y="27"/>
                  </a:cubicBez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402" name="Google Shape;402;p8"/>
            <p:cNvSpPr/>
            <p:nvPr/>
          </p:nvSpPr>
          <p:spPr>
            <a:xfrm>
              <a:off x="11187113" y="3567113"/>
              <a:ext cx="831850" cy="1001713"/>
            </a:xfrm>
            <a:custGeom>
              <a:rect b="b" l="l" r="r" t="t"/>
              <a:pathLst>
                <a:path extrusionOk="0" h="206" w="171">
                  <a:moveTo>
                    <a:pt x="51" y="0"/>
                  </a:moveTo>
                  <a:cubicBezTo>
                    <a:pt x="61" y="30"/>
                    <a:pt x="69" y="60"/>
                    <a:pt x="78" y="90"/>
                  </a:cubicBezTo>
                  <a:cubicBezTo>
                    <a:pt x="91" y="135"/>
                    <a:pt x="91" y="135"/>
                    <a:pt x="91" y="135"/>
                  </a:cubicBezTo>
                  <a:cubicBezTo>
                    <a:pt x="97" y="157"/>
                    <a:pt x="97" y="157"/>
                    <a:pt x="97" y="157"/>
                  </a:cubicBezTo>
                  <a:cubicBezTo>
                    <a:pt x="99" y="163"/>
                    <a:pt x="99" y="163"/>
                    <a:pt x="99" y="163"/>
                  </a:cubicBezTo>
                  <a:cubicBezTo>
                    <a:pt x="99" y="166"/>
                    <a:pt x="99" y="166"/>
                    <a:pt x="99" y="166"/>
                  </a:cubicBezTo>
                  <a:cubicBezTo>
                    <a:pt x="100" y="166"/>
                    <a:pt x="100" y="166"/>
                    <a:pt x="100" y="166"/>
                  </a:cubicBezTo>
                  <a:cubicBezTo>
                    <a:pt x="100" y="166"/>
                    <a:pt x="100" y="166"/>
                    <a:pt x="100" y="166"/>
                  </a:cubicBezTo>
                  <a:cubicBezTo>
                    <a:pt x="100" y="167"/>
                    <a:pt x="100" y="167"/>
                    <a:pt x="100" y="167"/>
                  </a:cubicBezTo>
                  <a:cubicBezTo>
                    <a:pt x="99" y="166"/>
                    <a:pt x="99" y="166"/>
                    <a:pt x="99" y="166"/>
                  </a:cubicBezTo>
                  <a:cubicBezTo>
                    <a:pt x="99" y="165"/>
                    <a:pt x="98" y="164"/>
                    <a:pt x="95" y="162"/>
                  </a:cubicBezTo>
                  <a:cubicBezTo>
                    <a:pt x="93" y="160"/>
                    <a:pt x="89" y="158"/>
                    <a:pt x="85" y="158"/>
                  </a:cubicBezTo>
                  <a:cubicBezTo>
                    <a:pt x="81" y="158"/>
                    <a:pt x="78" y="159"/>
                    <a:pt x="76" y="160"/>
                  </a:cubicBezTo>
                  <a:cubicBezTo>
                    <a:pt x="73" y="161"/>
                    <a:pt x="74" y="162"/>
                    <a:pt x="74" y="161"/>
                  </a:cubicBezTo>
                  <a:cubicBezTo>
                    <a:pt x="74" y="161"/>
                    <a:pt x="75" y="160"/>
                    <a:pt x="76" y="159"/>
                  </a:cubicBezTo>
                  <a:cubicBezTo>
                    <a:pt x="77" y="157"/>
                    <a:pt x="79" y="155"/>
                    <a:pt x="81" y="152"/>
                  </a:cubicBezTo>
                  <a:cubicBezTo>
                    <a:pt x="84" y="146"/>
                    <a:pt x="88" y="140"/>
                    <a:pt x="91" y="133"/>
                  </a:cubicBezTo>
                  <a:cubicBezTo>
                    <a:pt x="98" y="120"/>
                    <a:pt x="104" y="106"/>
                    <a:pt x="110" y="92"/>
                  </a:cubicBezTo>
                  <a:cubicBezTo>
                    <a:pt x="116" y="77"/>
                    <a:pt x="122" y="63"/>
                    <a:pt x="128" y="49"/>
                  </a:cubicBezTo>
                  <a:cubicBezTo>
                    <a:pt x="134" y="34"/>
                    <a:pt x="140" y="20"/>
                    <a:pt x="146" y="5"/>
                  </a:cubicBezTo>
                  <a:cubicBezTo>
                    <a:pt x="171" y="13"/>
                    <a:pt x="171" y="13"/>
                    <a:pt x="171" y="13"/>
                  </a:cubicBezTo>
                  <a:cubicBezTo>
                    <a:pt x="165" y="44"/>
                    <a:pt x="157" y="75"/>
                    <a:pt x="148" y="105"/>
                  </a:cubicBezTo>
                  <a:cubicBezTo>
                    <a:pt x="143" y="121"/>
                    <a:pt x="138" y="136"/>
                    <a:pt x="132" y="151"/>
                  </a:cubicBezTo>
                  <a:cubicBezTo>
                    <a:pt x="128" y="159"/>
                    <a:pt x="125" y="167"/>
                    <a:pt x="121" y="174"/>
                  </a:cubicBezTo>
                  <a:cubicBezTo>
                    <a:pt x="119" y="178"/>
                    <a:pt x="117" y="183"/>
                    <a:pt x="114" y="187"/>
                  </a:cubicBezTo>
                  <a:cubicBezTo>
                    <a:pt x="112" y="189"/>
                    <a:pt x="110" y="192"/>
                    <a:pt x="108" y="194"/>
                  </a:cubicBezTo>
                  <a:cubicBezTo>
                    <a:pt x="106" y="197"/>
                    <a:pt x="103" y="200"/>
                    <a:pt x="96" y="203"/>
                  </a:cubicBezTo>
                  <a:cubicBezTo>
                    <a:pt x="93" y="204"/>
                    <a:pt x="88" y="206"/>
                    <a:pt x="82" y="206"/>
                  </a:cubicBezTo>
                  <a:cubicBezTo>
                    <a:pt x="76" y="206"/>
                    <a:pt x="70" y="203"/>
                    <a:pt x="66" y="200"/>
                  </a:cubicBezTo>
                  <a:cubicBezTo>
                    <a:pt x="62" y="197"/>
                    <a:pt x="60" y="194"/>
                    <a:pt x="59" y="192"/>
                  </a:cubicBezTo>
                  <a:cubicBezTo>
                    <a:pt x="57" y="189"/>
                    <a:pt x="56" y="188"/>
                    <a:pt x="55" y="186"/>
                  </a:cubicBezTo>
                  <a:cubicBezTo>
                    <a:pt x="55" y="185"/>
                    <a:pt x="54" y="184"/>
                    <a:pt x="54" y="183"/>
                  </a:cubicBezTo>
                  <a:cubicBezTo>
                    <a:pt x="53" y="181"/>
                    <a:pt x="53" y="181"/>
                    <a:pt x="53" y="181"/>
                  </a:cubicBezTo>
                  <a:cubicBezTo>
                    <a:pt x="52" y="178"/>
                    <a:pt x="52" y="178"/>
                    <a:pt x="52" y="178"/>
                  </a:cubicBezTo>
                  <a:cubicBezTo>
                    <a:pt x="50" y="173"/>
                    <a:pt x="50" y="173"/>
                    <a:pt x="50" y="173"/>
                  </a:cubicBezTo>
                  <a:cubicBezTo>
                    <a:pt x="48" y="165"/>
                    <a:pt x="45" y="158"/>
                    <a:pt x="42" y="150"/>
                  </a:cubicBezTo>
                  <a:cubicBezTo>
                    <a:pt x="37" y="135"/>
                    <a:pt x="32" y="120"/>
                    <a:pt x="27" y="105"/>
                  </a:cubicBezTo>
                  <a:cubicBezTo>
                    <a:pt x="17" y="75"/>
                    <a:pt x="8" y="45"/>
                    <a:pt x="0" y="15"/>
                  </a:cubicBezTo>
                  <a:cubicBezTo>
                    <a:pt x="51" y="0"/>
                    <a:pt x="51" y="0"/>
                    <a:pt x="51" y="0"/>
                  </a:cubicBezTo>
                </a:path>
              </a:pathLst>
            </a:custGeom>
            <a:solidFill>
              <a:srgbClr val="B65B5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403" name="Google Shape;403;p8"/>
            <p:cNvSpPr/>
            <p:nvPr/>
          </p:nvSpPr>
          <p:spPr>
            <a:xfrm>
              <a:off x="11036300" y="3241676"/>
              <a:ext cx="573087" cy="752475"/>
            </a:xfrm>
            <a:custGeom>
              <a:rect b="b" l="l" r="r" t="t"/>
              <a:pathLst>
                <a:path extrusionOk="0" h="155" w="118">
                  <a:moveTo>
                    <a:pt x="65" y="8"/>
                  </a:moveTo>
                  <a:cubicBezTo>
                    <a:pt x="86" y="14"/>
                    <a:pt x="118" y="96"/>
                    <a:pt x="118" y="96"/>
                  </a:cubicBezTo>
                  <a:cubicBezTo>
                    <a:pt x="36" y="155"/>
                    <a:pt x="36" y="155"/>
                    <a:pt x="36" y="155"/>
                  </a:cubicBezTo>
                  <a:cubicBezTo>
                    <a:pt x="36" y="155"/>
                    <a:pt x="0" y="84"/>
                    <a:pt x="8" y="57"/>
                  </a:cubicBezTo>
                  <a:cubicBezTo>
                    <a:pt x="18" y="29"/>
                    <a:pt x="41" y="0"/>
                    <a:pt x="65" y="8"/>
                  </a:cubicBezTo>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404" name="Google Shape;404;p8"/>
            <p:cNvSpPr/>
            <p:nvPr/>
          </p:nvSpPr>
          <p:spPr>
            <a:xfrm>
              <a:off x="11069638" y="3275013"/>
              <a:ext cx="539750" cy="719138"/>
            </a:xfrm>
            <a:custGeom>
              <a:rect b="b" l="l" r="r" t="t"/>
              <a:pathLst>
                <a:path extrusionOk="0" h="148" w="111">
                  <a:moveTo>
                    <a:pt x="50" y="0"/>
                  </a:moveTo>
                  <a:cubicBezTo>
                    <a:pt x="29" y="0"/>
                    <a:pt x="10" y="25"/>
                    <a:pt x="1" y="50"/>
                  </a:cubicBezTo>
                  <a:cubicBezTo>
                    <a:pt x="0" y="53"/>
                    <a:pt x="0" y="56"/>
                    <a:pt x="0" y="60"/>
                  </a:cubicBezTo>
                  <a:cubicBezTo>
                    <a:pt x="0" y="92"/>
                    <a:pt x="29" y="148"/>
                    <a:pt x="29" y="148"/>
                  </a:cubicBezTo>
                  <a:cubicBezTo>
                    <a:pt x="111" y="89"/>
                    <a:pt x="111" y="89"/>
                    <a:pt x="111" y="89"/>
                  </a:cubicBezTo>
                  <a:cubicBezTo>
                    <a:pt x="111" y="89"/>
                    <a:pt x="110" y="87"/>
                    <a:pt x="108" y="84"/>
                  </a:cubicBezTo>
                  <a:cubicBezTo>
                    <a:pt x="104" y="73"/>
                    <a:pt x="93" y="46"/>
                    <a:pt x="80" y="26"/>
                  </a:cubicBezTo>
                  <a:cubicBezTo>
                    <a:pt x="73" y="13"/>
                    <a:pt x="64" y="3"/>
                    <a:pt x="58" y="1"/>
                  </a:cubicBezTo>
                  <a:cubicBezTo>
                    <a:pt x="55" y="0"/>
                    <a:pt x="52" y="0"/>
                    <a:pt x="50" y="0"/>
                  </a:cubicBezTo>
                </a:path>
              </a:pathLst>
            </a:custGeom>
            <a:solidFill>
              <a:srgbClr val="A0BD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405" name="Google Shape;405;p8"/>
            <p:cNvSpPr/>
            <p:nvPr/>
          </p:nvSpPr>
          <p:spPr>
            <a:xfrm>
              <a:off x="11847513" y="3406776"/>
              <a:ext cx="228600" cy="330200"/>
            </a:xfrm>
            <a:custGeom>
              <a:rect b="b" l="l" r="r" t="t"/>
              <a:pathLst>
                <a:path extrusionOk="0" h="68" w="47">
                  <a:moveTo>
                    <a:pt x="11" y="49"/>
                  </a:moveTo>
                  <a:cubicBezTo>
                    <a:pt x="0" y="0"/>
                    <a:pt x="0" y="0"/>
                    <a:pt x="0" y="0"/>
                  </a:cubicBezTo>
                  <a:cubicBezTo>
                    <a:pt x="46" y="24"/>
                    <a:pt x="46" y="24"/>
                    <a:pt x="46" y="24"/>
                  </a:cubicBezTo>
                  <a:cubicBezTo>
                    <a:pt x="46" y="24"/>
                    <a:pt x="47" y="58"/>
                    <a:pt x="28" y="68"/>
                  </a:cubicBezTo>
                  <a:lnTo>
                    <a:pt x="11" y="49"/>
                  </a:lnTo>
                  <a:close/>
                </a:path>
              </a:pathLst>
            </a:custGeom>
            <a:solidFill>
              <a:srgbClr val="B55B5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406" name="Google Shape;406;p8"/>
            <p:cNvSpPr/>
            <p:nvPr/>
          </p:nvSpPr>
          <p:spPr>
            <a:xfrm>
              <a:off x="11847513" y="3216276"/>
              <a:ext cx="238125" cy="306388"/>
            </a:xfrm>
            <a:custGeom>
              <a:rect b="b" l="l" r="r" t="t"/>
              <a:pathLst>
                <a:path extrusionOk="0" h="193" w="150">
                  <a:moveTo>
                    <a:pt x="59" y="0"/>
                  </a:moveTo>
                  <a:lnTo>
                    <a:pt x="150" y="65"/>
                  </a:lnTo>
                  <a:lnTo>
                    <a:pt x="141" y="193"/>
                  </a:lnTo>
                  <a:lnTo>
                    <a:pt x="0" y="120"/>
                  </a:lnTo>
                  <a:lnTo>
                    <a:pt x="59" y="0"/>
                  </a:lnTo>
                  <a:close/>
                </a:path>
              </a:pathLst>
            </a:custGeom>
            <a:solidFill>
              <a:srgbClr val="B55B5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407" name="Google Shape;407;p8"/>
            <p:cNvSpPr/>
            <p:nvPr/>
          </p:nvSpPr>
          <p:spPr>
            <a:xfrm>
              <a:off x="7599363" y="2011363"/>
              <a:ext cx="2105025" cy="1423988"/>
            </a:xfrm>
            <a:custGeom>
              <a:rect b="b" l="l" r="r" t="t"/>
              <a:pathLst>
                <a:path extrusionOk="0" h="293" w="433">
                  <a:moveTo>
                    <a:pt x="62" y="0"/>
                  </a:moveTo>
                  <a:cubicBezTo>
                    <a:pt x="386" y="0"/>
                    <a:pt x="386" y="0"/>
                    <a:pt x="386" y="0"/>
                  </a:cubicBezTo>
                  <a:cubicBezTo>
                    <a:pt x="412" y="0"/>
                    <a:pt x="433" y="22"/>
                    <a:pt x="431" y="48"/>
                  </a:cubicBezTo>
                  <a:cubicBezTo>
                    <a:pt x="422" y="195"/>
                    <a:pt x="422" y="195"/>
                    <a:pt x="422" y="195"/>
                  </a:cubicBezTo>
                  <a:cubicBezTo>
                    <a:pt x="420" y="221"/>
                    <a:pt x="398" y="243"/>
                    <a:pt x="371" y="243"/>
                  </a:cubicBezTo>
                  <a:cubicBezTo>
                    <a:pt x="334" y="243"/>
                    <a:pt x="334" y="243"/>
                    <a:pt x="334" y="243"/>
                  </a:cubicBezTo>
                  <a:cubicBezTo>
                    <a:pt x="349" y="293"/>
                    <a:pt x="349" y="293"/>
                    <a:pt x="349" y="293"/>
                  </a:cubicBezTo>
                  <a:cubicBezTo>
                    <a:pt x="276" y="243"/>
                    <a:pt x="276" y="243"/>
                    <a:pt x="276" y="243"/>
                  </a:cubicBezTo>
                  <a:cubicBezTo>
                    <a:pt x="47" y="243"/>
                    <a:pt x="47" y="243"/>
                    <a:pt x="47" y="243"/>
                  </a:cubicBezTo>
                  <a:cubicBezTo>
                    <a:pt x="21" y="243"/>
                    <a:pt x="0" y="221"/>
                    <a:pt x="2" y="195"/>
                  </a:cubicBezTo>
                  <a:cubicBezTo>
                    <a:pt x="11" y="48"/>
                    <a:pt x="11" y="48"/>
                    <a:pt x="11" y="48"/>
                  </a:cubicBezTo>
                  <a:cubicBezTo>
                    <a:pt x="13" y="22"/>
                    <a:pt x="36" y="0"/>
                    <a:pt x="62" y="0"/>
                  </a:cubicBez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408" name="Google Shape;408;p8"/>
            <p:cNvSpPr/>
            <p:nvPr/>
          </p:nvSpPr>
          <p:spPr>
            <a:xfrm>
              <a:off x="7959725" y="2298701"/>
              <a:ext cx="1419225" cy="87313"/>
            </a:xfrm>
            <a:custGeom>
              <a:rect b="b" l="l" r="r" t="t"/>
              <a:pathLst>
                <a:path extrusionOk="0" h="18" w="292">
                  <a:moveTo>
                    <a:pt x="282" y="18"/>
                  </a:moveTo>
                  <a:cubicBezTo>
                    <a:pt x="8" y="18"/>
                    <a:pt x="8" y="18"/>
                    <a:pt x="8" y="18"/>
                  </a:cubicBezTo>
                  <a:cubicBezTo>
                    <a:pt x="3" y="18"/>
                    <a:pt x="0" y="14"/>
                    <a:pt x="0" y="9"/>
                  </a:cubicBezTo>
                  <a:cubicBezTo>
                    <a:pt x="0" y="4"/>
                    <a:pt x="4" y="0"/>
                    <a:pt x="9" y="0"/>
                  </a:cubicBezTo>
                  <a:cubicBezTo>
                    <a:pt x="283" y="0"/>
                    <a:pt x="283" y="0"/>
                    <a:pt x="283" y="0"/>
                  </a:cubicBezTo>
                  <a:cubicBezTo>
                    <a:pt x="288" y="0"/>
                    <a:pt x="292" y="4"/>
                    <a:pt x="292" y="9"/>
                  </a:cubicBezTo>
                  <a:cubicBezTo>
                    <a:pt x="292" y="14"/>
                    <a:pt x="287" y="18"/>
                    <a:pt x="282" y="18"/>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409" name="Google Shape;409;p8"/>
            <p:cNvSpPr/>
            <p:nvPr/>
          </p:nvSpPr>
          <p:spPr>
            <a:xfrm>
              <a:off x="7940675" y="2560638"/>
              <a:ext cx="650875" cy="87313"/>
            </a:xfrm>
            <a:custGeom>
              <a:rect b="b" l="l" r="r" t="t"/>
              <a:pathLst>
                <a:path extrusionOk="0" h="18" w="134">
                  <a:moveTo>
                    <a:pt x="124" y="18"/>
                  </a:moveTo>
                  <a:cubicBezTo>
                    <a:pt x="9" y="18"/>
                    <a:pt x="9" y="18"/>
                    <a:pt x="9" y="18"/>
                  </a:cubicBezTo>
                  <a:cubicBezTo>
                    <a:pt x="4" y="18"/>
                    <a:pt x="0" y="14"/>
                    <a:pt x="1" y="9"/>
                  </a:cubicBezTo>
                  <a:cubicBezTo>
                    <a:pt x="1" y="4"/>
                    <a:pt x="5" y="0"/>
                    <a:pt x="10" y="0"/>
                  </a:cubicBezTo>
                  <a:cubicBezTo>
                    <a:pt x="125" y="0"/>
                    <a:pt x="125" y="0"/>
                    <a:pt x="125" y="0"/>
                  </a:cubicBezTo>
                  <a:cubicBezTo>
                    <a:pt x="130" y="0"/>
                    <a:pt x="134" y="4"/>
                    <a:pt x="134" y="9"/>
                  </a:cubicBezTo>
                  <a:cubicBezTo>
                    <a:pt x="133" y="14"/>
                    <a:pt x="129" y="18"/>
                    <a:pt x="124" y="18"/>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410" name="Google Shape;410;p8"/>
            <p:cNvSpPr/>
            <p:nvPr/>
          </p:nvSpPr>
          <p:spPr>
            <a:xfrm>
              <a:off x="7924800" y="2817813"/>
              <a:ext cx="1143000" cy="88900"/>
            </a:xfrm>
            <a:custGeom>
              <a:rect b="b" l="l" r="r" t="t"/>
              <a:pathLst>
                <a:path extrusionOk="0" h="18" w="235">
                  <a:moveTo>
                    <a:pt x="226" y="18"/>
                  </a:moveTo>
                  <a:cubicBezTo>
                    <a:pt x="9" y="18"/>
                    <a:pt x="9" y="18"/>
                    <a:pt x="9" y="18"/>
                  </a:cubicBezTo>
                  <a:cubicBezTo>
                    <a:pt x="4" y="18"/>
                    <a:pt x="0" y="14"/>
                    <a:pt x="0" y="9"/>
                  </a:cubicBezTo>
                  <a:cubicBezTo>
                    <a:pt x="1" y="4"/>
                    <a:pt x="5" y="0"/>
                    <a:pt x="10" y="0"/>
                  </a:cubicBezTo>
                  <a:cubicBezTo>
                    <a:pt x="227" y="0"/>
                    <a:pt x="227" y="0"/>
                    <a:pt x="227" y="0"/>
                  </a:cubicBezTo>
                  <a:cubicBezTo>
                    <a:pt x="232" y="0"/>
                    <a:pt x="235" y="4"/>
                    <a:pt x="235" y="9"/>
                  </a:cubicBezTo>
                  <a:cubicBezTo>
                    <a:pt x="235" y="14"/>
                    <a:pt x="231" y="18"/>
                    <a:pt x="226" y="18"/>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411" name="Google Shape;411;p8"/>
            <p:cNvSpPr/>
            <p:nvPr/>
          </p:nvSpPr>
          <p:spPr>
            <a:xfrm>
              <a:off x="8688388" y="2560638"/>
              <a:ext cx="311150" cy="87313"/>
            </a:xfrm>
            <a:custGeom>
              <a:rect b="b" l="l" r="r" t="t"/>
              <a:pathLst>
                <a:path extrusionOk="0" h="18" w="64">
                  <a:moveTo>
                    <a:pt x="54" y="18"/>
                  </a:moveTo>
                  <a:cubicBezTo>
                    <a:pt x="9" y="18"/>
                    <a:pt x="9" y="18"/>
                    <a:pt x="9" y="18"/>
                  </a:cubicBezTo>
                  <a:cubicBezTo>
                    <a:pt x="4" y="18"/>
                    <a:pt x="0" y="14"/>
                    <a:pt x="1" y="9"/>
                  </a:cubicBezTo>
                  <a:cubicBezTo>
                    <a:pt x="1" y="4"/>
                    <a:pt x="5" y="0"/>
                    <a:pt x="10" y="0"/>
                  </a:cubicBezTo>
                  <a:cubicBezTo>
                    <a:pt x="56" y="0"/>
                    <a:pt x="56" y="0"/>
                    <a:pt x="56" y="0"/>
                  </a:cubicBezTo>
                  <a:cubicBezTo>
                    <a:pt x="61" y="0"/>
                    <a:pt x="64" y="4"/>
                    <a:pt x="64" y="9"/>
                  </a:cubicBezTo>
                  <a:cubicBezTo>
                    <a:pt x="64" y="14"/>
                    <a:pt x="59" y="18"/>
                    <a:pt x="54" y="18"/>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grpSp>
    </p:spTree>
  </p:cSld>
  <p:clrMapOvr>
    <a:masterClrMapping/>
  </p:clrMapOvr>
  <mc:AlternateContent>
    <mc:Choice Requires="p14">
      <p:transition>
        <p14:reveal dir="l"/>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9"/>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p>
            <a:pPr indent="0" lvl="0" marL="0" rtl="0" algn="l">
              <a:lnSpc>
                <a:spcPct val="90000"/>
              </a:lnSpc>
              <a:spcBef>
                <a:spcPts val="0"/>
              </a:spcBef>
              <a:spcAft>
                <a:spcPts val="0"/>
              </a:spcAft>
              <a:buClr>
                <a:schemeClr val="dk1"/>
              </a:buClr>
              <a:buSzPts val="3200"/>
              <a:buFont typeface="Poppins"/>
              <a:buNone/>
            </a:pPr>
            <a:r>
              <a:rPr lang="es-CL"/>
              <a:t>Arreglos</a:t>
            </a:r>
            <a:endParaRPr/>
          </a:p>
        </p:txBody>
      </p:sp>
      <p:sp>
        <p:nvSpPr>
          <p:cNvPr id="417" name="Google Shape;417;p9"/>
          <p:cNvSpPr txBox="1"/>
          <p:nvPr/>
        </p:nvSpPr>
        <p:spPr>
          <a:xfrm>
            <a:off x="1112989" y="615954"/>
            <a:ext cx="1496564"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CL" sz="1200" u="none" cap="none" strike="noStrike">
                <a:solidFill>
                  <a:schemeClr val="accent1"/>
                </a:solidFill>
                <a:latin typeface="Poppins"/>
                <a:ea typeface="Poppins"/>
                <a:cs typeface="Poppins"/>
                <a:sym typeface="Poppins"/>
              </a:rPr>
              <a:t>Clase 10: Matrices</a:t>
            </a:r>
            <a:endParaRPr b="0" i="0" sz="1400" u="none" cap="none" strike="noStrike">
              <a:solidFill>
                <a:srgbClr val="000000"/>
              </a:solidFill>
              <a:latin typeface="Arial"/>
              <a:ea typeface="Arial"/>
              <a:cs typeface="Arial"/>
              <a:sym typeface="Arial"/>
            </a:endParaRPr>
          </a:p>
        </p:txBody>
      </p:sp>
      <p:sp>
        <p:nvSpPr>
          <p:cNvPr id="418" name="Google Shape;418;p9"/>
          <p:cNvSpPr/>
          <p:nvPr/>
        </p:nvSpPr>
        <p:spPr>
          <a:xfrm>
            <a:off x="1112989" y="1895803"/>
            <a:ext cx="9982202" cy="1154825"/>
          </a:xfrm>
          <a:prstGeom prst="roundRect">
            <a:avLst>
              <a:gd fmla="val 7853" name="adj"/>
            </a:avLst>
          </a:prstGeom>
          <a:solidFill>
            <a:srgbClr val="FFFFFF"/>
          </a:solidFill>
          <a:ln>
            <a:noFill/>
          </a:ln>
        </p:spPr>
        <p:txBody>
          <a:bodyPr anchorCtr="0" anchor="ctr" bIns="0" lIns="504000" spcFirstLastPara="1" rIns="274300" wrap="square" tIns="0">
            <a:noAutofit/>
          </a:bodyPr>
          <a:lstStyle/>
          <a:p>
            <a:pPr indent="0" lvl="0" marL="0" marR="0" rtl="0" algn="l">
              <a:lnSpc>
                <a:spcPct val="120000"/>
              </a:lnSpc>
              <a:spcBef>
                <a:spcPts val="0"/>
              </a:spcBef>
              <a:spcAft>
                <a:spcPts val="0"/>
              </a:spcAft>
              <a:buClr>
                <a:srgbClr val="000000"/>
              </a:buClr>
              <a:buSzPts val="2000"/>
              <a:buFont typeface="Arial"/>
              <a:buNone/>
            </a:pPr>
            <a:r>
              <a:rPr b="0" i="0" lang="es-CL" sz="2000" u="none" cap="none" strike="noStrike">
                <a:solidFill>
                  <a:schemeClr val="dk1"/>
                </a:solidFill>
                <a:latin typeface="Poppins"/>
                <a:ea typeface="Poppins"/>
                <a:cs typeface="Poppins"/>
                <a:sym typeface="Poppins"/>
              </a:rPr>
              <a:t>Un </a:t>
            </a:r>
            <a:r>
              <a:rPr b="1" i="0" lang="es-CL" sz="2000" u="none" cap="none" strike="noStrike">
                <a:solidFill>
                  <a:schemeClr val="dk1"/>
                </a:solidFill>
                <a:latin typeface="Poppins"/>
                <a:ea typeface="Poppins"/>
                <a:cs typeface="Poppins"/>
                <a:sym typeface="Poppins"/>
              </a:rPr>
              <a:t>arreglo</a:t>
            </a:r>
            <a:r>
              <a:rPr b="0" i="0" lang="es-CL" sz="2000" u="none" cap="none" strike="noStrike">
                <a:solidFill>
                  <a:schemeClr val="dk1"/>
                </a:solidFill>
                <a:latin typeface="Poppins"/>
                <a:ea typeface="Poppins"/>
                <a:cs typeface="Poppins"/>
                <a:sym typeface="Poppins"/>
              </a:rPr>
              <a:t> consiste en un número </a:t>
            </a:r>
            <a:r>
              <a:rPr b="1" i="0" lang="es-CL" sz="2000" u="none" cap="none" strike="noStrike">
                <a:solidFill>
                  <a:schemeClr val="accent1"/>
                </a:solidFill>
                <a:latin typeface="Poppins"/>
                <a:ea typeface="Poppins"/>
                <a:cs typeface="Poppins"/>
                <a:sym typeface="Poppins"/>
              </a:rPr>
              <a:t>finito</a:t>
            </a:r>
            <a:r>
              <a:rPr b="0" i="0" lang="es-CL" sz="2000" u="none" cap="none" strike="noStrike">
                <a:solidFill>
                  <a:schemeClr val="dk1"/>
                </a:solidFill>
                <a:latin typeface="Poppins"/>
                <a:ea typeface="Poppins"/>
                <a:cs typeface="Poppins"/>
                <a:sym typeface="Poppins"/>
              </a:rPr>
              <a:t> y </a:t>
            </a:r>
            <a:r>
              <a:rPr b="1" i="0" lang="es-CL" sz="2000" u="none" cap="none" strike="noStrike">
                <a:solidFill>
                  <a:schemeClr val="accent1"/>
                </a:solidFill>
                <a:latin typeface="Poppins"/>
                <a:ea typeface="Poppins"/>
                <a:cs typeface="Poppins"/>
                <a:sym typeface="Poppins"/>
              </a:rPr>
              <a:t>ordenado</a:t>
            </a:r>
            <a:r>
              <a:rPr b="0" i="0" lang="es-CL" sz="2000" u="none" cap="none" strike="noStrike">
                <a:solidFill>
                  <a:schemeClr val="dk1"/>
                </a:solidFill>
                <a:latin typeface="Poppins"/>
                <a:ea typeface="Poppins"/>
                <a:cs typeface="Poppins"/>
                <a:sym typeface="Poppins"/>
              </a:rPr>
              <a:t> de elementos, bajo un </a:t>
            </a:r>
            <a:r>
              <a:rPr b="1" i="0" lang="es-CL" sz="2000" u="none" cap="none" strike="noStrike">
                <a:solidFill>
                  <a:schemeClr val="accent1"/>
                </a:solidFill>
                <a:latin typeface="Poppins"/>
                <a:ea typeface="Poppins"/>
                <a:cs typeface="Poppins"/>
                <a:sym typeface="Poppins"/>
              </a:rPr>
              <a:t>nombre común </a:t>
            </a:r>
            <a:r>
              <a:rPr b="0" i="0" lang="es-CL" sz="2000" u="none" cap="none" strike="noStrike">
                <a:solidFill>
                  <a:schemeClr val="dk1"/>
                </a:solidFill>
                <a:latin typeface="Poppins"/>
                <a:ea typeface="Poppins"/>
                <a:cs typeface="Poppins"/>
                <a:sym typeface="Poppins"/>
              </a:rPr>
              <a:t>para todos ellos.</a:t>
            </a:r>
            <a:endParaRPr b="0" i="0" sz="1400" u="none" cap="none" strike="noStrike">
              <a:solidFill>
                <a:srgbClr val="000000"/>
              </a:solidFill>
              <a:latin typeface="Arial"/>
              <a:ea typeface="Arial"/>
              <a:cs typeface="Arial"/>
              <a:sym typeface="Arial"/>
            </a:endParaRPr>
          </a:p>
        </p:txBody>
      </p:sp>
      <p:grpSp>
        <p:nvGrpSpPr>
          <p:cNvPr id="419" name="Google Shape;419;p9"/>
          <p:cNvGrpSpPr/>
          <p:nvPr/>
        </p:nvGrpSpPr>
        <p:grpSpPr>
          <a:xfrm>
            <a:off x="1677430" y="3308397"/>
            <a:ext cx="8412720" cy="3189928"/>
            <a:chOff x="1677430" y="3308397"/>
            <a:chExt cx="8412720" cy="3189928"/>
          </a:xfrm>
        </p:grpSpPr>
        <p:sp>
          <p:nvSpPr>
            <p:cNvPr id="420" name="Google Shape;420;p9"/>
            <p:cNvSpPr/>
            <p:nvPr/>
          </p:nvSpPr>
          <p:spPr>
            <a:xfrm>
              <a:off x="1677430" y="4423808"/>
              <a:ext cx="3004928" cy="959106"/>
            </a:xfrm>
            <a:prstGeom prst="roundRect">
              <a:avLst>
                <a:gd fmla="val 12567" name="adj"/>
              </a:avLst>
            </a:prstGeom>
            <a:solidFill>
              <a:srgbClr val="FFFFFF"/>
            </a:solid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000000"/>
                </a:buClr>
                <a:buSzPts val="2200"/>
                <a:buFont typeface="Arial"/>
                <a:buNone/>
              </a:pPr>
              <a:r>
                <a:rPr b="1" i="0" lang="es-CL" sz="2200" u="none" cap="none" strike="noStrike">
                  <a:solidFill>
                    <a:schemeClr val="dk1"/>
                  </a:solidFill>
                  <a:latin typeface="Poppins"/>
                  <a:ea typeface="Poppins"/>
                  <a:cs typeface="Poppins"/>
                  <a:sym typeface="Poppins"/>
                </a:rPr>
                <a:t>Tipos de Arreglos</a:t>
              </a:r>
              <a:endParaRPr b="1" i="0" sz="2200" u="none" cap="none" strike="noStrike">
                <a:solidFill>
                  <a:schemeClr val="dk1"/>
                </a:solidFill>
                <a:latin typeface="Poppins"/>
                <a:ea typeface="Poppins"/>
                <a:cs typeface="Poppins"/>
                <a:sym typeface="Poppins"/>
              </a:endParaRPr>
            </a:p>
          </p:txBody>
        </p:sp>
        <p:sp>
          <p:nvSpPr>
            <p:cNvPr id="421" name="Google Shape;421;p9"/>
            <p:cNvSpPr/>
            <p:nvPr/>
          </p:nvSpPr>
          <p:spPr>
            <a:xfrm>
              <a:off x="6393946" y="3308397"/>
              <a:ext cx="3696203" cy="959106"/>
            </a:xfrm>
            <a:prstGeom prst="roundRect">
              <a:avLst>
                <a:gd fmla="val 12567" name="adj"/>
              </a:avLst>
            </a:prstGeom>
            <a:solidFill>
              <a:srgbClr val="FFFFFF"/>
            </a:solid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000000"/>
                </a:buClr>
                <a:buSzPts val="2200"/>
                <a:buFont typeface="Arial"/>
                <a:buNone/>
              </a:pPr>
              <a:r>
                <a:rPr b="1" i="0" lang="es-CL" sz="2200" u="none" cap="none" strike="noStrike">
                  <a:solidFill>
                    <a:schemeClr val="dk1"/>
                  </a:solidFill>
                  <a:latin typeface="Poppins"/>
                  <a:ea typeface="Poppins"/>
                  <a:cs typeface="Poppins"/>
                  <a:sym typeface="Poppins"/>
                </a:rPr>
                <a:t>Unidimensionales</a:t>
              </a:r>
              <a:endParaRPr b="1" i="0" sz="2200" u="none" cap="none" strike="noStrike">
                <a:solidFill>
                  <a:schemeClr val="dk1"/>
                </a:solidFill>
                <a:latin typeface="Poppins"/>
                <a:ea typeface="Poppins"/>
                <a:cs typeface="Poppins"/>
                <a:sym typeface="Poppins"/>
              </a:endParaRPr>
            </a:p>
          </p:txBody>
        </p:sp>
        <p:sp>
          <p:nvSpPr>
            <p:cNvPr id="422" name="Google Shape;422;p9"/>
            <p:cNvSpPr/>
            <p:nvPr/>
          </p:nvSpPr>
          <p:spPr>
            <a:xfrm>
              <a:off x="6393946" y="4423808"/>
              <a:ext cx="3696204" cy="959106"/>
            </a:xfrm>
            <a:prstGeom prst="roundRect">
              <a:avLst>
                <a:gd fmla="val 12567" name="adj"/>
              </a:avLst>
            </a:prstGeom>
            <a:solidFill>
              <a:schemeClr val="accent1"/>
            </a:solid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000000"/>
                </a:buClr>
                <a:buSzPts val="2200"/>
                <a:buFont typeface="Arial"/>
                <a:buNone/>
              </a:pPr>
              <a:r>
                <a:rPr b="1" i="0" lang="es-CL" sz="2200" u="none" cap="none" strike="noStrike">
                  <a:solidFill>
                    <a:schemeClr val="lt1"/>
                  </a:solidFill>
                  <a:latin typeface="Poppins"/>
                  <a:ea typeface="Poppins"/>
                  <a:cs typeface="Poppins"/>
                  <a:sym typeface="Poppins"/>
                </a:rPr>
                <a:t>Bidimensionales</a:t>
              </a:r>
              <a:endParaRPr b="1" i="0" sz="2200" u="none" cap="none" strike="noStrike">
                <a:solidFill>
                  <a:schemeClr val="lt1"/>
                </a:solidFill>
                <a:latin typeface="Poppins"/>
                <a:ea typeface="Poppins"/>
                <a:cs typeface="Poppins"/>
                <a:sym typeface="Poppins"/>
              </a:endParaRPr>
            </a:p>
          </p:txBody>
        </p:sp>
        <p:sp>
          <p:nvSpPr>
            <p:cNvPr id="423" name="Google Shape;423;p9"/>
            <p:cNvSpPr/>
            <p:nvPr/>
          </p:nvSpPr>
          <p:spPr>
            <a:xfrm>
              <a:off x="6393945" y="5539219"/>
              <a:ext cx="3696205" cy="959106"/>
            </a:xfrm>
            <a:prstGeom prst="roundRect">
              <a:avLst>
                <a:gd fmla="val 12567" name="adj"/>
              </a:avLst>
            </a:prstGeom>
            <a:solidFill>
              <a:srgbClr val="FFFFFF"/>
            </a:solid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000000"/>
                </a:buClr>
                <a:buSzPts val="2200"/>
                <a:buFont typeface="Arial"/>
                <a:buNone/>
              </a:pPr>
              <a:r>
                <a:rPr b="1" i="0" lang="es-CL" sz="2200" u="none" cap="none" strike="noStrike">
                  <a:solidFill>
                    <a:schemeClr val="dk1"/>
                  </a:solidFill>
                  <a:latin typeface="Poppins"/>
                  <a:ea typeface="Poppins"/>
                  <a:cs typeface="Poppins"/>
                  <a:sym typeface="Poppins"/>
                </a:rPr>
                <a:t>Multidimensionales</a:t>
              </a:r>
              <a:endParaRPr b="1" i="0" sz="2200" u="none" cap="none" strike="noStrike">
                <a:solidFill>
                  <a:schemeClr val="dk1"/>
                </a:solidFill>
                <a:latin typeface="Poppins"/>
                <a:ea typeface="Poppins"/>
                <a:cs typeface="Poppins"/>
                <a:sym typeface="Poppins"/>
              </a:endParaRPr>
            </a:p>
          </p:txBody>
        </p:sp>
        <p:cxnSp>
          <p:nvCxnSpPr>
            <p:cNvPr id="424" name="Google Shape;424;p9"/>
            <p:cNvCxnSpPr>
              <a:stCxn id="420" idx="3"/>
              <a:endCxn id="421" idx="1"/>
            </p:cNvCxnSpPr>
            <p:nvPr/>
          </p:nvCxnSpPr>
          <p:spPr>
            <a:xfrm flipH="1" rot="10800000">
              <a:off x="4682358" y="3787961"/>
              <a:ext cx="1711500" cy="1115400"/>
            </a:xfrm>
            <a:prstGeom prst="bentConnector3">
              <a:avLst>
                <a:gd fmla="val 50000" name="adj1"/>
              </a:avLst>
            </a:prstGeom>
            <a:noFill/>
            <a:ln cap="flat" cmpd="sng" w="38100">
              <a:solidFill>
                <a:schemeClr val="accent1"/>
              </a:solidFill>
              <a:prstDash val="solid"/>
              <a:miter lim="800000"/>
              <a:headEnd len="sm" w="sm" type="none"/>
              <a:tailEnd len="sm" w="sm" type="none"/>
            </a:ln>
          </p:spPr>
        </p:cxnSp>
        <p:cxnSp>
          <p:nvCxnSpPr>
            <p:cNvPr id="425" name="Google Shape;425;p9"/>
            <p:cNvCxnSpPr>
              <a:stCxn id="420" idx="3"/>
              <a:endCxn id="423" idx="1"/>
            </p:cNvCxnSpPr>
            <p:nvPr/>
          </p:nvCxnSpPr>
          <p:spPr>
            <a:xfrm>
              <a:off x="4682358" y="4903361"/>
              <a:ext cx="1711500" cy="1115400"/>
            </a:xfrm>
            <a:prstGeom prst="bentConnector3">
              <a:avLst>
                <a:gd fmla="val 50000" name="adj1"/>
              </a:avLst>
            </a:prstGeom>
            <a:noFill/>
            <a:ln cap="flat" cmpd="sng" w="38100">
              <a:solidFill>
                <a:schemeClr val="accent1"/>
              </a:solidFill>
              <a:prstDash val="solid"/>
              <a:miter lim="800000"/>
              <a:headEnd len="sm" w="sm" type="none"/>
              <a:tailEnd len="sm" w="sm" type="none"/>
            </a:ln>
          </p:spPr>
        </p:cxnSp>
        <p:cxnSp>
          <p:nvCxnSpPr>
            <p:cNvPr id="426" name="Google Shape;426;p9"/>
            <p:cNvCxnSpPr>
              <a:stCxn id="422" idx="1"/>
              <a:endCxn id="420" idx="3"/>
            </p:cNvCxnSpPr>
            <p:nvPr/>
          </p:nvCxnSpPr>
          <p:spPr>
            <a:xfrm rot="10800000">
              <a:off x="4682446" y="4903361"/>
              <a:ext cx="1711500" cy="0"/>
            </a:xfrm>
            <a:prstGeom prst="straightConnector1">
              <a:avLst/>
            </a:prstGeom>
            <a:noFill/>
            <a:ln cap="flat" cmpd="sng" w="38100">
              <a:solidFill>
                <a:schemeClr val="accent1"/>
              </a:solidFill>
              <a:prstDash val="solid"/>
              <a:miter lim="800000"/>
              <a:headEnd len="sm" w="sm" type="none"/>
              <a:tailEnd len="sm" w="sm" type="none"/>
            </a:ln>
          </p:spPr>
        </p:cxnSp>
      </p:gr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18"/>
                                        </p:tgtEl>
                                        <p:attrNameLst>
                                          <p:attrName>style.visibility</p:attrName>
                                        </p:attrNameLst>
                                      </p:cBhvr>
                                      <p:to>
                                        <p:strVal val="visible"/>
                                      </p:to>
                                    </p:set>
                                    <p:anim calcmode="lin" valueType="num">
                                      <p:cBhvr additive="base">
                                        <p:cTn dur="500"/>
                                        <p:tgtEl>
                                          <p:spTgt spid="418"/>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19"/>
                                        </p:tgtEl>
                                        <p:attrNameLst>
                                          <p:attrName>style.visibility</p:attrName>
                                        </p:attrNameLst>
                                      </p:cBhvr>
                                      <p:to>
                                        <p:strVal val="visible"/>
                                      </p:to>
                                    </p:set>
                                    <p:anim calcmode="lin" valueType="num">
                                      <p:cBhvr additive="base">
                                        <p:cTn dur="500"/>
                                        <p:tgtEl>
                                          <p:spTgt spid="419"/>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10"/>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p>
            <a:pPr indent="0" lvl="0" marL="0" rtl="0" algn="l">
              <a:lnSpc>
                <a:spcPct val="90000"/>
              </a:lnSpc>
              <a:spcBef>
                <a:spcPts val="0"/>
              </a:spcBef>
              <a:spcAft>
                <a:spcPts val="0"/>
              </a:spcAft>
              <a:buClr>
                <a:schemeClr val="dk1"/>
              </a:buClr>
              <a:buSzPts val="3200"/>
              <a:buFont typeface="Poppins"/>
              <a:buNone/>
            </a:pPr>
            <a:r>
              <a:rPr lang="es-CL"/>
              <a:t>Arreglos bidimensionales</a:t>
            </a:r>
            <a:endParaRPr/>
          </a:p>
        </p:txBody>
      </p:sp>
      <p:sp>
        <p:nvSpPr>
          <p:cNvPr id="432" name="Google Shape;432;p10"/>
          <p:cNvSpPr txBox="1"/>
          <p:nvPr/>
        </p:nvSpPr>
        <p:spPr>
          <a:xfrm>
            <a:off x="1112989" y="615954"/>
            <a:ext cx="1496564"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CL" sz="1200" u="none" cap="none" strike="noStrike">
                <a:solidFill>
                  <a:schemeClr val="accent1"/>
                </a:solidFill>
                <a:latin typeface="Poppins"/>
                <a:ea typeface="Poppins"/>
                <a:cs typeface="Poppins"/>
                <a:sym typeface="Poppins"/>
              </a:rPr>
              <a:t>Clase 10: Matrices</a:t>
            </a:r>
            <a:endParaRPr b="0" i="0" sz="1400" u="none" cap="none" strike="noStrike">
              <a:solidFill>
                <a:srgbClr val="000000"/>
              </a:solidFill>
              <a:latin typeface="Arial"/>
              <a:ea typeface="Arial"/>
              <a:cs typeface="Arial"/>
              <a:sym typeface="Arial"/>
            </a:endParaRPr>
          </a:p>
        </p:txBody>
      </p:sp>
      <p:sp>
        <p:nvSpPr>
          <p:cNvPr id="433" name="Google Shape;433;p10"/>
          <p:cNvSpPr/>
          <p:nvPr/>
        </p:nvSpPr>
        <p:spPr>
          <a:xfrm>
            <a:off x="1112989" y="1895803"/>
            <a:ext cx="9982202" cy="3149163"/>
          </a:xfrm>
          <a:prstGeom prst="roundRect">
            <a:avLst>
              <a:gd fmla="val 7853" name="adj"/>
            </a:avLst>
          </a:prstGeom>
          <a:solidFill>
            <a:srgbClr val="FFFFFF"/>
          </a:solidFill>
          <a:ln>
            <a:noFill/>
          </a:ln>
        </p:spPr>
        <p:txBody>
          <a:bodyPr anchorCtr="0" anchor="ctr" bIns="0" lIns="504000" spcFirstLastPara="1" rIns="274300" wrap="square" tIns="0">
            <a:noAutofit/>
          </a:bodyPr>
          <a:lstStyle/>
          <a:p>
            <a:pPr indent="0" lvl="0" marL="0" marR="0" rtl="0" algn="l">
              <a:lnSpc>
                <a:spcPct val="120000"/>
              </a:lnSpc>
              <a:spcBef>
                <a:spcPts val="0"/>
              </a:spcBef>
              <a:spcAft>
                <a:spcPts val="0"/>
              </a:spcAft>
              <a:buClr>
                <a:srgbClr val="000000"/>
              </a:buClr>
              <a:buSzPts val="2000"/>
              <a:buFont typeface="Arial"/>
              <a:buNone/>
            </a:pPr>
            <a:r>
              <a:rPr b="0" i="0" lang="es-CL" sz="2000" u="none" cap="none" strike="noStrike">
                <a:solidFill>
                  <a:schemeClr val="dk1"/>
                </a:solidFill>
                <a:latin typeface="Poppins"/>
                <a:ea typeface="Poppins"/>
                <a:cs typeface="Poppins"/>
                <a:sym typeface="Poppins"/>
              </a:rPr>
              <a:t>También se denominan </a:t>
            </a:r>
            <a:r>
              <a:rPr b="1" i="0" lang="es-CL" sz="2000" u="none" cap="none" strike="noStrike">
                <a:solidFill>
                  <a:schemeClr val="dk1"/>
                </a:solidFill>
                <a:latin typeface="Poppins"/>
                <a:ea typeface="Poppins"/>
                <a:cs typeface="Poppins"/>
                <a:sym typeface="Poppins"/>
              </a:rPr>
              <a:t>matrices</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1000"/>
              </a:spcBef>
              <a:spcAft>
                <a:spcPts val="0"/>
              </a:spcAft>
              <a:buClr>
                <a:srgbClr val="000000"/>
              </a:buClr>
              <a:buSzPts val="2000"/>
              <a:buFont typeface="Arial"/>
              <a:buNone/>
            </a:pPr>
            <a:r>
              <a:rPr b="0" i="0" lang="es-CL" sz="2000" u="none" cap="none" strike="noStrike">
                <a:solidFill>
                  <a:schemeClr val="dk1"/>
                </a:solidFill>
                <a:latin typeface="Poppins"/>
                <a:ea typeface="Poppins"/>
                <a:cs typeface="Poppins"/>
                <a:sym typeface="Poppins"/>
              </a:rPr>
              <a:t>Tiene </a:t>
            </a:r>
            <a:r>
              <a:rPr b="1" i="0" lang="es-CL" sz="2000" u="none" cap="none" strike="noStrike">
                <a:solidFill>
                  <a:schemeClr val="accent1"/>
                </a:solidFill>
                <a:latin typeface="Poppins"/>
                <a:ea typeface="Poppins"/>
                <a:cs typeface="Poppins"/>
                <a:sym typeface="Poppins"/>
              </a:rPr>
              <a:t>dos índices </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1000"/>
              </a:spcBef>
              <a:spcAft>
                <a:spcPts val="0"/>
              </a:spcAft>
              <a:buClr>
                <a:srgbClr val="000000"/>
              </a:buClr>
              <a:buSzPts val="2000"/>
              <a:buFont typeface="Arial"/>
              <a:buNone/>
            </a:pPr>
            <a:r>
              <a:rPr b="0" i="0" lang="es-CL" sz="2000" u="none" cap="none" strike="noStrike">
                <a:solidFill>
                  <a:schemeClr val="dk1"/>
                </a:solidFill>
                <a:latin typeface="Poppins"/>
                <a:ea typeface="Poppins"/>
                <a:cs typeface="Poppins"/>
                <a:sym typeface="Poppins"/>
              </a:rPr>
              <a:t>Cada componente se direcciona mediante un nombre seguido de los índices entre paréntesis cuadrados</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1000"/>
              </a:spcBef>
              <a:spcAft>
                <a:spcPts val="0"/>
              </a:spcAft>
              <a:buClr>
                <a:srgbClr val="000000"/>
              </a:buClr>
              <a:buSzPts val="2000"/>
              <a:buFont typeface="Arial"/>
              <a:buNone/>
            </a:pPr>
            <a:r>
              <a:rPr b="0" i="0" lang="es-CL" sz="2000" u="none" cap="none" strike="noStrike">
                <a:solidFill>
                  <a:schemeClr val="dk1"/>
                </a:solidFill>
                <a:latin typeface="Poppins"/>
                <a:ea typeface="Poppins"/>
                <a:cs typeface="Poppins"/>
                <a:sym typeface="Poppins"/>
              </a:rPr>
              <a:t>En Python el primer elemento </a:t>
            </a:r>
            <a:r>
              <a:rPr b="1" i="0" lang="es-CL" sz="2000" u="none" cap="none" strike="noStrike">
                <a:solidFill>
                  <a:schemeClr val="accent1"/>
                </a:solidFill>
                <a:latin typeface="Poppins"/>
                <a:ea typeface="Poppins"/>
                <a:cs typeface="Poppins"/>
                <a:sym typeface="Poppins"/>
              </a:rPr>
              <a:t>siempre</a:t>
            </a:r>
            <a:r>
              <a:rPr b="0" i="0" lang="es-CL" sz="2000" u="none" cap="none" strike="noStrike">
                <a:solidFill>
                  <a:schemeClr val="dk1"/>
                </a:solidFill>
                <a:latin typeface="Poppins"/>
                <a:ea typeface="Poppins"/>
                <a:cs typeface="Poppins"/>
                <a:sym typeface="Poppins"/>
              </a:rPr>
              <a:t> está en la posición </a:t>
            </a:r>
            <a:r>
              <a:rPr b="1" i="0" lang="es-CL" sz="2000" u="none" cap="none" strike="noStrike">
                <a:solidFill>
                  <a:schemeClr val="dk1"/>
                </a:solidFill>
                <a:latin typeface="Poppins"/>
                <a:ea typeface="Poppins"/>
                <a:cs typeface="Poppins"/>
                <a:sym typeface="Poppins"/>
              </a:rPr>
              <a:t>0</a:t>
            </a:r>
            <a:r>
              <a:rPr b="0" i="0" lang="es-CL" sz="2000" u="none" cap="none" strike="noStrike">
                <a:solidFill>
                  <a:schemeClr val="dk1"/>
                </a:solidFill>
                <a:latin typeface="Poppins"/>
                <a:ea typeface="Poppins"/>
                <a:cs typeface="Poppins"/>
                <a:sym typeface="Poppins"/>
              </a:rPr>
              <a:t> para ambas dimensiones</a:t>
            </a:r>
            <a:endParaRPr b="0" i="0" sz="1400" u="none" cap="none" strike="noStrike">
              <a:solidFill>
                <a:srgbClr val="000000"/>
              </a:solidFill>
              <a:latin typeface="Arial"/>
              <a:ea typeface="Arial"/>
              <a:cs typeface="Arial"/>
              <a:sym typeface="Arial"/>
            </a:endParaRPr>
          </a:p>
        </p:txBody>
      </p:sp>
      <p:pic>
        <p:nvPicPr>
          <p:cNvPr id="434" name="Google Shape;434;p10"/>
          <p:cNvPicPr preferRelativeResize="0"/>
          <p:nvPr/>
        </p:nvPicPr>
        <p:blipFill rotWithShape="1">
          <a:blip r:embed="rId3">
            <a:alphaModFix/>
          </a:blip>
          <a:srcRect b="0" l="0" r="0" t="0"/>
          <a:stretch/>
        </p:blipFill>
        <p:spPr>
          <a:xfrm>
            <a:off x="818746" y="1661589"/>
            <a:ext cx="10497357" cy="4580457"/>
          </a:xfrm>
          <a:prstGeom prst="roundRect">
            <a:avLst>
              <a:gd fmla="val 4965" name="adj"/>
            </a:avLst>
          </a:prstGeom>
          <a:noFill/>
          <a:ln>
            <a:noFill/>
          </a:ln>
        </p:spPr>
      </p:pic>
      <p:sp>
        <p:nvSpPr>
          <p:cNvPr id="435" name="Google Shape;435;p10"/>
          <p:cNvSpPr/>
          <p:nvPr/>
        </p:nvSpPr>
        <p:spPr>
          <a:xfrm>
            <a:off x="4422228" y="4495814"/>
            <a:ext cx="2837793" cy="1891862"/>
          </a:xfrm>
          <a:prstGeom prst="wedgeRectCallout">
            <a:avLst>
              <a:gd fmla="val -36944" name="adj1"/>
              <a:gd fmla="val -73333" name="adj2"/>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0" i="0" lang="es-CL" sz="2400" u="none" cap="none" strike="noStrike">
                <a:solidFill>
                  <a:schemeClr val="lt1"/>
                </a:solidFill>
                <a:latin typeface="Poppins"/>
                <a:ea typeface="Poppins"/>
                <a:cs typeface="Poppins"/>
                <a:sym typeface="Poppins"/>
              </a:rPr>
              <a:t>Esta es una matriz de M filas y N columnas</a:t>
            </a:r>
            <a:endParaRPr b="0" i="0" sz="2400" u="none" cap="none" strike="noStrike">
              <a:solidFill>
                <a:schemeClr val="lt1"/>
              </a:solidFill>
              <a:latin typeface="Poppins"/>
              <a:ea typeface="Poppins"/>
              <a:cs typeface="Poppins"/>
              <a:sym typeface="Poppins"/>
            </a:endParaRPr>
          </a:p>
        </p:txBody>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33"/>
                                        </p:tgtEl>
                                        <p:attrNameLst>
                                          <p:attrName>style.visibility</p:attrName>
                                        </p:attrNameLst>
                                      </p:cBhvr>
                                      <p:to>
                                        <p:strVal val="visible"/>
                                      </p:to>
                                    </p:set>
                                    <p:anim calcmode="lin" valueType="num">
                                      <p:cBhvr additive="base">
                                        <p:cTn dur="500"/>
                                        <p:tgtEl>
                                          <p:spTgt spid="433"/>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433">
                                            <p:txEl>
                                              <p:pRg end="0" st="0"/>
                                            </p:txEl>
                                          </p:spTgt>
                                        </p:tgtEl>
                                        <p:attrNameLst>
                                          <p:attrName>style.visibility</p:attrName>
                                        </p:attrNameLst>
                                      </p:cBhvr>
                                      <p:to>
                                        <p:strVal val="visible"/>
                                      </p:to>
                                    </p:set>
                                    <p:anim calcmode="lin" valueType="num">
                                      <p:cBhvr additive="base">
                                        <p:cTn dur="500"/>
                                        <p:tgtEl>
                                          <p:spTgt spid="433">
                                            <p:txEl>
                                              <p:pRg end="0" st="0"/>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433">
                                            <p:txEl>
                                              <p:pRg end="1" st="1"/>
                                            </p:txEl>
                                          </p:spTgt>
                                        </p:tgtEl>
                                        <p:attrNameLst>
                                          <p:attrName>style.visibility</p:attrName>
                                        </p:attrNameLst>
                                      </p:cBhvr>
                                      <p:to>
                                        <p:strVal val="visible"/>
                                      </p:to>
                                    </p:set>
                                    <p:anim calcmode="lin" valueType="num">
                                      <p:cBhvr additive="base">
                                        <p:cTn dur="500"/>
                                        <p:tgtEl>
                                          <p:spTgt spid="433">
                                            <p:txEl>
                                              <p:pRg end="1" st="1"/>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433">
                                            <p:txEl>
                                              <p:pRg end="2" st="2"/>
                                            </p:txEl>
                                          </p:spTgt>
                                        </p:tgtEl>
                                        <p:attrNameLst>
                                          <p:attrName>style.visibility</p:attrName>
                                        </p:attrNameLst>
                                      </p:cBhvr>
                                      <p:to>
                                        <p:strVal val="visible"/>
                                      </p:to>
                                    </p:set>
                                    <p:anim calcmode="lin" valueType="num">
                                      <p:cBhvr additive="base">
                                        <p:cTn dur="500"/>
                                        <p:tgtEl>
                                          <p:spTgt spid="433">
                                            <p:txEl>
                                              <p:pRg end="2" st="2"/>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433">
                                            <p:txEl>
                                              <p:pRg end="3" st="3"/>
                                            </p:txEl>
                                          </p:spTgt>
                                        </p:tgtEl>
                                        <p:attrNameLst>
                                          <p:attrName>style.visibility</p:attrName>
                                        </p:attrNameLst>
                                      </p:cBhvr>
                                      <p:to>
                                        <p:strVal val="visible"/>
                                      </p:to>
                                    </p:set>
                                    <p:anim calcmode="lin" valueType="num">
                                      <p:cBhvr additive="base">
                                        <p:cTn dur="500"/>
                                        <p:tgtEl>
                                          <p:spTgt spid="433">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34"/>
                                        </p:tgtEl>
                                        <p:attrNameLst>
                                          <p:attrName>style.visibility</p:attrName>
                                        </p:attrNameLst>
                                      </p:cBhvr>
                                      <p:to>
                                        <p:strVal val="visible"/>
                                      </p:to>
                                    </p:set>
                                    <p:anim calcmode="lin" valueType="num">
                                      <p:cBhvr additive="base">
                                        <p:cTn dur="500"/>
                                        <p:tgtEl>
                                          <p:spTgt spid="434"/>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35"/>
                                        </p:tgtEl>
                                        <p:attrNameLst>
                                          <p:attrName>style.visibility</p:attrName>
                                        </p:attrNameLst>
                                      </p:cBhvr>
                                      <p:to>
                                        <p:strVal val="visible"/>
                                      </p:to>
                                    </p:set>
                                    <p:anim calcmode="lin" valueType="num">
                                      <p:cBhvr additive="base">
                                        <p:cTn dur="500"/>
                                        <p:tgtEl>
                                          <p:spTgt spid="435"/>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11"/>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p>
            <a:pPr indent="0" lvl="0" marL="0" rtl="0" algn="l">
              <a:lnSpc>
                <a:spcPct val="90000"/>
              </a:lnSpc>
              <a:spcBef>
                <a:spcPts val="0"/>
              </a:spcBef>
              <a:spcAft>
                <a:spcPts val="0"/>
              </a:spcAft>
              <a:buClr>
                <a:schemeClr val="dk1"/>
              </a:buClr>
              <a:buSzPts val="3200"/>
              <a:buFont typeface="Poppins"/>
              <a:buNone/>
            </a:pPr>
            <a:r>
              <a:rPr lang="es-CL"/>
              <a:t>Trabajando con matrices</a:t>
            </a:r>
            <a:endParaRPr/>
          </a:p>
        </p:txBody>
      </p:sp>
      <p:sp>
        <p:nvSpPr>
          <p:cNvPr id="441" name="Google Shape;441;p11"/>
          <p:cNvSpPr txBox="1"/>
          <p:nvPr/>
        </p:nvSpPr>
        <p:spPr>
          <a:xfrm>
            <a:off x="1112989" y="615954"/>
            <a:ext cx="1496564"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CL" sz="1200" u="none" cap="none" strike="noStrike">
                <a:solidFill>
                  <a:schemeClr val="accent1"/>
                </a:solidFill>
                <a:latin typeface="Poppins"/>
                <a:ea typeface="Poppins"/>
                <a:cs typeface="Poppins"/>
                <a:sym typeface="Poppins"/>
              </a:rPr>
              <a:t>Clase 10: Matrices</a:t>
            </a:r>
            <a:endParaRPr b="0" i="0" sz="1400" u="none" cap="none" strike="noStrike">
              <a:solidFill>
                <a:srgbClr val="000000"/>
              </a:solidFill>
              <a:latin typeface="Arial"/>
              <a:ea typeface="Arial"/>
              <a:cs typeface="Arial"/>
              <a:sym typeface="Arial"/>
            </a:endParaRPr>
          </a:p>
        </p:txBody>
      </p:sp>
      <p:sp>
        <p:nvSpPr>
          <p:cNvPr id="442" name="Google Shape;442;p11"/>
          <p:cNvSpPr/>
          <p:nvPr/>
        </p:nvSpPr>
        <p:spPr>
          <a:xfrm>
            <a:off x="1112989" y="1797269"/>
            <a:ext cx="9982202" cy="4444778"/>
          </a:xfrm>
          <a:prstGeom prst="roundRect">
            <a:avLst>
              <a:gd fmla="val 7331" name="adj"/>
            </a:avLst>
          </a:prstGeom>
          <a:solidFill>
            <a:srgbClr val="FFFFFF"/>
          </a:solidFill>
          <a:ln>
            <a:noFill/>
          </a:ln>
        </p:spPr>
        <p:txBody>
          <a:bodyPr anchorCtr="0" anchor="ctr" bIns="0" lIns="504000" spcFirstLastPara="1" rIns="274300" wrap="square" tIns="0">
            <a:noAutofit/>
          </a:bodyPr>
          <a:lstStyle/>
          <a:p>
            <a:pPr indent="0" lvl="0" marL="0" marR="0" rtl="0" algn="l">
              <a:lnSpc>
                <a:spcPct val="120000"/>
              </a:lnSpc>
              <a:spcBef>
                <a:spcPts val="0"/>
              </a:spcBef>
              <a:spcAft>
                <a:spcPts val="0"/>
              </a:spcAft>
              <a:buClr>
                <a:srgbClr val="000000"/>
              </a:buClr>
              <a:buSzPts val="2000"/>
              <a:buFont typeface="Arial"/>
              <a:buNone/>
            </a:pPr>
            <a:r>
              <a:rPr b="0" i="0" lang="es-CL" sz="2000" u="none" cap="none" strike="noStrike">
                <a:solidFill>
                  <a:schemeClr val="dk1"/>
                </a:solidFill>
                <a:latin typeface="Poppins"/>
                <a:ea typeface="Poppins"/>
                <a:cs typeface="Poppins"/>
                <a:sym typeface="Poppins"/>
              </a:rPr>
              <a:t>Para trabajar con matrices necesitamos:</a:t>
            </a:r>
            <a:endParaRPr b="0" i="0" sz="1400" u="none" cap="none" strike="noStrike">
              <a:solidFill>
                <a:srgbClr val="000000"/>
              </a:solidFill>
              <a:latin typeface="Arial"/>
              <a:ea typeface="Arial"/>
              <a:cs typeface="Arial"/>
              <a:sym typeface="Arial"/>
            </a:endParaRPr>
          </a:p>
          <a:p>
            <a:pPr indent="-342900" lvl="0" marL="342900" marR="0" rtl="0" algn="l">
              <a:lnSpc>
                <a:spcPct val="120000"/>
              </a:lnSpc>
              <a:spcBef>
                <a:spcPts val="1000"/>
              </a:spcBef>
              <a:spcAft>
                <a:spcPts val="0"/>
              </a:spcAft>
              <a:buClr>
                <a:schemeClr val="dk1"/>
              </a:buClr>
              <a:buSzPts val="2000"/>
              <a:buFont typeface="Arial"/>
              <a:buChar char="•"/>
            </a:pPr>
            <a:r>
              <a:rPr b="0" i="0" lang="es-CL" sz="2000" u="none" cap="none" strike="noStrike">
                <a:solidFill>
                  <a:schemeClr val="dk1"/>
                </a:solidFill>
                <a:latin typeface="Poppins"/>
                <a:ea typeface="Poppins"/>
                <a:cs typeface="Poppins"/>
                <a:sym typeface="Poppins"/>
              </a:rPr>
              <a:t>Crearla</a:t>
            </a:r>
            <a:endParaRPr b="0" i="0" sz="1400" u="none" cap="none" strike="noStrike">
              <a:solidFill>
                <a:srgbClr val="000000"/>
              </a:solidFill>
              <a:latin typeface="Arial"/>
              <a:ea typeface="Arial"/>
              <a:cs typeface="Arial"/>
              <a:sym typeface="Arial"/>
            </a:endParaRPr>
          </a:p>
          <a:p>
            <a:pPr indent="-342900" lvl="1" marL="800100" marR="0" rtl="0" algn="l">
              <a:lnSpc>
                <a:spcPct val="120000"/>
              </a:lnSpc>
              <a:spcBef>
                <a:spcPts val="1000"/>
              </a:spcBef>
              <a:spcAft>
                <a:spcPts val="0"/>
              </a:spcAft>
              <a:buClr>
                <a:schemeClr val="dk1"/>
              </a:buClr>
              <a:buSzPts val="2000"/>
              <a:buFont typeface="Arial"/>
              <a:buChar char="•"/>
            </a:pPr>
            <a:r>
              <a:rPr b="0" i="0" lang="es-CL" sz="2000" u="none" cap="none" strike="noStrike">
                <a:solidFill>
                  <a:schemeClr val="dk1"/>
                </a:solidFill>
                <a:latin typeface="Poppins"/>
                <a:ea typeface="Poppins"/>
                <a:cs typeface="Poppins"/>
                <a:sym typeface="Poppins"/>
              </a:rPr>
              <a:t>De forma que exista la variable</a:t>
            </a:r>
            <a:endParaRPr b="0" i="0" sz="1400" u="none" cap="none" strike="noStrike">
              <a:solidFill>
                <a:srgbClr val="000000"/>
              </a:solidFill>
              <a:latin typeface="Arial"/>
              <a:ea typeface="Arial"/>
              <a:cs typeface="Arial"/>
              <a:sym typeface="Arial"/>
            </a:endParaRPr>
          </a:p>
          <a:p>
            <a:pPr indent="-342900" lvl="0" marL="342900" marR="0" rtl="0" algn="l">
              <a:lnSpc>
                <a:spcPct val="120000"/>
              </a:lnSpc>
              <a:spcBef>
                <a:spcPts val="1000"/>
              </a:spcBef>
              <a:spcAft>
                <a:spcPts val="0"/>
              </a:spcAft>
              <a:buClr>
                <a:schemeClr val="dk1"/>
              </a:buClr>
              <a:buSzPts val="2000"/>
              <a:buFont typeface="Arial"/>
              <a:buChar char="•"/>
            </a:pPr>
            <a:r>
              <a:rPr b="0" i="0" lang="es-CL" sz="2000" u="none" cap="none" strike="noStrike">
                <a:solidFill>
                  <a:schemeClr val="dk1"/>
                </a:solidFill>
                <a:latin typeface="Poppins"/>
                <a:ea typeface="Poppins"/>
                <a:cs typeface="Poppins"/>
                <a:sym typeface="Poppins"/>
              </a:rPr>
              <a:t>Ingresar elementos a la matriz</a:t>
            </a:r>
            <a:endParaRPr b="0" i="0" sz="1400" u="none" cap="none" strike="noStrike">
              <a:solidFill>
                <a:srgbClr val="000000"/>
              </a:solidFill>
              <a:latin typeface="Arial"/>
              <a:ea typeface="Arial"/>
              <a:cs typeface="Arial"/>
              <a:sym typeface="Arial"/>
            </a:endParaRPr>
          </a:p>
          <a:p>
            <a:pPr indent="-342900" lvl="1" marL="800100" marR="0" rtl="0" algn="l">
              <a:lnSpc>
                <a:spcPct val="120000"/>
              </a:lnSpc>
              <a:spcBef>
                <a:spcPts val="1000"/>
              </a:spcBef>
              <a:spcAft>
                <a:spcPts val="0"/>
              </a:spcAft>
              <a:buClr>
                <a:schemeClr val="dk1"/>
              </a:buClr>
              <a:buSzPts val="2000"/>
              <a:buFont typeface="Arial"/>
              <a:buChar char="•"/>
            </a:pPr>
            <a:r>
              <a:rPr b="0" i="0" lang="es-CL" sz="2000" u="none" cap="none" strike="noStrike">
                <a:solidFill>
                  <a:schemeClr val="dk1"/>
                </a:solidFill>
                <a:latin typeface="Poppins"/>
                <a:ea typeface="Poppins"/>
                <a:cs typeface="Poppins"/>
                <a:sym typeface="Poppins"/>
              </a:rPr>
              <a:t>Estos son los datos que vamos a procesar para solucionar el problema</a:t>
            </a:r>
            <a:endParaRPr b="0" i="0" sz="1400" u="none" cap="none" strike="noStrike">
              <a:solidFill>
                <a:srgbClr val="000000"/>
              </a:solidFill>
              <a:latin typeface="Arial"/>
              <a:ea typeface="Arial"/>
              <a:cs typeface="Arial"/>
              <a:sym typeface="Arial"/>
            </a:endParaRPr>
          </a:p>
          <a:p>
            <a:pPr indent="-342900" lvl="0" marL="342900" marR="0" rtl="0" algn="l">
              <a:lnSpc>
                <a:spcPct val="120000"/>
              </a:lnSpc>
              <a:spcBef>
                <a:spcPts val="1000"/>
              </a:spcBef>
              <a:spcAft>
                <a:spcPts val="0"/>
              </a:spcAft>
              <a:buClr>
                <a:schemeClr val="dk1"/>
              </a:buClr>
              <a:buSzPts val="2000"/>
              <a:buFont typeface="Arial"/>
              <a:buChar char="•"/>
            </a:pPr>
            <a:r>
              <a:rPr b="0" i="0" lang="es-CL" sz="2000" u="none" cap="none" strike="noStrike">
                <a:solidFill>
                  <a:schemeClr val="dk1"/>
                </a:solidFill>
                <a:latin typeface="Poppins"/>
                <a:ea typeface="Poppins"/>
                <a:cs typeface="Poppins"/>
                <a:sym typeface="Poppins"/>
              </a:rPr>
              <a:t>Obtener elementos de la matriz</a:t>
            </a:r>
            <a:endParaRPr b="0" i="0" sz="1400" u="none" cap="none" strike="noStrike">
              <a:solidFill>
                <a:srgbClr val="000000"/>
              </a:solidFill>
              <a:latin typeface="Arial"/>
              <a:ea typeface="Arial"/>
              <a:cs typeface="Arial"/>
              <a:sym typeface="Arial"/>
            </a:endParaRPr>
          </a:p>
          <a:p>
            <a:pPr indent="-342900" lvl="1" marL="800100" marR="0" rtl="0" algn="l">
              <a:lnSpc>
                <a:spcPct val="120000"/>
              </a:lnSpc>
              <a:spcBef>
                <a:spcPts val="1000"/>
              </a:spcBef>
              <a:spcAft>
                <a:spcPts val="0"/>
              </a:spcAft>
              <a:buClr>
                <a:schemeClr val="dk1"/>
              </a:buClr>
              <a:buSzPts val="2000"/>
              <a:buFont typeface="Arial"/>
              <a:buChar char="•"/>
            </a:pPr>
            <a:r>
              <a:rPr b="0" i="0" lang="es-CL" sz="2000" u="none" cap="none" strike="noStrike">
                <a:solidFill>
                  <a:schemeClr val="dk1"/>
                </a:solidFill>
                <a:latin typeface="Poppins"/>
                <a:ea typeface="Poppins"/>
                <a:cs typeface="Poppins"/>
                <a:sym typeface="Poppins"/>
              </a:rPr>
              <a:t>Dependiendo del problema, necesitaremos leer los datos para procesarlos, escribirlos, etc.</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42"/>
                                        </p:tgtEl>
                                        <p:attrNameLst>
                                          <p:attrName>style.visibility</p:attrName>
                                        </p:attrNameLst>
                                      </p:cBhvr>
                                      <p:to>
                                        <p:strVal val="visible"/>
                                      </p:to>
                                    </p:set>
                                    <p:anim calcmode="lin" valueType="num">
                                      <p:cBhvr additive="base">
                                        <p:cTn dur="1000"/>
                                        <p:tgtEl>
                                          <p:spTgt spid="442"/>
                                        </p:tgtEl>
                                        <p:attrNameLst>
                                          <p:attrName>ppt_y</p:attrName>
                                        </p:attrNameLst>
                                      </p:cBhvr>
                                      <p:tavLst>
                                        <p:tav fmla="" tm="0">
                                          <p:val>
                                            <p:strVal val="#ppt_y+1"/>
                                          </p:val>
                                        </p:tav>
                                        <p:tav fmla="" tm="100000">
                                          <p:val>
                                            <p:strVal val="#ppt_y"/>
                                          </p:val>
                                        </p:tav>
                                      </p:tavLst>
                                    </p:anim>
                                  </p:childTnLst>
                                </p:cTn>
                              </p:par>
                              <p:par>
                                <p:cTn fill="hold" nodeType="withEffect" presetClass="entr" presetID="10" presetSubtype="0">
                                  <p:stCondLst>
                                    <p:cond delay="0"/>
                                  </p:stCondLst>
                                  <p:childTnLst>
                                    <p:set>
                                      <p:cBhvr>
                                        <p:cTn dur="1" fill="hold">
                                          <p:stCondLst>
                                            <p:cond delay="0"/>
                                          </p:stCondLst>
                                        </p:cTn>
                                        <p:tgtEl>
                                          <p:spTgt spid="442">
                                            <p:txEl>
                                              <p:pRg end="0" st="0"/>
                                            </p:txEl>
                                          </p:spTgt>
                                        </p:tgtEl>
                                        <p:attrNameLst>
                                          <p:attrName>style.visibility</p:attrName>
                                        </p:attrNameLst>
                                      </p:cBhvr>
                                      <p:to>
                                        <p:strVal val="visible"/>
                                      </p:to>
                                    </p:set>
                                    <p:animEffect filter="fade" transition="in">
                                      <p:cBhvr>
                                        <p:cTn dur="1000"/>
                                        <p:tgtEl>
                                          <p:spTgt spid="442">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442">
                                            <p:txEl>
                                              <p:pRg end="1" st="1"/>
                                            </p:txEl>
                                          </p:spTgt>
                                        </p:tgtEl>
                                        <p:attrNameLst>
                                          <p:attrName>style.visibility</p:attrName>
                                        </p:attrNameLst>
                                      </p:cBhvr>
                                      <p:to>
                                        <p:strVal val="visible"/>
                                      </p:to>
                                    </p:set>
                                    <p:animEffect filter="fade" transition="in">
                                      <p:cBhvr>
                                        <p:cTn dur="1000"/>
                                        <p:tgtEl>
                                          <p:spTgt spid="442">
                                            <p:txEl>
                                              <p:pRg end="1" st="1"/>
                                            </p:txEl>
                                          </p:spTgt>
                                        </p:tgtEl>
                                      </p:cBhvr>
                                    </p:animEffect>
                                  </p:childTnLst>
                                </p:cTn>
                              </p:par>
                              <p:par>
                                <p:cTn fill="hold" nodeType="withEffect" presetClass="entr" presetID="10" presetSubtype="0">
                                  <p:stCondLst>
                                    <p:cond delay="0"/>
                                  </p:stCondLst>
                                  <p:childTnLst>
                                    <p:set>
                                      <p:cBhvr>
                                        <p:cTn dur="1" fill="hold">
                                          <p:stCondLst>
                                            <p:cond delay="0"/>
                                          </p:stCondLst>
                                        </p:cTn>
                                        <p:tgtEl>
                                          <p:spTgt spid="442">
                                            <p:txEl>
                                              <p:pRg end="2" st="2"/>
                                            </p:txEl>
                                          </p:spTgt>
                                        </p:tgtEl>
                                        <p:attrNameLst>
                                          <p:attrName>style.visibility</p:attrName>
                                        </p:attrNameLst>
                                      </p:cBhvr>
                                      <p:to>
                                        <p:strVal val="visible"/>
                                      </p:to>
                                    </p:set>
                                    <p:animEffect filter="fade" transition="in">
                                      <p:cBhvr>
                                        <p:cTn dur="1000"/>
                                        <p:tgtEl>
                                          <p:spTgt spid="442">
                                            <p:txEl>
                                              <p:pRg end="2" st="2"/>
                                            </p:txEl>
                                          </p:spTgt>
                                        </p:tgtEl>
                                      </p:cBhvr>
                                    </p:animEffect>
                                  </p:childTnLst>
                                </p:cTn>
                              </p:par>
                              <p:par>
                                <p:cTn fill="hold" nodeType="withEffect" presetClass="entr" presetID="10" presetSubtype="0">
                                  <p:stCondLst>
                                    <p:cond delay="0"/>
                                  </p:stCondLst>
                                  <p:childTnLst>
                                    <p:set>
                                      <p:cBhvr>
                                        <p:cTn dur="1" fill="hold">
                                          <p:stCondLst>
                                            <p:cond delay="0"/>
                                          </p:stCondLst>
                                        </p:cTn>
                                        <p:tgtEl>
                                          <p:spTgt spid="442">
                                            <p:txEl>
                                              <p:pRg end="3" st="3"/>
                                            </p:txEl>
                                          </p:spTgt>
                                        </p:tgtEl>
                                        <p:attrNameLst>
                                          <p:attrName>style.visibility</p:attrName>
                                        </p:attrNameLst>
                                      </p:cBhvr>
                                      <p:to>
                                        <p:strVal val="visible"/>
                                      </p:to>
                                    </p:set>
                                    <p:animEffect filter="fade" transition="in">
                                      <p:cBhvr>
                                        <p:cTn dur="1000"/>
                                        <p:tgtEl>
                                          <p:spTgt spid="442">
                                            <p:txEl>
                                              <p:pRg end="3" st="3"/>
                                            </p:txEl>
                                          </p:spTgt>
                                        </p:tgtEl>
                                      </p:cBhvr>
                                    </p:animEffect>
                                  </p:childTnLst>
                                </p:cTn>
                              </p:par>
                              <p:par>
                                <p:cTn fill="hold" nodeType="withEffect" presetClass="entr" presetID="10" presetSubtype="0">
                                  <p:stCondLst>
                                    <p:cond delay="0"/>
                                  </p:stCondLst>
                                  <p:childTnLst>
                                    <p:set>
                                      <p:cBhvr>
                                        <p:cTn dur="1" fill="hold">
                                          <p:stCondLst>
                                            <p:cond delay="0"/>
                                          </p:stCondLst>
                                        </p:cTn>
                                        <p:tgtEl>
                                          <p:spTgt spid="442">
                                            <p:txEl>
                                              <p:pRg end="4" st="4"/>
                                            </p:txEl>
                                          </p:spTgt>
                                        </p:tgtEl>
                                        <p:attrNameLst>
                                          <p:attrName>style.visibility</p:attrName>
                                        </p:attrNameLst>
                                      </p:cBhvr>
                                      <p:to>
                                        <p:strVal val="visible"/>
                                      </p:to>
                                    </p:set>
                                    <p:animEffect filter="fade" transition="in">
                                      <p:cBhvr>
                                        <p:cTn dur="1000"/>
                                        <p:tgtEl>
                                          <p:spTgt spid="442">
                                            <p:txEl>
                                              <p:pRg end="4" st="4"/>
                                            </p:txEl>
                                          </p:spTgt>
                                        </p:tgtEl>
                                      </p:cBhvr>
                                    </p:animEffect>
                                  </p:childTnLst>
                                </p:cTn>
                              </p:par>
                              <p:par>
                                <p:cTn fill="hold" nodeType="withEffect" presetClass="entr" presetID="10" presetSubtype="0">
                                  <p:stCondLst>
                                    <p:cond delay="0"/>
                                  </p:stCondLst>
                                  <p:childTnLst>
                                    <p:set>
                                      <p:cBhvr>
                                        <p:cTn dur="1" fill="hold">
                                          <p:stCondLst>
                                            <p:cond delay="0"/>
                                          </p:stCondLst>
                                        </p:cTn>
                                        <p:tgtEl>
                                          <p:spTgt spid="442">
                                            <p:txEl>
                                              <p:pRg end="5" st="5"/>
                                            </p:txEl>
                                          </p:spTgt>
                                        </p:tgtEl>
                                        <p:attrNameLst>
                                          <p:attrName>style.visibility</p:attrName>
                                        </p:attrNameLst>
                                      </p:cBhvr>
                                      <p:to>
                                        <p:strVal val="visible"/>
                                      </p:to>
                                    </p:set>
                                    <p:animEffect filter="fade" transition="in">
                                      <p:cBhvr>
                                        <p:cTn dur="1000"/>
                                        <p:tgtEl>
                                          <p:spTgt spid="442">
                                            <p:txEl>
                                              <p:pRg end="5" st="5"/>
                                            </p:txEl>
                                          </p:spTgt>
                                        </p:tgtEl>
                                      </p:cBhvr>
                                    </p:animEffect>
                                  </p:childTnLst>
                                </p:cTn>
                              </p:par>
                              <p:par>
                                <p:cTn fill="hold" nodeType="withEffect" presetClass="entr" presetID="10" presetSubtype="0">
                                  <p:stCondLst>
                                    <p:cond delay="0"/>
                                  </p:stCondLst>
                                  <p:childTnLst>
                                    <p:set>
                                      <p:cBhvr>
                                        <p:cTn dur="1" fill="hold">
                                          <p:stCondLst>
                                            <p:cond delay="0"/>
                                          </p:stCondLst>
                                        </p:cTn>
                                        <p:tgtEl>
                                          <p:spTgt spid="442">
                                            <p:txEl>
                                              <p:pRg end="6" st="6"/>
                                            </p:txEl>
                                          </p:spTgt>
                                        </p:tgtEl>
                                        <p:attrNameLst>
                                          <p:attrName>style.visibility</p:attrName>
                                        </p:attrNameLst>
                                      </p:cBhvr>
                                      <p:to>
                                        <p:strVal val="visible"/>
                                      </p:to>
                                    </p:set>
                                    <p:animEffect filter="fade" transition="in">
                                      <p:cBhvr>
                                        <p:cTn dur="1000"/>
                                        <p:tgtEl>
                                          <p:spTgt spid="442">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12"/>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p>
            <a:pPr indent="0" lvl="0" marL="0" rtl="0" algn="l">
              <a:lnSpc>
                <a:spcPct val="90000"/>
              </a:lnSpc>
              <a:spcBef>
                <a:spcPts val="0"/>
              </a:spcBef>
              <a:spcAft>
                <a:spcPts val="0"/>
              </a:spcAft>
              <a:buClr>
                <a:schemeClr val="dk1"/>
              </a:buClr>
              <a:buSzPts val="3200"/>
              <a:buFont typeface="Poppins"/>
              <a:buNone/>
            </a:pPr>
            <a:r>
              <a:rPr lang="es-CL"/>
              <a:t>Un pequeño AVISO</a:t>
            </a:r>
            <a:endParaRPr/>
          </a:p>
        </p:txBody>
      </p:sp>
      <p:sp>
        <p:nvSpPr>
          <p:cNvPr id="448" name="Google Shape;448;p12"/>
          <p:cNvSpPr txBox="1"/>
          <p:nvPr/>
        </p:nvSpPr>
        <p:spPr>
          <a:xfrm>
            <a:off x="1112989" y="615954"/>
            <a:ext cx="1496564"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CL" sz="1200" u="none" cap="none" strike="noStrike">
                <a:solidFill>
                  <a:schemeClr val="accent1"/>
                </a:solidFill>
                <a:latin typeface="Poppins"/>
                <a:ea typeface="Poppins"/>
                <a:cs typeface="Poppins"/>
                <a:sym typeface="Poppins"/>
              </a:rPr>
              <a:t>Clase 10: Matrices</a:t>
            </a:r>
            <a:endParaRPr b="0" i="0" sz="1400" u="none" cap="none" strike="noStrike">
              <a:solidFill>
                <a:srgbClr val="000000"/>
              </a:solidFill>
              <a:latin typeface="Arial"/>
              <a:ea typeface="Arial"/>
              <a:cs typeface="Arial"/>
              <a:sym typeface="Arial"/>
            </a:endParaRPr>
          </a:p>
        </p:txBody>
      </p:sp>
      <p:sp>
        <p:nvSpPr>
          <p:cNvPr id="449" name="Google Shape;449;p12"/>
          <p:cNvSpPr/>
          <p:nvPr/>
        </p:nvSpPr>
        <p:spPr>
          <a:xfrm>
            <a:off x="1112989" y="1797269"/>
            <a:ext cx="9982202" cy="3704897"/>
          </a:xfrm>
          <a:prstGeom prst="roundRect">
            <a:avLst>
              <a:gd fmla="val 7331" name="adj"/>
            </a:avLst>
          </a:prstGeom>
          <a:solidFill>
            <a:srgbClr val="FFFFFF"/>
          </a:solidFill>
          <a:ln>
            <a:noFill/>
          </a:ln>
        </p:spPr>
        <p:txBody>
          <a:bodyPr anchorCtr="0" anchor="ctr" bIns="0" lIns="504000" spcFirstLastPara="1" rIns="274300" wrap="square" tIns="0">
            <a:noAutofit/>
          </a:bodyPr>
          <a:lstStyle/>
          <a:p>
            <a:pPr indent="0" lvl="0" marL="0" marR="0" rtl="0" algn="l">
              <a:lnSpc>
                <a:spcPct val="120000"/>
              </a:lnSpc>
              <a:spcBef>
                <a:spcPts val="0"/>
              </a:spcBef>
              <a:spcAft>
                <a:spcPts val="0"/>
              </a:spcAft>
              <a:buClr>
                <a:srgbClr val="000000"/>
              </a:buClr>
              <a:buSzPts val="2000"/>
              <a:buFont typeface="Arial"/>
              <a:buNone/>
            </a:pPr>
            <a:r>
              <a:rPr b="0" i="0" lang="es-CL" sz="2000" u="none" cap="none" strike="noStrike">
                <a:solidFill>
                  <a:schemeClr val="dk1"/>
                </a:solidFill>
                <a:latin typeface="Poppins"/>
                <a:ea typeface="Poppins"/>
                <a:cs typeface="Poppins"/>
                <a:sym typeface="Poppins"/>
              </a:rPr>
              <a:t>En general, usar Python puro para crear matrices no es complicado, pero para hacernos la vida aun más fácil, vamos a pedir un poco de ayuda.</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1000"/>
              </a:spcBef>
              <a:spcAft>
                <a:spcPts val="0"/>
              </a:spcAft>
              <a:buClr>
                <a:srgbClr val="000000"/>
              </a:buClr>
              <a:buSzPts val="2000"/>
              <a:buFont typeface="Arial"/>
              <a:buNone/>
            </a:pPr>
            <a:r>
              <a:rPr b="0" i="0" lang="es-CL" sz="2000" u="none" cap="none" strike="noStrike">
                <a:solidFill>
                  <a:schemeClr val="dk1"/>
                </a:solidFill>
                <a:latin typeface="Poppins"/>
                <a:ea typeface="Poppins"/>
                <a:cs typeface="Poppins"/>
                <a:sym typeface="Poppins"/>
              </a:rPr>
              <a:t>En el mundo de Python hay muchas </a:t>
            </a:r>
            <a:r>
              <a:rPr b="1" i="0" lang="es-CL" sz="2000" u="none" cap="none" strike="noStrike">
                <a:solidFill>
                  <a:schemeClr val="dk1"/>
                </a:solidFill>
                <a:latin typeface="Poppins"/>
                <a:ea typeface="Poppins"/>
                <a:cs typeface="Poppins"/>
                <a:sym typeface="Poppins"/>
              </a:rPr>
              <a:t>bibliotecas</a:t>
            </a:r>
            <a:r>
              <a:rPr b="0" i="0" lang="es-CL" sz="2000" u="none" cap="none" strike="noStrike">
                <a:solidFill>
                  <a:schemeClr val="dk1"/>
                </a:solidFill>
                <a:latin typeface="Poppins"/>
                <a:ea typeface="Poppins"/>
                <a:cs typeface="Poppins"/>
                <a:sym typeface="Poppins"/>
              </a:rPr>
              <a:t> con cosas útiles, que alguien ya creó y que nosotros simplemente podemos usar (o sea, son colecciones de </a:t>
            </a:r>
            <a:r>
              <a:rPr b="1" i="0" lang="es-CL" sz="2000" u="none" cap="none" strike="noStrike">
                <a:solidFill>
                  <a:schemeClr val="dk1"/>
                </a:solidFill>
                <a:latin typeface="Poppins"/>
                <a:ea typeface="Poppins"/>
                <a:cs typeface="Poppins"/>
                <a:sym typeface="Poppins"/>
              </a:rPr>
              <a:t>funciones</a:t>
            </a:r>
            <a:r>
              <a:rPr b="0" i="0" lang="es-CL" sz="2000" u="none" cap="none" strike="noStrike">
                <a:solidFill>
                  <a:schemeClr val="dk1"/>
                </a:solidFill>
                <a:latin typeface="Poppins"/>
                <a:ea typeface="Poppins"/>
                <a:cs typeface="Poppins"/>
                <a:sym typeface="Poppins"/>
              </a:rPr>
              <a:t> listas para usar).</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1000"/>
              </a:spcBef>
              <a:spcAft>
                <a:spcPts val="0"/>
              </a:spcAft>
              <a:buClr>
                <a:srgbClr val="000000"/>
              </a:buClr>
              <a:buSzPts val="2000"/>
              <a:buFont typeface="Arial"/>
              <a:buNone/>
            </a:pPr>
            <a:r>
              <a:rPr b="0" i="0" lang="es-CL" sz="2000" u="none" cap="none" strike="noStrike">
                <a:solidFill>
                  <a:schemeClr val="dk1"/>
                </a:solidFill>
                <a:latin typeface="Poppins"/>
                <a:ea typeface="Poppins"/>
                <a:cs typeface="Poppins"/>
                <a:sym typeface="Poppins"/>
              </a:rPr>
              <a:t>Una de estas </a:t>
            </a:r>
            <a:r>
              <a:rPr b="1" i="0" lang="es-CL" sz="2000" u="none" cap="none" strike="noStrike">
                <a:solidFill>
                  <a:schemeClr val="dk1"/>
                </a:solidFill>
                <a:latin typeface="Poppins"/>
                <a:ea typeface="Poppins"/>
                <a:cs typeface="Poppins"/>
                <a:sym typeface="Poppins"/>
              </a:rPr>
              <a:t>bibliotecas</a:t>
            </a:r>
            <a:r>
              <a:rPr b="0" i="0" lang="es-CL" sz="2000" u="none" cap="none" strike="noStrike">
                <a:solidFill>
                  <a:schemeClr val="dk1"/>
                </a:solidFill>
                <a:latin typeface="Poppins"/>
                <a:ea typeface="Poppins"/>
                <a:cs typeface="Poppins"/>
                <a:sym typeface="Poppins"/>
              </a:rPr>
              <a:t> se llama </a:t>
            </a:r>
            <a:r>
              <a:rPr b="1" i="0" lang="es-CL" sz="2000" u="none" cap="none" strike="noStrike">
                <a:solidFill>
                  <a:schemeClr val="dk1"/>
                </a:solidFill>
                <a:latin typeface="Poppins"/>
                <a:ea typeface="Poppins"/>
                <a:cs typeface="Poppins"/>
                <a:sym typeface="Poppins"/>
              </a:rPr>
              <a:t>numpy</a:t>
            </a:r>
            <a:r>
              <a:rPr b="0" i="0" lang="es-CL" sz="2000" u="none" cap="none" strike="noStrike">
                <a:solidFill>
                  <a:schemeClr val="dk1"/>
                </a:solidFill>
                <a:latin typeface="Poppins"/>
                <a:ea typeface="Poppins"/>
                <a:cs typeface="Poppins"/>
                <a:sym typeface="Poppins"/>
              </a:rPr>
              <a:t>, y la vamos a usar para crear matrices, de esta forma:</a:t>
            </a:r>
            <a:endParaRPr b="0" i="0" sz="1400" u="none" cap="none" strike="noStrike">
              <a:solidFill>
                <a:srgbClr val="000000"/>
              </a:solidFill>
              <a:latin typeface="Arial"/>
              <a:ea typeface="Arial"/>
              <a:cs typeface="Arial"/>
              <a:sym typeface="Arial"/>
            </a:endParaRPr>
          </a:p>
        </p:txBody>
      </p:sp>
      <p:sp>
        <p:nvSpPr>
          <p:cNvPr id="450" name="Google Shape;450;p12"/>
          <p:cNvSpPr/>
          <p:nvPr/>
        </p:nvSpPr>
        <p:spPr>
          <a:xfrm>
            <a:off x="1104899" y="1600200"/>
            <a:ext cx="9990291" cy="4830543"/>
          </a:xfrm>
          <a:prstGeom prst="roundRect">
            <a:avLst>
              <a:gd fmla="val 6341" name="adj"/>
            </a:avLst>
          </a:prstGeom>
          <a:solidFill>
            <a:srgbClr val="FFFFFF"/>
          </a:solidFill>
          <a:ln>
            <a:noFill/>
          </a:ln>
        </p:spPr>
        <p:txBody>
          <a:bodyPr anchorCtr="0" anchor="ctr" bIns="0" lIns="504000" spcFirstLastPara="1" rIns="274300" wrap="square" tIns="0">
            <a:noAutofit/>
          </a:bodyPr>
          <a:lstStyle/>
          <a:p>
            <a:pPr indent="0" lvl="0" marL="0" marR="0" rtl="0" algn="l">
              <a:lnSpc>
                <a:spcPct val="100000"/>
              </a:lnSpc>
              <a:spcBef>
                <a:spcPts val="0"/>
              </a:spcBef>
              <a:spcAft>
                <a:spcPts val="0"/>
              </a:spcAft>
              <a:buClr>
                <a:srgbClr val="000000"/>
              </a:buClr>
              <a:buSzPts val="2000"/>
              <a:buFont typeface="Arial"/>
              <a:buNone/>
            </a:pPr>
            <a:r>
              <a:rPr b="0" i="1" lang="es-CL" sz="2000" u="none" cap="none" strike="noStrike">
                <a:solidFill>
                  <a:srgbClr val="AAAAAA"/>
                </a:solidFill>
                <a:latin typeface="Consolas"/>
                <a:ea typeface="Consolas"/>
                <a:cs typeface="Consolas"/>
                <a:sym typeface="Consolas"/>
              </a:rPr>
              <a:t># Vamos a "importar" la biblioteca para poder usarla</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1" lang="es-CL" sz="2000" u="none" cap="none" strike="noStrike">
                <a:solidFill>
                  <a:srgbClr val="AAAAAA"/>
                </a:solidFill>
                <a:latin typeface="Consolas"/>
                <a:ea typeface="Consolas"/>
                <a:cs typeface="Consolas"/>
                <a:sym typeface="Consolas"/>
              </a:rPr>
              <a:t># Desde ahora, usando el prefijo np vamos a estar usando</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1" lang="es-CL" sz="2000" u="none" cap="none" strike="noStrike">
                <a:solidFill>
                  <a:srgbClr val="AAAAAA"/>
                </a:solidFill>
                <a:latin typeface="Consolas"/>
                <a:ea typeface="Consolas"/>
                <a:cs typeface="Consolas"/>
                <a:sym typeface="Consolas"/>
              </a:rPr>
              <a:t># numpy.</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4B69C6"/>
                </a:solidFill>
                <a:latin typeface="Consolas"/>
                <a:ea typeface="Consolas"/>
                <a:cs typeface="Consolas"/>
                <a:sym typeface="Consolas"/>
              </a:rPr>
              <a:t>import</a:t>
            </a:r>
            <a:r>
              <a:rPr b="0" i="0" lang="es-CL" sz="2000" u="none" cap="none" strike="noStrike">
                <a:solidFill>
                  <a:srgbClr val="333333"/>
                </a:solidFill>
                <a:latin typeface="Consolas"/>
                <a:ea typeface="Consolas"/>
                <a:cs typeface="Consolas"/>
                <a:sym typeface="Consolas"/>
              </a:rPr>
              <a:t> numpy </a:t>
            </a:r>
            <a:r>
              <a:rPr b="0" i="0" lang="es-CL" sz="2000" u="none" cap="none" strike="noStrike">
                <a:solidFill>
                  <a:srgbClr val="4B69C6"/>
                </a:solidFill>
                <a:latin typeface="Consolas"/>
                <a:ea typeface="Consolas"/>
                <a:cs typeface="Consolas"/>
                <a:sym typeface="Consolas"/>
              </a:rPr>
              <a:t>as</a:t>
            </a:r>
            <a:r>
              <a:rPr b="0" i="0" lang="es-CL" sz="2000" u="none" cap="none" strike="noStrike">
                <a:solidFill>
                  <a:srgbClr val="333333"/>
                </a:solidFill>
                <a:latin typeface="Consolas"/>
                <a:ea typeface="Consolas"/>
                <a:cs typeface="Consolas"/>
                <a:sym typeface="Consolas"/>
              </a:rPr>
              <a:t> np</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1" lang="es-CL" sz="2000" u="none" cap="none" strike="noStrike">
                <a:solidFill>
                  <a:srgbClr val="AAAAAA"/>
                </a:solidFill>
                <a:latin typeface="Consolas"/>
                <a:ea typeface="Consolas"/>
                <a:cs typeface="Consolas"/>
                <a:sym typeface="Consolas"/>
              </a:rPr>
              <a:t># Usamos la función "zeros" para crear una matriz de</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1" lang="es-CL" sz="2000" u="none" cap="none" strike="noStrike">
                <a:solidFill>
                  <a:srgbClr val="AAAAAA"/>
                </a:solidFill>
                <a:latin typeface="Consolas"/>
                <a:ea typeface="Consolas"/>
                <a:cs typeface="Consolas"/>
                <a:sym typeface="Consolas"/>
              </a:rPr>
              <a:t># 3 filas y 4 columnas</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333333"/>
                </a:solidFill>
                <a:latin typeface="Consolas"/>
                <a:ea typeface="Consolas"/>
                <a:cs typeface="Consolas"/>
                <a:sym typeface="Consolas"/>
              </a:rPr>
              <a:t>matriz </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np</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zeros</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9C5D27"/>
                </a:solidFill>
                <a:latin typeface="Consolas"/>
                <a:ea typeface="Consolas"/>
                <a:cs typeface="Consolas"/>
                <a:sym typeface="Consolas"/>
              </a:rPr>
              <a:t>3</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9C5D27"/>
                </a:solidFill>
                <a:latin typeface="Consolas"/>
                <a:ea typeface="Consolas"/>
                <a:cs typeface="Consolas"/>
                <a:sym typeface="Consolas"/>
              </a:rPr>
              <a:t>4</a:t>
            </a:r>
            <a:r>
              <a:rPr b="0" i="0" lang="es-CL"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1" lang="es-CL" sz="2000" u="none" cap="none" strike="noStrike">
                <a:solidFill>
                  <a:srgbClr val="AAAAAA"/>
                </a:solidFill>
                <a:latin typeface="Consolas"/>
                <a:ea typeface="Consolas"/>
                <a:cs typeface="Consolas"/>
                <a:sym typeface="Consolas"/>
              </a:rPr>
              <a:t># Ponemos el valor 10 en la primera posición</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333333"/>
                </a:solidFill>
                <a:latin typeface="Consolas"/>
                <a:ea typeface="Consolas"/>
                <a:cs typeface="Consolas"/>
                <a:sym typeface="Consolas"/>
              </a:rPr>
              <a:t>matriz</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9C5D27"/>
                </a:solidFill>
                <a:latin typeface="Consolas"/>
                <a:ea typeface="Consolas"/>
                <a:cs typeface="Consolas"/>
                <a:sym typeface="Consolas"/>
              </a:rPr>
              <a:t>0</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9C5D27"/>
                </a:solidFill>
                <a:latin typeface="Consolas"/>
                <a:ea typeface="Consolas"/>
                <a:cs typeface="Consolas"/>
                <a:sym typeface="Consolas"/>
              </a:rPr>
              <a:t>0</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a:t>
            </a:r>
            <a:r>
              <a:rPr b="0" i="0" lang="es-CL" sz="2000" u="none" cap="none" strike="noStrike">
                <a:solidFill>
                  <a:srgbClr val="9C5D27"/>
                </a:solidFill>
                <a:latin typeface="Consolas"/>
                <a:ea typeface="Consolas"/>
                <a:cs typeface="Consolas"/>
                <a:sym typeface="Consolas"/>
              </a:rPr>
              <a:t>10</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1" lang="es-CL" sz="2000" u="none" cap="none" strike="noStrike">
                <a:solidFill>
                  <a:srgbClr val="AAAAAA"/>
                </a:solidFill>
                <a:latin typeface="Consolas"/>
                <a:ea typeface="Consolas"/>
                <a:cs typeface="Consolas"/>
                <a:sym typeface="Consolas"/>
              </a:rPr>
              <a:t># Ponemos el valor 20 en la última posición</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333333"/>
                </a:solidFill>
                <a:latin typeface="Consolas"/>
                <a:ea typeface="Consolas"/>
                <a:cs typeface="Consolas"/>
                <a:sym typeface="Consolas"/>
              </a:rPr>
              <a:t>matriz</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9C5D27"/>
                </a:solidFill>
                <a:latin typeface="Consolas"/>
                <a:ea typeface="Consolas"/>
                <a:cs typeface="Consolas"/>
                <a:sym typeface="Consolas"/>
              </a:rPr>
              <a:t>2</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9C5D27"/>
                </a:solidFill>
                <a:latin typeface="Consolas"/>
                <a:ea typeface="Consolas"/>
                <a:cs typeface="Consolas"/>
                <a:sym typeface="Consolas"/>
              </a:rPr>
              <a:t>3</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a:t>
            </a:r>
            <a:r>
              <a:rPr b="0" i="0" lang="es-CL" sz="2000" u="none" cap="none" strike="noStrike">
                <a:solidFill>
                  <a:srgbClr val="9C5D27"/>
                </a:solidFill>
                <a:latin typeface="Consolas"/>
                <a:ea typeface="Consolas"/>
                <a:cs typeface="Consolas"/>
                <a:sym typeface="Consolas"/>
              </a:rPr>
              <a:t>20</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1" lang="es-CL" sz="2000" u="none" cap="none" strike="noStrike">
                <a:solidFill>
                  <a:srgbClr val="AAAAAA"/>
                </a:solidFill>
                <a:latin typeface="Consolas"/>
                <a:ea typeface="Consolas"/>
                <a:cs typeface="Consolas"/>
                <a:sym typeface="Consolas"/>
              </a:rPr>
              <a:t># Escribimos la matriz por pantalla</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1" i="0" lang="es-CL" sz="2000" u="none" cap="none" strike="noStrike">
                <a:solidFill>
                  <a:srgbClr val="AA3731"/>
                </a:solidFill>
                <a:latin typeface="Consolas"/>
                <a:ea typeface="Consolas"/>
                <a:cs typeface="Consolas"/>
                <a:sym typeface="Consolas"/>
              </a:rPr>
              <a:t>print</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matriz</a:t>
            </a:r>
            <a:r>
              <a:rPr b="0" i="0" lang="es-CL"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1" lang="es-CL" sz="2000" u="none" cap="none" strike="noStrike">
                <a:solidFill>
                  <a:srgbClr val="AAAAAA"/>
                </a:solidFill>
                <a:latin typeface="Consolas"/>
                <a:ea typeface="Consolas"/>
                <a:cs typeface="Consolas"/>
                <a:sym typeface="Consolas"/>
              </a:rPr>
              <a:t># Escribimos un elemento en particular de la matriz</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1" i="0" lang="es-CL" sz="2000" u="none" cap="none" strike="noStrike">
                <a:solidFill>
                  <a:srgbClr val="AA3731"/>
                </a:solidFill>
                <a:latin typeface="Consolas"/>
                <a:ea typeface="Consolas"/>
                <a:cs typeface="Consolas"/>
                <a:sym typeface="Consolas"/>
              </a:rPr>
              <a:t>print</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matriz</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9C5D27"/>
                </a:solidFill>
                <a:latin typeface="Consolas"/>
                <a:ea typeface="Consolas"/>
                <a:cs typeface="Consolas"/>
                <a:sym typeface="Consolas"/>
              </a:rPr>
              <a:t>2</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9C5D27"/>
                </a:solidFill>
                <a:latin typeface="Consolas"/>
                <a:ea typeface="Consolas"/>
                <a:cs typeface="Consolas"/>
                <a:sym typeface="Consolas"/>
              </a:rPr>
              <a:t>2</a:t>
            </a:r>
            <a:r>
              <a:rPr b="0" i="0" lang="es-CL"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p:txBody>
      </p:sp>
      <p:sp>
        <p:nvSpPr>
          <p:cNvPr id="451" name="Google Shape;451;p12"/>
          <p:cNvSpPr/>
          <p:nvPr/>
        </p:nvSpPr>
        <p:spPr>
          <a:xfrm>
            <a:off x="5830942" y="1033498"/>
            <a:ext cx="5611867" cy="1736646"/>
          </a:xfrm>
          <a:prstGeom prst="roundRect">
            <a:avLst>
              <a:gd fmla="val 16667" name="adj"/>
            </a:avLst>
          </a:prstGeom>
          <a:solidFill>
            <a:schemeClr val="lt1"/>
          </a:solidFill>
          <a:ln cap="flat" cmpd="sng" w="2857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0" i="0" lang="es-CL" sz="3200" u="none" cap="none" strike="noStrike">
                <a:solidFill>
                  <a:schemeClr val="dk1"/>
                </a:solidFill>
                <a:latin typeface="Consolas"/>
                <a:ea typeface="Consolas"/>
                <a:cs typeface="Consolas"/>
                <a:sym typeface="Consolas"/>
              </a:rPr>
              <a:t>[[ 10.   0.   0.   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200"/>
              <a:buFont typeface="Arial"/>
              <a:buNone/>
            </a:pPr>
            <a:r>
              <a:rPr b="0" i="0" lang="es-CL" sz="3200" u="none" cap="none" strike="noStrike">
                <a:solidFill>
                  <a:schemeClr val="dk1"/>
                </a:solidFill>
                <a:latin typeface="Consolas"/>
                <a:ea typeface="Consolas"/>
                <a:cs typeface="Consolas"/>
                <a:sym typeface="Consolas"/>
              </a:rPr>
              <a:t> [  0.   0.   0.   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200"/>
              <a:buFont typeface="Arial"/>
              <a:buNone/>
            </a:pPr>
            <a:r>
              <a:rPr b="0" i="0" lang="es-CL" sz="3200" u="none" cap="none" strike="noStrike">
                <a:solidFill>
                  <a:schemeClr val="dk1"/>
                </a:solidFill>
                <a:latin typeface="Consolas"/>
                <a:ea typeface="Consolas"/>
                <a:cs typeface="Consolas"/>
                <a:sym typeface="Consolas"/>
              </a:rPr>
              <a:t> [  0.   0.   0.  20.]]</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49"/>
                                        </p:tgtEl>
                                        <p:attrNameLst>
                                          <p:attrName>style.visibility</p:attrName>
                                        </p:attrNameLst>
                                      </p:cBhvr>
                                      <p:to>
                                        <p:strVal val="visible"/>
                                      </p:to>
                                    </p:set>
                                    <p:anim calcmode="lin" valueType="num">
                                      <p:cBhvr additive="base">
                                        <p:cTn dur="1000"/>
                                        <p:tgtEl>
                                          <p:spTgt spid="449"/>
                                        </p:tgtEl>
                                        <p:attrNameLst>
                                          <p:attrName>ppt_y</p:attrName>
                                        </p:attrNameLst>
                                      </p:cBhvr>
                                      <p:tavLst>
                                        <p:tav fmla="" tm="0">
                                          <p:val>
                                            <p:strVal val="#ppt_y+1"/>
                                          </p:val>
                                        </p:tav>
                                        <p:tav fmla="" tm="100000">
                                          <p:val>
                                            <p:strVal val="#ppt_y"/>
                                          </p:val>
                                        </p:tav>
                                      </p:tavLst>
                                    </p:anim>
                                  </p:childTnLst>
                                </p:cTn>
                              </p:par>
                              <p:par>
                                <p:cTn fill="hold" nodeType="withEffect" presetClass="entr" presetID="10" presetSubtype="0">
                                  <p:stCondLst>
                                    <p:cond delay="0"/>
                                  </p:stCondLst>
                                  <p:childTnLst>
                                    <p:set>
                                      <p:cBhvr>
                                        <p:cTn dur="1" fill="hold">
                                          <p:stCondLst>
                                            <p:cond delay="0"/>
                                          </p:stCondLst>
                                        </p:cTn>
                                        <p:tgtEl>
                                          <p:spTgt spid="449">
                                            <p:txEl>
                                              <p:pRg end="0" st="0"/>
                                            </p:txEl>
                                          </p:spTgt>
                                        </p:tgtEl>
                                        <p:attrNameLst>
                                          <p:attrName>style.visibility</p:attrName>
                                        </p:attrNameLst>
                                      </p:cBhvr>
                                      <p:to>
                                        <p:strVal val="visible"/>
                                      </p:to>
                                    </p:set>
                                    <p:animEffect filter="fade" transition="in">
                                      <p:cBhvr>
                                        <p:cTn dur="1000"/>
                                        <p:tgtEl>
                                          <p:spTgt spid="449">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449">
                                            <p:txEl>
                                              <p:pRg end="1" st="1"/>
                                            </p:txEl>
                                          </p:spTgt>
                                        </p:tgtEl>
                                        <p:attrNameLst>
                                          <p:attrName>style.visibility</p:attrName>
                                        </p:attrNameLst>
                                      </p:cBhvr>
                                      <p:to>
                                        <p:strVal val="visible"/>
                                      </p:to>
                                    </p:set>
                                    <p:animEffect filter="fade" transition="in">
                                      <p:cBhvr>
                                        <p:cTn dur="1000"/>
                                        <p:tgtEl>
                                          <p:spTgt spid="449">
                                            <p:txEl>
                                              <p:pRg end="1" st="1"/>
                                            </p:txEl>
                                          </p:spTgt>
                                        </p:tgtEl>
                                      </p:cBhvr>
                                    </p:animEffect>
                                  </p:childTnLst>
                                </p:cTn>
                              </p:par>
                              <p:par>
                                <p:cTn fill="hold" nodeType="withEffect" presetClass="entr" presetID="10" presetSubtype="0">
                                  <p:stCondLst>
                                    <p:cond delay="0"/>
                                  </p:stCondLst>
                                  <p:childTnLst>
                                    <p:set>
                                      <p:cBhvr>
                                        <p:cTn dur="1" fill="hold">
                                          <p:stCondLst>
                                            <p:cond delay="0"/>
                                          </p:stCondLst>
                                        </p:cTn>
                                        <p:tgtEl>
                                          <p:spTgt spid="449">
                                            <p:txEl>
                                              <p:pRg end="2" st="2"/>
                                            </p:txEl>
                                          </p:spTgt>
                                        </p:tgtEl>
                                        <p:attrNameLst>
                                          <p:attrName>style.visibility</p:attrName>
                                        </p:attrNameLst>
                                      </p:cBhvr>
                                      <p:to>
                                        <p:strVal val="visible"/>
                                      </p:to>
                                    </p:set>
                                    <p:animEffect filter="fade" transition="in">
                                      <p:cBhvr>
                                        <p:cTn dur="1000"/>
                                        <p:tgtEl>
                                          <p:spTgt spid="44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50"/>
                                        </p:tgtEl>
                                        <p:attrNameLst>
                                          <p:attrName>style.visibility</p:attrName>
                                        </p:attrNameLst>
                                      </p:cBhvr>
                                      <p:to>
                                        <p:strVal val="visible"/>
                                      </p:to>
                                    </p:set>
                                    <p:anim calcmode="lin" valueType="num">
                                      <p:cBhvr additive="base">
                                        <p:cTn dur="500"/>
                                        <p:tgtEl>
                                          <p:spTgt spid="450"/>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51"/>
                                        </p:tgtEl>
                                        <p:attrNameLst>
                                          <p:attrName>style.visibility</p:attrName>
                                        </p:attrNameLst>
                                      </p:cBhvr>
                                      <p:to>
                                        <p:strVal val="visible"/>
                                      </p:to>
                                    </p:set>
                                    <p:anim calcmode="lin" valueType="num">
                                      <p:cBhvr additive="base">
                                        <p:cTn dur="500"/>
                                        <p:tgtEl>
                                          <p:spTgt spid="451"/>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13"/>
          <p:cNvSpPr txBox="1"/>
          <p:nvPr>
            <p:ph type="title"/>
          </p:nvPr>
        </p:nvSpPr>
        <p:spPr>
          <a:xfrm>
            <a:off x="1104900" y="917575"/>
            <a:ext cx="5902872" cy="682625"/>
          </a:xfrm>
          <a:prstGeom prst="rect">
            <a:avLst/>
          </a:prstGeom>
          <a:noFill/>
          <a:ln>
            <a:noFill/>
          </a:ln>
        </p:spPr>
        <p:txBody>
          <a:bodyPr anchorCtr="0" anchor="ctr" bIns="45700" lIns="0" spcFirstLastPara="1" rIns="91425" wrap="square" tIns="91425">
            <a:normAutofit/>
          </a:bodyPr>
          <a:lstStyle/>
          <a:p>
            <a:pPr indent="0" lvl="0" marL="0" rtl="0" algn="l">
              <a:lnSpc>
                <a:spcPct val="90000"/>
              </a:lnSpc>
              <a:spcBef>
                <a:spcPts val="0"/>
              </a:spcBef>
              <a:spcAft>
                <a:spcPts val="0"/>
              </a:spcAft>
              <a:buClr>
                <a:schemeClr val="dk1"/>
              </a:buClr>
              <a:buSzPts val="3200"/>
              <a:buFont typeface="Poppins"/>
              <a:buNone/>
            </a:pPr>
            <a:r>
              <a:rPr lang="es-CL"/>
              <a:t>¿Cuál es la diferencia?</a:t>
            </a:r>
            <a:endParaRPr/>
          </a:p>
        </p:txBody>
      </p:sp>
      <p:sp>
        <p:nvSpPr>
          <p:cNvPr id="457" name="Google Shape;457;p13"/>
          <p:cNvSpPr txBox="1"/>
          <p:nvPr/>
        </p:nvSpPr>
        <p:spPr>
          <a:xfrm>
            <a:off x="1112989" y="615954"/>
            <a:ext cx="1496564"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CL" sz="1200" u="none" cap="none" strike="noStrike">
                <a:solidFill>
                  <a:schemeClr val="accent1"/>
                </a:solidFill>
                <a:latin typeface="Poppins"/>
                <a:ea typeface="Poppins"/>
                <a:cs typeface="Poppins"/>
                <a:sym typeface="Poppins"/>
              </a:rPr>
              <a:t>Clase 10: Matrices</a:t>
            </a:r>
            <a:endParaRPr b="0" i="0" sz="1400" u="none" cap="none" strike="noStrike">
              <a:solidFill>
                <a:srgbClr val="000000"/>
              </a:solidFill>
              <a:latin typeface="Arial"/>
              <a:ea typeface="Arial"/>
              <a:cs typeface="Arial"/>
              <a:sym typeface="Arial"/>
            </a:endParaRPr>
          </a:p>
        </p:txBody>
      </p:sp>
      <p:sp>
        <p:nvSpPr>
          <p:cNvPr id="458" name="Google Shape;458;p13"/>
          <p:cNvSpPr/>
          <p:nvPr/>
        </p:nvSpPr>
        <p:spPr>
          <a:xfrm>
            <a:off x="759460" y="1600200"/>
            <a:ext cx="5336540" cy="4830543"/>
          </a:xfrm>
          <a:prstGeom prst="roundRect">
            <a:avLst>
              <a:gd fmla="val 6341" name="adj"/>
            </a:avLst>
          </a:prstGeom>
          <a:solidFill>
            <a:srgbClr val="FFFFFF"/>
          </a:solidFill>
          <a:ln>
            <a:noFill/>
          </a:ln>
        </p:spPr>
        <p:txBody>
          <a:bodyPr anchorCtr="0" anchor="ctr" bIns="0" lIns="324000" spcFirstLastPara="1" rIns="32400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4B69C6"/>
                </a:solidFill>
                <a:latin typeface="Consolas"/>
                <a:ea typeface="Consolas"/>
                <a:cs typeface="Consolas"/>
                <a:sym typeface="Consolas"/>
              </a:rPr>
              <a:t>import</a:t>
            </a:r>
            <a:r>
              <a:rPr b="0" i="0" lang="es-CL" sz="2000" u="none" cap="none" strike="noStrike">
                <a:solidFill>
                  <a:srgbClr val="333333"/>
                </a:solidFill>
                <a:latin typeface="Consolas"/>
                <a:ea typeface="Consolas"/>
                <a:cs typeface="Consolas"/>
                <a:sym typeface="Consolas"/>
              </a:rPr>
              <a:t> numpy </a:t>
            </a:r>
            <a:r>
              <a:rPr b="0" i="0" lang="es-CL" sz="2000" u="none" cap="none" strike="noStrike">
                <a:solidFill>
                  <a:srgbClr val="4B69C6"/>
                </a:solidFill>
                <a:latin typeface="Consolas"/>
                <a:ea typeface="Consolas"/>
                <a:cs typeface="Consolas"/>
                <a:sym typeface="Consolas"/>
              </a:rPr>
              <a:t>as</a:t>
            </a:r>
            <a:r>
              <a:rPr b="0" i="0" lang="es-CL" sz="2000" u="none" cap="none" strike="noStrike">
                <a:solidFill>
                  <a:srgbClr val="333333"/>
                </a:solidFill>
                <a:latin typeface="Consolas"/>
                <a:ea typeface="Consolas"/>
                <a:cs typeface="Consolas"/>
                <a:sym typeface="Consolas"/>
              </a:rPr>
              <a:t> np</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1" lang="es-CL" sz="2000" u="none" cap="none" strike="noStrike">
                <a:solidFill>
                  <a:srgbClr val="AAAAAA"/>
                </a:solidFill>
                <a:latin typeface="Consolas"/>
                <a:ea typeface="Consolas"/>
                <a:cs typeface="Consolas"/>
                <a:sym typeface="Consolas"/>
              </a:rPr>
              <a:t># Usamos la función "zeros" para # crear una matriz de</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1" lang="es-CL" sz="2000" u="none" cap="none" strike="noStrike">
                <a:solidFill>
                  <a:srgbClr val="AAAAAA"/>
                </a:solidFill>
                <a:latin typeface="Consolas"/>
                <a:ea typeface="Consolas"/>
                <a:cs typeface="Consolas"/>
                <a:sym typeface="Consolas"/>
              </a:rPr>
              <a:t># 3 filas y 4 columnas</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333333"/>
                </a:solidFill>
                <a:latin typeface="Consolas"/>
                <a:ea typeface="Consolas"/>
                <a:cs typeface="Consolas"/>
                <a:sym typeface="Consolas"/>
              </a:rPr>
              <a:t>matriz </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np</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zeros</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9C5D27"/>
                </a:solidFill>
                <a:latin typeface="Consolas"/>
                <a:ea typeface="Consolas"/>
                <a:cs typeface="Consolas"/>
                <a:sym typeface="Consolas"/>
              </a:rPr>
              <a:t>3</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9C5D27"/>
                </a:solidFill>
                <a:latin typeface="Consolas"/>
                <a:ea typeface="Consolas"/>
                <a:cs typeface="Consolas"/>
                <a:sym typeface="Consolas"/>
              </a:rPr>
              <a:t>4</a:t>
            </a:r>
            <a:r>
              <a:rPr b="0" i="0" lang="es-CL"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br>
              <a:rPr b="0" i="0" lang="es-CL" sz="2000" u="none" cap="none" strike="noStrike">
                <a:solidFill>
                  <a:srgbClr val="333333"/>
                </a:solidFill>
                <a:latin typeface="Consolas"/>
                <a:ea typeface="Consolas"/>
                <a:cs typeface="Consolas"/>
                <a:sym typeface="Consolas"/>
              </a:rPr>
            </a:br>
            <a:r>
              <a:rPr b="0" i="0" lang="es-CL" sz="2000" u="none" cap="none" strike="noStrike">
                <a:solidFill>
                  <a:srgbClr val="333333"/>
                </a:solidFill>
                <a:latin typeface="Consolas"/>
                <a:ea typeface="Consolas"/>
                <a:cs typeface="Consolas"/>
                <a:sym typeface="Consolas"/>
              </a:rPr>
              <a:t>cont </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a:t>
            </a:r>
            <a:r>
              <a:rPr b="0" i="0" lang="es-CL" sz="2000" u="none" cap="none" strike="noStrike">
                <a:solidFill>
                  <a:srgbClr val="9C5D27"/>
                </a:solidFill>
                <a:latin typeface="Consolas"/>
                <a:ea typeface="Consolas"/>
                <a:cs typeface="Consolas"/>
                <a:sym typeface="Consolas"/>
              </a:rPr>
              <a:t>1</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br>
              <a:rPr b="0" i="0" lang="es-CL" sz="2000" u="none" cap="none" strike="noStrike">
                <a:solidFill>
                  <a:srgbClr val="333333"/>
                </a:solidFill>
                <a:latin typeface="Consolas"/>
                <a:ea typeface="Consolas"/>
                <a:cs typeface="Consolas"/>
                <a:sym typeface="Consolas"/>
              </a:rPr>
            </a:br>
            <a:r>
              <a:rPr b="0" i="0" lang="es-CL" sz="2000" u="none" cap="none" strike="noStrike">
                <a:solidFill>
                  <a:srgbClr val="4B69C6"/>
                </a:solidFill>
                <a:latin typeface="Consolas"/>
                <a:ea typeface="Consolas"/>
                <a:cs typeface="Consolas"/>
                <a:sym typeface="Consolas"/>
              </a:rPr>
              <a:t>for</a:t>
            </a:r>
            <a:r>
              <a:rPr b="0" i="0" lang="es-CL" sz="2000" u="none" cap="none" strike="noStrike">
                <a:solidFill>
                  <a:srgbClr val="333333"/>
                </a:solidFill>
                <a:latin typeface="Consolas"/>
                <a:ea typeface="Consolas"/>
                <a:cs typeface="Consolas"/>
                <a:sym typeface="Consolas"/>
              </a:rPr>
              <a:t> fila </a:t>
            </a:r>
            <a:r>
              <a:rPr b="0" i="0" lang="es-CL" sz="2000" u="none" cap="none" strike="noStrike">
                <a:solidFill>
                  <a:srgbClr val="4B69C6"/>
                </a:solidFill>
                <a:latin typeface="Consolas"/>
                <a:ea typeface="Consolas"/>
                <a:cs typeface="Consolas"/>
                <a:sym typeface="Consolas"/>
              </a:rPr>
              <a:t>in</a:t>
            </a:r>
            <a:r>
              <a:rPr b="0" i="0" lang="es-CL" sz="2000" u="none" cap="none" strike="noStrike">
                <a:solidFill>
                  <a:srgbClr val="333333"/>
                </a:solidFill>
                <a:latin typeface="Consolas"/>
                <a:ea typeface="Consolas"/>
                <a:cs typeface="Consolas"/>
                <a:sym typeface="Consolas"/>
              </a:rPr>
              <a:t> </a:t>
            </a:r>
            <a:r>
              <a:rPr b="1" i="0" lang="es-CL" sz="2000" u="none" cap="none" strike="noStrike">
                <a:solidFill>
                  <a:srgbClr val="AA3731"/>
                </a:solidFill>
                <a:latin typeface="Consolas"/>
                <a:ea typeface="Consolas"/>
                <a:cs typeface="Consolas"/>
                <a:sym typeface="Consolas"/>
              </a:rPr>
              <a:t>range</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9C5D27"/>
                </a:solidFill>
                <a:latin typeface="Consolas"/>
                <a:ea typeface="Consolas"/>
                <a:cs typeface="Consolas"/>
                <a:sym typeface="Consolas"/>
              </a:rPr>
              <a:t>0</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a:t>
            </a:r>
            <a:r>
              <a:rPr b="0" i="0" lang="es-CL" sz="2000" u="none" cap="none" strike="noStrike">
                <a:solidFill>
                  <a:srgbClr val="9C5D27"/>
                </a:solidFill>
                <a:latin typeface="Consolas"/>
                <a:ea typeface="Consolas"/>
                <a:cs typeface="Consolas"/>
                <a:sym typeface="Consolas"/>
              </a:rPr>
              <a:t>3</a:t>
            </a:r>
            <a:r>
              <a:rPr b="0" i="0" lang="es-CL"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333333"/>
                </a:solidFill>
                <a:latin typeface="Consolas"/>
                <a:ea typeface="Consolas"/>
                <a:cs typeface="Consolas"/>
                <a:sym typeface="Consolas"/>
              </a:rPr>
              <a:t>    </a:t>
            </a:r>
            <a:r>
              <a:rPr b="0" i="0" lang="es-CL" sz="2000" u="none" cap="none" strike="noStrike">
                <a:solidFill>
                  <a:srgbClr val="4B69C6"/>
                </a:solidFill>
                <a:latin typeface="Consolas"/>
                <a:ea typeface="Consolas"/>
                <a:cs typeface="Consolas"/>
                <a:sym typeface="Consolas"/>
              </a:rPr>
              <a:t>for</a:t>
            </a:r>
            <a:r>
              <a:rPr b="0" i="0" lang="es-CL" sz="2000" u="none" cap="none" strike="noStrike">
                <a:solidFill>
                  <a:srgbClr val="333333"/>
                </a:solidFill>
                <a:latin typeface="Consolas"/>
                <a:ea typeface="Consolas"/>
                <a:cs typeface="Consolas"/>
                <a:sym typeface="Consolas"/>
              </a:rPr>
              <a:t> col </a:t>
            </a:r>
            <a:r>
              <a:rPr b="0" i="0" lang="es-CL" sz="2000" u="none" cap="none" strike="noStrike">
                <a:solidFill>
                  <a:srgbClr val="4B69C6"/>
                </a:solidFill>
                <a:latin typeface="Consolas"/>
                <a:ea typeface="Consolas"/>
                <a:cs typeface="Consolas"/>
                <a:sym typeface="Consolas"/>
              </a:rPr>
              <a:t>in</a:t>
            </a:r>
            <a:r>
              <a:rPr b="0" i="0" lang="es-CL" sz="2000" u="none" cap="none" strike="noStrike">
                <a:solidFill>
                  <a:srgbClr val="333333"/>
                </a:solidFill>
                <a:latin typeface="Consolas"/>
                <a:ea typeface="Consolas"/>
                <a:cs typeface="Consolas"/>
                <a:sym typeface="Consolas"/>
              </a:rPr>
              <a:t> </a:t>
            </a:r>
            <a:r>
              <a:rPr b="1" i="0" lang="es-CL" sz="2000" u="none" cap="none" strike="noStrike">
                <a:solidFill>
                  <a:srgbClr val="AA3731"/>
                </a:solidFill>
                <a:latin typeface="Consolas"/>
                <a:ea typeface="Consolas"/>
                <a:cs typeface="Consolas"/>
                <a:sym typeface="Consolas"/>
              </a:rPr>
              <a:t>range</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9C5D27"/>
                </a:solidFill>
                <a:latin typeface="Consolas"/>
                <a:ea typeface="Consolas"/>
                <a:cs typeface="Consolas"/>
                <a:sym typeface="Consolas"/>
              </a:rPr>
              <a:t>0</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a:t>
            </a:r>
            <a:r>
              <a:rPr b="0" i="0" lang="es-CL" sz="2000" u="none" cap="none" strike="noStrike">
                <a:solidFill>
                  <a:srgbClr val="9C5D27"/>
                </a:solidFill>
                <a:latin typeface="Consolas"/>
                <a:ea typeface="Consolas"/>
                <a:cs typeface="Consolas"/>
                <a:sym typeface="Consolas"/>
              </a:rPr>
              <a:t>4</a:t>
            </a:r>
            <a:r>
              <a:rPr b="0" i="0" lang="es-CL"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333333"/>
                </a:solidFill>
                <a:latin typeface="Consolas"/>
                <a:ea typeface="Consolas"/>
                <a:cs typeface="Consolas"/>
                <a:sym typeface="Consolas"/>
              </a:rPr>
              <a:t>        matriz</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fila</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col</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cont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333333"/>
                </a:solidFill>
                <a:latin typeface="Consolas"/>
                <a:ea typeface="Consolas"/>
                <a:cs typeface="Consolas"/>
                <a:sym typeface="Consolas"/>
              </a:rPr>
              <a:t>        cont </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a:t>
            </a:r>
            <a:r>
              <a:rPr b="0" i="0" lang="es-CL" sz="2000" u="none" cap="none" strike="noStrike">
                <a:solidFill>
                  <a:srgbClr val="9C5D27"/>
                </a:solidFill>
                <a:latin typeface="Consolas"/>
                <a:ea typeface="Consolas"/>
                <a:cs typeface="Consolas"/>
                <a:sym typeface="Consolas"/>
              </a:rPr>
              <a:t>1</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br>
              <a:rPr b="0" i="0" lang="es-CL" sz="2000" u="none" cap="none" strike="noStrike">
                <a:solidFill>
                  <a:srgbClr val="333333"/>
                </a:solidFill>
                <a:latin typeface="Consolas"/>
                <a:ea typeface="Consolas"/>
                <a:cs typeface="Consolas"/>
                <a:sym typeface="Consolas"/>
              </a:rPr>
            </a:br>
            <a:r>
              <a:rPr b="1" i="0" lang="es-CL" sz="2000" u="none" cap="none" strike="noStrike">
                <a:solidFill>
                  <a:srgbClr val="AA3731"/>
                </a:solidFill>
                <a:latin typeface="Consolas"/>
                <a:ea typeface="Consolas"/>
                <a:cs typeface="Consolas"/>
                <a:sym typeface="Consolas"/>
              </a:rPr>
              <a:t>print</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matriz</a:t>
            </a:r>
            <a:r>
              <a:rPr b="0" i="0" lang="es-CL"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p:txBody>
      </p:sp>
      <p:sp>
        <p:nvSpPr>
          <p:cNvPr id="459" name="Google Shape;459;p13"/>
          <p:cNvSpPr/>
          <p:nvPr/>
        </p:nvSpPr>
        <p:spPr>
          <a:xfrm>
            <a:off x="3427730" y="2703278"/>
            <a:ext cx="2433444" cy="1451444"/>
          </a:xfrm>
          <a:prstGeom prst="roundRect">
            <a:avLst>
              <a:gd fmla="val 13090" name="adj"/>
            </a:avLst>
          </a:prstGeom>
          <a:solidFill>
            <a:schemeClr val="accent1"/>
          </a:solidFill>
          <a:ln>
            <a:noFill/>
          </a:ln>
          <a:effectLst>
            <a:outerShdw blurRad="381000" rotWithShape="0" algn="ctr" dir="5400000" dist="127000">
              <a:srgbClr val="000000">
                <a:alpha val="29411"/>
              </a:srgbClr>
            </a:outerShdw>
          </a:effectLst>
        </p:spPr>
        <p:txBody>
          <a:bodyPr anchorCtr="0" anchor="ctr" bIns="0" lIns="288000" spcFirstLastPara="1" rIns="288000" wrap="square" tIns="0">
            <a:noAutofit/>
          </a:bodyPr>
          <a:lstStyle/>
          <a:p>
            <a:pPr indent="0" lvl="0" marL="0" marR="0" rtl="0" algn="l">
              <a:lnSpc>
                <a:spcPct val="120000"/>
              </a:lnSpc>
              <a:spcBef>
                <a:spcPts val="0"/>
              </a:spcBef>
              <a:spcAft>
                <a:spcPts val="0"/>
              </a:spcAft>
              <a:buClr>
                <a:srgbClr val="000000"/>
              </a:buClr>
              <a:buSzPts val="1600"/>
              <a:buFont typeface="Arial"/>
              <a:buNone/>
            </a:pPr>
            <a:r>
              <a:rPr b="0" i="0" lang="es-CL" sz="1600" u="none" cap="none" strike="noStrike">
                <a:solidFill>
                  <a:schemeClr val="lt1"/>
                </a:solidFill>
                <a:latin typeface="Poppins"/>
                <a:ea typeface="Poppins"/>
                <a:cs typeface="Poppins"/>
                <a:sym typeface="Poppins"/>
              </a:rPr>
              <a:t>Acá estamos recorriendo primero por columna</a:t>
            </a:r>
            <a:endParaRPr b="0" i="0" sz="1400" u="none" cap="none" strike="noStrike">
              <a:solidFill>
                <a:srgbClr val="000000"/>
              </a:solidFill>
              <a:latin typeface="Arial"/>
              <a:ea typeface="Arial"/>
              <a:cs typeface="Arial"/>
              <a:sym typeface="Arial"/>
            </a:endParaRPr>
          </a:p>
        </p:txBody>
      </p:sp>
      <p:sp>
        <p:nvSpPr>
          <p:cNvPr id="460" name="Google Shape;460;p13"/>
          <p:cNvSpPr/>
          <p:nvPr/>
        </p:nvSpPr>
        <p:spPr>
          <a:xfrm>
            <a:off x="6266180" y="1600199"/>
            <a:ext cx="5336540" cy="4830543"/>
          </a:xfrm>
          <a:prstGeom prst="roundRect">
            <a:avLst>
              <a:gd fmla="val 6341" name="adj"/>
            </a:avLst>
          </a:prstGeom>
          <a:solidFill>
            <a:srgbClr val="FFFFFF"/>
          </a:solidFill>
          <a:ln>
            <a:noFill/>
          </a:ln>
        </p:spPr>
        <p:txBody>
          <a:bodyPr anchorCtr="0" anchor="ctr" bIns="0" lIns="324000" spcFirstLastPara="1" rIns="32400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4B69C6"/>
                </a:solidFill>
                <a:latin typeface="Consolas"/>
                <a:ea typeface="Consolas"/>
                <a:cs typeface="Consolas"/>
                <a:sym typeface="Consolas"/>
              </a:rPr>
              <a:t>import</a:t>
            </a:r>
            <a:r>
              <a:rPr b="0" i="0" lang="es-CL" sz="2000" u="none" cap="none" strike="noStrike">
                <a:solidFill>
                  <a:srgbClr val="333333"/>
                </a:solidFill>
                <a:latin typeface="Consolas"/>
                <a:ea typeface="Consolas"/>
                <a:cs typeface="Consolas"/>
                <a:sym typeface="Consolas"/>
              </a:rPr>
              <a:t> numpy </a:t>
            </a:r>
            <a:r>
              <a:rPr b="0" i="0" lang="es-CL" sz="2000" u="none" cap="none" strike="noStrike">
                <a:solidFill>
                  <a:srgbClr val="4B69C6"/>
                </a:solidFill>
                <a:latin typeface="Consolas"/>
                <a:ea typeface="Consolas"/>
                <a:cs typeface="Consolas"/>
                <a:sym typeface="Consolas"/>
              </a:rPr>
              <a:t>as</a:t>
            </a:r>
            <a:r>
              <a:rPr b="0" i="0" lang="es-CL" sz="2000" u="none" cap="none" strike="noStrike">
                <a:solidFill>
                  <a:srgbClr val="333333"/>
                </a:solidFill>
                <a:latin typeface="Consolas"/>
                <a:ea typeface="Consolas"/>
                <a:cs typeface="Consolas"/>
                <a:sym typeface="Consolas"/>
              </a:rPr>
              <a:t> np</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1" lang="es-CL" sz="2000" u="none" cap="none" strike="noStrike">
                <a:solidFill>
                  <a:srgbClr val="AAAAAA"/>
                </a:solidFill>
                <a:latin typeface="Consolas"/>
                <a:ea typeface="Consolas"/>
                <a:cs typeface="Consolas"/>
                <a:sym typeface="Consolas"/>
              </a:rPr>
              <a:t># Usamos la función "zeros" para # crear una matriz de</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1" lang="es-CL" sz="2000" u="none" cap="none" strike="noStrike">
                <a:solidFill>
                  <a:srgbClr val="AAAAAA"/>
                </a:solidFill>
                <a:latin typeface="Consolas"/>
                <a:ea typeface="Consolas"/>
                <a:cs typeface="Consolas"/>
                <a:sym typeface="Consolas"/>
              </a:rPr>
              <a:t># 3 filas y 4 columnas</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333333"/>
                </a:solidFill>
                <a:latin typeface="Consolas"/>
                <a:ea typeface="Consolas"/>
                <a:cs typeface="Consolas"/>
                <a:sym typeface="Consolas"/>
              </a:rPr>
              <a:t>matriz </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np</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zeros</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9C5D27"/>
                </a:solidFill>
                <a:latin typeface="Consolas"/>
                <a:ea typeface="Consolas"/>
                <a:cs typeface="Consolas"/>
                <a:sym typeface="Consolas"/>
              </a:rPr>
              <a:t>3</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9C5D27"/>
                </a:solidFill>
                <a:latin typeface="Consolas"/>
                <a:ea typeface="Consolas"/>
                <a:cs typeface="Consolas"/>
                <a:sym typeface="Consolas"/>
              </a:rPr>
              <a:t>4</a:t>
            </a:r>
            <a:r>
              <a:rPr b="0" i="0" lang="es-CL"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br>
              <a:rPr b="0" i="0" lang="es-CL" sz="2000" u="none" cap="none" strike="noStrike">
                <a:solidFill>
                  <a:srgbClr val="333333"/>
                </a:solidFill>
                <a:latin typeface="Consolas"/>
                <a:ea typeface="Consolas"/>
                <a:cs typeface="Consolas"/>
                <a:sym typeface="Consolas"/>
              </a:rPr>
            </a:br>
            <a:r>
              <a:rPr b="0" i="0" lang="es-CL" sz="2000" u="none" cap="none" strike="noStrike">
                <a:solidFill>
                  <a:srgbClr val="333333"/>
                </a:solidFill>
                <a:latin typeface="Consolas"/>
                <a:ea typeface="Consolas"/>
                <a:cs typeface="Consolas"/>
                <a:sym typeface="Consolas"/>
              </a:rPr>
              <a:t>cont </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a:t>
            </a:r>
            <a:r>
              <a:rPr b="0" i="0" lang="es-CL" sz="2000" u="none" cap="none" strike="noStrike">
                <a:solidFill>
                  <a:srgbClr val="9C5D27"/>
                </a:solidFill>
                <a:latin typeface="Consolas"/>
                <a:ea typeface="Consolas"/>
                <a:cs typeface="Consolas"/>
                <a:sym typeface="Consolas"/>
              </a:rPr>
              <a:t>1</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br>
              <a:rPr b="0" i="0" lang="es-CL" sz="2000" u="none" cap="none" strike="noStrike">
                <a:solidFill>
                  <a:srgbClr val="333333"/>
                </a:solidFill>
                <a:latin typeface="Consolas"/>
                <a:ea typeface="Consolas"/>
                <a:cs typeface="Consolas"/>
                <a:sym typeface="Consolas"/>
              </a:rPr>
            </a:br>
            <a:r>
              <a:rPr b="0" i="0" lang="es-CL" sz="2000" u="none" cap="none" strike="noStrike">
                <a:solidFill>
                  <a:srgbClr val="4B69C6"/>
                </a:solidFill>
                <a:latin typeface="Consolas"/>
                <a:ea typeface="Consolas"/>
                <a:cs typeface="Consolas"/>
                <a:sym typeface="Consolas"/>
              </a:rPr>
              <a:t>for</a:t>
            </a:r>
            <a:r>
              <a:rPr b="0" i="0" lang="es-CL" sz="2000" u="none" cap="none" strike="noStrike">
                <a:solidFill>
                  <a:srgbClr val="333333"/>
                </a:solidFill>
                <a:latin typeface="Consolas"/>
                <a:ea typeface="Consolas"/>
                <a:cs typeface="Consolas"/>
                <a:sym typeface="Consolas"/>
              </a:rPr>
              <a:t> col </a:t>
            </a:r>
            <a:r>
              <a:rPr b="0" i="0" lang="es-CL" sz="2000" u="none" cap="none" strike="noStrike">
                <a:solidFill>
                  <a:srgbClr val="4B69C6"/>
                </a:solidFill>
                <a:latin typeface="Consolas"/>
                <a:ea typeface="Consolas"/>
                <a:cs typeface="Consolas"/>
                <a:sym typeface="Consolas"/>
              </a:rPr>
              <a:t>in</a:t>
            </a:r>
            <a:r>
              <a:rPr b="0" i="0" lang="es-CL" sz="2000" u="none" cap="none" strike="noStrike">
                <a:solidFill>
                  <a:srgbClr val="333333"/>
                </a:solidFill>
                <a:latin typeface="Consolas"/>
                <a:ea typeface="Consolas"/>
                <a:cs typeface="Consolas"/>
                <a:sym typeface="Consolas"/>
              </a:rPr>
              <a:t> </a:t>
            </a:r>
            <a:r>
              <a:rPr b="1" i="0" lang="es-CL" sz="2000" u="none" cap="none" strike="noStrike">
                <a:solidFill>
                  <a:srgbClr val="AA3731"/>
                </a:solidFill>
                <a:latin typeface="Consolas"/>
                <a:ea typeface="Consolas"/>
                <a:cs typeface="Consolas"/>
                <a:sym typeface="Consolas"/>
              </a:rPr>
              <a:t>range</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9C5D27"/>
                </a:solidFill>
                <a:latin typeface="Consolas"/>
                <a:ea typeface="Consolas"/>
                <a:cs typeface="Consolas"/>
                <a:sym typeface="Consolas"/>
              </a:rPr>
              <a:t>0</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a:t>
            </a:r>
            <a:r>
              <a:rPr b="0" i="0" lang="es-CL" sz="2000" u="none" cap="none" strike="noStrike">
                <a:solidFill>
                  <a:srgbClr val="9C5D27"/>
                </a:solidFill>
                <a:latin typeface="Consolas"/>
                <a:ea typeface="Consolas"/>
                <a:cs typeface="Consolas"/>
                <a:sym typeface="Consolas"/>
              </a:rPr>
              <a:t>4</a:t>
            </a:r>
            <a:r>
              <a:rPr b="0" i="0" lang="es-CL"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333333"/>
                </a:solidFill>
                <a:latin typeface="Consolas"/>
                <a:ea typeface="Consolas"/>
                <a:cs typeface="Consolas"/>
                <a:sym typeface="Consolas"/>
              </a:rPr>
              <a:t>    </a:t>
            </a:r>
            <a:r>
              <a:rPr b="0" i="0" lang="es-CL" sz="2000" u="none" cap="none" strike="noStrike">
                <a:solidFill>
                  <a:srgbClr val="4B69C6"/>
                </a:solidFill>
                <a:latin typeface="Consolas"/>
                <a:ea typeface="Consolas"/>
                <a:cs typeface="Consolas"/>
                <a:sym typeface="Consolas"/>
              </a:rPr>
              <a:t>for</a:t>
            </a:r>
            <a:r>
              <a:rPr b="0" i="0" lang="es-CL" sz="2000" u="none" cap="none" strike="noStrike">
                <a:solidFill>
                  <a:srgbClr val="333333"/>
                </a:solidFill>
                <a:latin typeface="Consolas"/>
                <a:ea typeface="Consolas"/>
                <a:cs typeface="Consolas"/>
                <a:sym typeface="Consolas"/>
              </a:rPr>
              <a:t> fila </a:t>
            </a:r>
            <a:r>
              <a:rPr b="0" i="0" lang="es-CL" sz="2000" u="none" cap="none" strike="noStrike">
                <a:solidFill>
                  <a:srgbClr val="4B69C6"/>
                </a:solidFill>
                <a:latin typeface="Consolas"/>
                <a:ea typeface="Consolas"/>
                <a:cs typeface="Consolas"/>
                <a:sym typeface="Consolas"/>
              </a:rPr>
              <a:t>in</a:t>
            </a:r>
            <a:r>
              <a:rPr b="0" i="0" lang="es-CL" sz="2000" u="none" cap="none" strike="noStrike">
                <a:solidFill>
                  <a:srgbClr val="333333"/>
                </a:solidFill>
                <a:latin typeface="Consolas"/>
                <a:ea typeface="Consolas"/>
                <a:cs typeface="Consolas"/>
                <a:sym typeface="Consolas"/>
              </a:rPr>
              <a:t> </a:t>
            </a:r>
            <a:r>
              <a:rPr b="1" i="0" lang="es-CL" sz="2000" u="none" cap="none" strike="noStrike">
                <a:solidFill>
                  <a:srgbClr val="AA3731"/>
                </a:solidFill>
                <a:latin typeface="Consolas"/>
                <a:ea typeface="Consolas"/>
                <a:cs typeface="Consolas"/>
                <a:sym typeface="Consolas"/>
              </a:rPr>
              <a:t>range</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9C5D27"/>
                </a:solidFill>
                <a:latin typeface="Consolas"/>
                <a:ea typeface="Consolas"/>
                <a:cs typeface="Consolas"/>
                <a:sym typeface="Consolas"/>
              </a:rPr>
              <a:t>0</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a:t>
            </a:r>
            <a:r>
              <a:rPr b="0" i="0" lang="es-CL" sz="2000" u="none" cap="none" strike="noStrike">
                <a:solidFill>
                  <a:srgbClr val="9C5D27"/>
                </a:solidFill>
                <a:latin typeface="Consolas"/>
                <a:ea typeface="Consolas"/>
                <a:cs typeface="Consolas"/>
                <a:sym typeface="Consolas"/>
              </a:rPr>
              <a:t>3</a:t>
            </a:r>
            <a:r>
              <a:rPr b="0" i="0" lang="es-CL"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333333"/>
                </a:solidFill>
                <a:latin typeface="Consolas"/>
                <a:ea typeface="Consolas"/>
                <a:cs typeface="Consolas"/>
                <a:sym typeface="Consolas"/>
              </a:rPr>
              <a:t>        matriz</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fila</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col</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cont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333333"/>
                </a:solidFill>
                <a:latin typeface="Consolas"/>
                <a:ea typeface="Consolas"/>
                <a:cs typeface="Consolas"/>
                <a:sym typeface="Consolas"/>
              </a:rPr>
              <a:t>        cont </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a:t>
            </a:r>
            <a:r>
              <a:rPr b="0" i="0" lang="es-CL" sz="2000" u="none" cap="none" strike="noStrike">
                <a:solidFill>
                  <a:srgbClr val="9C5D27"/>
                </a:solidFill>
                <a:latin typeface="Consolas"/>
                <a:ea typeface="Consolas"/>
                <a:cs typeface="Consolas"/>
                <a:sym typeface="Consolas"/>
              </a:rPr>
              <a:t>1</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br>
              <a:rPr b="0" i="0" lang="es-CL" sz="2000" u="none" cap="none" strike="noStrike">
                <a:solidFill>
                  <a:srgbClr val="333333"/>
                </a:solidFill>
                <a:latin typeface="Consolas"/>
                <a:ea typeface="Consolas"/>
                <a:cs typeface="Consolas"/>
                <a:sym typeface="Consolas"/>
              </a:rPr>
            </a:br>
            <a:r>
              <a:rPr b="1" i="0" lang="es-CL" sz="2000" u="none" cap="none" strike="noStrike">
                <a:solidFill>
                  <a:srgbClr val="AA3731"/>
                </a:solidFill>
                <a:latin typeface="Consolas"/>
                <a:ea typeface="Consolas"/>
                <a:cs typeface="Consolas"/>
                <a:sym typeface="Consolas"/>
              </a:rPr>
              <a:t>print</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matriz</a:t>
            </a:r>
            <a:r>
              <a:rPr b="0" i="0" lang="es-CL"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p:txBody>
      </p:sp>
      <p:sp>
        <p:nvSpPr>
          <p:cNvPr id="461" name="Google Shape;461;p13"/>
          <p:cNvSpPr/>
          <p:nvPr/>
        </p:nvSpPr>
        <p:spPr>
          <a:xfrm>
            <a:off x="8934450" y="2703278"/>
            <a:ext cx="2433444" cy="1451444"/>
          </a:xfrm>
          <a:prstGeom prst="roundRect">
            <a:avLst>
              <a:gd fmla="val 13090" name="adj"/>
            </a:avLst>
          </a:prstGeom>
          <a:solidFill>
            <a:schemeClr val="accent1"/>
          </a:solidFill>
          <a:ln>
            <a:noFill/>
          </a:ln>
          <a:effectLst>
            <a:outerShdw blurRad="381000" rotWithShape="0" algn="ctr" dir="5400000" dist="127000">
              <a:srgbClr val="000000">
                <a:alpha val="29411"/>
              </a:srgbClr>
            </a:outerShdw>
          </a:effectLst>
        </p:spPr>
        <p:txBody>
          <a:bodyPr anchorCtr="0" anchor="ctr" bIns="0" lIns="288000" spcFirstLastPara="1" rIns="288000" wrap="square" tIns="0">
            <a:noAutofit/>
          </a:bodyPr>
          <a:lstStyle/>
          <a:p>
            <a:pPr indent="0" lvl="0" marL="0" marR="0" rtl="0" algn="l">
              <a:lnSpc>
                <a:spcPct val="120000"/>
              </a:lnSpc>
              <a:spcBef>
                <a:spcPts val="0"/>
              </a:spcBef>
              <a:spcAft>
                <a:spcPts val="0"/>
              </a:spcAft>
              <a:buClr>
                <a:srgbClr val="000000"/>
              </a:buClr>
              <a:buSzPts val="1600"/>
              <a:buFont typeface="Arial"/>
              <a:buNone/>
            </a:pPr>
            <a:r>
              <a:rPr b="0" i="0" lang="es-CL" sz="1600" u="none" cap="none" strike="noStrike">
                <a:solidFill>
                  <a:schemeClr val="lt1"/>
                </a:solidFill>
                <a:latin typeface="Poppins"/>
                <a:ea typeface="Poppins"/>
                <a:cs typeface="Poppins"/>
                <a:sym typeface="Poppins"/>
              </a:rPr>
              <a:t>Acá estamos recorriendo primero por fila</a:t>
            </a:r>
            <a:endParaRPr b="0" i="0" sz="1400" u="none" cap="none" strike="noStrike">
              <a:solidFill>
                <a:srgbClr val="000000"/>
              </a:solidFill>
              <a:latin typeface="Arial"/>
              <a:ea typeface="Arial"/>
              <a:cs typeface="Arial"/>
              <a:sym typeface="Arial"/>
            </a:endParaRPr>
          </a:p>
        </p:txBody>
      </p:sp>
      <p:pic>
        <p:nvPicPr>
          <p:cNvPr id="462" name="Google Shape;462;p13"/>
          <p:cNvPicPr preferRelativeResize="0"/>
          <p:nvPr/>
        </p:nvPicPr>
        <p:blipFill rotWithShape="1">
          <a:blip r:embed="rId3">
            <a:alphaModFix/>
          </a:blip>
          <a:srcRect b="0" l="0" r="0" t="0"/>
          <a:stretch/>
        </p:blipFill>
        <p:spPr>
          <a:xfrm>
            <a:off x="2423822" y="4682950"/>
            <a:ext cx="3519778" cy="1559096"/>
          </a:xfrm>
          <a:prstGeom prst="roundRect">
            <a:avLst>
              <a:gd fmla="val 16667" name="adj"/>
            </a:avLst>
          </a:prstGeom>
          <a:noFill/>
          <a:ln>
            <a:noFill/>
          </a:ln>
        </p:spPr>
      </p:pic>
      <p:pic>
        <p:nvPicPr>
          <p:cNvPr id="463" name="Google Shape;463;p13"/>
          <p:cNvPicPr preferRelativeResize="0"/>
          <p:nvPr/>
        </p:nvPicPr>
        <p:blipFill rotWithShape="1">
          <a:blip r:embed="rId4">
            <a:alphaModFix/>
          </a:blip>
          <a:srcRect b="0" l="0" r="0" t="0"/>
          <a:stretch/>
        </p:blipFill>
        <p:spPr>
          <a:xfrm>
            <a:off x="8110987" y="4682951"/>
            <a:ext cx="3321554" cy="1559096"/>
          </a:xfrm>
          <a:prstGeom prst="roundRect">
            <a:avLst>
              <a:gd fmla="val 16667" name="adj"/>
            </a:avLst>
          </a:prstGeom>
          <a:noFill/>
          <a:ln>
            <a:noFill/>
          </a:ln>
        </p:spPr>
      </p:pic>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62"/>
                                        </p:tgtEl>
                                        <p:attrNameLst>
                                          <p:attrName>style.visibility</p:attrName>
                                        </p:attrNameLst>
                                      </p:cBhvr>
                                      <p:to>
                                        <p:strVal val="visible"/>
                                      </p:to>
                                    </p:set>
                                    <p:anim calcmode="lin" valueType="num">
                                      <p:cBhvr additive="base">
                                        <p:cTn dur="500"/>
                                        <p:tgtEl>
                                          <p:spTgt spid="462"/>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63"/>
                                        </p:tgtEl>
                                        <p:attrNameLst>
                                          <p:attrName>style.visibility</p:attrName>
                                        </p:attrNameLst>
                                      </p:cBhvr>
                                      <p:to>
                                        <p:strVal val="visible"/>
                                      </p:to>
                                    </p:set>
                                    <p:anim calcmode="lin" valueType="num">
                                      <p:cBhvr additive="base">
                                        <p:cTn dur="500"/>
                                        <p:tgtEl>
                                          <p:spTgt spid="463"/>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9"/>
                                        </p:tgtEl>
                                        <p:attrNameLst>
                                          <p:attrName>style.visibility</p:attrName>
                                        </p:attrNameLst>
                                      </p:cBhvr>
                                      <p:to>
                                        <p:strVal val="visible"/>
                                      </p:to>
                                    </p:set>
                                    <p:animEffect filter="fade" transition="in">
                                      <p:cBhvr>
                                        <p:cTn dur="500"/>
                                        <p:tgtEl>
                                          <p:spTgt spid="4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1"/>
                                        </p:tgtEl>
                                        <p:attrNameLst>
                                          <p:attrName>style.visibility</p:attrName>
                                        </p:attrNameLst>
                                      </p:cBhvr>
                                      <p:to>
                                        <p:strVal val="visible"/>
                                      </p:to>
                                    </p:set>
                                    <p:animEffect filter="fade" transition="in">
                                      <p:cBhvr>
                                        <p:cTn dur="500"/>
                                        <p:tgtEl>
                                          <p:spTgt spid="46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14"/>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p>
            <a:pPr indent="0" lvl="0" marL="0" rtl="0" algn="l">
              <a:lnSpc>
                <a:spcPct val="90000"/>
              </a:lnSpc>
              <a:spcBef>
                <a:spcPts val="0"/>
              </a:spcBef>
              <a:spcAft>
                <a:spcPts val="0"/>
              </a:spcAft>
              <a:buClr>
                <a:schemeClr val="dk1"/>
              </a:buClr>
              <a:buSzPts val="3200"/>
              <a:buFont typeface="Poppins"/>
              <a:buNone/>
            </a:pPr>
            <a:r>
              <a:rPr lang="es-CL"/>
              <a:t>Un ejemplo 1/3</a:t>
            </a:r>
            <a:endParaRPr/>
          </a:p>
        </p:txBody>
      </p:sp>
      <p:sp>
        <p:nvSpPr>
          <p:cNvPr id="469" name="Google Shape;469;p14"/>
          <p:cNvSpPr txBox="1"/>
          <p:nvPr/>
        </p:nvSpPr>
        <p:spPr>
          <a:xfrm>
            <a:off x="1112989" y="615954"/>
            <a:ext cx="1496564"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CL" sz="1200" u="none" cap="none" strike="noStrike">
                <a:solidFill>
                  <a:schemeClr val="accent1"/>
                </a:solidFill>
                <a:latin typeface="Poppins"/>
                <a:ea typeface="Poppins"/>
                <a:cs typeface="Poppins"/>
                <a:sym typeface="Poppins"/>
              </a:rPr>
              <a:t>Clase 10: Matrices</a:t>
            </a:r>
            <a:endParaRPr b="0" i="0" sz="1400" u="none" cap="none" strike="noStrike">
              <a:solidFill>
                <a:srgbClr val="000000"/>
              </a:solidFill>
              <a:latin typeface="Arial"/>
              <a:ea typeface="Arial"/>
              <a:cs typeface="Arial"/>
              <a:sym typeface="Arial"/>
            </a:endParaRPr>
          </a:p>
        </p:txBody>
      </p:sp>
      <p:sp>
        <p:nvSpPr>
          <p:cNvPr id="470" name="Google Shape;470;p14"/>
          <p:cNvSpPr/>
          <p:nvPr/>
        </p:nvSpPr>
        <p:spPr>
          <a:xfrm>
            <a:off x="1112989" y="1797269"/>
            <a:ext cx="9982202" cy="3099851"/>
          </a:xfrm>
          <a:prstGeom prst="roundRect">
            <a:avLst>
              <a:gd fmla="val 7331" name="adj"/>
            </a:avLst>
          </a:prstGeom>
          <a:solidFill>
            <a:srgbClr val="FFFFFF"/>
          </a:solidFill>
          <a:ln>
            <a:noFill/>
          </a:ln>
        </p:spPr>
        <p:txBody>
          <a:bodyPr anchorCtr="0" anchor="ctr" bIns="0" lIns="504000" spcFirstLastPara="1" rIns="274300" wrap="square" tIns="0">
            <a:noAutofit/>
          </a:bodyPr>
          <a:lstStyle/>
          <a:p>
            <a:pPr indent="0" lvl="0" marL="0" marR="0" rtl="0" algn="l">
              <a:lnSpc>
                <a:spcPct val="120000"/>
              </a:lnSpc>
              <a:spcBef>
                <a:spcPts val="0"/>
              </a:spcBef>
              <a:spcAft>
                <a:spcPts val="0"/>
              </a:spcAft>
              <a:buClr>
                <a:srgbClr val="000000"/>
              </a:buClr>
              <a:buSzPts val="2000"/>
              <a:buFont typeface="Arial"/>
              <a:buNone/>
            </a:pPr>
            <a:r>
              <a:rPr b="0" i="0" lang="es-CL" sz="2000" u="none" cap="none" strike="noStrike">
                <a:solidFill>
                  <a:schemeClr val="dk1"/>
                </a:solidFill>
                <a:latin typeface="Poppins"/>
                <a:ea typeface="Poppins"/>
                <a:cs typeface="Poppins"/>
                <a:sym typeface="Poppins"/>
              </a:rPr>
              <a:t>Hay un archivo donde está almacenada la participación de estudiantes en grupos por asignatura. Cada línea contiene un rut, un número de grupo y un número de asignatura.</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1000"/>
              </a:spcBef>
              <a:spcAft>
                <a:spcPts val="0"/>
              </a:spcAft>
              <a:buClr>
                <a:srgbClr val="000000"/>
              </a:buClr>
              <a:buSzPts val="2000"/>
              <a:buFont typeface="Arial"/>
              <a:buNone/>
            </a:pPr>
            <a:r>
              <a:rPr b="0" i="0" lang="es-CL" sz="2000" u="none" cap="none" strike="noStrike">
                <a:solidFill>
                  <a:schemeClr val="dk1"/>
                </a:solidFill>
                <a:latin typeface="Poppins"/>
                <a:ea typeface="Poppins"/>
                <a:cs typeface="Poppins"/>
                <a:sym typeface="Poppins"/>
              </a:rPr>
              <a:t>Existen solamente 6 grupos y 8 asignaturas.</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1000"/>
              </a:spcBef>
              <a:spcAft>
                <a:spcPts val="0"/>
              </a:spcAft>
              <a:buClr>
                <a:srgbClr val="000000"/>
              </a:buClr>
              <a:buSzPts val="2000"/>
              <a:buFont typeface="Arial"/>
              <a:buNone/>
            </a:pPr>
            <a:r>
              <a:rPr b="0" i="0" lang="es-CL" sz="2000" u="none" cap="none" strike="noStrike">
                <a:solidFill>
                  <a:schemeClr val="dk1"/>
                </a:solidFill>
                <a:latin typeface="Poppins"/>
                <a:ea typeface="Poppins"/>
                <a:cs typeface="Poppins"/>
                <a:sym typeface="Poppins"/>
              </a:rPr>
              <a:t>Se debe leer el archivo y almacenarlo en una matriz, donde las filas corresponden a los grupos y las columnas a las asignaturas.</a:t>
            </a:r>
            <a:endParaRPr b="0" i="0" sz="1400" u="none" cap="none" strike="noStrike">
              <a:solidFill>
                <a:srgbClr val="000000"/>
              </a:solidFill>
              <a:latin typeface="Arial"/>
              <a:ea typeface="Arial"/>
              <a:cs typeface="Arial"/>
              <a:sym typeface="Arial"/>
            </a:endParaRPr>
          </a:p>
        </p:txBody>
      </p:sp>
      <p:pic>
        <p:nvPicPr>
          <p:cNvPr id="471" name="Google Shape;471;p14"/>
          <p:cNvPicPr preferRelativeResize="0"/>
          <p:nvPr/>
        </p:nvPicPr>
        <p:blipFill rotWithShape="1">
          <a:blip r:embed="rId3">
            <a:alphaModFix/>
          </a:blip>
          <a:srcRect b="0" l="0" r="0" t="0"/>
          <a:stretch/>
        </p:blipFill>
        <p:spPr>
          <a:xfrm>
            <a:off x="659719" y="1600200"/>
            <a:ext cx="10815412" cy="4719638"/>
          </a:xfrm>
          <a:prstGeom prst="roundRect">
            <a:avLst>
              <a:gd fmla="val 7410" name="adj"/>
            </a:avLst>
          </a:prstGeom>
          <a:noFill/>
          <a:ln>
            <a:noFill/>
          </a:ln>
        </p:spPr>
      </p:pic>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70"/>
                                        </p:tgtEl>
                                        <p:attrNameLst>
                                          <p:attrName>style.visibility</p:attrName>
                                        </p:attrNameLst>
                                      </p:cBhvr>
                                      <p:to>
                                        <p:strVal val="visible"/>
                                      </p:to>
                                    </p:set>
                                    <p:anim calcmode="lin" valueType="num">
                                      <p:cBhvr additive="base">
                                        <p:cTn dur="1000"/>
                                        <p:tgtEl>
                                          <p:spTgt spid="470"/>
                                        </p:tgtEl>
                                        <p:attrNameLst>
                                          <p:attrName>ppt_y</p:attrName>
                                        </p:attrNameLst>
                                      </p:cBhvr>
                                      <p:tavLst>
                                        <p:tav fmla="" tm="0">
                                          <p:val>
                                            <p:strVal val="#ppt_y+1"/>
                                          </p:val>
                                        </p:tav>
                                        <p:tav fmla="" tm="100000">
                                          <p:val>
                                            <p:strVal val="#ppt_y"/>
                                          </p:val>
                                        </p:tav>
                                      </p:tavLst>
                                    </p:anim>
                                  </p:childTnLst>
                                </p:cTn>
                              </p:par>
                              <p:par>
                                <p:cTn fill="hold" nodeType="withEffect" presetClass="entr" presetID="10" presetSubtype="0">
                                  <p:stCondLst>
                                    <p:cond delay="0"/>
                                  </p:stCondLst>
                                  <p:childTnLst>
                                    <p:set>
                                      <p:cBhvr>
                                        <p:cTn dur="1" fill="hold">
                                          <p:stCondLst>
                                            <p:cond delay="0"/>
                                          </p:stCondLst>
                                        </p:cTn>
                                        <p:tgtEl>
                                          <p:spTgt spid="470">
                                            <p:txEl>
                                              <p:pRg end="0" st="0"/>
                                            </p:txEl>
                                          </p:spTgt>
                                        </p:tgtEl>
                                        <p:attrNameLst>
                                          <p:attrName>style.visibility</p:attrName>
                                        </p:attrNameLst>
                                      </p:cBhvr>
                                      <p:to>
                                        <p:strVal val="visible"/>
                                      </p:to>
                                    </p:set>
                                    <p:animEffect filter="fade" transition="in">
                                      <p:cBhvr>
                                        <p:cTn dur="1000"/>
                                        <p:tgtEl>
                                          <p:spTgt spid="470">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470">
                                            <p:txEl>
                                              <p:pRg end="1" st="1"/>
                                            </p:txEl>
                                          </p:spTgt>
                                        </p:tgtEl>
                                        <p:attrNameLst>
                                          <p:attrName>style.visibility</p:attrName>
                                        </p:attrNameLst>
                                      </p:cBhvr>
                                      <p:to>
                                        <p:strVal val="visible"/>
                                      </p:to>
                                    </p:set>
                                    <p:animEffect filter="fade" transition="in">
                                      <p:cBhvr>
                                        <p:cTn dur="1000"/>
                                        <p:tgtEl>
                                          <p:spTgt spid="470">
                                            <p:txEl>
                                              <p:pRg end="1" st="1"/>
                                            </p:txEl>
                                          </p:spTgt>
                                        </p:tgtEl>
                                      </p:cBhvr>
                                    </p:animEffect>
                                  </p:childTnLst>
                                </p:cTn>
                              </p:par>
                              <p:par>
                                <p:cTn fill="hold" nodeType="withEffect" presetClass="entr" presetID="10" presetSubtype="0">
                                  <p:stCondLst>
                                    <p:cond delay="0"/>
                                  </p:stCondLst>
                                  <p:childTnLst>
                                    <p:set>
                                      <p:cBhvr>
                                        <p:cTn dur="1" fill="hold">
                                          <p:stCondLst>
                                            <p:cond delay="0"/>
                                          </p:stCondLst>
                                        </p:cTn>
                                        <p:tgtEl>
                                          <p:spTgt spid="470">
                                            <p:txEl>
                                              <p:pRg end="2" st="2"/>
                                            </p:txEl>
                                          </p:spTgt>
                                        </p:tgtEl>
                                        <p:attrNameLst>
                                          <p:attrName>style.visibility</p:attrName>
                                        </p:attrNameLst>
                                      </p:cBhvr>
                                      <p:to>
                                        <p:strVal val="visible"/>
                                      </p:to>
                                    </p:set>
                                    <p:animEffect filter="fade" transition="in">
                                      <p:cBhvr>
                                        <p:cTn dur="1000"/>
                                        <p:tgtEl>
                                          <p:spTgt spid="47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71"/>
                                        </p:tgtEl>
                                        <p:attrNameLst>
                                          <p:attrName>style.visibility</p:attrName>
                                        </p:attrNameLst>
                                      </p:cBhvr>
                                      <p:to>
                                        <p:strVal val="visible"/>
                                      </p:to>
                                    </p:set>
                                    <p:anim calcmode="lin" valueType="num">
                                      <p:cBhvr additive="base">
                                        <p:cTn dur="500"/>
                                        <p:tgtEl>
                                          <p:spTgt spid="471"/>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p15"/>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p>
            <a:pPr indent="0" lvl="0" marL="0" rtl="0" algn="l">
              <a:lnSpc>
                <a:spcPct val="90000"/>
              </a:lnSpc>
              <a:spcBef>
                <a:spcPts val="0"/>
              </a:spcBef>
              <a:spcAft>
                <a:spcPts val="0"/>
              </a:spcAft>
              <a:buClr>
                <a:schemeClr val="dk1"/>
              </a:buClr>
              <a:buSzPts val="3200"/>
              <a:buFont typeface="Poppins"/>
              <a:buNone/>
            </a:pPr>
            <a:r>
              <a:rPr lang="es-CL"/>
              <a:t>Un ejemplo 2/3</a:t>
            </a:r>
            <a:endParaRPr/>
          </a:p>
        </p:txBody>
      </p:sp>
      <p:sp>
        <p:nvSpPr>
          <p:cNvPr id="477" name="Google Shape;477;p15"/>
          <p:cNvSpPr txBox="1"/>
          <p:nvPr/>
        </p:nvSpPr>
        <p:spPr>
          <a:xfrm>
            <a:off x="1112989" y="615954"/>
            <a:ext cx="1496564"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CL" sz="1200" u="none" cap="none" strike="noStrike">
                <a:solidFill>
                  <a:schemeClr val="accent1"/>
                </a:solidFill>
                <a:latin typeface="Poppins"/>
                <a:ea typeface="Poppins"/>
                <a:cs typeface="Poppins"/>
                <a:sym typeface="Poppins"/>
              </a:rPr>
              <a:t>Clase 10: Matrices</a:t>
            </a:r>
            <a:endParaRPr b="0" i="0" sz="1400" u="none" cap="none" strike="noStrike">
              <a:solidFill>
                <a:srgbClr val="000000"/>
              </a:solidFill>
              <a:latin typeface="Arial"/>
              <a:ea typeface="Arial"/>
              <a:cs typeface="Arial"/>
              <a:sym typeface="Arial"/>
            </a:endParaRPr>
          </a:p>
        </p:txBody>
      </p:sp>
      <p:sp>
        <p:nvSpPr>
          <p:cNvPr id="478" name="Google Shape;478;p15"/>
          <p:cNvSpPr/>
          <p:nvPr/>
        </p:nvSpPr>
        <p:spPr>
          <a:xfrm>
            <a:off x="1112989" y="1797269"/>
            <a:ext cx="9982202" cy="3099851"/>
          </a:xfrm>
          <a:prstGeom prst="roundRect">
            <a:avLst>
              <a:gd fmla="val 7331" name="adj"/>
            </a:avLst>
          </a:prstGeom>
          <a:solidFill>
            <a:srgbClr val="FFFFFF"/>
          </a:solidFill>
          <a:ln>
            <a:noFill/>
          </a:ln>
        </p:spPr>
        <p:txBody>
          <a:bodyPr anchorCtr="0" anchor="ctr" bIns="0" lIns="504000" spcFirstLastPara="1" rIns="274300" wrap="square" tIns="0">
            <a:noAutofit/>
          </a:bodyPr>
          <a:lstStyle/>
          <a:p>
            <a:pPr indent="0" lvl="0" marL="0" marR="0" rtl="0" algn="l">
              <a:lnSpc>
                <a:spcPct val="120000"/>
              </a:lnSpc>
              <a:spcBef>
                <a:spcPts val="0"/>
              </a:spcBef>
              <a:spcAft>
                <a:spcPts val="0"/>
              </a:spcAft>
              <a:buClr>
                <a:srgbClr val="000000"/>
              </a:buClr>
              <a:buSzPts val="2000"/>
              <a:buFont typeface="Arial"/>
              <a:buNone/>
            </a:pPr>
            <a:r>
              <a:rPr b="0" i="0" lang="es-CL" sz="2000" u="none" cap="none" strike="noStrike">
                <a:solidFill>
                  <a:schemeClr val="dk1"/>
                </a:solidFill>
                <a:latin typeface="Poppins"/>
                <a:ea typeface="Poppins"/>
                <a:cs typeface="Poppins"/>
                <a:sym typeface="Poppins"/>
              </a:rPr>
              <a:t>Construya un programa que lea el archivo, pueble la matriz e imprima por pantalla el total de estudiantes matriculados por cada asignatura</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1000"/>
              </a:spcBef>
              <a:spcAft>
                <a:spcPts val="0"/>
              </a:spcAft>
              <a:buClr>
                <a:srgbClr val="000000"/>
              </a:buClr>
              <a:buSzPts val="2000"/>
              <a:buFont typeface="Arial"/>
              <a:buNone/>
            </a:pPr>
            <a:r>
              <a:rPr b="0" i="0" lang="es-CL" sz="2000" u="none" cap="none" strike="noStrike">
                <a:solidFill>
                  <a:schemeClr val="dk1"/>
                </a:solidFill>
                <a:latin typeface="Poppins"/>
                <a:ea typeface="Poppins"/>
                <a:cs typeface="Poppins"/>
                <a:sym typeface="Poppins"/>
              </a:rPr>
              <a:t>Las asignaturas son: </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1000"/>
              </a:spcBef>
              <a:spcAft>
                <a:spcPts val="0"/>
              </a:spcAft>
              <a:buClr>
                <a:srgbClr val="000000"/>
              </a:buClr>
              <a:buSzPts val="2000"/>
              <a:buFont typeface="Arial"/>
              <a:buNone/>
            </a:pPr>
            <a:r>
              <a:rPr b="1" i="0" lang="es-CL" sz="2000" u="none" cap="none" strike="noStrike">
                <a:solidFill>
                  <a:schemeClr val="dk1"/>
                </a:solidFill>
                <a:latin typeface="Poppins"/>
                <a:ea typeface="Poppins"/>
                <a:cs typeface="Poppins"/>
                <a:sym typeface="Poppins"/>
              </a:rPr>
              <a:t>1</a:t>
            </a:r>
            <a:r>
              <a:rPr b="0" i="0" lang="es-CL" sz="2000" u="none" cap="none" strike="noStrike">
                <a:solidFill>
                  <a:schemeClr val="dk1"/>
                </a:solidFill>
                <a:latin typeface="Poppins"/>
                <a:ea typeface="Poppins"/>
                <a:cs typeface="Poppins"/>
                <a:sym typeface="Poppins"/>
              </a:rPr>
              <a:t>:Matemáticas, </a:t>
            </a:r>
            <a:r>
              <a:rPr b="1" i="0" lang="es-CL" sz="2000" u="none" cap="none" strike="noStrike">
                <a:solidFill>
                  <a:schemeClr val="dk1"/>
                </a:solidFill>
                <a:latin typeface="Poppins"/>
                <a:ea typeface="Poppins"/>
                <a:cs typeface="Poppins"/>
                <a:sym typeface="Poppins"/>
              </a:rPr>
              <a:t>2</a:t>
            </a:r>
            <a:r>
              <a:rPr b="0" i="0" lang="es-CL" sz="2000" u="none" cap="none" strike="noStrike">
                <a:solidFill>
                  <a:schemeClr val="dk1"/>
                </a:solidFill>
                <a:latin typeface="Poppins"/>
                <a:ea typeface="Poppins"/>
                <a:cs typeface="Poppins"/>
                <a:sym typeface="Poppins"/>
              </a:rPr>
              <a:t>:Lengua Española, </a:t>
            </a:r>
            <a:r>
              <a:rPr b="1" i="0" lang="es-CL" sz="2000" u="none" cap="none" strike="noStrike">
                <a:solidFill>
                  <a:schemeClr val="dk1"/>
                </a:solidFill>
                <a:latin typeface="Poppins"/>
                <a:ea typeface="Poppins"/>
                <a:cs typeface="Poppins"/>
                <a:sym typeface="Poppins"/>
              </a:rPr>
              <a:t>3</a:t>
            </a:r>
            <a:r>
              <a:rPr b="0" i="0" lang="es-CL" sz="2000" u="none" cap="none" strike="noStrike">
                <a:solidFill>
                  <a:schemeClr val="dk1"/>
                </a:solidFill>
                <a:latin typeface="Poppins"/>
                <a:ea typeface="Poppins"/>
                <a:cs typeface="Poppins"/>
                <a:sym typeface="Poppins"/>
              </a:rPr>
              <a:t>:Formación Humanística, </a:t>
            </a:r>
            <a:r>
              <a:rPr b="1" i="0" lang="es-CL" sz="2000" u="none" cap="none" strike="noStrike">
                <a:solidFill>
                  <a:schemeClr val="dk1"/>
                </a:solidFill>
                <a:latin typeface="Poppins"/>
                <a:ea typeface="Poppins"/>
                <a:cs typeface="Poppins"/>
                <a:sym typeface="Poppins"/>
              </a:rPr>
              <a:t>4</a:t>
            </a:r>
            <a:r>
              <a:rPr b="0" i="0" lang="es-CL" sz="2000" u="none" cap="none" strike="noStrike">
                <a:solidFill>
                  <a:schemeClr val="dk1"/>
                </a:solidFill>
                <a:latin typeface="Poppins"/>
                <a:ea typeface="Poppins"/>
                <a:cs typeface="Poppins"/>
                <a:sym typeface="Poppins"/>
              </a:rPr>
              <a:t>:Ciencias Naturales, </a:t>
            </a:r>
            <a:r>
              <a:rPr b="1" i="0" lang="es-CL" sz="2000" u="none" cap="none" strike="noStrike">
                <a:solidFill>
                  <a:schemeClr val="dk1"/>
                </a:solidFill>
                <a:latin typeface="Poppins"/>
                <a:ea typeface="Poppins"/>
                <a:cs typeface="Poppins"/>
                <a:sym typeface="Poppins"/>
              </a:rPr>
              <a:t>5</a:t>
            </a:r>
            <a:r>
              <a:rPr b="0" i="0" lang="es-CL" sz="2000" u="none" cap="none" strike="noStrike">
                <a:solidFill>
                  <a:schemeClr val="dk1"/>
                </a:solidFill>
                <a:latin typeface="Poppins"/>
                <a:ea typeface="Poppins"/>
                <a:cs typeface="Poppins"/>
                <a:sym typeface="Poppins"/>
              </a:rPr>
              <a:t>:Inglés, </a:t>
            </a:r>
            <a:r>
              <a:rPr b="1" i="0" lang="es-CL" sz="2000" u="none" cap="none" strike="noStrike">
                <a:solidFill>
                  <a:schemeClr val="dk1"/>
                </a:solidFill>
                <a:latin typeface="Poppins"/>
                <a:ea typeface="Poppins"/>
                <a:cs typeface="Poppins"/>
                <a:sym typeface="Poppins"/>
              </a:rPr>
              <a:t>6</a:t>
            </a:r>
            <a:r>
              <a:rPr b="0" i="0" lang="es-CL" sz="2000" u="none" cap="none" strike="noStrike">
                <a:solidFill>
                  <a:schemeClr val="dk1"/>
                </a:solidFill>
                <a:latin typeface="Poppins"/>
                <a:ea typeface="Poppins"/>
                <a:cs typeface="Poppins"/>
                <a:sym typeface="Poppins"/>
              </a:rPr>
              <a:t>:Informática Básica, </a:t>
            </a:r>
            <a:r>
              <a:rPr b="1" i="0" lang="es-CL" sz="2000" u="none" cap="none" strike="noStrike">
                <a:solidFill>
                  <a:schemeClr val="dk1"/>
                </a:solidFill>
                <a:latin typeface="Poppins"/>
                <a:ea typeface="Poppins"/>
                <a:cs typeface="Poppins"/>
                <a:sym typeface="Poppins"/>
              </a:rPr>
              <a:t>7</a:t>
            </a:r>
            <a:r>
              <a:rPr b="0" i="0" lang="es-CL" sz="2000" u="none" cap="none" strike="noStrike">
                <a:solidFill>
                  <a:schemeClr val="dk1"/>
                </a:solidFill>
                <a:latin typeface="Poppins"/>
                <a:ea typeface="Poppins"/>
                <a:cs typeface="Poppins"/>
                <a:sym typeface="Poppins"/>
              </a:rPr>
              <a:t>:Estructura de la Información, </a:t>
            </a:r>
            <a:r>
              <a:rPr b="1" i="0" lang="es-CL" sz="2000" u="none" cap="none" strike="noStrike">
                <a:solidFill>
                  <a:schemeClr val="dk1"/>
                </a:solidFill>
                <a:latin typeface="Poppins"/>
                <a:ea typeface="Poppins"/>
                <a:cs typeface="Poppins"/>
                <a:sym typeface="Poppins"/>
              </a:rPr>
              <a:t>8</a:t>
            </a:r>
            <a:r>
              <a:rPr b="0" i="0" lang="es-CL" sz="2000" u="none" cap="none" strike="noStrike">
                <a:solidFill>
                  <a:schemeClr val="dk1"/>
                </a:solidFill>
                <a:latin typeface="Poppins"/>
                <a:ea typeface="Poppins"/>
                <a:cs typeface="Poppins"/>
                <a:sym typeface="Poppins"/>
              </a:rPr>
              <a:t>:Metodología de la Programación</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p14:reveal dir="l"/>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16"/>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p>
            <a:pPr indent="0" lvl="0" marL="0" rtl="0" algn="l">
              <a:lnSpc>
                <a:spcPct val="90000"/>
              </a:lnSpc>
              <a:spcBef>
                <a:spcPts val="0"/>
              </a:spcBef>
              <a:spcAft>
                <a:spcPts val="0"/>
              </a:spcAft>
              <a:buClr>
                <a:schemeClr val="dk1"/>
              </a:buClr>
              <a:buSzPts val="3200"/>
              <a:buFont typeface="Poppins"/>
              <a:buNone/>
            </a:pPr>
            <a:r>
              <a:rPr lang="es-CL"/>
              <a:t>Un ejemplo 3/3</a:t>
            </a:r>
            <a:endParaRPr/>
          </a:p>
        </p:txBody>
      </p:sp>
      <p:sp>
        <p:nvSpPr>
          <p:cNvPr id="484" name="Google Shape;484;p16"/>
          <p:cNvSpPr txBox="1"/>
          <p:nvPr/>
        </p:nvSpPr>
        <p:spPr>
          <a:xfrm>
            <a:off x="1112989" y="615954"/>
            <a:ext cx="1496564"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CL" sz="1200" u="none" cap="none" strike="noStrike">
                <a:solidFill>
                  <a:schemeClr val="accent1"/>
                </a:solidFill>
                <a:latin typeface="Poppins"/>
                <a:ea typeface="Poppins"/>
                <a:cs typeface="Poppins"/>
                <a:sym typeface="Poppins"/>
              </a:rPr>
              <a:t>Clase 10: Matrices</a:t>
            </a:r>
            <a:endParaRPr b="0" i="0" sz="1400" u="none" cap="none" strike="noStrike">
              <a:solidFill>
                <a:srgbClr val="000000"/>
              </a:solidFill>
              <a:latin typeface="Arial"/>
              <a:ea typeface="Arial"/>
              <a:cs typeface="Arial"/>
              <a:sym typeface="Arial"/>
            </a:endParaRPr>
          </a:p>
        </p:txBody>
      </p:sp>
      <p:sp>
        <p:nvSpPr>
          <p:cNvPr id="485" name="Google Shape;485;p16"/>
          <p:cNvSpPr/>
          <p:nvPr/>
        </p:nvSpPr>
        <p:spPr>
          <a:xfrm>
            <a:off x="1112989" y="1797269"/>
            <a:ext cx="9982202" cy="1951771"/>
          </a:xfrm>
          <a:prstGeom prst="roundRect">
            <a:avLst>
              <a:gd fmla="val 12016" name="adj"/>
            </a:avLst>
          </a:prstGeom>
          <a:solidFill>
            <a:srgbClr val="FFFFFF"/>
          </a:solidFill>
          <a:ln>
            <a:noFill/>
          </a:ln>
        </p:spPr>
        <p:txBody>
          <a:bodyPr anchorCtr="0" anchor="ctr" bIns="0" lIns="504000" spcFirstLastPara="1" rIns="274300" wrap="square" tIns="0">
            <a:noAutofit/>
          </a:bodyPr>
          <a:lstStyle/>
          <a:p>
            <a:pPr indent="0" lvl="0" marL="0" marR="0" rtl="0" algn="l">
              <a:lnSpc>
                <a:spcPct val="120000"/>
              </a:lnSpc>
              <a:spcBef>
                <a:spcPts val="0"/>
              </a:spcBef>
              <a:spcAft>
                <a:spcPts val="0"/>
              </a:spcAft>
              <a:buClr>
                <a:srgbClr val="000000"/>
              </a:buClr>
              <a:buSzPts val="2000"/>
              <a:buFont typeface="Arial"/>
              <a:buNone/>
            </a:pPr>
            <a:r>
              <a:rPr b="0" i="0" lang="es-CL" sz="2000" u="none" cap="none" strike="noStrike">
                <a:solidFill>
                  <a:schemeClr val="dk1"/>
                </a:solidFill>
                <a:latin typeface="Poppins"/>
                <a:ea typeface="Poppins"/>
                <a:cs typeface="Poppins"/>
                <a:sym typeface="Poppins"/>
              </a:rPr>
              <a:t>Para solucionar este ejemplo, lo que hay que hacer es sumar hacia abajo por cada asignatura</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1000"/>
              </a:spcBef>
              <a:spcAft>
                <a:spcPts val="0"/>
              </a:spcAft>
              <a:buClr>
                <a:srgbClr val="000000"/>
              </a:buClr>
              <a:buSzPts val="2000"/>
              <a:buFont typeface="Arial"/>
              <a:buNone/>
            </a:pPr>
            <a:r>
              <a:rPr b="0" i="0" lang="es-CL" sz="2000" u="none" cap="none" strike="noStrike">
                <a:solidFill>
                  <a:schemeClr val="dk1"/>
                </a:solidFill>
                <a:latin typeface="Poppins"/>
                <a:ea typeface="Poppins"/>
                <a:cs typeface="Poppins"/>
                <a:sym typeface="Poppins"/>
              </a:rPr>
              <a:t>Una vez leídos los datos desde el archivo, la parte importante es:</a:t>
            </a:r>
            <a:endParaRPr b="0" i="0" sz="1400" u="none" cap="none" strike="noStrike">
              <a:solidFill>
                <a:srgbClr val="000000"/>
              </a:solidFill>
              <a:latin typeface="Arial"/>
              <a:ea typeface="Arial"/>
              <a:cs typeface="Arial"/>
              <a:sym typeface="Arial"/>
            </a:endParaRPr>
          </a:p>
        </p:txBody>
      </p:sp>
      <p:sp>
        <p:nvSpPr>
          <p:cNvPr id="486" name="Google Shape;486;p16"/>
          <p:cNvSpPr/>
          <p:nvPr/>
        </p:nvSpPr>
        <p:spPr>
          <a:xfrm>
            <a:off x="1072279" y="3946109"/>
            <a:ext cx="10022912" cy="2326103"/>
          </a:xfrm>
          <a:prstGeom prst="roundRect">
            <a:avLst>
              <a:gd fmla="val 10709" name="adj"/>
            </a:avLst>
          </a:prstGeom>
          <a:solidFill>
            <a:srgbClr val="FFFFFF"/>
          </a:solidFill>
          <a:ln>
            <a:noFill/>
          </a:ln>
        </p:spPr>
        <p:txBody>
          <a:bodyPr anchorCtr="0" anchor="ctr" bIns="0" lIns="504000" spcFirstLastPara="1" rIns="27430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7A3E9D"/>
                </a:solidFill>
                <a:latin typeface="Consolas"/>
                <a:ea typeface="Consolas"/>
                <a:cs typeface="Consolas"/>
                <a:sym typeface="Consolas"/>
              </a:rPr>
              <a:t>def</a:t>
            </a:r>
            <a:r>
              <a:rPr b="0" i="0" lang="es-CL" sz="2000" u="none" cap="none" strike="noStrike">
                <a:solidFill>
                  <a:srgbClr val="333333"/>
                </a:solidFill>
                <a:latin typeface="Consolas"/>
                <a:ea typeface="Consolas"/>
                <a:cs typeface="Consolas"/>
                <a:sym typeface="Consolas"/>
              </a:rPr>
              <a:t> </a:t>
            </a:r>
            <a:r>
              <a:rPr b="1" i="0" lang="es-CL" sz="2000" u="none" cap="none" strike="noStrike">
                <a:solidFill>
                  <a:srgbClr val="AA3731"/>
                </a:solidFill>
                <a:latin typeface="Consolas"/>
                <a:ea typeface="Consolas"/>
                <a:cs typeface="Consolas"/>
                <a:sym typeface="Consolas"/>
              </a:rPr>
              <a:t>escribirEstudiantesPorAsignatura</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7A3E9D"/>
                </a:solidFill>
                <a:latin typeface="Consolas"/>
                <a:ea typeface="Consolas"/>
                <a:cs typeface="Consolas"/>
                <a:sym typeface="Consolas"/>
              </a:rPr>
              <a:t>matriz</a:t>
            </a:r>
            <a:r>
              <a:rPr b="0" i="0" lang="es-CL"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333333"/>
                </a:solidFill>
                <a:latin typeface="Consolas"/>
                <a:ea typeface="Consolas"/>
                <a:cs typeface="Consolas"/>
                <a:sym typeface="Consolas"/>
              </a:rPr>
              <a:t>    </a:t>
            </a:r>
            <a:r>
              <a:rPr b="0" i="0" lang="es-CL" sz="2000" u="none" cap="none" strike="noStrike">
                <a:solidFill>
                  <a:srgbClr val="4B69C6"/>
                </a:solidFill>
                <a:latin typeface="Consolas"/>
                <a:ea typeface="Consolas"/>
                <a:cs typeface="Consolas"/>
                <a:sym typeface="Consolas"/>
              </a:rPr>
              <a:t>for</a:t>
            </a:r>
            <a:r>
              <a:rPr b="0" i="0" lang="es-CL" sz="2000" u="none" cap="none" strike="noStrike">
                <a:solidFill>
                  <a:srgbClr val="333333"/>
                </a:solidFill>
                <a:latin typeface="Consolas"/>
                <a:ea typeface="Consolas"/>
                <a:cs typeface="Consolas"/>
                <a:sym typeface="Consolas"/>
              </a:rPr>
              <a:t> c </a:t>
            </a:r>
            <a:r>
              <a:rPr b="0" i="0" lang="es-CL" sz="2000" u="none" cap="none" strike="noStrike">
                <a:solidFill>
                  <a:srgbClr val="4B69C6"/>
                </a:solidFill>
                <a:latin typeface="Consolas"/>
                <a:ea typeface="Consolas"/>
                <a:cs typeface="Consolas"/>
                <a:sym typeface="Consolas"/>
              </a:rPr>
              <a:t>in</a:t>
            </a:r>
            <a:r>
              <a:rPr b="0" i="0" lang="es-CL" sz="2000" u="none" cap="none" strike="noStrike">
                <a:solidFill>
                  <a:srgbClr val="333333"/>
                </a:solidFill>
                <a:latin typeface="Consolas"/>
                <a:ea typeface="Consolas"/>
                <a:cs typeface="Consolas"/>
                <a:sym typeface="Consolas"/>
              </a:rPr>
              <a:t> </a:t>
            </a:r>
            <a:r>
              <a:rPr b="1" i="0" lang="es-CL" sz="2000" u="none" cap="none" strike="noStrike">
                <a:solidFill>
                  <a:srgbClr val="AA3731"/>
                </a:solidFill>
                <a:latin typeface="Consolas"/>
                <a:ea typeface="Consolas"/>
                <a:cs typeface="Consolas"/>
                <a:sym typeface="Consolas"/>
              </a:rPr>
              <a:t>range</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9C5D27"/>
                </a:solidFill>
                <a:latin typeface="Consolas"/>
                <a:ea typeface="Consolas"/>
                <a:cs typeface="Consolas"/>
                <a:sym typeface="Consolas"/>
              </a:rPr>
              <a:t>8</a:t>
            </a:r>
            <a:r>
              <a:rPr b="0" i="0" lang="es-CL"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333333"/>
                </a:solidFill>
                <a:latin typeface="Consolas"/>
                <a:ea typeface="Consolas"/>
                <a:cs typeface="Consolas"/>
                <a:sym typeface="Consolas"/>
              </a:rPr>
              <a:t>        suma </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a:t>
            </a:r>
            <a:r>
              <a:rPr b="0" i="0" lang="es-CL" sz="2000" u="none" cap="none" strike="noStrike">
                <a:solidFill>
                  <a:srgbClr val="9C5D27"/>
                </a:solidFill>
                <a:latin typeface="Consolas"/>
                <a:ea typeface="Consolas"/>
                <a:cs typeface="Consolas"/>
                <a:sym typeface="Consolas"/>
              </a:rPr>
              <a:t>0</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333333"/>
                </a:solidFill>
                <a:latin typeface="Consolas"/>
                <a:ea typeface="Consolas"/>
                <a:cs typeface="Consolas"/>
                <a:sym typeface="Consolas"/>
              </a:rPr>
              <a:t>        </a:t>
            </a:r>
            <a:r>
              <a:rPr b="0" i="0" lang="es-CL" sz="2000" u="none" cap="none" strike="noStrike">
                <a:solidFill>
                  <a:srgbClr val="4B69C6"/>
                </a:solidFill>
                <a:latin typeface="Consolas"/>
                <a:ea typeface="Consolas"/>
                <a:cs typeface="Consolas"/>
                <a:sym typeface="Consolas"/>
              </a:rPr>
              <a:t>for</a:t>
            </a:r>
            <a:r>
              <a:rPr b="0" i="0" lang="es-CL" sz="2000" u="none" cap="none" strike="noStrike">
                <a:solidFill>
                  <a:srgbClr val="333333"/>
                </a:solidFill>
                <a:latin typeface="Consolas"/>
                <a:ea typeface="Consolas"/>
                <a:cs typeface="Consolas"/>
                <a:sym typeface="Consolas"/>
              </a:rPr>
              <a:t> f </a:t>
            </a:r>
            <a:r>
              <a:rPr b="0" i="0" lang="es-CL" sz="2000" u="none" cap="none" strike="noStrike">
                <a:solidFill>
                  <a:srgbClr val="4B69C6"/>
                </a:solidFill>
                <a:latin typeface="Consolas"/>
                <a:ea typeface="Consolas"/>
                <a:cs typeface="Consolas"/>
                <a:sym typeface="Consolas"/>
              </a:rPr>
              <a:t>in</a:t>
            </a:r>
            <a:r>
              <a:rPr b="0" i="0" lang="es-CL" sz="2000" u="none" cap="none" strike="noStrike">
                <a:solidFill>
                  <a:srgbClr val="333333"/>
                </a:solidFill>
                <a:latin typeface="Consolas"/>
                <a:ea typeface="Consolas"/>
                <a:cs typeface="Consolas"/>
                <a:sym typeface="Consolas"/>
              </a:rPr>
              <a:t> </a:t>
            </a:r>
            <a:r>
              <a:rPr b="1" i="0" lang="es-CL" sz="2000" u="none" cap="none" strike="noStrike">
                <a:solidFill>
                  <a:srgbClr val="AA3731"/>
                </a:solidFill>
                <a:latin typeface="Consolas"/>
                <a:ea typeface="Consolas"/>
                <a:cs typeface="Consolas"/>
                <a:sym typeface="Consolas"/>
              </a:rPr>
              <a:t>range</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9C5D27"/>
                </a:solidFill>
                <a:latin typeface="Consolas"/>
                <a:ea typeface="Consolas"/>
                <a:cs typeface="Consolas"/>
                <a:sym typeface="Consolas"/>
              </a:rPr>
              <a:t>6</a:t>
            </a:r>
            <a:r>
              <a:rPr b="0" i="0" lang="es-CL"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333333"/>
                </a:solidFill>
                <a:latin typeface="Consolas"/>
                <a:ea typeface="Consolas"/>
                <a:cs typeface="Consolas"/>
                <a:sym typeface="Consolas"/>
              </a:rPr>
              <a:t>            suma </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suma </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matriz</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f</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c</a:t>
            </a:r>
            <a:r>
              <a:rPr b="0" i="0" lang="es-CL"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rgbClr val="333333"/>
                </a:solidFill>
                <a:latin typeface="Consolas"/>
                <a:ea typeface="Consolas"/>
                <a:cs typeface="Consolas"/>
                <a:sym typeface="Consolas"/>
              </a:rPr>
              <a:t>        </a:t>
            </a:r>
            <a:r>
              <a:rPr b="1" i="0" lang="es-CL" sz="2000" u="none" cap="none" strike="noStrike">
                <a:solidFill>
                  <a:srgbClr val="AA3731"/>
                </a:solidFill>
                <a:latin typeface="Consolas"/>
                <a:ea typeface="Consolas"/>
                <a:cs typeface="Consolas"/>
                <a:sym typeface="Consolas"/>
              </a:rPr>
              <a:t>print</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obtenerNombreAsignatura</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c</a:t>
            </a:r>
            <a:r>
              <a:rPr b="0" i="0" lang="es-CL" sz="2000" u="none" cap="none" strike="noStrike">
                <a:solidFill>
                  <a:srgbClr val="777777"/>
                </a:solidFill>
                <a:latin typeface="Consolas"/>
                <a:ea typeface="Consolas"/>
                <a:cs typeface="Consolas"/>
                <a:sym typeface="Consolas"/>
              </a:rPr>
              <a:t>),</a:t>
            </a:r>
            <a:r>
              <a:rPr b="0" i="0" lang="es-CL" sz="2000" u="none" cap="none" strike="noStrike">
                <a:solidFill>
                  <a:srgbClr val="333333"/>
                </a:solidFill>
                <a:latin typeface="Consolas"/>
                <a:ea typeface="Consolas"/>
                <a:cs typeface="Consolas"/>
                <a:sym typeface="Consolas"/>
              </a:rPr>
              <a:t> suma</a:t>
            </a:r>
            <a:r>
              <a:rPr b="0" i="0" lang="es-CL" sz="2000" u="none" cap="none" strike="noStrike">
                <a:solidFill>
                  <a:srgbClr val="777777"/>
                </a:solidFill>
                <a:latin typeface="Consolas"/>
                <a:ea typeface="Consolas"/>
                <a:cs typeface="Consolas"/>
                <a:sym typeface="Consolas"/>
              </a:rPr>
              <a:t>)</a:t>
            </a:r>
            <a:endParaRPr b="0" i="0" sz="2000" u="none" cap="none" strike="noStrike">
              <a:solidFill>
                <a:srgbClr val="333333"/>
              </a:solidFill>
              <a:latin typeface="Consolas"/>
              <a:ea typeface="Consolas"/>
              <a:cs typeface="Consolas"/>
              <a:sym typeface="Consolas"/>
            </a:endParaRPr>
          </a:p>
        </p:txBody>
      </p:sp>
      <p:pic>
        <p:nvPicPr>
          <p:cNvPr id="487" name="Google Shape;487;p16"/>
          <p:cNvPicPr preferRelativeResize="0"/>
          <p:nvPr/>
        </p:nvPicPr>
        <p:blipFill rotWithShape="1">
          <a:blip r:embed="rId3">
            <a:alphaModFix/>
          </a:blip>
          <a:srcRect b="0" l="0" r="16044" t="0"/>
          <a:stretch/>
        </p:blipFill>
        <p:spPr>
          <a:xfrm>
            <a:off x="6897589" y="425177"/>
            <a:ext cx="4900448" cy="2547116"/>
          </a:xfrm>
          <a:prstGeom prst="roundRect">
            <a:avLst>
              <a:gd fmla="val 6296" name="adj"/>
            </a:avLst>
          </a:prstGeom>
          <a:noFill/>
          <a:ln>
            <a:noFill/>
          </a:ln>
        </p:spPr>
      </p:pic>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85"/>
                                        </p:tgtEl>
                                        <p:attrNameLst>
                                          <p:attrName>style.visibility</p:attrName>
                                        </p:attrNameLst>
                                      </p:cBhvr>
                                      <p:to>
                                        <p:strVal val="visible"/>
                                      </p:to>
                                    </p:set>
                                    <p:anim calcmode="lin" valueType="num">
                                      <p:cBhvr additive="base">
                                        <p:cTn dur="1000"/>
                                        <p:tgtEl>
                                          <p:spTgt spid="485"/>
                                        </p:tgtEl>
                                        <p:attrNameLst>
                                          <p:attrName>ppt_y</p:attrName>
                                        </p:attrNameLst>
                                      </p:cBhvr>
                                      <p:tavLst>
                                        <p:tav fmla="" tm="0">
                                          <p:val>
                                            <p:strVal val="#ppt_y+1"/>
                                          </p:val>
                                        </p:tav>
                                        <p:tav fmla="" tm="100000">
                                          <p:val>
                                            <p:strVal val="#ppt_y"/>
                                          </p:val>
                                        </p:tav>
                                      </p:tavLst>
                                    </p:anim>
                                  </p:childTnLst>
                                </p:cTn>
                              </p:par>
                              <p:par>
                                <p:cTn fill="hold" nodeType="withEffect" presetClass="entr" presetID="10" presetSubtype="0">
                                  <p:stCondLst>
                                    <p:cond delay="0"/>
                                  </p:stCondLst>
                                  <p:childTnLst>
                                    <p:set>
                                      <p:cBhvr>
                                        <p:cTn dur="1" fill="hold">
                                          <p:stCondLst>
                                            <p:cond delay="0"/>
                                          </p:stCondLst>
                                        </p:cTn>
                                        <p:tgtEl>
                                          <p:spTgt spid="485">
                                            <p:txEl>
                                              <p:pRg end="0" st="0"/>
                                            </p:txEl>
                                          </p:spTgt>
                                        </p:tgtEl>
                                        <p:attrNameLst>
                                          <p:attrName>style.visibility</p:attrName>
                                        </p:attrNameLst>
                                      </p:cBhvr>
                                      <p:to>
                                        <p:strVal val="visible"/>
                                      </p:to>
                                    </p:set>
                                    <p:animEffect filter="fade" transition="in">
                                      <p:cBhvr>
                                        <p:cTn dur="1000"/>
                                        <p:tgtEl>
                                          <p:spTgt spid="485">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485">
                                            <p:txEl>
                                              <p:pRg end="1" st="1"/>
                                            </p:txEl>
                                          </p:spTgt>
                                        </p:tgtEl>
                                        <p:attrNameLst>
                                          <p:attrName>style.visibility</p:attrName>
                                        </p:attrNameLst>
                                      </p:cBhvr>
                                      <p:to>
                                        <p:strVal val="visible"/>
                                      </p:to>
                                    </p:set>
                                    <p:animEffect filter="fade" transition="in">
                                      <p:cBhvr>
                                        <p:cTn dur="1000"/>
                                        <p:tgtEl>
                                          <p:spTgt spid="48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86"/>
                                        </p:tgtEl>
                                        <p:attrNameLst>
                                          <p:attrName>style.visibility</p:attrName>
                                        </p:attrNameLst>
                                      </p:cBhvr>
                                      <p:to>
                                        <p:strVal val="visible"/>
                                      </p:to>
                                    </p:set>
                                    <p:anim calcmode="lin" valueType="num">
                                      <p:cBhvr additive="base">
                                        <p:cTn dur="500"/>
                                        <p:tgtEl>
                                          <p:spTgt spid="486"/>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87"/>
                                        </p:tgtEl>
                                        <p:attrNameLst>
                                          <p:attrName>style.visibility</p:attrName>
                                        </p:attrNameLst>
                                      </p:cBhvr>
                                      <p:to>
                                        <p:strVal val="visible"/>
                                      </p:to>
                                    </p:set>
                                    <p:anim calcmode="lin" valueType="num">
                                      <p:cBhvr additive="base">
                                        <p:cTn dur="500"/>
                                        <p:tgtEl>
                                          <p:spTgt spid="487"/>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17"/>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p>
            <a:pPr indent="0" lvl="0" marL="0" rtl="0" algn="l">
              <a:lnSpc>
                <a:spcPct val="90000"/>
              </a:lnSpc>
              <a:spcBef>
                <a:spcPts val="0"/>
              </a:spcBef>
              <a:spcAft>
                <a:spcPts val="0"/>
              </a:spcAft>
              <a:buClr>
                <a:schemeClr val="dk1"/>
              </a:buClr>
              <a:buSzPts val="3200"/>
              <a:buFont typeface="Poppins"/>
              <a:buNone/>
            </a:pPr>
            <a:r>
              <a:rPr lang="es-CL"/>
              <a:t>Clarificando las cosas</a:t>
            </a:r>
            <a:endParaRPr/>
          </a:p>
        </p:txBody>
      </p:sp>
      <p:sp>
        <p:nvSpPr>
          <p:cNvPr id="493" name="Google Shape;493;p17"/>
          <p:cNvSpPr txBox="1"/>
          <p:nvPr/>
        </p:nvSpPr>
        <p:spPr>
          <a:xfrm>
            <a:off x="1112989" y="615954"/>
            <a:ext cx="1496564"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CL" sz="1200" u="none" cap="none" strike="noStrike">
                <a:solidFill>
                  <a:schemeClr val="accent1"/>
                </a:solidFill>
                <a:latin typeface="Poppins"/>
                <a:ea typeface="Poppins"/>
                <a:cs typeface="Poppins"/>
                <a:sym typeface="Poppins"/>
              </a:rPr>
              <a:t>Clase 10: Matrices</a:t>
            </a:r>
            <a:endParaRPr b="0" i="0" sz="1400" u="none" cap="none" strike="noStrike">
              <a:solidFill>
                <a:srgbClr val="000000"/>
              </a:solidFill>
              <a:latin typeface="Arial"/>
              <a:ea typeface="Arial"/>
              <a:cs typeface="Arial"/>
              <a:sym typeface="Arial"/>
            </a:endParaRPr>
          </a:p>
        </p:txBody>
      </p:sp>
      <p:sp>
        <p:nvSpPr>
          <p:cNvPr id="494" name="Google Shape;494;p17"/>
          <p:cNvSpPr/>
          <p:nvPr/>
        </p:nvSpPr>
        <p:spPr>
          <a:xfrm>
            <a:off x="1112989" y="1797269"/>
            <a:ext cx="9982202" cy="2490251"/>
          </a:xfrm>
          <a:prstGeom prst="roundRect">
            <a:avLst>
              <a:gd fmla="val 7331" name="adj"/>
            </a:avLst>
          </a:prstGeom>
          <a:solidFill>
            <a:srgbClr val="FFFFFF"/>
          </a:solidFill>
          <a:ln>
            <a:noFill/>
          </a:ln>
        </p:spPr>
        <p:txBody>
          <a:bodyPr anchorCtr="0" anchor="ctr" bIns="0" lIns="504000" spcFirstLastPara="1" rIns="274300" wrap="square" tIns="0">
            <a:noAutofit/>
          </a:bodyPr>
          <a:lstStyle/>
          <a:p>
            <a:pPr indent="0" lvl="0" marL="0" marR="0" rtl="0" algn="l">
              <a:lnSpc>
                <a:spcPct val="120000"/>
              </a:lnSpc>
              <a:spcBef>
                <a:spcPts val="0"/>
              </a:spcBef>
              <a:spcAft>
                <a:spcPts val="0"/>
              </a:spcAft>
              <a:buClr>
                <a:srgbClr val="000000"/>
              </a:buClr>
              <a:buSzPts val="2000"/>
              <a:buFont typeface="Arial"/>
              <a:buNone/>
            </a:pPr>
            <a:r>
              <a:rPr b="0" i="0" lang="es-CL" sz="2000" u="none" cap="none" strike="noStrike">
                <a:solidFill>
                  <a:schemeClr val="dk1"/>
                </a:solidFill>
                <a:latin typeface="Poppins"/>
                <a:ea typeface="Poppins"/>
                <a:cs typeface="Poppins"/>
                <a:sym typeface="Poppins"/>
              </a:rPr>
              <a:t>Muchas veces sucede que </a:t>
            </a:r>
            <a:r>
              <a:rPr b="1" i="0" lang="es-CL" sz="2000" u="none" cap="none" strike="noStrike">
                <a:solidFill>
                  <a:schemeClr val="dk1"/>
                </a:solidFill>
                <a:latin typeface="Poppins"/>
                <a:ea typeface="Poppins"/>
                <a:cs typeface="Poppins"/>
                <a:sym typeface="Poppins"/>
              </a:rPr>
              <a:t>NO</a:t>
            </a:r>
            <a:r>
              <a:rPr b="0" i="0" lang="es-CL" sz="2000" u="none" cap="none" strike="noStrike">
                <a:solidFill>
                  <a:schemeClr val="dk1"/>
                </a:solidFill>
                <a:latin typeface="Poppins"/>
                <a:ea typeface="Poppins"/>
                <a:cs typeface="Poppins"/>
                <a:sym typeface="Poppins"/>
              </a:rPr>
              <a:t> sabemos la cantidad de columnas y/o filas que necesitamos almacenar</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1000"/>
              </a:spcBef>
              <a:spcAft>
                <a:spcPts val="0"/>
              </a:spcAft>
              <a:buClr>
                <a:srgbClr val="000000"/>
              </a:buClr>
              <a:buSzPts val="2000"/>
              <a:buFont typeface="Arial"/>
              <a:buNone/>
            </a:pPr>
            <a:r>
              <a:rPr b="0" i="0" lang="es-CL" sz="2000" u="none" cap="none" strike="noStrike">
                <a:solidFill>
                  <a:schemeClr val="dk1"/>
                </a:solidFill>
                <a:latin typeface="Poppins"/>
                <a:ea typeface="Poppins"/>
                <a:cs typeface="Poppins"/>
                <a:sym typeface="Poppins"/>
              </a:rPr>
              <a:t>Ni tampoco sabemos a priori los nombres de lo que almacenaremos (como en el ejemplo anterior, ya sabíamos el nombre de las asignaturas).</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94"/>
                                        </p:tgtEl>
                                        <p:attrNameLst>
                                          <p:attrName>style.visibility</p:attrName>
                                        </p:attrNameLst>
                                      </p:cBhvr>
                                      <p:to>
                                        <p:strVal val="visible"/>
                                      </p:to>
                                    </p:set>
                                    <p:anim calcmode="lin" valueType="num">
                                      <p:cBhvr additive="base">
                                        <p:cTn dur="1000"/>
                                        <p:tgtEl>
                                          <p:spTgt spid="494"/>
                                        </p:tgtEl>
                                        <p:attrNameLst>
                                          <p:attrName>ppt_y</p:attrName>
                                        </p:attrNameLst>
                                      </p:cBhvr>
                                      <p:tavLst>
                                        <p:tav fmla="" tm="0">
                                          <p:val>
                                            <p:strVal val="#ppt_y+1"/>
                                          </p:val>
                                        </p:tav>
                                        <p:tav fmla="" tm="100000">
                                          <p:val>
                                            <p:strVal val="#ppt_y"/>
                                          </p:val>
                                        </p:tav>
                                      </p:tavLst>
                                    </p:anim>
                                  </p:childTnLst>
                                </p:cTn>
                              </p:par>
                              <p:par>
                                <p:cTn fill="hold" nodeType="withEffect" presetClass="entr" presetID="10" presetSubtype="0">
                                  <p:stCondLst>
                                    <p:cond delay="0"/>
                                  </p:stCondLst>
                                  <p:childTnLst>
                                    <p:set>
                                      <p:cBhvr>
                                        <p:cTn dur="1" fill="hold">
                                          <p:stCondLst>
                                            <p:cond delay="0"/>
                                          </p:stCondLst>
                                        </p:cTn>
                                        <p:tgtEl>
                                          <p:spTgt spid="494">
                                            <p:txEl>
                                              <p:pRg end="0" st="0"/>
                                            </p:txEl>
                                          </p:spTgt>
                                        </p:tgtEl>
                                        <p:attrNameLst>
                                          <p:attrName>style.visibility</p:attrName>
                                        </p:attrNameLst>
                                      </p:cBhvr>
                                      <p:to>
                                        <p:strVal val="visible"/>
                                      </p:to>
                                    </p:set>
                                    <p:animEffect filter="fade" transition="in">
                                      <p:cBhvr>
                                        <p:cTn dur="1000"/>
                                        <p:tgtEl>
                                          <p:spTgt spid="494">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494">
                                            <p:txEl>
                                              <p:pRg end="1" st="1"/>
                                            </p:txEl>
                                          </p:spTgt>
                                        </p:tgtEl>
                                        <p:attrNameLst>
                                          <p:attrName>style.visibility</p:attrName>
                                        </p:attrNameLst>
                                      </p:cBhvr>
                                      <p:to>
                                        <p:strVal val="visible"/>
                                      </p:to>
                                    </p:set>
                                    <p:animEffect filter="fade" transition="in">
                                      <p:cBhvr>
                                        <p:cTn dur="1000"/>
                                        <p:tgtEl>
                                          <p:spTgt spid="494">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18"/>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p>
            <a:pPr indent="0" lvl="0" marL="0" rtl="0" algn="l">
              <a:lnSpc>
                <a:spcPct val="90000"/>
              </a:lnSpc>
              <a:spcBef>
                <a:spcPts val="0"/>
              </a:spcBef>
              <a:spcAft>
                <a:spcPts val="0"/>
              </a:spcAft>
              <a:buClr>
                <a:schemeClr val="dk1"/>
              </a:buClr>
              <a:buSzPts val="3200"/>
              <a:buFont typeface="Poppins"/>
              <a:buNone/>
            </a:pPr>
            <a:r>
              <a:rPr lang="es-CL"/>
              <a:t>Otro ejemplo</a:t>
            </a:r>
            <a:endParaRPr/>
          </a:p>
        </p:txBody>
      </p:sp>
      <p:sp>
        <p:nvSpPr>
          <p:cNvPr id="500" name="Google Shape;500;p18"/>
          <p:cNvSpPr txBox="1"/>
          <p:nvPr/>
        </p:nvSpPr>
        <p:spPr>
          <a:xfrm>
            <a:off x="1112989" y="615954"/>
            <a:ext cx="1496564"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CL" sz="1200" u="none" cap="none" strike="noStrike">
                <a:solidFill>
                  <a:schemeClr val="accent1"/>
                </a:solidFill>
                <a:latin typeface="Poppins"/>
                <a:ea typeface="Poppins"/>
                <a:cs typeface="Poppins"/>
                <a:sym typeface="Poppins"/>
              </a:rPr>
              <a:t>Clase 10: Matrices</a:t>
            </a:r>
            <a:endParaRPr b="0" i="0" sz="1400" u="none" cap="none" strike="noStrike">
              <a:solidFill>
                <a:srgbClr val="000000"/>
              </a:solidFill>
              <a:latin typeface="Arial"/>
              <a:ea typeface="Arial"/>
              <a:cs typeface="Arial"/>
              <a:sym typeface="Arial"/>
            </a:endParaRPr>
          </a:p>
        </p:txBody>
      </p:sp>
      <p:sp>
        <p:nvSpPr>
          <p:cNvPr id="501" name="Google Shape;501;p18"/>
          <p:cNvSpPr/>
          <p:nvPr/>
        </p:nvSpPr>
        <p:spPr>
          <a:xfrm>
            <a:off x="1112989" y="1797269"/>
            <a:ext cx="9982202" cy="2666576"/>
          </a:xfrm>
          <a:prstGeom prst="roundRect">
            <a:avLst>
              <a:gd fmla="val 7331" name="adj"/>
            </a:avLst>
          </a:prstGeom>
          <a:solidFill>
            <a:srgbClr val="FFFFFF"/>
          </a:solidFill>
          <a:ln>
            <a:noFill/>
          </a:ln>
        </p:spPr>
        <p:txBody>
          <a:bodyPr anchorCtr="0" anchor="ctr" bIns="0" lIns="504000" spcFirstLastPara="1" rIns="274300" wrap="square" tIns="0">
            <a:noAutofit/>
          </a:bodyPr>
          <a:lstStyle/>
          <a:p>
            <a:pPr indent="0" lvl="0" marL="0" marR="0" rtl="0" algn="l">
              <a:lnSpc>
                <a:spcPct val="120000"/>
              </a:lnSpc>
              <a:spcBef>
                <a:spcPts val="0"/>
              </a:spcBef>
              <a:spcAft>
                <a:spcPts val="0"/>
              </a:spcAft>
              <a:buClr>
                <a:srgbClr val="000000"/>
              </a:buClr>
              <a:buSzPts val="2000"/>
              <a:buFont typeface="Arial"/>
              <a:buNone/>
            </a:pPr>
            <a:r>
              <a:rPr b="0" i="0" lang="es-CL" sz="2000" u="none" cap="none" strike="noStrike">
                <a:solidFill>
                  <a:schemeClr val="dk1"/>
                </a:solidFill>
                <a:latin typeface="Poppins"/>
                <a:ea typeface="Poppins"/>
                <a:cs typeface="Poppins"/>
                <a:sym typeface="Poppins"/>
              </a:rPr>
              <a:t>Tú y tus amigos son fanáticos de los viajes</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1000"/>
              </a:spcBef>
              <a:spcAft>
                <a:spcPts val="0"/>
              </a:spcAft>
              <a:buClr>
                <a:srgbClr val="000000"/>
              </a:buClr>
              <a:buSzPts val="2000"/>
              <a:buFont typeface="Arial"/>
              <a:buNone/>
            </a:pPr>
            <a:r>
              <a:rPr b="0" i="0" lang="es-CL" sz="2000" u="none" cap="none" strike="noStrike">
                <a:solidFill>
                  <a:schemeClr val="dk1"/>
                </a:solidFill>
                <a:latin typeface="Poppins"/>
                <a:ea typeface="Poppins"/>
                <a:cs typeface="Poppins"/>
                <a:sym typeface="Poppins"/>
              </a:rPr>
              <a:t>Han visitado muchos países, en diferentes años</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1000"/>
              </a:spcBef>
              <a:spcAft>
                <a:spcPts val="0"/>
              </a:spcAft>
              <a:buClr>
                <a:srgbClr val="000000"/>
              </a:buClr>
              <a:buSzPts val="2000"/>
              <a:buFont typeface="Arial"/>
              <a:buNone/>
            </a:pPr>
            <a:r>
              <a:rPr b="0" i="0" lang="es-CL" sz="2000" u="none" cap="none" strike="noStrike">
                <a:solidFill>
                  <a:schemeClr val="dk1"/>
                </a:solidFill>
                <a:latin typeface="Poppins"/>
                <a:ea typeface="Poppins"/>
                <a:cs typeface="Poppins"/>
                <a:sym typeface="Poppins"/>
              </a:rPr>
              <a:t>¿Puedes crear un programa donde tus amigos puedan ingresar todos los países y los años de las visitas, y te diga cuál es el país favorito (o sea, el más visitado)  y quienes de tus amigos lo visitaron?</a:t>
            </a:r>
            <a:endParaRPr b="0" i="0" sz="1400" u="none" cap="none" strike="noStrike">
              <a:solidFill>
                <a:srgbClr val="000000"/>
              </a:solidFill>
              <a:latin typeface="Arial"/>
              <a:ea typeface="Arial"/>
              <a:cs typeface="Arial"/>
              <a:sym typeface="Arial"/>
            </a:endParaRPr>
          </a:p>
        </p:txBody>
      </p:sp>
      <p:pic>
        <p:nvPicPr>
          <p:cNvPr id="502" name="Google Shape;502;p18"/>
          <p:cNvPicPr preferRelativeResize="0"/>
          <p:nvPr/>
        </p:nvPicPr>
        <p:blipFill rotWithShape="1">
          <a:blip r:embed="rId3">
            <a:alphaModFix/>
          </a:blip>
          <a:srcRect b="1393" l="1156" r="765" t="2939"/>
          <a:stretch/>
        </p:blipFill>
        <p:spPr>
          <a:xfrm>
            <a:off x="648929" y="3333136"/>
            <a:ext cx="5043949" cy="3234813"/>
          </a:xfrm>
          <a:prstGeom prst="roundRect">
            <a:avLst>
              <a:gd fmla="val 5421" name="adj"/>
            </a:avLst>
          </a:prstGeom>
          <a:noFill/>
          <a:ln>
            <a:noFill/>
          </a:ln>
        </p:spPr>
      </p:pic>
      <p:sp>
        <p:nvSpPr>
          <p:cNvPr id="503" name="Google Shape;503;p18"/>
          <p:cNvSpPr/>
          <p:nvPr/>
        </p:nvSpPr>
        <p:spPr>
          <a:xfrm>
            <a:off x="6902244" y="4237703"/>
            <a:ext cx="4513007" cy="2168014"/>
          </a:xfrm>
          <a:prstGeom prst="roundRect">
            <a:avLst>
              <a:gd fmla="val 7331" name="adj"/>
            </a:avLst>
          </a:prstGeom>
          <a:solidFill>
            <a:srgbClr val="FFFFFF"/>
          </a:solidFill>
          <a:ln cap="flat" cmpd="sng" w="28575">
            <a:solidFill>
              <a:schemeClr val="accent1"/>
            </a:solidFill>
            <a:prstDash val="solid"/>
            <a:miter lim="800000"/>
            <a:headEnd len="sm" w="sm" type="none"/>
            <a:tailEnd len="sm" w="sm" type="none"/>
          </a:ln>
        </p:spPr>
        <p:txBody>
          <a:bodyPr anchorCtr="0" anchor="ctr" bIns="0" lIns="504000" spcFirstLastPara="1" rIns="274300" wrap="square" tIns="0">
            <a:noAutofit/>
          </a:bodyPr>
          <a:lstStyle/>
          <a:p>
            <a:pPr indent="0" lvl="0" marL="0" marR="0" rtl="0" algn="l">
              <a:lnSpc>
                <a:spcPct val="120000"/>
              </a:lnSpc>
              <a:spcBef>
                <a:spcPts val="0"/>
              </a:spcBef>
              <a:spcAft>
                <a:spcPts val="0"/>
              </a:spcAft>
              <a:buClr>
                <a:srgbClr val="000000"/>
              </a:buClr>
              <a:buSzPts val="2000"/>
              <a:buFont typeface="Arial"/>
              <a:buNone/>
            </a:pPr>
            <a:r>
              <a:rPr b="1" i="0" lang="es-CL" sz="2000" u="none" cap="none" strike="noStrike">
                <a:solidFill>
                  <a:schemeClr val="dk1"/>
                </a:solidFill>
                <a:latin typeface="Poppins"/>
                <a:ea typeface="Poppins"/>
                <a:cs typeface="Poppins"/>
                <a:sym typeface="Poppins"/>
              </a:rPr>
              <a:t>Países más visitados:</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1000"/>
              </a:spcBef>
              <a:spcAft>
                <a:spcPts val="0"/>
              </a:spcAft>
              <a:buClr>
                <a:srgbClr val="000000"/>
              </a:buClr>
              <a:buSzPts val="2000"/>
              <a:buFont typeface="Arial"/>
              <a:buNone/>
            </a:pPr>
            <a:r>
              <a:rPr b="1" i="0" lang="es-CL" sz="2000" u="none" cap="none" strike="noStrike">
                <a:solidFill>
                  <a:schemeClr val="dk1"/>
                </a:solidFill>
                <a:latin typeface="Poppins"/>
                <a:ea typeface="Poppins"/>
                <a:cs typeface="Poppins"/>
                <a:sym typeface="Poppins"/>
              </a:rPr>
              <a:t>China:</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1000"/>
              </a:spcBef>
              <a:spcAft>
                <a:spcPts val="0"/>
              </a:spcAft>
              <a:buClr>
                <a:srgbClr val="000000"/>
              </a:buClr>
              <a:buSzPts val="2000"/>
              <a:buFont typeface="Arial"/>
              <a:buNone/>
            </a:pPr>
            <a:r>
              <a:rPr b="1" i="0" lang="es-CL" sz="2000" u="none" cap="none" strike="noStrike">
                <a:solidFill>
                  <a:schemeClr val="dk1"/>
                </a:solidFill>
                <a:latin typeface="Poppins"/>
                <a:ea typeface="Poppins"/>
                <a:cs typeface="Poppins"/>
                <a:sym typeface="Poppins"/>
              </a:rPr>
              <a:t>- Miguel</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1000"/>
              </a:spcBef>
              <a:spcAft>
                <a:spcPts val="0"/>
              </a:spcAft>
              <a:buClr>
                <a:srgbClr val="000000"/>
              </a:buClr>
              <a:buSzPts val="2000"/>
              <a:buFont typeface="Arial"/>
              <a:buNone/>
            </a:pPr>
            <a:r>
              <a:rPr b="1" i="0" lang="es-CL" sz="2000" u="none" cap="none" strike="noStrike">
                <a:solidFill>
                  <a:schemeClr val="dk1"/>
                </a:solidFill>
                <a:latin typeface="Poppins"/>
                <a:ea typeface="Poppins"/>
                <a:cs typeface="Poppins"/>
                <a:sym typeface="Poppins"/>
              </a:rPr>
              <a:t>- Federico</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01"/>
                                        </p:tgtEl>
                                        <p:attrNameLst>
                                          <p:attrName>style.visibility</p:attrName>
                                        </p:attrNameLst>
                                      </p:cBhvr>
                                      <p:to>
                                        <p:strVal val="visible"/>
                                      </p:to>
                                    </p:set>
                                    <p:anim calcmode="lin" valueType="num">
                                      <p:cBhvr additive="base">
                                        <p:cTn dur="1000"/>
                                        <p:tgtEl>
                                          <p:spTgt spid="501"/>
                                        </p:tgtEl>
                                        <p:attrNameLst>
                                          <p:attrName>ppt_y</p:attrName>
                                        </p:attrNameLst>
                                      </p:cBhvr>
                                      <p:tavLst>
                                        <p:tav fmla="" tm="0">
                                          <p:val>
                                            <p:strVal val="#ppt_y+1"/>
                                          </p:val>
                                        </p:tav>
                                        <p:tav fmla="" tm="100000">
                                          <p:val>
                                            <p:strVal val="#ppt_y"/>
                                          </p:val>
                                        </p:tav>
                                      </p:tavLst>
                                    </p:anim>
                                  </p:childTnLst>
                                </p:cTn>
                              </p:par>
                              <p:par>
                                <p:cTn fill="hold" nodeType="withEffect" presetClass="entr" presetID="10" presetSubtype="0">
                                  <p:stCondLst>
                                    <p:cond delay="0"/>
                                  </p:stCondLst>
                                  <p:childTnLst>
                                    <p:set>
                                      <p:cBhvr>
                                        <p:cTn dur="1" fill="hold">
                                          <p:stCondLst>
                                            <p:cond delay="0"/>
                                          </p:stCondLst>
                                        </p:cTn>
                                        <p:tgtEl>
                                          <p:spTgt spid="501">
                                            <p:txEl>
                                              <p:pRg end="0" st="0"/>
                                            </p:txEl>
                                          </p:spTgt>
                                        </p:tgtEl>
                                        <p:attrNameLst>
                                          <p:attrName>style.visibility</p:attrName>
                                        </p:attrNameLst>
                                      </p:cBhvr>
                                      <p:to>
                                        <p:strVal val="visible"/>
                                      </p:to>
                                    </p:set>
                                    <p:animEffect filter="fade" transition="in">
                                      <p:cBhvr>
                                        <p:cTn dur="1000"/>
                                        <p:tgtEl>
                                          <p:spTgt spid="501">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501">
                                            <p:txEl>
                                              <p:pRg end="1" st="1"/>
                                            </p:txEl>
                                          </p:spTgt>
                                        </p:tgtEl>
                                        <p:attrNameLst>
                                          <p:attrName>style.visibility</p:attrName>
                                        </p:attrNameLst>
                                      </p:cBhvr>
                                      <p:to>
                                        <p:strVal val="visible"/>
                                      </p:to>
                                    </p:set>
                                    <p:animEffect filter="fade" transition="in">
                                      <p:cBhvr>
                                        <p:cTn dur="1000"/>
                                        <p:tgtEl>
                                          <p:spTgt spid="501">
                                            <p:txEl>
                                              <p:pRg end="1" st="1"/>
                                            </p:txEl>
                                          </p:spTgt>
                                        </p:tgtEl>
                                      </p:cBhvr>
                                    </p:animEffect>
                                  </p:childTnLst>
                                </p:cTn>
                              </p:par>
                              <p:par>
                                <p:cTn fill="hold" nodeType="withEffect" presetClass="entr" presetID="10" presetSubtype="0">
                                  <p:stCondLst>
                                    <p:cond delay="0"/>
                                  </p:stCondLst>
                                  <p:childTnLst>
                                    <p:set>
                                      <p:cBhvr>
                                        <p:cTn dur="1" fill="hold">
                                          <p:stCondLst>
                                            <p:cond delay="0"/>
                                          </p:stCondLst>
                                        </p:cTn>
                                        <p:tgtEl>
                                          <p:spTgt spid="501">
                                            <p:txEl>
                                              <p:pRg end="2" st="2"/>
                                            </p:txEl>
                                          </p:spTgt>
                                        </p:tgtEl>
                                        <p:attrNameLst>
                                          <p:attrName>style.visibility</p:attrName>
                                        </p:attrNameLst>
                                      </p:cBhvr>
                                      <p:to>
                                        <p:strVal val="visible"/>
                                      </p:to>
                                    </p:set>
                                    <p:animEffect filter="fade" transition="in">
                                      <p:cBhvr>
                                        <p:cTn dur="1000"/>
                                        <p:tgtEl>
                                          <p:spTgt spid="50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03"/>
                                        </p:tgtEl>
                                        <p:attrNameLst>
                                          <p:attrName>style.visibility</p:attrName>
                                        </p:attrNameLst>
                                      </p:cBhvr>
                                      <p:to>
                                        <p:strVal val="visible"/>
                                      </p:to>
                                    </p:set>
                                    <p:anim calcmode="lin" valueType="num">
                                      <p:cBhvr additive="base">
                                        <p:cTn dur="500"/>
                                        <p:tgtEl>
                                          <p:spTgt spid="503"/>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02"/>
                                        </p:tgtEl>
                                        <p:attrNameLst>
                                          <p:attrName>style.visibility</p:attrName>
                                        </p:attrNameLst>
                                      </p:cBhvr>
                                      <p:to>
                                        <p:strVal val="visible"/>
                                      </p:to>
                                    </p:set>
                                    <p:anim calcmode="lin" valueType="num">
                                      <p:cBhvr additive="base">
                                        <p:cTn dur="500"/>
                                        <p:tgtEl>
                                          <p:spTgt spid="502"/>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19"/>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p>
            <a:pPr indent="0" lvl="0" marL="0" rtl="0" algn="l">
              <a:lnSpc>
                <a:spcPct val="90000"/>
              </a:lnSpc>
              <a:spcBef>
                <a:spcPts val="0"/>
              </a:spcBef>
              <a:spcAft>
                <a:spcPts val="0"/>
              </a:spcAft>
              <a:buClr>
                <a:schemeClr val="dk1"/>
              </a:buClr>
              <a:buSzPts val="3200"/>
              <a:buFont typeface="Poppins"/>
              <a:buNone/>
            </a:pPr>
            <a:r>
              <a:rPr lang="es-CL"/>
              <a:t>Propuesta</a:t>
            </a:r>
            <a:endParaRPr/>
          </a:p>
        </p:txBody>
      </p:sp>
      <p:sp>
        <p:nvSpPr>
          <p:cNvPr id="509" name="Google Shape;509;p19"/>
          <p:cNvSpPr txBox="1"/>
          <p:nvPr/>
        </p:nvSpPr>
        <p:spPr>
          <a:xfrm>
            <a:off x="1112989" y="615954"/>
            <a:ext cx="1496564"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CL" sz="1200" u="none" cap="none" strike="noStrike">
                <a:solidFill>
                  <a:schemeClr val="accent1"/>
                </a:solidFill>
                <a:latin typeface="Poppins"/>
                <a:ea typeface="Poppins"/>
                <a:cs typeface="Poppins"/>
                <a:sym typeface="Poppins"/>
              </a:rPr>
              <a:t>Clase 10: Matrices</a:t>
            </a:r>
            <a:endParaRPr b="0" i="0" sz="1400" u="none" cap="none" strike="noStrike">
              <a:solidFill>
                <a:srgbClr val="000000"/>
              </a:solidFill>
              <a:latin typeface="Arial"/>
              <a:ea typeface="Arial"/>
              <a:cs typeface="Arial"/>
              <a:sym typeface="Arial"/>
            </a:endParaRPr>
          </a:p>
        </p:txBody>
      </p:sp>
      <p:grpSp>
        <p:nvGrpSpPr>
          <p:cNvPr id="510" name="Google Shape;510;p19"/>
          <p:cNvGrpSpPr/>
          <p:nvPr/>
        </p:nvGrpSpPr>
        <p:grpSpPr>
          <a:xfrm>
            <a:off x="5441194" y="1405323"/>
            <a:ext cx="5912606" cy="1071230"/>
            <a:chOff x="5441194" y="1405323"/>
            <a:chExt cx="5912606" cy="1071230"/>
          </a:xfrm>
        </p:grpSpPr>
        <p:grpSp>
          <p:nvGrpSpPr>
            <p:cNvPr id="511" name="Google Shape;511;p19"/>
            <p:cNvGrpSpPr/>
            <p:nvPr/>
          </p:nvGrpSpPr>
          <p:grpSpPr>
            <a:xfrm>
              <a:off x="5495436" y="1825625"/>
              <a:ext cx="5858364" cy="650928"/>
              <a:chOff x="5495436" y="1825625"/>
              <a:chExt cx="5858364" cy="650928"/>
            </a:xfrm>
          </p:grpSpPr>
          <p:sp>
            <p:nvSpPr>
              <p:cNvPr id="512" name="Google Shape;512;p19"/>
              <p:cNvSpPr/>
              <p:nvPr/>
            </p:nvSpPr>
            <p:spPr>
              <a:xfrm>
                <a:off x="5495436" y="1825625"/>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513" name="Google Shape;513;p19"/>
              <p:cNvSpPr/>
              <p:nvPr/>
            </p:nvSpPr>
            <p:spPr>
              <a:xfrm>
                <a:off x="6471830" y="1825625"/>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514" name="Google Shape;514;p19"/>
              <p:cNvSpPr/>
              <p:nvPr/>
            </p:nvSpPr>
            <p:spPr>
              <a:xfrm>
                <a:off x="7448224" y="1825625"/>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515" name="Google Shape;515;p19"/>
              <p:cNvSpPr/>
              <p:nvPr/>
            </p:nvSpPr>
            <p:spPr>
              <a:xfrm>
                <a:off x="8424618" y="1825625"/>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516" name="Google Shape;516;p19"/>
              <p:cNvSpPr/>
              <p:nvPr/>
            </p:nvSpPr>
            <p:spPr>
              <a:xfrm>
                <a:off x="9401012" y="1825625"/>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517" name="Google Shape;517;p19"/>
              <p:cNvSpPr/>
              <p:nvPr/>
            </p:nvSpPr>
            <p:spPr>
              <a:xfrm>
                <a:off x="10377406" y="1825625"/>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grpSp>
        <p:sp>
          <p:nvSpPr>
            <p:cNvPr id="518" name="Google Shape;518;p19"/>
            <p:cNvSpPr txBox="1"/>
            <p:nvPr/>
          </p:nvSpPr>
          <p:spPr>
            <a:xfrm>
              <a:off x="5441194" y="1405323"/>
              <a:ext cx="2495227" cy="37195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s-CL" sz="1800" u="none" cap="none" strike="noStrike">
                  <a:solidFill>
                    <a:schemeClr val="accent1"/>
                  </a:solidFill>
                  <a:latin typeface="Poppins"/>
                  <a:ea typeface="Poppins"/>
                  <a:cs typeface="Poppins"/>
                  <a:sym typeface="Poppins"/>
                </a:rPr>
                <a:t>países</a:t>
              </a:r>
              <a:endParaRPr b="0" i="0" sz="1400" u="none" cap="none" strike="noStrike">
                <a:solidFill>
                  <a:srgbClr val="000000"/>
                </a:solidFill>
                <a:latin typeface="Arial"/>
                <a:ea typeface="Arial"/>
                <a:cs typeface="Arial"/>
                <a:sym typeface="Arial"/>
              </a:endParaRPr>
            </a:p>
          </p:txBody>
        </p:sp>
      </p:grpSp>
      <p:grpSp>
        <p:nvGrpSpPr>
          <p:cNvPr id="519" name="Google Shape;519;p19"/>
          <p:cNvGrpSpPr/>
          <p:nvPr/>
        </p:nvGrpSpPr>
        <p:grpSpPr>
          <a:xfrm>
            <a:off x="5495436" y="2649741"/>
            <a:ext cx="5858364" cy="3235982"/>
            <a:chOff x="5495436" y="2649741"/>
            <a:chExt cx="5858364" cy="3235982"/>
          </a:xfrm>
        </p:grpSpPr>
        <p:grpSp>
          <p:nvGrpSpPr>
            <p:cNvPr id="520" name="Google Shape;520;p19"/>
            <p:cNvGrpSpPr/>
            <p:nvPr/>
          </p:nvGrpSpPr>
          <p:grpSpPr>
            <a:xfrm>
              <a:off x="5495436" y="2649741"/>
              <a:ext cx="5858364" cy="650928"/>
              <a:chOff x="5495436" y="2649741"/>
              <a:chExt cx="5858364" cy="650928"/>
            </a:xfrm>
          </p:grpSpPr>
          <p:sp>
            <p:nvSpPr>
              <p:cNvPr id="521" name="Google Shape;521;p19"/>
              <p:cNvSpPr/>
              <p:nvPr/>
            </p:nvSpPr>
            <p:spPr>
              <a:xfrm>
                <a:off x="5495436"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522" name="Google Shape;522;p19"/>
              <p:cNvSpPr/>
              <p:nvPr/>
            </p:nvSpPr>
            <p:spPr>
              <a:xfrm>
                <a:off x="6471830"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523" name="Google Shape;523;p19"/>
              <p:cNvSpPr/>
              <p:nvPr/>
            </p:nvSpPr>
            <p:spPr>
              <a:xfrm>
                <a:off x="7448224"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524" name="Google Shape;524;p19"/>
              <p:cNvSpPr/>
              <p:nvPr/>
            </p:nvSpPr>
            <p:spPr>
              <a:xfrm>
                <a:off x="8424618"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525" name="Google Shape;525;p19"/>
              <p:cNvSpPr/>
              <p:nvPr/>
            </p:nvSpPr>
            <p:spPr>
              <a:xfrm>
                <a:off x="9401012"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526" name="Google Shape;526;p19"/>
              <p:cNvSpPr/>
              <p:nvPr/>
            </p:nvSpPr>
            <p:spPr>
              <a:xfrm>
                <a:off x="10377406"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grpSp>
        <p:grpSp>
          <p:nvGrpSpPr>
            <p:cNvPr id="527" name="Google Shape;527;p19"/>
            <p:cNvGrpSpPr/>
            <p:nvPr/>
          </p:nvGrpSpPr>
          <p:grpSpPr>
            <a:xfrm>
              <a:off x="5495436" y="3297716"/>
              <a:ext cx="5858364" cy="650928"/>
              <a:chOff x="5495436" y="2649741"/>
              <a:chExt cx="5858364" cy="650928"/>
            </a:xfrm>
          </p:grpSpPr>
          <p:sp>
            <p:nvSpPr>
              <p:cNvPr id="528" name="Google Shape;528;p19"/>
              <p:cNvSpPr/>
              <p:nvPr/>
            </p:nvSpPr>
            <p:spPr>
              <a:xfrm>
                <a:off x="5495436"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529" name="Google Shape;529;p19"/>
              <p:cNvSpPr/>
              <p:nvPr/>
            </p:nvSpPr>
            <p:spPr>
              <a:xfrm>
                <a:off x="6471830"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530" name="Google Shape;530;p19"/>
              <p:cNvSpPr/>
              <p:nvPr/>
            </p:nvSpPr>
            <p:spPr>
              <a:xfrm>
                <a:off x="7448224"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531" name="Google Shape;531;p19"/>
              <p:cNvSpPr/>
              <p:nvPr/>
            </p:nvSpPr>
            <p:spPr>
              <a:xfrm>
                <a:off x="8424618"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532" name="Google Shape;532;p19"/>
              <p:cNvSpPr/>
              <p:nvPr/>
            </p:nvSpPr>
            <p:spPr>
              <a:xfrm>
                <a:off x="9401012"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533" name="Google Shape;533;p19"/>
              <p:cNvSpPr/>
              <p:nvPr/>
            </p:nvSpPr>
            <p:spPr>
              <a:xfrm>
                <a:off x="10377406"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grpSp>
        <p:grpSp>
          <p:nvGrpSpPr>
            <p:cNvPr id="534" name="Google Shape;534;p19"/>
            <p:cNvGrpSpPr/>
            <p:nvPr/>
          </p:nvGrpSpPr>
          <p:grpSpPr>
            <a:xfrm>
              <a:off x="5495436" y="3938895"/>
              <a:ext cx="5858364" cy="650928"/>
              <a:chOff x="5495436" y="2649741"/>
              <a:chExt cx="5858364" cy="650928"/>
            </a:xfrm>
          </p:grpSpPr>
          <p:sp>
            <p:nvSpPr>
              <p:cNvPr id="535" name="Google Shape;535;p19"/>
              <p:cNvSpPr/>
              <p:nvPr/>
            </p:nvSpPr>
            <p:spPr>
              <a:xfrm>
                <a:off x="5495436"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536" name="Google Shape;536;p19"/>
              <p:cNvSpPr/>
              <p:nvPr/>
            </p:nvSpPr>
            <p:spPr>
              <a:xfrm>
                <a:off x="6471830"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537" name="Google Shape;537;p19"/>
              <p:cNvSpPr/>
              <p:nvPr/>
            </p:nvSpPr>
            <p:spPr>
              <a:xfrm>
                <a:off x="7448224"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538" name="Google Shape;538;p19"/>
              <p:cNvSpPr/>
              <p:nvPr/>
            </p:nvSpPr>
            <p:spPr>
              <a:xfrm>
                <a:off x="8424618"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539" name="Google Shape;539;p19"/>
              <p:cNvSpPr/>
              <p:nvPr/>
            </p:nvSpPr>
            <p:spPr>
              <a:xfrm>
                <a:off x="9401012"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540" name="Google Shape;540;p19"/>
              <p:cNvSpPr/>
              <p:nvPr/>
            </p:nvSpPr>
            <p:spPr>
              <a:xfrm>
                <a:off x="10377406"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grpSp>
        <p:grpSp>
          <p:nvGrpSpPr>
            <p:cNvPr id="541" name="Google Shape;541;p19"/>
            <p:cNvGrpSpPr/>
            <p:nvPr/>
          </p:nvGrpSpPr>
          <p:grpSpPr>
            <a:xfrm>
              <a:off x="5495436" y="4586870"/>
              <a:ext cx="5858364" cy="650928"/>
              <a:chOff x="5495436" y="2649741"/>
              <a:chExt cx="5858364" cy="650928"/>
            </a:xfrm>
          </p:grpSpPr>
          <p:sp>
            <p:nvSpPr>
              <p:cNvPr id="542" name="Google Shape;542;p19"/>
              <p:cNvSpPr/>
              <p:nvPr/>
            </p:nvSpPr>
            <p:spPr>
              <a:xfrm>
                <a:off x="5495436"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543" name="Google Shape;543;p19"/>
              <p:cNvSpPr/>
              <p:nvPr/>
            </p:nvSpPr>
            <p:spPr>
              <a:xfrm>
                <a:off x="6471830"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544" name="Google Shape;544;p19"/>
              <p:cNvSpPr/>
              <p:nvPr/>
            </p:nvSpPr>
            <p:spPr>
              <a:xfrm>
                <a:off x="7448224"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545" name="Google Shape;545;p19"/>
              <p:cNvSpPr/>
              <p:nvPr/>
            </p:nvSpPr>
            <p:spPr>
              <a:xfrm>
                <a:off x="8424618"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546" name="Google Shape;546;p19"/>
              <p:cNvSpPr/>
              <p:nvPr/>
            </p:nvSpPr>
            <p:spPr>
              <a:xfrm>
                <a:off x="9401012"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547" name="Google Shape;547;p19"/>
              <p:cNvSpPr/>
              <p:nvPr/>
            </p:nvSpPr>
            <p:spPr>
              <a:xfrm>
                <a:off x="10377406"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grpSp>
        <p:grpSp>
          <p:nvGrpSpPr>
            <p:cNvPr id="548" name="Google Shape;548;p19"/>
            <p:cNvGrpSpPr/>
            <p:nvPr/>
          </p:nvGrpSpPr>
          <p:grpSpPr>
            <a:xfrm>
              <a:off x="5495436" y="5234795"/>
              <a:ext cx="5858364" cy="650928"/>
              <a:chOff x="5495436" y="2649741"/>
              <a:chExt cx="5858364" cy="650928"/>
            </a:xfrm>
          </p:grpSpPr>
          <p:sp>
            <p:nvSpPr>
              <p:cNvPr id="549" name="Google Shape;549;p19"/>
              <p:cNvSpPr/>
              <p:nvPr/>
            </p:nvSpPr>
            <p:spPr>
              <a:xfrm>
                <a:off x="5495436"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550" name="Google Shape;550;p19"/>
              <p:cNvSpPr/>
              <p:nvPr/>
            </p:nvSpPr>
            <p:spPr>
              <a:xfrm>
                <a:off x="6471830"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551" name="Google Shape;551;p19"/>
              <p:cNvSpPr/>
              <p:nvPr/>
            </p:nvSpPr>
            <p:spPr>
              <a:xfrm>
                <a:off x="7448224"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552" name="Google Shape;552;p19"/>
              <p:cNvSpPr/>
              <p:nvPr/>
            </p:nvSpPr>
            <p:spPr>
              <a:xfrm>
                <a:off x="8424618"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553" name="Google Shape;553;p19"/>
              <p:cNvSpPr/>
              <p:nvPr/>
            </p:nvSpPr>
            <p:spPr>
              <a:xfrm>
                <a:off x="9401012"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554" name="Google Shape;554;p19"/>
              <p:cNvSpPr/>
              <p:nvPr/>
            </p:nvSpPr>
            <p:spPr>
              <a:xfrm>
                <a:off x="10377406"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grpSp>
      </p:grpSp>
      <p:grpSp>
        <p:nvGrpSpPr>
          <p:cNvPr id="555" name="Google Shape;555;p19"/>
          <p:cNvGrpSpPr/>
          <p:nvPr/>
        </p:nvGrpSpPr>
        <p:grpSpPr>
          <a:xfrm>
            <a:off x="3844866" y="2577559"/>
            <a:ext cx="1447183" cy="3308164"/>
            <a:chOff x="3844866" y="2577559"/>
            <a:chExt cx="1447183" cy="3308164"/>
          </a:xfrm>
        </p:grpSpPr>
        <p:sp>
          <p:nvSpPr>
            <p:cNvPr id="556" name="Google Shape;556;p19"/>
            <p:cNvSpPr txBox="1"/>
            <p:nvPr/>
          </p:nvSpPr>
          <p:spPr>
            <a:xfrm rot="-5400000">
              <a:off x="2783232" y="3639193"/>
              <a:ext cx="2495227" cy="371959"/>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Arial"/>
                <a:buNone/>
              </a:pPr>
              <a:r>
                <a:rPr b="1" i="0" lang="es-CL" sz="1800" u="none" cap="none" strike="noStrike">
                  <a:solidFill>
                    <a:schemeClr val="accent1"/>
                  </a:solidFill>
                  <a:latin typeface="Poppins"/>
                  <a:ea typeface="Poppins"/>
                  <a:cs typeface="Poppins"/>
                  <a:sym typeface="Poppins"/>
                </a:rPr>
                <a:t>nombres</a:t>
              </a:r>
              <a:endParaRPr b="0" i="0" sz="1400" u="none" cap="none" strike="noStrike">
                <a:solidFill>
                  <a:srgbClr val="000000"/>
                </a:solidFill>
                <a:latin typeface="Arial"/>
                <a:ea typeface="Arial"/>
                <a:cs typeface="Arial"/>
                <a:sym typeface="Arial"/>
              </a:endParaRPr>
            </a:p>
          </p:txBody>
        </p:sp>
        <p:grpSp>
          <p:nvGrpSpPr>
            <p:cNvPr id="557" name="Google Shape;557;p19"/>
            <p:cNvGrpSpPr/>
            <p:nvPr/>
          </p:nvGrpSpPr>
          <p:grpSpPr>
            <a:xfrm>
              <a:off x="4315655" y="2649741"/>
              <a:ext cx="976394" cy="3235982"/>
              <a:chOff x="4315655" y="2649741"/>
              <a:chExt cx="976394" cy="3235982"/>
            </a:xfrm>
          </p:grpSpPr>
          <p:sp>
            <p:nvSpPr>
              <p:cNvPr id="558" name="Google Shape;558;p19"/>
              <p:cNvSpPr/>
              <p:nvPr/>
            </p:nvSpPr>
            <p:spPr>
              <a:xfrm>
                <a:off x="4315655"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559" name="Google Shape;559;p19"/>
              <p:cNvSpPr/>
              <p:nvPr/>
            </p:nvSpPr>
            <p:spPr>
              <a:xfrm>
                <a:off x="4315655" y="3297716"/>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560" name="Google Shape;560;p19"/>
              <p:cNvSpPr/>
              <p:nvPr/>
            </p:nvSpPr>
            <p:spPr>
              <a:xfrm>
                <a:off x="4315655" y="3938895"/>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561" name="Google Shape;561;p19"/>
              <p:cNvSpPr/>
              <p:nvPr/>
            </p:nvSpPr>
            <p:spPr>
              <a:xfrm>
                <a:off x="4315655" y="4586870"/>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562" name="Google Shape;562;p19"/>
              <p:cNvSpPr/>
              <p:nvPr/>
            </p:nvSpPr>
            <p:spPr>
              <a:xfrm>
                <a:off x="4315655" y="5234795"/>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grpSp>
      </p:grpSp>
      <p:sp>
        <p:nvSpPr>
          <p:cNvPr id="563" name="Google Shape;563;p19"/>
          <p:cNvSpPr/>
          <p:nvPr/>
        </p:nvSpPr>
        <p:spPr>
          <a:xfrm>
            <a:off x="7263534" y="1628053"/>
            <a:ext cx="1345774" cy="3123079"/>
          </a:xfrm>
          <a:prstGeom prst="rect">
            <a:avLst/>
          </a:prstGeom>
          <a:noFill/>
          <a:ln cap="flat" cmpd="sng" w="571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564" name="Google Shape;564;p19"/>
          <p:cNvSpPr/>
          <p:nvPr/>
        </p:nvSpPr>
        <p:spPr>
          <a:xfrm>
            <a:off x="4199354" y="3784332"/>
            <a:ext cx="4409953" cy="953534"/>
          </a:xfrm>
          <a:prstGeom prst="rect">
            <a:avLst/>
          </a:prstGeom>
          <a:noFill/>
          <a:ln cap="flat" cmpd="sng" w="571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565" name="Google Shape;565;p19"/>
          <p:cNvSpPr/>
          <p:nvPr/>
        </p:nvSpPr>
        <p:spPr>
          <a:xfrm>
            <a:off x="556663" y="3623180"/>
            <a:ext cx="2955235" cy="2827648"/>
          </a:xfrm>
          <a:prstGeom prst="wedgeRectCallout">
            <a:avLst>
              <a:gd fmla="val 192977" name="adj1"/>
              <a:gd fmla="val -30287" name="adj2"/>
            </a:avLst>
          </a:prstGeom>
          <a:solidFill>
            <a:schemeClr val="accent1"/>
          </a:solidFill>
          <a:ln cap="flat" cmpd="sng" w="12700">
            <a:solidFill>
              <a:srgbClr val="0045B5"/>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0" i="0" lang="es-CL" sz="2400" u="none" cap="none" strike="noStrike">
                <a:solidFill>
                  <a:schemeClr val="lt1"/>
                </a:solidFill>
                <a:latin typeface="Poppins"/>
                <a:ea typeface="Poppins"/>
                <a:cs typeface="Poppins"/>
                <a:sym typeface="Poppins"/>
              </a:rPr>
              <a:t>En la intersección se almacenará el dato que corresponde al nombre y país</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10"/>
                                        </p:tgtEl>
                                        <p:attrNameLst>
                                          <p:attrName>style.visibility</p:attrName>
                                        </p:attrNameLst>
                                      </p:cBhvr>
                                      <p:to>
                                        <p:strVal val="visible"/>
                                      </p:to>
                                    </p:set>
                                    <p:anim calcmode="lin" valueType="num">
                                      <p:cBhvr additive="base">
                                        <p:cTn dur="500"/>
                                        <p:tgtEl>
                                          <p:spTgt spid="510"/>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55"/>
                                        </p:tgtEl>
                                        <p:attrNameLst>
                                          <p:attrName>style.visibility</p:attrName>
                                        </p:attrNameLst>
                                      </p:cBhvr>
                                      <p:to>
                                        <p:strVal val="visible"/>
                                      </p:to>
                                    </p:set>
                                    <p:anim calcmode="lin" valueType="num">
                                      <p:cBhvr additive="base">
                                        <p:cTn dur="500"/>
                                        <p:tgtEl>
                                          <p:spTgt spid="555"/>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19"/>
                                        </p:tgtEl>
                                        <p:attrNameLst>
                                          <p:attrName>style.visibility</p:attrName>
                                        </p:attrNameLst>
                                      </p:cBhvr>
                                      <p:to>
                                        <p:strVal val="visible"/>
                                      </p:to>
                                    </p:set>
                                    <p:anim calcmode="lin" valueType="num">
                                      <p:cBhvr additive="base">
                                        <p:cTn dur="500"/>
                                        <p:tgtEl>
                                          <p:spTgt spid="519"/>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63"/>
                                        </p:tgtEl>
                                        <p:attrNameLst>
                                          <p:attrName>style.visibility</p:attrName>
                                        </p:attrNameLst>
                                      </p:cBhvr>
                                      <p:to>
                                        <p:strVal val="visible"/>
                                      </p:to>
                                    </p:set>
                                    <p:anim calcmode="lin" valueType="num">
                                      <p:cBhvr additive="base">
                                        <p:cTn dur="500"/>
                                        <p:tgtEl>
                                          <p:spTgt spid="563"/>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64"/>
                                        </p:tgtEl>
                                        <p:attrNameLst>
                                          <p:attrName>style.visibility</p:attrName>
                                        </p:attrNameLst>
                                      </p:cBhvr>
                                      <p:to>
                                        <p:strVal val="visible"/>
                                      </p:to>
                                    </p:set>
                                    <p:anim calcmode="lin" valueType="num">
                                      <p:cBhvr additive="base">
                                        <p:cTn dur="500"/>
                                        <p:tgtEl>
                                          <p:spTgt spid="564"/>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65"/>
                                        </p:tgtEl>
                                        <p:attrNameLst>
                                          <p:attrName>style.visibility</p:attrName>
                                        </p:attrNameLst>
                                      </p:cBhvr>
                                      <p:to>
                                        <p:strVal val="visible"/>
                                      </p:to>
                                    </p:set>
                                    <p:anim calcmode="lin" valueType="num">
                                      <p:cBhvr additive="base">
                                        <p:cTn dur="500"/>
                                        <p:tgtEl>
                                          <p:spTgt spid="565"/>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sp>
        <p:nvSpPr>
          <p:cNvPr id="570" name="Google Shape;570;p20"/>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p>
            <a:pPr indent="0" lvl="0" marL="0" rtl="0" algn="l">
              <a:lnSpc>
                <a:spcPct val="90000"/>
              </a:lnSpc>
              <a:spcBef>
                <a:spcPts val="0"/>
              </a:spcBef>
              <a:spcAft>
                <a:spcPts val="0"/>
              </a:spcAft>
              <a:buClr>
                <a:schemeClr val="dk1"/>
              </a:buClr>
              <a:buSzPts val="3200"/>
              <a:buFont typeface="Poppins"/>
              <a:buNone/>
            </a:pPr>
            <a:r>
              <a:rPr lang="es-CL"/>
              <a:t>¿Cómo funcionaría en el problema?</a:t>
            </a:r>
            <a:endParaRPr/>
          </a:p>
        </p:txBody>
      </p:sp>
      <p:sp>
        <p:nvSpPr>
          <p:cNvPr id="571" name="Google Shape;571;p20"/>
          <p:cNvSpPr txBox="1"/>
          <p:nvPr/>
        </p:nvSpPr>
        <p:spPr>
          <a:xfrm>
            <a:off x="1112989" y="615954"/>
            <a:ext cx="1496564"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CL" sz="1200" u="none" cap="none" strike="noStrike">
                <a:solidFill>
                  <a:schemeClr val="accent1"/>
                </a:solidFill>
                <a:latin typeface="Poppins"/>
                <a:ea typeface="Poppins"/>
                <a:cs typeface="Poppins"/>
                <a:sym typeface="Poppins"/>
              </a:rPr>
              <a:t>Clase 10: Matrices</a:t>
            </a:r>
            <a:endParaRPr b="0" i="0" sz="1400" u="none" cap="none" strike="noStrike">
              <a:solidFill>
                <a:srgbClr val="000000"/>
              </a:solidFill>
              <a:latin typeface="Arial"/>
              <a:ea typeface="Arial"/>
              <a:cs typeface="Arial"/>
              <a:sym typeface="Arial"/>
            </a:endParaRPr>
          </a:p>
        </p:txBody>
      </p:sp>
      <p:grpSp>
        <p:nvGrpSpPr>
          <p:cNvPr id="572" name="Google Shape;572;p20"/>
          <p:cNvGrpSpPr/>
          <p:nvPr/>
        </p:nvGrpSpPr>
        <p:grpSpPr>
          <a:xfrm>
            <a:off x="3143683" y="2650522"/>
            <a:ext cx="5864213" cy="3526441"/>
            <a:chOff x="3792747" y="1405323"/>
            <a:chExt cx="7561054" cy="4480400"/>
          </a:xfrm>
        </p:grpSpPr>
        <p:grpSp>
          <p:nvGrpSpPr>
            <p:cNvPr id="573" name="Google Shape;573;p20"/>
            <p:cNvGrpSpPr/>
            <p:nvPr/>
          </p:nvGrpSpPr>
          <p:grpSpPr>
            <a:xfrm>
              <a:off x="5441194" y="1405323"/>
              <a:ext cx="5912606" cy="1071230"/>
              <a:chOff x="5441194" y="1405323"/>
              <a:chExt cx="5912606" cy="1071230"/>
            </a:xfrm>
          </p:grpSpPr>
          <p:grpSp>
            <p:nvGrpSpPr>
              <p:cNvPr id="574" name="Google Shape;574;p20"/>
              <p:cNvGrpSpPr/>
              <p:nvPr/>
            </p:nvGrpSpPr>
            <p:grpSpPr>
              <a:xfrm>
                <a:off x="5495436" y="1825625"/>
                <a:ext cx="5858364" cy="650928"/>
                <a:chOff x="5495436" y="1825625"/>
                <a:chExt cx="5858364" cy="650928"/>
              </a:xfrm>
            </p:grpSpPr>
            <p:sp>
              <p:nvSpPr>
                <p:cNvPr id="575" name="Google Shape;575;p20"/>
                <p:cNvSpPr/>
                <p:nvPr/>
              </p:nvSpPr>
              <p:spPr>
                <a:xfrm>
                  <a:off x="5495436" y="1825625"/>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576" name="Google Shape;576;p20"/>
                <p:cNvSpPr/>
                <p:nvPr/>
              </p:nvSpPr>
              <p:spPr>
                <a:xfrm>
                  <a:off x="6471830" y="1825625"/>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577" name="Google Shape;577;p20"/>
                <p:cNvSpPr/>
                <p:nvPr/>
              </p:nvSpPr>
              <p:spPr>
                <a:xfrm>
                  <a:off x="7448224" y="1825625"/>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578" name="Google Shape;578;p20"/>
                <p:cNvSpPr/>
                <p:nvPr/>
              </p:nvSpPr>
              <p:spPr>
                <a:xfrm>
                  <a:off x="8424618" y="1825625"/>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579" name="Google Shape;579;p20"/>
                <p:cNvSpPr/>
                <p:nvPr/>
              </p:nvSpPr>
              <p:spPr>
                <a:xfrm>
                  <a:off x="9401012" y="1825625"/>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580" name="Google Shape;580;p20"/>
                <p:cNvSpPr/>
                <p:nvPr/>
              </p:nvSpPr>
              <p:spPr>
                <a:xfrm>
                  <a:off x="10377406" y="1825625"/>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grpSp>
          <p:sp>
            <p:nvSpPr>
              <p:cNvPr id="581" name="Google Shape;581;p20"/>
              <p:cNvSpPr txBox="1"/>
              <p:nvPr/>
            </p:nvSpPr>
            <p:spPr>
              <a:xfrm>
                <a:off x="5441194" y="1405323"/>
                <a:ext cx="2495227" cy="46924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s-CL" sz="1800" u="none" cap="none" strike="noStrike">
                    <a:solidFill>
                      <a:schemeClr val="accent1"/>
                    </a:solidFill>
                    <a:latin typeface="Poppins"/>
                    <a:ea typeface="Poppins"/>
                    <a:cs typeface="Poppins"/>
                    <a:sym typeface="Poppins"/>
                  </a:rPr>
                  <a:t>países</a:t>
                </a:r>
                <a:endParaRPr b="0" i="0" sz="1400" u="none" cap="none" strike="noStrike">
                  <a:solidFill>
                    <a:srgbClr val="000000"/>
                  </a:solidFill>
                  <a:latin typeface="Arial"/>
                  <a:ea typeface="Arial"/>
                  <a:cs typeface="Arial"/>
                  <a:sym typeface="Arial"/>
                </a:endParaRPr>
              </a:p>
            </p:txBody>
          </p:sp>
        </p:grpSp>
        <p:grpSp>
          <p:nvGrpSpPr>
            <p:cNvPr id="582" name="Google Shape;582;p20"/>
            <p:cNvGrpSpPr/>
            <p:nvPr/>
          </p:nvGrpSpPr>
          <p:grpSpPr>
            <a:xfrm>
              <a:off x="5495436" y="2649741"/>
              <a:ext cx="5858364" cy="3235982"/>
              <a:chOff x="5495436" y="2649741"/>
              <a:chExt cx="5858364" cy="3235982"/>
            </a:xfrm>
          </p:grpSpPr>
          <p:grpSp>
            <p:nvGrpSpPr>
              <p:cNvPr id="583" name="Google Shape;583;p20"/>
              <p:cNvGrpSpPr/>
              <p:nvPr/>
            </p:nvGrpSpPr>
            <p:grpSpPr>
              <a:xfrm>
                <a:off x="5495436" y="2649741"/>
                <a:ext cx="5858364" cy="650928"/>
                <a:chOff x="5495436" y="2649741"/>
                <a:chExt cx="5858364" cy="650928"/>
              </a:xfrm>
            </p:grpSpPr>
            <p:sp>
              <p:nvSpPr>
                <p:cNvPr id="584" name="Google Shape;584;p20"/>
                <p:cNvSpPr/>
                <p:nvPr/>
              </p:nvSpPr>
              <p:spPr>
                <a:xfrm>
                  <a:off x="5495436"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585" name="Google Shape;585;p20"/>
                <p:cNvSpPr/>
                <p:nvPr/>
              </p:nvSpPr>
              <p:spPr>
                <a:xfrm>
                  <a:off x="6471830"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586" name="Google Shape;586;p20"/>
                <p:cNvSpPr/>
                <p:nvPr/>
              </p:nvSpPr>
              <p:spPr>
                <a:xfrm>
                  <a:off x="7448224"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587" name="Google Shape;587;p20"/>
                <p:cNvSpPr/>
                <p:nvPr/>
              </p:nvSpPr>
              <p:spPr>
                <a:xfrm>
                  <a:off x="8424618"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588" name="Google Shape;588;p20"/>
                <p:cNvSpPr/>
                <p:nvPr/>
              </p:nvSpPr>
              <p:spPr>
                <a:xfrm>
                  <a:off x="9401012"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589" name="Google Shape;589;p20"/>
                <p:cNvSpPr/>
                <p:nvPr/>
              </p:nvSpPr>
              <p:spPr>
                <a:xfrm>
                  <a:off x="10377406"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grpSp>
          <p:grpSp>
            <p:nvGrpSpPr>
              <p:cNvPr id="590" name="Google Shape;590;p20"/>
              <p:cNvGrpSpPr/>
              <p:nvPr/>
            </p:nvGrpSpPr>
            <p:grpSpPr>
              <a:xfrm>
                <a:off x="5495436" y="3297716"/>
                <a:ext cx="5858364" cy="650928"/>
                <a:chOff x="5495436" y="2649741"/>
                <a:chExt cx="5858364" cy="650928"/>
              </a:xfrm>
            </p:grpSpPr>
            <p:sp>
              <p:nvSpPr>
                <p:cNvPr id="591" name="Google Shape;591;p20"/>
                <p:cNvSpPr/>
                <p:nvPr/>
              </p:nvSpPr>
              <p:spPr>
                <a:xfrm>
                  <a:off x="5495436"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592" name="Google Shape;592;p20"/>
                <p:cNvSpPr/>
                <p:nvPr/>
              </p:nvSpPr>
              <p:spPr>
                <a:xfrm>
                  <a:off x="6471830"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593" name="Google Shape;593;p20"/>
                <p:cNvSpPr/>
                <p:nvPr/>
              </p:nvSpPr>
              <p:spPr>
                <a:xfrm>
                  <a:off x="7448224"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594" name="Google Shape;594;p20"/>
                <p:cNvSpPr/>
                <p:nvPr/>
              </p:nvSpPr>
              <p:spPr>
                <a:xfrm>
                  <a:off x="8424618"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595" name="Google Shape;595;p20"/>
                <p:cNvSpPr/>
                <p:nvPr/>
              </p:nvSpPr>
              <p:spPr>
                <a:xfrm>
                  <a:off x="9401012"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596" name="Google Shape;596;p20"/>
                <p:cNvSpPr/>
                <p:nvPr/>
              </p:nvSpPr>
              <p:spPr>
                <a:xfrm>
                  <a:off x="10377406"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grpSp>
          <p:grpSp>
            <p:nvGrpSpPr>
              <p:cNvPr id="597" name="Google Shape;597;p20"/>
              <p:cNvGrpSpPr/>
              <p:nvPr/>
            </p:nvGrpSpPr>
            <p:grpSpPr>
              <a:xfrm>
                <a:off x="5495436" y="3938895"/>
                <a:ext cx="5858364" cy="650928"/>
                <a:chOff x="5495436" y="2649741"/>
                <a:chExt cx="5858364" cy="650928"/>
              </a:xfrm>
            </p:grpSpPr>
            <p:sp>
              <p:nvSpPr>
                <p:cNvPr id="598" name="Google Shape;598;p20"/>
                <p:cNvSpPr/>
                <p:nvPr/>
              </p:nvSpPr>
              <p:spPr>
                <a:xfrm>
                  <a:off x="5495436"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599" name="Google Shape;599;p20"/>
                <p:cNvSpPr/>
                <p:nvPr/>
              </p:nvSpPr>
              <p:spPr>
                <a:xfrm>
                  <a:off x="6471830"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600" name="Google Shape;600;p20"/>
                <p:cNvSpPr/>
                <p:nvPr/>
              </p:nvSpPr>
              <p:spPr>
                <a:xfrm>
                  <a:off x="7448224"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601" name="Google Shape;601;p20"/>
                <p:cNvSpPr/>
                <p:nvPr/>
              </p:nvSpPr>
              <p:spPr>
                <a:xfrm>
                  <a:off x="8424618"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602" name="Google Shape;602;p20"/>
                <p:cNvSpPr/>
                <p:nvPr/>
              </p:nvSpPr>
              <p:spPr>
                <a:xfrm>
                  <a:off x="9401012"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603" name="Google Shape;603;p20"/>
                <p:cNvSpPr/>
                <p:nvPr/>
              </p:nvSpPr>
              <p:spPr>
                <a:xfrm>
                  <a:off x="10377406"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grpSp>
          <p:grpSp>
            <p:nvGrpSpPr>
              <p:cNvPr id="604" name="Google Shape;604;p20"/>
              <p:cNvGrpSpPr/>
              <p:nvPr/>
            </p:nvGrpSpPr>
            <p:grpSpPr>
              <a:xfrm>
                <a:off x="5495436" y="4586870"/>
                <a:ext cx="5858364" cy="650928"/>
                <a:chOff x="5495436" y="2649741"/>
                <a:chExt cx="5858364" cy="650928"/>
              </a:xfrm>
            </p:grpSpPr>
            <p:sp>
              <p:nvSpPr>
                <p:cNvPr id="605" name="Google Shape;605;p20"/>
                <p:cNvSpPr/>
                <p:nvPr/>
              </p:nvSpPr>
              <p:spPr>
                <a:xfrm>
                  <a:off x="5495436"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606" name="Google Shape;606;p20"/>
                <p:cNvSpPr/>
                <p:nvPr/>
              </p:nvSpPr>
              <p:spPr>
                <a:xfrm>
                  <a:off x="6471830"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607" name="Google Shape;607;p20"/>
                <p:cNvSpPr/>
                <p:nvPr/>
              </p:nvSpPr>
              <p:spPr>
                <a:xfrm>
                  <a:off x="7448224"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608" name="Google Shape;608;p20"/>
                <p:cNvSpPr/>
                <p:nvPr/>
              </p:nvSpPr>
              <p:spPr>
                <a:xfrm>
                  <a:off x="8424618"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609" name="Google Shape;609;p20"/>
                <p:cNvSpPr/>
                <p:nvPr/>
              </p:nvSpPr>
              <p:spPr>
                <a:xfrm>
                  <a:off x="9401012"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610" name="Google Shape;610;p20"/>
                <p:cNvSpPr/>
                <p:nvPr/>
              </p:nvSpPr>
              <p:spPr>
                <a:xfrm>
                  <a:off x="10377406"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grpSp>
          <p:grpSp>
            <p:nvGrpSpPr>
              <p:cNvPr id="611" name="Google Shape;611;p20"/>
              <p:cNvGrpSpPr/>
              <p:nvPr/>
            </p:nvGrpSpPr>
            <p:grpSpPr>
              <a:xfrm>
                <a:off x="5495436" y="5234795"/>
                <a:ext cx="5858364" cy="650928"/>
                <a:chOff x="5495436" y="2649741"/>
                <a:chExt cx="5858364" cy="650928"/>
              </a:xfrm>
            </p:grpSpPr>
            <p:sp>
              <p:nvSpPr>
                <p:cNvPr id="612" name="Google Shape;612;p20"/>
                <p:cNvSpPr/>
                <p:nvPr/>
              </p:nvSpPr>
              <p:spPr>
                <a:xfrm>
                  <a:off x="5495436"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613" name="Google Shape;613;p20"/>
                <p:cNvSpPr/>
                <p:nvPr/>
              </p:nvSpPr>
              <p:spPr>
                <a:xfrm>
                  <a:off x="6471830"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614" name="Google Shape;614;p20"/>
                <p:cNvSpPr/>
                <p:nvPr/>
              </p:nvSpPr>
              <p:spPr>
                <a:xfrm>
                  <a:off x="7448224"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615" name="Google Shape;615;p20"/>
                <p:cNvSpPr/>
                <p:nvPr/>
              </p:nvSpPr>
              <p:spPr>
                <a:xfrm>
                  <a:off x="8424618"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616" name="Google Shape;616;p20"/>
                <p:cNvSpPr/>
                <p:nvPr/>
              </p:nvSpPr>
              <p:spPr>
                <a:xfrm>
                  <a:off x="9401012"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617" name="Google Shape;617;p20"/>
                <p:cNvSpPr/>
                <p:nvPr/>
              </p:nvSpPr>
              <p:spPr>
                <a:xfrm>
                  <a:off x="10377406"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grpSp>
        </p:grpSp>
        <p:grpSp>
          <p:nvGrpSpPr>
            <p:cNvPr id="618" name="Google Shape;618;p20"/>
            <p:cNvGrpSpPr/>
            <p:nvPr/>
          </p:nvGrpSpPr>
          <p:grpSpPr>
            <a:xfrm>
              <a:off x="3792747" y="2577559"/>
              <a:ext cx="1499303" cy="3308164"/>
              <a:chOff x="3792747" y="2577559"/>
              <a:chExt cx="1499303" cy="3308164"/>
            </a:xfrm>
          </p:grpSpPr>
          <p:sp>
            <p:nvSpPr>
              <p:cNvPr id="619" name="Google Shape;619;p20"/>
              <p:cNvSpPr txBox="1"/>
              <p:nvPr/>
            </p:nvSpPr>
            <p:spPr>
              <a:xfrm rot="-5400000">
                <a:off x="2783233" y="3587072"/>
                <a:ext cx="2495227" cy="476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Arial"/>
                  <a:buNone/>
                </a:pPr>
                <a:r>
                  <a:rPr b="1" i="0" lang="es-CL" sz="1800" u="none" cap="none" strike="noStrike">
                    <a:solidFill>
                      <a:schemeClr val="accent1"/>
                    </a:solidFill>
                    <a:latin typeface="Poppins"/>
                    <a:ea typeface="Poppins"/>
                    <a:cs typeface="Poppins"/>
                    <a:sym typeface="Poppins"/>
                  </a:rPr>
                  <a:t>nombres</a:t>
                </a:r>
                <a:endParaRPr b="0" i="0" sz="1400" u="none" cap="none" strike="noStrike">
                  <a:solidFill>
                    <a:srgbClr val="000000"/>
                  </a:solidFill>
                  <a:latin typeface="Arial"/>
                  <a:ea typeface="Arial"/>
                  <a:cs typeface="Arial"/>
                  <a:sym typeface="Arial"/>
                </a:endParaRPr>
              </a:p>
            </p:txBody>
          </p:sp>
          <p:grpSp>
            <p:nvGrpSpPr>
              <p:cNvPr id="620" name="Google Shape;620;p20"/>
              <p:cNvGrpSpPr/>
              <p:nvPr/>
            </p:nvGrpSpPr>
            <p:grpSpPr>
              <a:xfrm>
                <a:off x="4315655" y="2649741"/>
                <a:ext cx="976394" cy="3235982"/>
                <a:chOff x="4315655" y="2649741"/>
                <a:chExt cx="976394" cy="3235982"/>
              </a:xfrm>
            </p:grpSpPr>
            <p:sp>
              <p:nvSpPr>
                <p:cNvPr id="621" name="Google Shape;621;p20"/>
                <p:cNvSpPr/>
                <p:nvPr/>
              </p:nvSpPr>
              <p:spPr>
                <a:xfrm>
                  <a:off x="4315655"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622" name="Google Shape;622;p20"/>
                <p:cNvSpPr/>
                <p:nvPr/>
              </p:nvSpPr>
              <p:spPr>
                <a:xfrm>
                  <a:off x="4315655" y="3297716"/>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623" name="Google Shape;623;p20"/>
                <p:cNvSpPr/>
                <p:nvPr/>
              </p:nvSpPr>
              <p:spPr>
                <a:xfrm>
                  <a:off x="4315655" y="3938895"/>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624" name="Google Shape;624;p20"/>
                <p:cNvSpPr/>
                <p:nvPr/>
              </p:nvSpPr>
              <p:spPr>
                <a:xfrm>
                  <a:off x="4315655" y="4586870"/>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625" name="Google Shape;625;p20"/>
                <p:cNvSpPr/>
                <p:nvPr/>
              </p:nvSpPr>
              <p:spPr>
                <a:xfrm>
                  <a:off x="4315655" y="5234795"/>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grpSp>
        </p:grpSp>
      </p:grpSp>
      <p:sp>
        <p:nvSpPr>
          <p:cNvPr id="626" name="Google Shape;626;p20"/>
          <p:cNvSpPr/>
          <p:nvPr/>
        </p:nvSpPr>
        <p:spPr>
          <a:xfrm>
            <a:off x="6736075" y="608989"/>
            <a:ext cx="5269689" cy="1596382"/>
          </a:xfrm>
          <a:prstGeom prst="wedgeRectCallout">
            <a:avLst>
              <a:gd fmla="val -76565" name="adj1"/>
              <a:gd fmla="val 75327" name="adj2"/>
            </a:avLst>
          </a:prstGeom>
          <a:solidFill>
            <a:schemeClr val="accent1"/>
          </a:solidFill>
          <a:ln cap="flat" cmpd="sng" w="12700">
            <a:solidFill>
              <a:srgbClr val="0045B5"/>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0" i="0" lang="es-CL" sz="2400" u="none" cap="none" strike="noStrike">
                <a:solidFill>
                  <a:schemeClr val="lt1"/>
                </a:solidFill>
                <a:latin typeface="Consolas"/>
                <a:ea typeface="Consolas"/>
                <a:cs typeface="Consolas"/>
                <a:sym typeface="Consolas"/>
              </a:rPr>
              <a:t># una lista inicialmente vacía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s-CL" sz="2400" u="none" cap="none" strike="noStrike">
                <a:solidFill>
                  <a:schemeClr val="lt1"/>
                </a:solidFill>
                <a:latin typeface="Consolas"/>
                <a:ea typeface="Consolas"/>
                <a:cs typeface="Consolas"/>
                <a:sym typeface="Consolas"/>
              </a:rPr>
              <a:t>paises = [ ]</a:t>
            </a:r>
            <a:endParaRPr b="0" i="0" sz="4800" u="none" cap="none" strike="noStrike">
              <a:solidFill>
                <a:schemeClr val="lt1"/>
              </a:solidFill>
              <a:latin typeface="Arial"/>
              <a:ea typeface="Arial"/>
              <a:cs typeface="Arial"/>
              <a:sym typeface="Arial"/>
            </a:endParaRPr>
          </a:p>
        </p:txBody>
      </p:sp>
      <p:sp>
        <p:nvSpPr>
          <p:cNvPr id="627" name="Google Shape;627;p20"/>
          <p:cNvSpPr/>
          <p:nvPr/>
        </p:nvSpPr>
        <p:spPr>
          <a:xfrm>
            <a:off x="838199" y="2200697"/>
            <a:ext cx="2780181" cy="1073634"/>
          </a:xfrm>
          <a:prstGeom prst="wedgeRectCallout">
            <a:avLst>
              <a:gd fmla="val 38280" name="adj1"/>
              <a:gd fmla="val 67815" name="adj2"/>
            </a:avLst>
          </a:prstGeom>
          <a:solidFill>
            <a:schemeClr val="accent1"/>
          </a:solidFill>
          <a:ln cap="flat" cmpd="sng" w="12700">
            <a:solidFill>
              <a:srgbClr val="0045B5"/>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0" i="0" lang="es-CL" sz="2400" u="none" cap="none" strike="noStrike">
                <a:solidFill>
                  <a:schemeClr val="lt1"/>
                </a:solidFill>
                <a:latin typeface="Consolas"/>
                <a:ea typeface="Consolas"/>
                <a:cs typeface="Consolas"/>
                <a:sym typeface="Consolas"/>
              </a:rPr>
              <a:t>nombres = [ ]</a:t>
            </a:r>
            <a:endParaRPr b="0" i="0" sz="4800" u="none" cap="none" strike="noStrike">
              <a:solidFill>
                <a:schemeClr val="lt1"/>
              </a:solidFill>
              <a:latin typeface="Arial"/>
              <a:ea typeface="Arial"/>
              <a:cs typeface="Arial"/>
              <a:sym typeface="Arial"/>
            </a:endParaRPr>
          </a:p>
        </p:txBody>
      </p:sp>
      <p:sp>
        <p:nvSpPr>
          <p:cNvPr id="628" name="Google Shape;628;p20"/>
          <p:cNvSpPr/>
          <p:nvPr/>
        </p:nvSpPr>
        <p:spPr>
          <a:xfrm>
            <a:off x="9550400" y="4419600"/>
            <a:ext cx="2300224" cy="2183392"/>
          </a:xfrm>
          <a:prstGeom prst="wedgeRectCallout">
            <a:avLst>
              <a:gd fmla="val -103209" name="adj1"/>
              <a:gd fmla="val -14600" name="adj2"/>
            </a:avLst>
          </a:prstGeom>
          <a:solidFill>
            <a:schemeClr val="accent1"/>
          </a:solidFill>
          <a:ln cap="flat" cmpd="sng" w="12700">
            <a:solidFill>
              <a:srgbClr val="0045B5"/>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0" i="0" lang="es-CL" sz="2400" u="none" cap="none" strike="noStrike">
                <a:solidFill>
                  <a:schemeClr val="lt1"/>
                </a:solidFill>
                <a:latin typeface="Poppins"/>
                <a:ea typeface="Poppins"/>
                <a:cs typeface="Poppins"/>
                <a:sym typeface="Poppins"/>
              </a:rPr>
              <a:t>Una matriz donde almacenarás los datos</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572"/>
                                        </p:tgtEl>
                                        <p:attrNameLst>
                                          <p:attrName>style.visibility</p:attrName>
                                        </p:attrNameLst>
                                      </p:cBhvr>
                                      <p:to>
                                        <p:strVal val="visible"/>
                                      </p:to>
                                    </p:set>
                                    <p:anim calcmode="lin" valueType="num">
                                      <p:cBhvr additive="base">
                                        <p:cTn dur="500"/>
                                        <p:tgtEl>
                                          <p:spTgt spid="572"/>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26"/>
                                        </p:tgtEl>
                                        <p:attrNameLst>
                                          <p:attrName>style.visibility</p:attrName>
                                        </p:attrNameLst>
                                      </p:cBhvr>
                                      <p:to>
                                        <p:strVal val="visible"/>
                                      </p:to>
                                    </p:set>
                                    <p:anim calcmode="lin" valueType="num">
                                      <p:cBhvr additive="base">
                                        <p:cTn dur="500"/>
                                        <p:tgtEl>
                                          <p:spTgt spid="626"/>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27"/>
                                        </p:tgtEl>
                                        <p:attrNameLst>
                                          <p:attrName>style.visibility</p:attrName>
                                        </p:attrNameLst>
                                      </p:cBhvr>
                                      <p:to>
                                        <p:strVal val="visible"/>
                                      </p:to>
                                    </p:set>
                                    <p:anim calcmode="lin" valueType="num">
                                      <p:cBhvr additive="base">
                                        <p:cTn dur="500"/>
                                        <p:tgtEl>
                                          <p:spTgt spid="627"/>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28"/>
                                        </p:tgtEl>
                                        <p:attrNameLst>
                                          <p:attrName>style.visibility</p:attrName>
                                        </p:attrNameLst>
                                      </p:cBhvr>
                                      <p:to>
                                        <p:strVal val="visible"/>
                                      </p:to>
                                    </p:set>
                                    <p:anim calcmode="lin" valueType="num">
                                      <p:cBhvr additive="base">
                                        <p:cTn dur="500"/>
                                        <p:tgtEl>
                                          <p:spTgt spid="628"/>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grpSp>
        <p:nvGrpSpPr>
          <p:cNvPr id="633" name="Google Shape;633;p21"/>
          <p:cNvGrpSpPr/>
          <p:nvPr/>
        </p:nvGrpSpPr>
        <p:grpSpPr>
          <a:xfrm>
            <a:off x="4781242" y="2785459"/>
            <a:ext cx="5864213" cy="3526441"/>
            <a:chOff x="3792747" y="1405323"/>
            <a:chExt cx="7561054" cy="4480400"/>
          </a:xfrm>
        </p:grpSpPr>
        <p:grpSp>
          <p:nvGrpSpPr>
            <p:cNvPr id="634" name="Google Shape;634;p21"/>
            <p:cNvGrpSpPr/>
            <p:nvPr/>
          </p:nvGrpSpPr>
          <p:grpSpPr>
            <a:xfrm>
              <a:off x="5441194" y="1405323"/>
              <a:ext cx="5912606" cy="1071230"/>
              <a:chOff x="5441194" y="1405323"/>
              <a:chExt cx="5912606" cy="1071230"/>
            </a:xfrm>
          </p:grpSpPr>
          <p:grpSp>
            <p:nvGrpSpPr>
              <p:cNvPr id="635" name="Google Shape;635;p21"/>
              <p:cNvGrpSpPr/>
              <p:nvPr/>
            </p:nvGrpSpPr>
            <p:grpSpPr>
              <a:xfrm>
                <a:off x="5495436" y="1825625"/>
                <a:ext cx="5858364" cy="650928"/>
                <a:chOff x="5495436" y="1825625"/>
                <a:chExt cx="5858364" cy="650928"/>
              </a:xfrm>
            </p:grpSpPr>
            <p:sp>
              <p:nvSpPr>
                <p:cNvPr id="636" name="Google Shape;636;p21"/>
                <p:cNvSpPr/>
                <p:nvPr/>
              </p:nvSpPr>
              <p:spPr>
                <a:xfrm>
                  <a:off x="5495436" y="1825625"/>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637" name="Google Shape;637;p21"/>
                <p:cNvSpPr/>
                <p:nvPr/>
              </p:nvSpPr>
              <p:spPr>
                <a:xfrm>
                  <a:off x="6471830" y="1825625"/>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638" name="Google Shape;638;p21"/>
                <p:cNvSpPr/>
                <p:nvPr/>
              </p:nvSpPr>
              <p:spPr>
                <a:xfrm>
                  <a:off x="7448224" y="1825625"/>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639" name="Google Shape;639;p21"/>
                <p:cNvSpPr/>
                <p:nvPr/>
              </p:nvSpPr>
              <p:spPr>
                <a:xfrm>
                  <a:off x="8424618" y="1825625"/>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640" name="Google Shape;640;p21"/>
                <p:cNvSpPr/>
                <p:nvPr/>
              </p:nvSpPr>
              <p:spPr>
                <a:xfrm>
                  <a:off x="9401012" y="1825625"/>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641" name="Google Shape;641;p21"/>
                <p:cNvSpPr/>
                <p:nvPr/>
              </p:nvSpPr>
              <p:spPr>
                <a:xfrm>
                  <a:off x="10377406" y="1825625"/>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grpSp>
          <p:sp>
            <p:nvSpPr>
              <p:cNvPr id="642" name="Google Shape;642;p21"/>
              <p:cNvSpPr txBox="1"/>
              <p:nvPr/>
            </p:nvSpPr>
            <p:spPr>
              <a:xfrm>
                <a:off x="5441194" y="1405323"/>
                <a:ext cx="2495227" cy="46924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s-CL" sz="1800" u="none" cap="none" strike="noStrike">
                    <a:solidFill>
                      <a:schemeClr val="accent1"/>
                    </a:solidFill>
                    <a:latin typeface="Poppins"/>
                    <a:ea typeface="Poppins"/>
                    <a:cs typeface="Poppins"/>
                    <a:sym typeface="Poppins"/>
                  </a:rPr>
                  <a:t>países</a:t>
                </a:r>
                <a:endParaRPr b="0" i="0" sz="1400" u="none" cap="none" strike="noStrike">
                  <a:solidFill>
                    <a:srgbClr val="000000"/>
                  </a:solidFill>
                  <a:latin typeface="Arial"/>
                  <a:ea typeface="Arial"/>
                  <a:cs typeface="Arial"/>
                  <a:sym typeface="Arial"/>
                </a:endParaRPr>
              </a:p>
            </p:txBody>
          </p:sp>
        </p:grpSp>
        <p:grpSp>
          <p:nvGrpSpPr>
            <p:cNvPr id="643" name="Google Shape;643;p21"/>
            <p:cNvGrpSpPr/>
            <p:nvPr/>
          </p:nvGrpSpPr>
          <p:grpSpPr>
            <a:xfrm>
              <a:off x="5495436" y="2649741"/>
              <a:ext cx="5858364" cy="3235982"/>
              <a:chOff x="5495436" y="2649741"/>
              <a:chExt cx="5858364" cy="3235982"/>
            </a:xfrm>
          </p:grpSpPr>
          <p:grpSp>
            <p:nvGrpSpPr>
              <p:cNvPr id="644" name="Google Shape;644;p21"/>
              <p:cNvGrpSpPr/>
              <p:nvPr/>
            </p:nvGrpSpPr>
            <p:grpSpPr>
              <a:xfrm>
                <a:off x="5495436" y="2649741"/>
                <a:ext cx="5858364" cy="650928"/>
                <a:chOff x="5495436" y="2649741"/>
                <a:chExt cx="5858364" cy="650928"/>
              </a:xfrm>
            </p:grpSpPr>
            <p:sp>
              <p:nvSpPr>
                <p:cNvPr id="645" name="Google Shape;645;p21"/>
                <p:cNvSpPr/>
                <p:nvPr/>
              </p:nvSpPr>
              <p:spPr>
                <a:xfrm>
                  <a:off x="5495436"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646" name="Google Shape;646;p21"/>
                <p:cNvSpPr/>
                <p:nvPr/>
              </p:nvSpPr>
              <p:spPr>
                <a:xfrm>
                  <a:off x="6471830"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647" name="Google Shape;647;p21"/>
                <p:cNvSpPr/>
                <p:nvPr/>
              </p:nvSpPr>
              <p:spPr>
                <a:xfrm>
                  <a:off x="7448224"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648" name="Google Shape;648;p21"/>
                <p:cNvSpPr/>
                <p:nvPr/>
              </p:nvSpPr>
              <p:spPr>
                <a:xfrm>
                  <a:off x="8424618"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649" name="Google Shape;649;p21"/>
                <p:cNvSpPr/>
                <p:nvPr/>
              </p:nvSpPr>
              <p:spPr>
                <a:xfrm>
                  <a:off x="9401012"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650" name="Google Shape;650;p21"/>
                <p:cNvSpPr/>
                <p:nvPr/>
              </p:nvSpPr>
              <p:spPr>
                <a:xfrm>
                  <a:off x="10377406"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grpSp>
          <p:grpSp>
            <p:nvGrpSpPr>
              <p:cNvPr id="651" name="Google Shape;651;p21"/>
              <p:cNvGrpSpPr/>
              <p:nvPr/>
            </p:nvGrpSpPr>
            <p:grpSpPr>
              <a:xfrm>
                <a:off x="5495436" y="3297716"/>
                <a:ext cx="5858364" cy="650928"/>
                <a:chOff x="5495436" y="2649741"/>
                <a:chExt cx="5858364" cy="650928"/>
              </a:xfrm>
            </p:grpSpPr>
            <p:sp>
              <p:nvSpPr>
                <p:cNvPr id="652" name="Google Shape;652;p21"/>
                <p:cNvSpPr/>
                <p:nvPr/>
              </p:nvSpPr>
              <p:spPr>
                <a:xfrm>
                  <a:off x="5495436"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653" name="Google Shape;653;p21"/>
                <p:cNvSpPr/>
                <p:nvPr/>
              </p:nvSpPr>
              <p:spPr>
                <a:xfrm>
                  <a:off x="6471830"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654" name="Google Shape;654;p21"/>
                <p:cNvSpPr/>
                <p:nvPr/>
              </p:nvSpPr>
              <p:spPr>
                <a:xfrm>
                  <a:off x="7448224"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655" name="Google Shape;655;p21"/>
                <p:cNvSpPr/>
                <p:nvPr/>
              </p:nvSpPr>
              <p:spPr>
                <a:xfrm>
                  <a:off x="8424618"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656" name="Google Shape;656;p21"/>
                <p:cNvSpPr/>
                <p:nvPr/>
              </p:nvSpPr>
              <p:spPr>
                <a:xfrm>
                  <a:off x="9401012"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657" name="Google Shape;657;p21"/>
                <p:cNvSpPr/>
                <p:nvPr/>
              </p:nvSpPr>
              <p:spPr>
                <a:xfrm>
                  <a:off x="10377406"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grpSp>
          <p:grpSp>
            <p:nvGrpSpPr>
              <p:cNvPr id="658" name="Google Shape;658;p21"/>
              <p:cNvGrpSpPr/>
              <p:nvPr/>
            </p:nvGrpSpPr>
            <p:grpSpPr>
              <a:xfrm>
                <a:off x="5495436" y="3938895"/>
                <a:ext cx="5858364" cy="650928"/>
                <a:chOff x="5495436" y="2649741"/>
                <a:chExt cx="5858364" cy="650928"/>
              </a:xfrm>
            </p:grpSpPr>
            <p:sp>
              <p:nvSpPr>
                <p:cNvPr id="659" name="Google Shape;659;p21"/>
                <p:cNvSpPr/>
                <p:nvPr/>
              </p:nvSpPr>
              <p:spPr>
                <a:xfrm>
                  <a:off x="5495436"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660" name="Google Shape;660;p21"/>
                <p:cNvSpPr/>
                <p:nvPr/>
              </p:nvSpPr>
              <p:spPr>
                <a:xfrm>
                  <a:off x="6471830"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661" name="Google Shape;661;p21"/>
                <p:cNvSpPr/>
                <p:nvPr/>
              </p:nvSpPr>
              <p:spPr>
                <a:xfrm>
                  <a:off x="7448224"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662" name="Google Shape;662;p21"/>
                <p:cNvSpPr/>
                <p:nvPr/>
              </p:nvSpPr>
              <p:spPr>
                <a:xfrm>
                  <a:off x="8424618"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663" name="Google Shape;663;p21"/>
                <p:cNvSpPr/>
                <p:nvPr/>
              </p:nvSpPr>
              <p:spPr>
                <a:xfrm>
                  <a:off x="9401012"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664" name="Google Shape;664;p21"/>
                <p:cNvSpPr/>
                <p:nvPr/>
              </p:nvSpPr>
              <p:spPr>
                <a:xfrm>
                  <a:off x="10377406"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grpSp>
          <p:grpSp>
            <p:nvGrpSpPr>
              <p:cNvPr id="665" name="Google Shape;665;p21"/>
              <p:cNvGrpSpPr/>
              <p:nvPr/>
            </p:nvGrpSpPr>
            <p:grpSpPr>
              <a:xfrm>
                <a:off x="5495436" y="4586870"/>
                <a:ext cx="5858364" cy="650928"/>
                <a:chOff x="5495436" y="2649741"/>
                <a:chExt cx="5858364" cy="650928"/>
              </a:xfrm>
            </p:grpSpPr>
            <p:sp>
              <p:nvSpPr>
                <p:cNvPr id="666" name="Google Shape;666;p21"/>
                <p:cNvSpPr/>
                <p:nvPr/>
              </p:nvSpPr>
              <p:spPr>
                <a:xfrm>
                  <a:off x="5495436"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667" name="Google Shape;667;p21"/>
                <p:cNvSpPr/>
                <p:nvPr/>
              </p:nvSpPr>
              <p:spPr>
                <a:xfrm>
                  <a:off x="6471830"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668" name="Google Shape;668;p21"/>
                <p:cNvSpPr/>
                <p:nvPr/>
              </p:nvSpPr>
              <p:spPr>
                <a:xfrm>
                  <a:off x="7448224"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669" name="Google Shape;669;p21"/>
                <p:cNvSpPr/>
                <p:nvPr/>
              </p:nvSpPr>
              <p:spPr>
                <a:xfrm>
                  <a:off x="8424618"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670" name="Google Shape;670;p21"/>
                <p:cNvSpPr/>
                <p:nvPr/>
              </p:nvSpPr>
              <p:spPr>
                <a:xfrm>
                  <a:off x="9401012"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671" name="Google Shape;671;p21"/>
                <p:cNvSpPr/>
                <p:nvPr/>
              </p:nvSpPr>
              <p:spPr>
                <a:xfrm>
                  <a:off x="10377406"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grpSp>
          <p:grpSp>
            <p:nvGrpSpPr>
              <p:cNvPr id="672" name="Google Shape;672;p21"/>
              <p:cNvGrpSpPr/>
              <p:nvPr/>
            </p:nvGrpSpPr>
            <p:grpSpPr>
              <a:xfrm>
                <a:off x="5495436" y="5234795"/>
                <a:ext cx="5858364" cy="650928"/>
                <a:chOff x="5495436" y="2649741"/>
                <a:chExt cx="5858364" cy="650928"/>
              </a:xfrm>
            </p:grpSpPr>
            <p:sp>
              <p:nvSpPr>
                <p:cNvPr id="673" name="Google Shape;673;p21"/>
                <p:cNvSpPr/>
                <p:nvPr/>
              </p:nvSpPr>
              <p:spPr>
                <a:xfrm>
                  <a:off x="5495436"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674" name="Google Shape;674;p21"/>
                <p:cNvSpPr/>
                <p:nvPr/>
              </p:nvSpPr>
              <p:spPr>
                <a:xfrm>
                  <a:off x="6471830"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675" name="Google Shape;675;p21"/>
                <p:cNvSpPr/>
                <p:nvPr/>
              </p:nvSpPr>
              <p:spPr>
                <a:xfrm>
                  <a:off x="7448224"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676" name="Google Shape;676;p21"/>
                <p:cNvSpPr/>
                <p:nvPr/>
              </p:nvSpPr>
              <p:spPr>
                <a:xfrm>
                  <a:off x="8424618"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677" name="Google Shape;677;p21"/>
                <p:cNvSpPr/>
                <p:nvPr/>
              </p:nvSpPr>
              <p:spPr>
                <a:xfrm>
                  <a:off x="9401012"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678" name="Google Shape;678;p21"/>
                <p:cNvSpPr/>
                <p:nvPr/>
              </p:nvSpPr>
              <p:spPr>
                <a:xfrm>
                  <a:off x="10377406"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grpSp>
        </p:grpSp>
        <p:grpSp>
          <p:nvGrpSpPr>
            <p:cNvPr id="679" name="Google Shape;679;p21"/>
            <p:cNvGrpSpPr/>
            <p:nvPr/>
          </p:nvGrpSpPr>
          <p:grpSpPr>
            <a:xfrm>
              <a:off x="3792747" y="2577559"/>
              <a:ext cx="1499303" cy="3308164"/>
              <a:chOff x="3792747" y="2577559"/>
              <a:chExt cx="1499303" cy="3308164"/>
            </a:xfrm>
          </p:grpSpPr>
          <p:sp>
            <p:nvSpPr>
              <p:cNvPr id="680" name="Google Shape;680;p21"/>
              <p:cNvSpPr txBox="1"/>
              <p:nvPr/>
            </p:nvSpPr>
            <p:spPr>
              <a:xfrm rot="-5400000">
                <a:off x="2783233" y="3587072"/>
                <a:ext cx="2495227" cy="476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Arial"/>
                  <a:buNone/>
                </a:pPr>
                <a:r>
                  <a:rPr b="1" i="0" lang="es-CL" sz="1800" u="none" cap="none" strike="noStrike">
                    <a:solidFill>
                      <a:schemeClr val="accent1"/>
                    </a:solidFill>
                    <a:latin typeface="Poppins"/>
                    <a:ea typeface="Poppins"/>
                    <a:cs typeface="Poppins"/>
                    <a:sym typeface="Poppins"/>
                  </a:rPr>
                  <a:t>nombres</a:t>
                </a:r>
                <a:endParaRPr b="0" i="0" sz="1400" u="none" cap="none" strike="noStrike">
                  <a:solidFill>
                    <a:srgbClr val="000000"/>
                  </a:solidFill>
                  <a:latin typeface="Arial"/>
                  <a:ea typeface="Arial"/>
                  <a:cs typeface="Arial"/>
                  <a:sym typeface="Arial"/>
                </a:endParaRPr>
              </a:p>
            </p:txBody>
          </p:sp>
          <p:grpSp>
            <p:nvGrpSpPr>
              <p:cNvPr id="681" name="Google Shape;681;p21"/>
              <p:cNvGrpSpPr/>
              <p:nvPr/>
            </p:nvGrpSpPr>
            <p:grpSpPr>
              <a:xfrm>
                <a:off x="4315655" y="2649741"/>
                <a:ext cx="976394" cy="3235982"/>
                <a:chOff x="4315655" y="2649741"/>
                <a:chExt cx="976394" cy="3235982"/>
              </a:xfrm>
            </p:grpSpPr>
            <p:sp>
              <p:nvSpPr>
                <p:cNvPr id="682" name="Google Shape;682;p21"/>
                <p:cNvSpPr/>
                <p:nvPr/>
              </p:nvSpPr>
              <p:spPr>
                <a:xfrm>
                  <a:off x="4315655"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683" name="Google Shape;683;p21"/>
                <p:cNvSpPr/>
                <p:nvPr/>
              </p:nvSpPr>
              <p:spPr>
                <a:xfrm>
                  <a:off x="4315655" y="3297716"/>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684" name="Google Shape;684;p21"/>
                <p:cNvSpPr/>
                <p:nvPr/>
              </p:nvSpPr>
              <p:spPr>
                <a:xfrm>
                  <a:off x="4315655" y="3938895"/>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685" name="Google Shape;685;p21"/>
                <p:cNvSpPr/>
                <p:nvPr/>
              </p:nvSpPr>
              <p:spPr>
                <a:xfrm>
                  <a:off x="4315655" y="4586870"/>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686" name="Google Shape;686;p21"/>
                <p:cNvSpPr/>
                <p:nvPr/>
              </p:nvSpPr>
              <p:spPr>
                <a:xfrm>
                  <a:off x="4315655" y="5234795"/>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grpSp>
        </p:grpSp>
      </p:grpSp>
      <p:sp>
        <p:nvSpPr>
          <p:cNvPr id="687" name="Google Shape;687;p21"/>
          <p:cNvSpPr/>
          <p:nvPr/>
        </p:nvSpPr>
        <p:spPr>
          <a:xfrm>
            <a:off x="1118200" y="2785458"/>
            <a:ext cx="2955235" cy="3707417"/>
          </a:xfrm>
          <a:prstGeom prst="wedgeRectCallout">
            <a:avLst>
              <a:gd fmla="val 110804" name="adj1"/>
              <a:gd fmla="val -39957" name="adj2"/>
            </a:avLst>
          </a:prstGeom>
          <a:solidFill>
            <a:schemeClr val="accent1"/>
          </a:solidFill>
          <a:ln cap="flat" cmpd="sng" w="12700">
            <a:solidFill>
              <a:srgbClr val="0045B5"/>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0" i="0" lang="es-CL" sz="2400" u="none" cap="none" strike="noStrike">
                <a:solidFill>
                  <a:schemeClr val="lt1"/>
                </a:solidFill>
                <a:latin typeface="Poppins"/>
                <a:ea typeface="Poppins"/>
                <a:cs typeface="Poppins"/>
                <a:sym typeface="Poppins"/>
              </a:rPr>
              <a:t>Debes descubrir si el país ya está en la lista.</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Poppins"/>
              <a:ea typeface="Poppins"/>
              <a:cs typeface="Poppins"/>
              <a:sym typeface="Poppins"/>
            </a:endParaRPr>
          </a:p>
          <a:p>
            <a:pPr indent="0" lvl="0" marL="0" marR="0" rtl="0" algn="ctr">
              <a:lnSpc>
                <a:spcPct val="100000"/>
              </a:lnSpc>
              <a:spcBef>
                <a:spcPts val="0"/>
              </a:spcBef>
              <a:spcAft>
                <a:spcPts val="0"/>
              </a:spcAft>
              <a:buClr>
                <a:srgbClr val="000000"/>
              </a:buClr>
              <a:buSzPts val="2400"/>
              <a:buFont typeface="Arial"/>
              <a:buNone/>
            </a:pPr>
            <a:r>
              <a:rPr b="0" i="0" lang="es-CL" sz="2400" u="none" cap="none" strike="noStrike">
                <a:solidFill>
                  <a:schemeClr val="lt1"/>
                </a:solidFill>
                <a:latin typeface="Poppins"/>
                <a:ea typeface="Poppins"/>
                <a:cs typeface="Poppins"/>
                <a:sym typeface="Poppins"/>
              </a:rPr>
              <a:t>Si es que ya está, no hagas nada.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Poppins"/>
              <a:ea typeface="Poppins"/>
              <a:cs typeface="Poppins"/>
              <a:sym typeface="Poppins"/>
            </a:endParaRPr>
          </a:p>
          <a:p>
            <a:pPr indent="0" lvl="0" marL="0" marR="0" rtl="0" algn="ctr">
              <a:lnSpc>
                <a:spcPct val="100000"/>
              </a:lnSpc>
              <a:spcBef>
                <a:spcPts val="0"/>
              </a:spcBef>
              <a:spcAft>
                <a:spcPts val="0"/>
              </a:spcAft>
              <a:buClr>
                <a:srgbClr val="000000"/>
              </a:buClr>
              <a:buSzPts val="2400"/>
              <a:buFont typeface="Arial"/>
              <a:buNone/>
            </a:pPr>
            <a:r>
              <a:rPr b="0" i="0" lang="es-CL" sz="2400" u="none" cap="none" strike="noStrike">
                <a:solidFill>
                  <a:schemeClr val="lt1"/>
                </a:solidFill>
                <a:latin typeface="Poppins"/>
                <a:ea typeface="Poppins"/>
                <a:cs typeface="Poppins"/>
                <a:sym typeface="Poppins"/>
              </a:rPr>
              <a:t>Si es que no está, agrégalo al final.</a:t>
            </a:r>
            <a:endParaRPr b="0" i="0" sz="1400" u="none" cap="none" strike="noStrike">
              <a:solidFill>
                <a:srgbClr val="000000"/>
              </a:solidFill>
              <a:latin typeface="Arial"/>
              <a:ea typeface="Arial"/>
              <a:cs typeface="Arial"/>
              <a:sym typeface="Arial"/>
            </a:endParaRPr>
          </a:p>
        </p:txBody>
      </p:sp>
      <p:sp>
        <p:nvSpPr>
          <p:cNvPr id="688" name="Google Shape;688;p21"/>
          <p:cNvSpPr/>
          <p:nvPr/>
        </p:nvSpPr>
        <p:spPr>
          <a:xfrm>
            <a:off x="10645454" y="3116271"/>
            <a:ext cx="757273" cy="512334"/>
          </a:xfrm>
          <a:prstGeom prst="rect">
            <a:avLst/>
          </a:prstGeom>
          <a:solidFill>
            <a:schemeClr val="accent2"/>
          </a:solidFill>
          <a:ln cap="flat" cmpd="sng" w="12700">
            <a:solidFill>
              <a:srgbClr val="B7202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689" name="Google Shape;689;p21"/>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p>
            <a:pPr indent="0" lvl="0" marL="0" rtl="0" algn="l">
              <a:lnSpc>
                <a:spcPct val="90000"/>
              </a:lnSpc>
              <a:spcBef>
                <a:spcPts val="0"/>
              </a:spcBef>
              <a:spcAft>
                <a:spcPts val="0"/>
              </a:spcAft>
              <a:buClr>
                <a:schemeClr val="dk1"/>
              </a:buClr>
              <a:buSzPts val="3200"/>
              <a:buFont typeface="Poppins"/>
              <a:buNone/>
            </a:pPr>
            <a:r>
              <a:rPr lang="es-CL"/>
              <a:t>¿Qué debes hacer cuando lees un país?</a:t>
            </a:r>
            <a:endParaRPr/>
          </a:p>
        </p:txBody>
      </p:sp>
      <p:sp>
        <p:nvSpPr>
          <p:cNvPr id="690" name="Google Shape;690;p21"/>
          <p:cNvSpPr txBox="1"/>
          <p:nvPr/>
        </p:nvSpPr>
        <p:spPr>
          <a:xfrm>
            <a:off x="1112989" y="615954"/>
            <a:ext cx="1496564"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CL" sz="1200" u="none" cap="none" strike="noStrike">
                <a:solidFill>
                  <a:schemeClr val="accent1"/>
                </a:solidFill>
                <a:latin typeface="Poppins"/>
                <a:ea typeface="Poppins"/>
                <a:cs typeface="Poppins"/>
                <a:sym typeface="Poppins"/>
              </a:rPr>
              <a:t>Clase 10: Matrices</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33"/>
                                        </p:tgtEl>
                                        <p:attrNameLst>
                                          <p:attrName>style.visibility</p:attrName>
                                        </p:attrNameLst>
                                      </p:cBhvr>
                                      <p:to>
                                        <p:strVal val="visible"/>
                                      </p:to>
                                    </p:set>
                                    <p:anim calcmode="lin" valueType="num">
                                      <p:cBhvr additive="base">
                                        <p:cTn dur="500"/>
                                        <p:tgtEl>
                                          <p:spTgt spid="633"/>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87"/>
                                        </p:tgtEl>
                                        <p:attrNameLst>
                                          <p:attrName>style.visibility</p:attrName>
                                        </p:attrNameLst>
                                      </p:cBhvr>
                                      <p:to>
                                        <p:strVal val="visible"/>
                                      </p:to>
                                    </p:set>
                                    <p:anim calcmode="lin" valueType="num">
                                      <p:cBhvr additive="base">
                                        <p:cTn dur="500"/>
                                        <p:tgtEl>
                                          <p:spTgt spid="687"/>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88"/>
                                        </p:tgtEl>
                                        <p:attrNameLst>
                                          <p:attrName>style.visibility</p:attrName>
                                        </p:attrNameLst>
                                      </p:cBhvr>
                                      <p:to>
                                        <p:strVal val="visible"/>
                                      </p:to>
                                    </p:set>
                                    <p:anim calcmode="lin" valueType="num">
                                      <p:cBhvr additive="base">
                                        <p:cTn dur="500"/>
                                        <p:tgtEl>
                                          <p:spTgt spid="688"/>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4" name="Shape 694"/>
        <p:cNvGrpSpPr/>
        <p:nvPr/>
      </p:nvGrpSpPr>
      <p:grpSpPr>
        <a:xfrm>
          <a:off x="0" y="0"/>
          <a:ext cx="0" cy="0"/>
          <a:chOff x="0" y="0"/>
          <a:chExt cx="0" cy="0"/>
        </a:xfrm>
      </p:grpSpPr>
      <p:grpSp>
        <p:nvGrpSpPr>
          <p:cNvPr id="695" name="Google Shape;695;p22"/>
          <p:cNvGrpSpPr/>
          <p:nvPr/>
        </p:nvGrpSpPr>
        <p:grpSpPr>
          <a:xfrm>
            <a:off x="797778" y="1825625"/>
            <a:ext cx="6621485" cy="3526441"/>
            <a:chOff x="797778" y="1825625"/>
            <a:chExt cx="6621485" cy="3526441"/>
          </a:xfrm>
        </p:grpSpPr>
        <p:grpSp>
          <p:nvGrpSpPr>
            <p:cNvPr id="696" name="Google Shape;696;p22"/>
            <p:cNvGrpSpPr/>
            <p:nvPr/>
          </p:nvGrpSpPr>
          <p:grpSpPr>
            <a:xfrm>
              <a:off x="797778" y="1825625"/>
              <a:ext cx="5864213" cy="3526441"/>
              <a:chOff x="3792747" y="1405323"/>
              <a:chExt cx="7561054" cy="4480400"/>
            </a:xfrm>
          </p:grpSpPr>
          <p:grpSp>
            <p:nvGrpSpPr>
              <p:cNvPr id="697" name="Google Shape;697;p22"/>
              <p:cNvGrpSpPr/>
              <p:nvPr/>
            </p:nvGrpSpPr>
            <p:grpSpPr>
              <a:xfrm>
                <a:off x="5441194" y="1405323"/>
                <a:ext cx="5912606" cy="1071230"/>
                <a:chOff x="5441194" y="1405323"/>
                <a:chExt cx="5912606" cy="1071230"/>
              </a:xfrm>
            </p:grpSpPr>
            <p:grpSp>
              <p:nvGrpSpPr>
                <p:cNvPr id="698" name="Google Shape;698;p22"/>
                <p:cNvGrpSpPr/>
                <p:nvPr/>
              </p:nvGrpSpPr>
              <p:grpSpPr>
                <a:xfrm>
                  <a:off x="5495436" y="1825625"/>
                  <a:ext cx="5858364" cy="650928"/>
                  <a:chOff x="5495436" y="1825625"/>
                  <a:chExt cx="5858364" cy="650928"/>
                </a:xfrm>
              </p:grpSpPr>
              <p:sp>
                <p:nvSpPr>
                  <p:cNvPr id="699" name="Google Shape;699;p22"/>
                  <p:cNvSpPr/>
                  <p:nvPr/>
                </p:nvSpPr>
                <p:spPr>
                  <a:xfrm>
                    <a:off x="5495436" y="1825625"/>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700" name="Google Shape;700;p22"/>
                  <p:cNvSpPr/>
                  <p:nvPr/>
                </p:nvSpPr>
                <p:spPr>
                  <a:xfrm>
                    <a:off x="6471830" y="1825625"/>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701" name="Google Shape;701;p22"/>
                  <p:cNvSpPr/>
                  <p:nvPr/>
                </p:nvSpPr>
                <p:spPr>
                  <a:xfrm>
                    <a:off x="7448224" y="1825625"/>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702" name="Google Shape;702;p22"/>
                  <p:cNvSpPr/>
                  <p:nvPr/>
                </p:nvSpPr>
                <p:spPr>
                  <a:xfrm>
                    <a:off x="8424618" y="1825625"/>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703" name="Google Shape;703;p22"/>
                  <p:cNvSpPr/>
                  <p:nvPr/>
                </p:nvSpPr>
                <p:spPr>
                  <a:xfrm>
                    <a:off x="9401012" y="1825625"/>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704" name="Google Shape;704;p22"/>
                  <p:cNvSpPr/>
                  <p:nvPr/>
                </p:nvSpPr>
                <p:spPr>
                  <a:xfrm>
                    <a:off x="10377406" y="1825625"/>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grpSp>
            <p:sp>
              <p:nvSpPr>
                <p:cNvPr id="705" name="Google Shape;705;p22"/>
                <p:cNvSpPr txBox="1"/>
                <p:nvPr/>
              </p:nvSpPr>
              <p:spPr>
                <a:xfrm>
                  <a:off x="5441194" y="1405323"/>
                  <a:ext cx="2495227" cy="46924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s-CL" sz="1800" u="none" cap="none" strike="noStrike">
                      <a:solidFill>
                        <a:schemeClr val="accent1"/>
                      </a:solidFill>
                      <a:latin typeface="Poppins"/>
                      <a:ea typeface="Poppins"/>
                      <a:cs typeface="Poppins"/>
                      <a:sym typeface="Poppins"/>
                    </a:rPr>
                    <a:t>países</a:t>
                  </a:r>
                  <a:endParaRPr b="0" i="0" sz="1400" u="none" cap="none" strike="noStrike">
                    <a:solidFill>
                      <a:srgbClr val="000000"/>
                    </a:solidFill>
                    <a:latin typeface="Arial"/>
                    <a:ea typeface="Arial"/>
                    <a:cs typeface="Arial"/>
                    <a:sym typeface="Arial"/>
                  </a:endParaRPr>
                </a:p>
              </p:txBody>
            </p:sp>
          </p:grpSp>
          <p:grpSp>
            <p:nvGrpSpPr>
              <p:cNvPr id="706" name="Google Shape;706;p22"/>
              <p:cNvGrpSpPr/>
              <p:nvPr/>
            </p:nvGrpSpPr>
            <p:grpSpPr>
              <a:xfrm>
                <a:off x="5495436" y="2649741"/>
                <a:ext cx="5858364" cy="3235982"/>
                <a:chOff x="5495436" y="2649741"/>
                <a:chExt cx="5858364" cy="3235982"/>
              </a:xfrm>
            </p:grpSpPr>
            <p:grpSp>
              <p:nvGrpSpPr>
                <p:cNvPr id="707" name="Google Shape;707;p22"/>
                <p:cNvGrpSpPr/>
                <p:nvPr/>
              </p:nvGrpSpPr>
              <p:grpSpPr>
                <a:xfrm>
                  <a:off x="5495436" y="2649741"/>
                  <a:ext cx="5858364" cy="650928"/>
                  <a:chOff x="5495436" y="2649741"/>
                  <a:chExt cx="5858364" cy="650928"/>
                </a:xfrm>
              </p:grpSpPr>
              <p:sp>
                <p:nvSpPr>
                  <p:cNvPr id="708" name="Google Shape;708;p22"/>
                  <p:cNvSpPr/>
                  <p:nvPr/>
                </p:nvSpPr>
                <p:spPr>
                  <a:xfrm>
                    <a:off x="5495436"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709" name="Google Shape;709;p22"/>
                  <p:cNvSpPr/>
                  <p:nvPr/>
                </p:nvSpPr>
                <p:spPr>
                  <a:xfrm>
                    <a:off x="6471830"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710" name="Google Shape;710;p22"/>
                  <p:cNvSpPr/>
                  <p:nvPr/>
                </p:nvSpPr>
                <p:spPr>
                  <a:xfrm>
                    <a:off x="7448224"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711" name="Google Shape;711;p22"/>
                  <p:cNvSpPr/>
                  <p:nvPr/>
                </p:nvSpPr>
                <p:spPr>
                  <a:xfrm>
                    <a:off x="8424618"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712" name="Google Shape;712;p22"/>
                  <p:cNvSpPr/>
                  <p:nvPr/>
                </p:nvSpPr>
                <p:spPr>
                  <a:xfrm>
                    <a:off x="9401012"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713" name="Google Shape;713;p22"/>
                  <p:cNvSpPr/>
                  <p:nvPr/>
                </p:nvSpPr>
                <p:spPr>
                  <a:xfrm>
                    <a:off x="10377406"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grpSp>
            <p:grpSp>
              <p:nvGrpSpPr>
                <p:cNvPr id="714" name="Google Shape;714;p22"/>
                <p:cNvGrpSpPr/>
                <p:nvPr/>
              </p:nvGrpSpPr>
              <p:grpSpPr>
                <a:xfrm>
                  <a:off x="5495436" y="3297716"/>
                  <a:ext cx="5858364" cy="650928"/>
                  <a:chOff x="5495436" y="2649741"/>
                  <a:chExt cx="5858364" cy="650928"/>
                </a:xfrm>
              </p:grpSpPr>
              <p:sp>
                <p:nvSpPr>
                  <p:cNvPr id="715" name="Google Shape;715;p22"/>
                  <p:cNvSpPr/>
                  <p:nvPr/>
                </p:nvSpPr>
                <p:spPr>
                  <a:xfrm>
                    <a:off x="5495436"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716" name="Google Shape;716;p22"/>
                  <p:cNvSpPr/>
                  <p:nvPr/>
                </p:nvSpPr>
                <p:spPr>
                  <a:xfrm>
                    <a:off x="6471830"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717" name="Google Shape;717;p22"/>
                  <p:cNvSpPr/>
                  <p:nvPr/>
                </p:nvSpPr>
                <p:spPr>
                  <a:xfrm>
                    <a:off x="7448224"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718" name="Google Shape;718;p22"/>
                  <p:cNvSpPr/>
                  <p:nvPr/>
                </p:nvSpPr>
                <p:spPr>
                  <a:xfrm>
                    <a:off x="8424618"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719" name="Google Shape;719;p22"/>
                  <p:cNvSpPr/>
                  <p:nvPr/>
                </p:nvSpPr>
                <p:spPr>
                  <a:xfrm>
                    <a:off x="9401012"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720" name="Google Shape;720;p22"/>
                  <p:cNvSpPr/>
                  <p:nvPr/>
                </p:nvSpPr>
                <p:spPr>
                  <a:xfrm>
                    <a:off x="10377406"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grpSp>
            <p:grpSp>
              <p:nvGrpSpPr>
                <p:cNvPr id="721" name="Google Shape;721;p22"/>
                <p:cNvGrpSpPr/>
                <p:nvPr/>
              </p:nvGrpSpPr>
              <p:grpSpPr>
                <a:xfrm>
                  <a:off x="5495436" y="3938895"/>
                  <a:ext cx="5858364" cy="650928"/>
                  <a:chOff x="5495436" y="2649741"/>
                  <a:chExt cx="5858364" cy="650928"/>
                </a:xfrm>
              </p:grpSpPr>
              <p:sp>
                <p:nvSpPr>
                  <p:cNvPr id="722" name="Google Shape;722;p22"/>
                  <p:cNvSpPr/>
                  <p:nvPr/>
                </p:nvSpPr>
                <p:spPr>
                  <a:xfrm>
                    <a:off x="5495436"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723" name="Google Shape;723;p22"/>
                  <p:cNvSpPr/>
                  <p:nvPr/>
                </p:nvSpPr>
                <p:spPr>
                  <a:xfrm>
                    <a:off x="6471830"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724" name="Google Shape;724;p22"/>
                  <p:cNvSpPr/>
                  <p:nvPr/>
                </p:nvSpPr>
                <p:spPr>
                  <a:xfrm>
                    <a:off x="7448224"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725" name="Google Shape;725;p22"/>
                  <p:cNvSpPr/>
                  <p:nvPr/>
                </p:nvSpPr>
                <p:spPr>
                  <a:xfrm>
                    <a:off x="8424618"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726" name="Google Shape;726;p22"/>
                  <p:cNvSpPr/>
                  <p:nvPr/>
                </p:nvSpPr>
                <p:spPr>
                  <a:xfrm>
                    <a:off x="9401012"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727" name="Google Shape;727;p22"/>
                  <p:cNvSpPr/>
                  <p:nvPr/>
                </p:nvSpPr>
                <p:spPr>
                  <a:xfrm>
                    <a:off x="10377406"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grpSp>
            <p:grpSp>
              <p:nvGrpSpPr>
                <p:cNvPr id="728" name="Google Shape;728;p22"/>
                <p:cNvGrpSpPr/>
                <p:nvPr/>
              </p:nvGrpSpPr>
              <p:grpSpPr>
                <a:xfrm>
                  <a:off x="5495436" y="4586870"/>
                  <a:ext cx="5858364" cy="650928"/>
                  <a:chOff x="5495436" y="2649741"/>
                  <a:chExt cx="5858364" cy="650928"/>
                </a:xfrm>
              </p:grpSpPr>
              <p:sp>
                <p:nvSpPr>
                  <p:cNvPr id="729" name="Google Shape;729;p22"/>
                  <p:cNvSpPr/>
                  <p:nvPr/>
                </p:nvSpPr>
                <p:spPr>
                  <a:xfrm>
                    <a:off x="5495436"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730" name="Google Shape;730;p22"/>
                  <p:cNvSpPr/>
                  <p:nvPr/>
                </p:nvSpPr>
                <p:spPr>
                  <a:xfrm>
                    <a:off x="6471830"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731" name="Google Shape;731;p22"/>
                  <p:cNvSpPr/>
                  <p:nvPr/>
                </p:nvSpPr>
                <p:spPr>
                  <a:xfrm>
                    <a:off x="7448224"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732" name="Google Shape;732;p22"/>
                  <p:cNvSpPr/>
                  <p:nvPr/>
                </p:nvSpPr>
                <p:spPr>
                  <a:xfrm>
                    <a:off x="8424618"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733" name="Google Shape;733;p22"/>
                  <p:cNvSpPr/>
                  <p:nvPr/>
                </p:nvSpPr>
                <p:spPr>
                  <a:xfrm>
                    <a:off x="9401012"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734" name="Google Shape;734;p22"/>
                  <p:cNvSpPr/>
                  <p:nvPr/>
                </p:nvSpPr>
                <p:spPr>
                  <a:xfrm>
                    <a:off x="10377406"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grpSp>
            <p:grpSp>
              <p:nvGrpSpPr>
                <p:cNvPr id="735" name="Google Shape;735;p22"/>
                <p:cNvGrpSpPr/>
                <p:nvPr/>
              </p:nvGrpSpPr>
              <p:grpSpPr>
                <a:xfrm>
                  <a:off x="5495436" y="5234795"/>
                  <a:ext cx="5858364" cy="650928"/>
                  <a:chOff x="5495436" y="2649741"/>
                  <a:chExt cx="5858364" cy="650928"/>
                </a:xfrm>
              </p:grpSpPr>
              <p:sp>
                <p:nvSpPr>
                  <p:cNvPr id="736" name="Google Shape;736;p22"/>
                  <p:cNvSpPr/>
                  <p:nvPr/>
                </p:nvSpPr>
                <p:spPr>
                  <a:xfrm>
                    <a:off x="5495436"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737" name="Google Shape;737;p22"/>
                  <p:cNvSpPr/>
                  <p:nvPr/>
                </p:nvSpPr>
                <p:spPr>
                  <a:xfrm>
                    <a:off x="6471830"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738" name="Google Shape;738;p22"/>
                  <p:cNvSpPr/>
                  <p:nvPr/>
                </p:nvSpPr>
                <p:spPr>
                  <a:xfrm>
                    <a:off x="7448224"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739" name="Google Shape;739;p22"/>
                  <p:cNvSpPr/>
                  <p:nvPr/>
                </p:nvSpPr>
                <p:spPr>
                  <a:xfrm>
                    <a:off x="8424618"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740" name="Google Shape;740;p22"/>
                  <p:cNvSpPr/>
                  <p:nvPr/>
                </p:nvSpPr>
                <p:spPr>
                  <a:xfrm>
                    <a:off x="9401012"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741" name="Google Shape;741;p22"/>
                  <p:cNvSpPr/>
                  <p:nvPr/>
                </p:nvSpPr>
                <p:spPr>
                  <a:xfrm>
                    <a:off x="10377406"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grpSp>
          </p:grpSp>
          <p:grpSp>
            <p:nvGrpSpPr>
              <p:cNvPr id="742" name="Google Shape;742;p22"/>
              <p:cNvGrpSpPr/>
              <p:nvPr/>
            </p:nvGrpSpPr>
            <p:grpSpPr>
              <a:xfrm>
                <a:off x="3792747" y="2577559"/>
                <a:ext cx="1499303" cy="3308164"/>
                <a:chOff x="3792747" y="2577559"/>
                <a:chExt cx="1499303" cy="3308164"/>
              </a:xfrm>
            </p:grpSpPr>
            <p:sp>
              <p:nvSpPr>
                <p:cNvPr id="743" name="Google Shape;743;p22"/>
                <p:cNvSpPr txBox="1"/>
                <p:nvPr/>
              </p:nvSpPr>
              <p:spPr>
                <a:xfrm rot="-5400000">
                  <a:off x="2783233" y="3587072"/>
                  <a:ext cx="2495227" cy="476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Arial"/>
                    <a:buNone/>
                  </a:pPr>
                  <a:r>
                    <a:rPr b="1" i="0" lang="es-CL" sz="1800" u="none" cap="none" strike="noStrike">
                      <a:solidFill>
                        <a:schemeClr val="accent1"/>
                      </a:solidFill>
                      <a:latin typeface="Poppins"/>
                      <a:ea typeface="Poppins"/>
                      <a:cs typeface="Poppins"/>
                      <a:sym typeface="Poppins"/>
                    </a:rPr>
                    <a:t>nombres</a:t>
                  </a:r>
                  <a:endParaRPr b="0" i="0" sz="1400" u="none" cap="none" strike="noStrike">
                    <a:solidFill>
                      <a:srgbClr val="000000"/>
                    </a:solidFill>
                    <a:latin typeface="Arial"/>
                    <a:ea typeface="Arial"/>
                    <a:cs typeface="Arial"/>
                    <a:sym typeface="Arial"/>
                  </a:endParaRPr>
                </a:p>
              </p:txBody>
            </p:sp>
            <p:grpSp>
              <p:nvGrpSpPr>
                <p:cNvPr id="744" name="Google Shape;744;p22"/>
                <p:cNvGrpSpPr/>
                <p:nvPr/>
              </p:nvGrpSpPr>
              <p:grpSpPr>
                <a:xfrm>
                  <a:off x="4315655" y="2649741"/>
                  <a:ext cx="976394" cy="3235982"/>
                  <a:chOff x="4315655" y="2649741"/>
                  <a:chExt cx="976394" cy="3235982"/>
                </a:xfrm>
              </p:grpSpPr>
              <p:sp>
                <p:nvSpPr>
                  <p:cNvPr id="745" name="Google Shape;745;p22"/>
                  <p:cNvSpPr/>
                  <p:nvPr/>
                </p:nvSpPr>
                <p:spPr>
                  <a:xfrm>
                    <a:off x="4315655"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746" name="Google Shape;746;p22"/>
                  <p:cNvSpPr/>
                  <p:nvPr/>
                </p:nvSpPr>
                <p:spPr>
                  <a:xfrm>
                    <a:off x="4315655" y="3297716"/>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747" name="Google Shape;747;p22"/>
                  <p:cNvSpPr/>
                  <p:nvPr/>
                </p:nvSpPr>
                <p:spPr>
                  <a:xfrm>
                    <a:off x="4315655" y="3938895"/>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748" name="Google Shape;748;p22"/>
                  <p:cNvSpPr/>
                  <p:nvPr/>
                </p:nvSpPr>
                <p:spPr>
                  <a:xfrm>
                    <a:off x="4315655" y="4586870"/>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749" name="Google Shape;749;p22"/>
                  <p:cNvSpPr/>
                  <p:nvPr/>
                </p:nvSpPr>
                <p:spPr>
                  <a:xfrm>
                    <a:off x="4315655" y="5234795"/>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grpSp>
          </p:grpSp>
        </p:grpSp>
        <p:sp>
          <p:nvSpPr>
            <p:cNvPr id="750" name="Google Shape;750;p22"/>
            <p:cNvSpPr/>
            <p:nvPr/>
          </p:nvSpPr>
          <p:spPr>
            <a:xfrm>
              <a:off x="6661990" y="2156437"/>
              <a:ext cx="757273" cy="512334"/>
            </a:xfrm>
            <a:prstGeom prst="rect">
              <a:avLst/>
            </a:prstGeom>
            <a:solidFill>
              <a:schemeClr val="accent2"/>
            </a:solidFill>
            <a:ln cap="flat" cmpd="sng" w="12700">
              <a:solidFill>
                <a:srgbClr val="B7202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grpSp>
      <p:sp>
        <p:nvSpPr>
          <p:cNvPr id="751" name="Google Shape;751;p22"/>
          <p:cNvSpPr/>
          <p:nvPr/>
        </p:nvSpPr>
        <p:spPr>
          <a:xfrm>
            <a:off x="6529016" y="2748271"/>
            <a:ext cx="1145948" cy="2783100"/>
          </a:xfrm>
          <a:prstGeom prst="rect">
            <a:avLst/>
          </a:prstGeom>
          <a:noFill/>
          <a:ln cap="flat" cmpd="sng" w="571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752" name="Google Shape;752;p22"/>
          <p:cNvSpPr/>
          <p:nvPr/>
        </p:nvSpPr>
        <p:spPr>
          <a:xfrm>
            <a:off x="8931327" y="2412604"/>
            <a:ext cx="2955235" cy="3255577"/>
          </a:xfrm>
          <a:prstGeom prst="wedgeRectCallout">
            <a:avLst>
              <a:gd fmla="val -89049" name="adj1"/>
              <a:gd fmla="val 8850" name="adj2"/>
            </a:avLst>
          </a:prstGeom>
          <a:solidFill>
            <a:schemeClr val="accent1"/>
          </a:solidFill>
          <a:ln cap="flat" cmpd="sng" w="12700">
            <a:solidFill>
              <a:srgbClr val="0045B5"/>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0" i="0" lang="es-CL" sz="2400" u="none" cap="none" strike="noStrike">
                <a:solidFill>
                  <a:schemeClr val="lt1"/>
                </a:solidFill>
                <a:latin typeface="Poppins"/>
                <a:ea typeface="Poppins"/>
                <a:cs typeface="Poppins"/>
                <a:sym typeface="Poppins"/>
              </a:rPr>
              <a:t>Antes de comenzar a leer, vamos a crear suficiente espacio para almacenar todos los datos que necesitemos</a:t>
            </a:r>
            <a:endParaRPr b="0" i="0" sz="1400" u="none" cap="none" strike="noStrike">
              <a:solidFill>
                <a:srgbClr val="000000"/>
              </a:solidFill>
              <a:latin typeface="Arial"/>
              <a:ea typeface="Arial"/>
              <a:cs typeface="Arial"/>
              <a:sym typeface="Arial"/>
            </a:endParaRPr>
          </a:p>
        </p:txBody>
      </p:sp>
      <p:grpSp>
        <p:nvGrpSpPr>
          <p:cNvPr id="753" name="Google Shape;753;p22"/>
          <p:cNvGrpSpPr/>
          <p:nvPr/>
        </p:nvGrpSpPr>
        <p:grpSpPr>
          <a:xfrm>
            <a:off x="6661990" y="2805084"/>
            <a:ext cx="757273" cy="2546982"/>
            <a:chOff x="6661990" y="2805084"/>
            <a:chExt cx="757273" cy="2546982"/>
          </a:xfrm>
        </p:grpSpPr>
        <p:sp>
          <p:nvSpPr>
            <p:cNvPr id="754" name="Google Shape;754;p22"/>
            <p:cNvSpPr/>
            <p:nvPr/>
          </p:nvSpPr>
          <p:spPr>
            <a:xfrm>
              <a:off x="6661990" y="2805084"/>
              <a:ext cx="757273" cy="512333"/>
            </a:xfrm>
            <a:prstGeom prst="rect">
              <a:avLst/>
            </a:prstGeom>
            <a:solidFill>
              <a:schemeClr val="accent2"/>
            </a:solidFill>
            <a:ln cap="flat" cmpd="sng" w="12700">
              <a:solidFill>
                <a:srgbClr val="B7202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755" name="Google Shape;755;p22"/>
            <p:cNvSpPr/>
            <p:nvPr/>
          </p:nvSpPr>
          <p:spPr>
            <a:xfrm>
              <a:off x="6661990" y="3315093"/>
              <a:ext cx="757273" cy="512333"/>
            </a:xfrm>
            <a:prstGeom prst="rect">
              <a:avLst/>
            </a:prstGeom>
            <a:solidFill>
              <a:schemeClr val="accent2"/>
            </a:solidFill>
            <a:ln cap="flat" cmpd="sng" w="12700">
              <a:solidFill>
                <a:srgbClr val="B7202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756" name="Google Shape;756;p22"/>
            <p:cNvSpPr/>
            <p:nvPr/>
          </p:nvSpPr>
          <p:spPr>
            <a:xfrm>
              <a:off x="6661990" y="3819753"/>
              <a:ext cx="757273" cy="512333"/>
            </a:xfrm>
            <a:prstGeom prst="rect">
              <a:avLst/>
            </a:prstGeom>
            <a:solidFill>
              <a:schemeClr val="accent2"/>
            </a:solidFill>
            <a:ln cap="flat" cmpd="sng" w="12700">
              <a:solidFill>
                <a:srgbClr val="B7202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757" name="Google Shape;757;p22"/>
            <p:cNvSpPr/>
            <p:nvPr/>
          </p:nvSpPr>
          <p:spPr>
            <a:xfrm>
              <a:off x="6661990" y="4329763"/>
              <a:ext cx="757273" cy="512333"/>
            </a:xfrm>
            <a:prstGeom prst="rect">
              <a:avLst/>
            </a:prstGeom>
            <a:solidFill>
              <a:schemeClr val="accent2"/>
            </a:solidFill>
            <a:ln cap="flat" cmpd="sng" w="12700">
              <a:solidFill>
                <a:srgbClr val="B7202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758" name="Google Shape;758;p22"/>
            <p:cNvSpPr/>
            <p:nvPr/>
          </p:nvSpPr>
          <p:spPr>
            <a:xfrm>
              <a:off x="6661990" y="4839733"/>
              <a:ext cx="757273" cy="512333"/>
            </a:xfrm>
            <a:prstGeom prst="rect">
              <a:avLst/>
            </a:prstGeom>
            <a:solidFill>
              <a:schemeClr val="accent2"/>
            </a:solidFill>
            <a:ln cap="flat" cmpd="sng" w="12700">
              <a:solidFill>
                <a:srgbClr val="B7202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grpSp>
      <p:sp>
        <p:nvSpPr>
          <p:cNvPr id="759" name="Google Shape;759;p22"/>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p>
            <a:pPr indent="0" lvl="0" marL="0" rtl="0" algn="l">
              <a:lnSpc>
                <a:spcPct val="90000"/>
              </a:lnSpc>
              <a:spcBef>
                <a:spcPts val="0"/>
              </a:spcBef>
              <a:spcAft>
                <a:spcPts val="0"/>
              </a:spcAft>
              <a:buClr>
                <a:schemeClr val="dk1"/>
              </a:buClr>
              <a:buSzPts val="3200"/>
              <a:buFont typeface="Poppins"/>
              <a:buNone/>
            </a:pPr>
            <a:r>
              <a:rPr lang="es-CL"/>
              <a:t>Pero, ¿qué pasa con la matriz?</a:t>
            </a:r>
            <a:endParaRPr/>
          </a:p>
        </p:txBody>
      </p:sp>
      <p:sp>
        <p:nvSpPr>
          <p:cNvPr id="760" name="Google Shape;760;p22"/>
          <p:cNvSpPr txBox="1"/>
          <p:nvPr/>
        </p:nvSpPr>
        <p:spPr>
          <a:xfrm>
            <a:off x="1112989" y="615954"/>
            <a:ext cx="1496564"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CL" sz="1200" u="none" cap="none" strike="noStrike">
                <a:solidFill>
                  <a:schemeClr val="accent1"/>
                </a:solidFill>
                <a:latin typeface="Poppins"/>
                <a:ea typeface="Poppins"/>
                <a:cs typeface="Poppins"/>
                <a:sym typeface="Poppins"/>
              </a:rPr>
              <a:t>Clase 10: Matrices</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95"/>
                                        </p:tgtEl>
                                        <p:attrNameLst>
                                          <p:attrName>style.visibility</p:attrName>
                                        </p:attrNameLst>
                                      </p:cBhvr>
                                      <p:to>
                                        <p:strVal val="visible"/>
                                      </p:to>
                                    </p:set>
                                    <p:anim calcmode="lin" valueType="num">
                                      <p:cBhvr additive="base">
                                        <p:cTn dur="500"/>
                                        <p:tgtEl>
                                          <p:spTgt spid="695"/>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51"/>
                                        </p:tgtEl>
                                        <p:attrNameLst>
                                          <p:attrName>style.visibility</p:attrName>
                                        </p:attrNameLst>
                                      </p:cBhvr>
                                      <p:to>
                                        <p:strVal val="visible"/>
                                      </p:to>
                                    </p:set>
                                    <p:anim calcmode="lin" valueType="num">
                                      <p:cBhvr additive="base">
                                        <p:cTn dur="500"/>
                                        <p:tgtEl>
                                          <p:spTgt spid="751"/>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52"/>
                                        </p:tgtEl>
                                        <p:attrNameLst>
                                          <p:attrName>style.visibility</p:attrName>
                                        </p:attrNameLst>
                                      </p:cBhvr>
                                      <p:to>
                                        <p:strVal val="visible"/>
                                      </p:to>
                                    </p:set>
                                    <p:anim calcmode="lin" valueType="num">
                                      <p:cBhvr additive="base">
                                        <p:cTn dur="500"/>
                                        <p:tgtEl>
                                          <p:spTgt spid="752"/>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53"/>
                                        </p:tgtEl>
                                        <p:attrNameLst>
                                          <p:attrName>style.visibility</p:attrName>
                                        </p:attrNameLst>
                                      </p:cBhvr>
                                      <p:to>
                                        <p:strVal val="visible"/>
                                      </p:to>
                                    </p:set>
                                    <p:anim calcmode="lin" valueType="num">
                                      <p:cBhvr additive="base">
                                        <p:cTn dur="500"/>
                                        <p:tgtEl>
                                          <p:spTgt spid="753"/>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4" name="Shape 764"/>
        <p:cNvGrpSpPr/>
        <p:nvPr/>
      </p:nvGrpSpPr>
      <p:grpSpPr>
        <a:xfrm>
          <a:off x="0" y="0"/>
          <a:ext cx="0" cy="0"/>
          <a:chOff x="0" y="0"/>
          <a:chExt cx="0" cy="0"/>
        </a:xfrm>
      </p:grpSpPr>
      <p:grpSp>
        <p:nvGrpSpPr>
          <p:cNvPr id="765" name="Google Shape;765;p23"/>
          <p:cNvGrpSpPr/>
          <p:nvPr/>
        </p:nvGrpSpPr>
        <p:grpSpPr>
          <a:xfrm>
            <a:off x="2843880" y="1825625"/>
            <a:ext cx="5864213" cy="3526441"/>
            <a:chOff x="3792747" y="1405323"/>
            <a:chExt cx="7561054" cy="4480400"/>
          </a:xfrm>
        </p:grpSpPr>
        <p:grpSp>
          <p:nvGrpSpPr>
            <p:cNvPr id="766" name="Google Shape;766;p23"/>
            <p:cNvGrpSpPr/>
            <p:nvPr/>
          </p:nvGrpSpPr>
          <p:grpSpPr>
            <a:xfrm>
              <a:off x="5441194" y="1405323"/>
              <a:ext cx="5912606" cy="1071230"/>
              <a:chOff x="5441194" y="1405323"/>
              <a:chExt cx="5912606" cy="1071230"/>
            </a:xfrm>
          </p:grpSpPr>
          <p:grpSp>
            <p:nvGrpSpPr>
              <p:cNvPr id="767" name="Google Shape;767;p23"/>
              <p:cNvGrpSpPr/>
              <p:nvPr/>
            </p:nvGrpSpPr>
            <p:grpSpPr>
              <a:xfrm>
                <a:off x="5495436" y="1825625"/>
                <a:ext cx="5858364" cy="650928"/>
                <a:chOff x="5495436" y="1825625"/>
                <a:chExt cx="5858364" cy="650928"/>
              </a:xfrm>
            </p:grpSpPr>
            <p:sp>
              <p:nvSpPr>
                <p:cNvPr id="768" name="Google Shape;768;p23"/>
                <p:cNvSpPr/>
                <p:nvPr/>
              </p:nvSpPr>
              <p:spPr>
                <a:xfrm>
                  <a:off x="5495436" y="1825625"/>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769" name="Google Shape;769;p23"/>
                <p:cNvSpPr/>
                <p:nvPr/>
              </p:nvSpPr>
              <p:spPr>
                <a:xfrm>
                  <a:off x="6471830" y="1825625"/>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770" name="Google Shape;770;p23"/>
                <p:cNvSpPr/>
                <p:nvPr/>
              </p:nvSpPr>
              <p:spPr>
                <a:xfrm>
                  <a:off x="7448224" y="1825625"/>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771" name="Google Shape;771;p23"/>
                <p:cNvSpPr/>
                <p:nvPr/>
              </p:nvSpPr>
              <p:spPr>
                <a:xfrm>
                  <a:off x="8424618" y="1825625"/>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772" name="Google Shape;772;p23"/>
                <p:cNvSpPr/>
                <p:nvPr/>
              </p:nvSpPr>
              <p:spPr>
                <a:xfrm>
                  <a:off x="9401012" y="1825625"/>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773" name="Google Shape;773;p23"/>
                <p:cNvSpPr/>
                <p:nvPr/>
              </p:nvSpPr>
              <p:spPr>
                <a:xfrm>
                  <a:off x="10377406" y="1825625"/>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grpSp>
          <p:sp>
            <p:nvSpPr>
              <p:cNvPr id="774" name="Google Shape;774;p23"/>
              <p:cNvSpPr txBox="1"/>
              <p:nvPr/>
            </p:nvSpPr>
            <p:spPr>
              <a:xfrm>
                <a:off x="5441194" y="1405323"/>
                <a:ext cx="2495227" cy="46924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s-CL" sz="1800" u="none" cap="none" strike="noStrike">
                    <a:solidFill>
                      <a:schemeClr val="accent1"/>
                    </a:solidFill>
                    <a:latin typeface="Poppins"/>
                    <a:ea typeface="Poppins"/>
                    <a:cs typeface="Poppins"/>
                    <a:sym typeface="Poppins"/>
                  </a:rPr>
                  <a:t>países</a:t>
                </a:r>
                <a:endParaRPr b="0" i="0" sz="1400" u="none" cap="none" strike="noStrike">
                  <a:solidFill>
                    <a:srgbClr val="000000"/>
                  </a:solidFill>
                  <a:latin typeface="Arial"/>
                  <a:ea typeface="Arial"/>
                  <a:cs typeface="Arial"/>
                  <a:sym typeface="Arial"/>
                </a:endParaRPr>
              </a:p>
            </p:txBody>
          </p:sp>
        </p:grpSp>
        <p:grpSp>
          <p:nvGrpSpPr>
            <p:cNvPr id="775" name="Google Shape;775;p23"/>
            <p:cNvGrpSpPr/>
            <p:nvPr/>
          </p:nvGrpSpPr>
          <p:grpSpPr>
            <a:xfrm>
              <a:off x="5495436" y="2649741"/>
              <a:ext cx="5858364" cy="3235982"/>
              <a:chOff x="5495436" y="2649741"/>
              <a:chExt cx="5858364" cy="3235982"/>
            </a:xfrm>
          </p:grpSpPr>
          <p:grpSp>
            <p:nvGrpSpPr>
              <p:cNvPr id="776" name="Google Shape;776;p23"/>
              <p:cNvGrpSpPr/>
              <p:nvPr/>
            </p:nvGrpSpPr>
            <p:grpSpPr>
              <a:xfrm>
                <a:off x="5495436" y="2649741"/>
                <a:ext cx="5858364" cy="650928"/>
                <a:chOff x="5495436" y="2649741"/>
                <a:chExt cx="5858364" cy="650928"/>
              </a:xfrm>
            </p:grpSpPr>
            <p:sp>
              <p:nvSpPr>
                <p:cNvPr id="777" name="Google Shape;777;p23"/>
                <p:cNvSpPr/>
                <p:nvPr/>
              </p:nvSpPr>
              <p:spPr>
                <a:xfrm>
                  <a:off x="5495436"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778" name="Google Shape;778;p23"/>
                <p:cNvSpPr/>
                <p:nvPr/>
              </p:nvSpPr>
              <p:spPr>
                <a:xfrm>
                  <a:off x="6471830"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779" name="Google Shape;779;p23"/>
                <p:cNvSpPr/>
                <p:nvPr/>
              </p:nvSpPr>
              <p:spPr>
                <a:xfrm>
                  <a:off x="7448224"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780" name="Google Shape;780;p23"/>
                <p:cNvSpPr/>
                <p:nvPr/>
              </p:nvSpPr>
              <p:spPr>
                <a:xfrm>
                  <a:off x="8424618"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781" name="Google Shape;781;p23"/>
                <p:cNvSpPr/>
                <p:nvPr/>
              </p:nvSpPr>
              <p:spPr>
                <a:xfrm>
                  <a:off x="9401012"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782" name="Google Shape;782;p23"/>
                <p:cNvSpPr/>
                <p:nvPr/>
              </p:nvSpPr>
              <p:spPr>
                <a:xfrm>
                  <a:off x="10377406"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grpSp>
          <p:grpSp>
            <p:nvGrpSpPr>
              <p:cNvPr id="783" name="Google Shape;783;p23"/>
              <p:cNvGrpSpPr/>
              <p:nvPr/>
            </p:nvGrpSpPr>
            <p:grpSpPr>
              <a:xfrm>
                <a:off x="5495436" y="3297716"/>
                <a:ext cx="5858364" cy="650928"/>
                <a:chOff x="5495436" y="2649741"/>
                <a:chExt cx="5858364" cy="650928"/>
              </a:xfrm>
            </p:grpSpPr>
            <p:sp>
              <p:nvSpPr>
                <p:cNvPr id="784" name="Google Shape;784;p23"/>
                <p:cNvSpPr/>
                <p:nvPr/>
              </p:nvSpPr>
              <p:spPr>
                <a:xfrm>
                  <a:off x="5495436"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785" name="Google Shape;785;p23"/>
                <p:cNvSpPr/>
                <p:nvPr/>
              </p:nvSpPr>
              <p:spPr>
                <a:xfrm>
                  <a:off x="6471830"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786" name="Google Shape;786;p23"/>
                <p:cNvSpPr/>
                <p:nvPr/>
              </p:nvSpPr>
              <p:spPr>
                <a:xfrm>
                  <a:off x="7448224"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787" name="Google Shape;787;p23"/>
                <p:cNvSpPr/>
                <p:nvPr/>
              </p:nvSpPr>
              <p:spPr>
                <a:xfrm>
                  <a:off x="8424618"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788" name="Google Shape;788;p23"/>
                <p:cNvSpPr/>
                <p:nvPr/>
              </p:nvSpPr>
              <p:spPr>
                <a:xfrm>
                  <a:off x="9401012"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789" name="Google Shape;789;p23"/>
                <p:cNvSpPr/>
                <p:nvPr/>
              </p:nvSpPr>
              <p:spPr>
                <a:xfrm>
                  <a:off x="10377406"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grpSp>
          <p:grpSp>
            <p:nvGrpSpPr>
              <p:cNvPr id="790" name="Google Shape;790;p23"/>
              <p:cNvGrpSpPr/>
              <p:nvPr/>
            </p:nvGrpSpPr>
            <p:grpSpPr>
              <a:xfrm>
                <a:off x="5495436" y="3938895"/>
                <a:ext cx="5858364" cy="650928"/>
                <a:chOff x="5495436" y="2649741"/>
                <a:chExt cx="5858364" cy="650928"/>
              </a:xfrm>
            </p:grpSpPr>
            <p:sp>
              <p:nvSpPr>
                <p:cNvPr id="791" name="Google Shape;791;p23"/>
                <p:cNvSpPr/>
                <p:nvPr/>
              </p:nvSpPr>
              <p:spPr>
                <a:xfrm>
                  <a:off x="5495436"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792" name="Google Shape;792;p23"/>
                <p:cNvSpPr/>
                <p:nvPr/>
              </p:nvSpPr>
              <p:spPr>
                <a:xfrm>
                  <a:off x="6471830"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793" name="Google Shape;793;p23"/>
                <p:cNvSpPr/>
                <p:nvPr/>
              </p:nvSpPr>
              <p:spPr>
                <a:xfrm>
                  <a:off x="7448224"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794" name="Google Shape;794;p23"/>
                <p:cNvSpPr/>
                <p:nvPr/>
              </p:nvSpPr>
              <p:spPr>
                <a:xfrm>
                  <a:off x="8424618"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795" name="Google Shape;795;p23"/>
                <p:cNvSpPr/>
                <p:nvPr/>
              </p:nvSpPr>
              <p:spPr>
                <a:xfrm>
                  <a:off x="9401012"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796" name="Google Shape;796;p23"/>
                <p:cNvSpPr/>
                <p:nvPr/>
              </p:nvSpPr>
              <p:spPr>
                <a:xfrm>
                  <a:off x="10377406"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grpSp>
          <p:grpSp>
            <p:nvGrpSpPr>
              <p:cNvPr id="797" name="Google Shape;797;p23"/>
              <p:cNvGrpSpPr/>
              <p:nvPr/>
            </p:nvGrpSpPr>
            <p:grpSpPr>
              <a:xfrm>
                <a:off x="5495436" y="4586870"/>
                <a:ext cx="5858364" cy="650928"/>
                <a:chOff x="5495436" y="2649741"/>
                <a:chExt cx="5858364" cy="650928"/>
              </a:xfrm>
            </p:grpSpPr>
            <p:sp>
              <p:nvSpPr>
                <p:cNvPr id="798" name="Google Shape;798;p23"/>
                <p:cNvSpPr/>
                <p:nvPr/>
              </p:nvSpPr>
              <p:spPr>
                <a:xfrm>
                  <a:off x="5495436"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799" name="Google Shape;799;p23"/>
                <p:cNvSpPr/>
                <p:nvPr/>
              </p:nvSpPr>
              <p:spPr>
                <a:xfrm>
                  <a:off x="6471830"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800" name="Google Shape;800;p23"/>
                <p:cNvSpPr/>
                <p:nvPr/>
              </p:nvSpPr>
              <p:spPr>
                <a:xfrm>
                  <a:off x="7448224"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801" name="Google Shape;801;p23"/>
                <p:cNvSpPr/>
                <p:nvPr/>
              </p:nvSpPr>
              <p:spPr>
                <a:xfrm>
                  <a:off x="8424618"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802" name="Google Shape;802;p23"/>
                <p:cNvSpPr/>
                <p:nvPr/>
              </p:nvSpPr>
              <p:spPr>
                <a:xfrm>
                  <a:off x="9401012"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803" name="Google Shape;803;p23"/>
                <p:cNvSpPr/>
                <p:nvPr/>
              </p:nvSpPr>
              <p:spPr>
                <a:xfrm>
                  <a:off x="10377406"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grpSp>
          <p:grpSp>
            <p:nvGrpSpPr>
              <p:cNvPr id="804" name="Google Shape;804;p23"/>
              <p:cNvGrpSpPr/>
              <p:nvPr/>
            </p:nvGrpSpPr>
            <p:grpSpPr>
              <a:xfrm>
                <a:off x="5495436" y="5234795"/>
                <a:ext cx="5858364" cy="650928"/>
                <a:chOff x="5495436" y="2649741"/>
                <a:chExt cx="5858364" cy="650928"/>
              </a:xfrm>
            </p:grpSpPr>
            <p:sp>
              <p:nvSpPr>
                <p:cNvPr id="805" name="Google Shape;805;p23"/>
                <p:cNvSpPr/>
                <p:nvPr/>
              </p:nvSpPr>
              <p:spPr>
                <a:xfrm>
                  <a:off x="5495436"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806" name="Google Shape;806;p23"/>
                <p:cNvSpPr/>
                <p:nvPr/>
              </p:nvSpPr>
              <p:spPr>
                <a:xfrm>
                  <a:off x="6471830"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807" name="Google Shape;807;p23"/>
                <p:cNvSpPr/>
                <p:nvPr/>
              </p:nvSpPr>
              <p:spPr>
                <a:xfrm>
                  <a:off x="7448224"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808" name="Google Shape;808;p23"/>
                <p:cNvSpPr/>
                <p:nvPr/>
              </p:nvSpPr>
              <p:spPr>
                <a:xfrm>
                  <a:off x="8424618"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809" name="Google Shape;809;p23"/>
                <p:cNvSpPr/>
                <p:nvPr/>
              </p:nvSpPr>
              <p:spPr>
                <a:xfrm>
                  <a:off x="9401012"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810" name="Google Shape;810;p23"/>
                <p:cNvSpPr/>
                <p:nvPr/>
              </p:nvSpPr>
              <p:spPr>
                <a:xfrm>
                  <a:off x="10377406"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grpSp>
        </p:grpSp>
        <p:grpSp>
          <p:nvGrpSpPr>
            <p:cNvPr id="811" name="Google Shape;811;p23"/>
            <p:cNvGrpSpPr/>
            <p:nvPr/>
          </p:nvGrpSpPr>
          <p:grpSpPr>
            <a:xfrm>
              <a:off x="3792747" y="2577559"/>
              <a:ext cx="1499303" cy="3308164"/>
              <a:chOff x="3792747" y="2577559"/>
              <a:chExt cx="1499303" cy="3308164"/>
            </a:xfrm>
          </p:grpSpPr>
          <p:sp>
            <p:nvSpPr>
              <p:cNvPr id="812" name="Google Shape;812;p23"/>
              <p:cNvSpPr txBox="1"/>
              <p:nvPr/>
            </p:nvSpPr>
            <p:spPr>
              <a:xfrm rot="-5400000">
                <a:off x="2783233" y="3587072"/>
                <a:ext cx="2495227" cy="4762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Arial"/>
                  <a:buNone/>
                </a:pPr>
                <a:r>
                  <a:rPr b="1" i="0" lang="es-CL" sz="1800" u="none" cap="none" strike="noStrike">
                    <a:solidFill>
                      <a:schemeClr val="accent1"/>
                    </a:solidFill>
                    <a:latin typeface="Poppins"/>
                    <a:ea typeface="Poppins"/>
                    <a:cs typeface="Poppins"/>
                    <a:sym typeface="Poppins"/>
                  </a:rPr>
                  <a:t>nombres</a:t>
                </a:r>
                <a:endParaRPr b="0" i="0" sz="1400" u="none" cap="none" strike="noStrike">
                  <a:solidFill>
                    <a:srgbClr val="000000"/>
                  </a:solidFill>
                  <a:latin typeface="Arial"/>
                  <a:ea typeface="Arial"/>
                  <a:cs typeface="Arial"/>
                  <a:sym typeface="Arial"/>
                </a:endParaRPr>
              </a:p>
            </p:txBody>
          </p:sp>
          <p:grpSp>
            <p:nvGrpSpPr>
              <p:cNvPr id="813" name="Google Shape;813;p23"/>
              <p:cNvGrpSpPr/>
              <p:nvPr/>
            </p:nvGrpSpPr>
            <p:grpSpPr>
              <a:xfrm>
                <a:off x="4315655" y="2649741"/>
                <a:ext cx="976394" cy="3235982"/>
                <a:chOff x="4315655" y="2649741"/>
                <a:chExt cx="976394" cy="3235982"/>
              </a:xfrm>
            </p:grpSpPr>
            <p:sp>
              <p:nvSpPr>
                <p:cNvPr id="814" name="Google Shape;814;p23"/>
                <p:cNvSpPr/>
                <p:nvPr/>
              </p:nvSpPr>
              <p:spPr>
                <a:xfrm>
                  <a:off x="4315655"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815" name="Google Shape;815;p23"/>
                <p:cNvSpPr/>
                <p:nvPr/>
              </p:nvSpPr>
              <p:spPr>
                <a:xfrm>
                  <a:off x="4315655" y="3297716"/>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816" name="Google Shape;816;p23"/>
                <p:cNvSpPr/>
                <p:nvPr/>
              </p:nvSpPr>
              <p:spPr>
                <a:xfrm>
                  <a:off x="4315655" y="3938895"/>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817" name="Google Shape;817;p23"/>
                <p:cNvSpPr/>
                <p:nvPr/>
              </p:nvSpPr>
              <p:spPr>
                <a:xfrm>
                  <a:off x="4315655" y="4586870"/>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818" name="Google Shape;818;p23"/>
                <p:cNvSpPr/>
                <p:nvPr/>
              </p:nvSpPr>
              <p:spPr>
                <a:xfrm>
                  <a:off x="4315655" y="5234795"/>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grpSp>
        </p:grpSp>
      </p:grpSp>
      <p:sp>
        <p:nvSpPr>
          <p:cNvPr id="819" name="Google Shape;819;p23"/>
          <p:cNvSpPr/>
          <p:nvPr/>
        </p:nvSpPr>
        <p:spPr>
          <a:xfrm>
            <a:off x="3249437" y="5352066"/>
            <a:ext cx="757273" cy="512333"/>
          </a:xfrm>
          <a:prstGeom prst="rect">
            <a:avLst/>
          </a:prstGeom>
          <a:solidFill>
            <a:schemeClr val="accent2"/>
          </a:solidFill>
          <a:ln cap="flat" cmpd="sng" w="12700">
            <a:solidFill>
              <a:srgbClr val="B7202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grpSp>
        <p:nvGrpSpPr>
          <p:cNvPr id="820" name="Google Shape;820;p23"/>
          <p:cNvGrpSpPr/>
          <p:nvPr/>
        </p:nvGrpSpPr>
        <p:grpSpPr>
          <a:xfrm>
            <a:off x="4164453" y="5358872"/>
            <a:ext cx="4543639" cy="512333"/>
            <a:chOff x="4164453" y="5358872"/>
            <a:chExt cx="4543639" cy="512333"/>
          </a:xfrm>
        </p:grpSpPr>
        <p:sp>
          <p:nvSpPr>
            <p:cNvPr id="821" name="Google Shape;821;p23"/>
            <p:cNvSpPr/>
            <p:nvPr/>
          </p:nvSpPr>
          <p:spPr>
            <a:xfrm>
              <a:off x="4164453" y="5358872"/>
              <a:ext cx="757273" cy="512333"/>
            </a:xfrm>
            <a:prstGeom prst="rect">
              <a:avLst/>
            </a:prstGeom>
            <a:solidFill>
              <a:schemeClr val="accent2"/>
            </a:solidFill>
            <a:ln cap="flat" cmpd="sng" w="12700">
              <a:solidFill>
                <a:srgbClr val="B7202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822" name="Google Shape;822;p23"/>
            <p:cNvSpPr/>
            <p:nvPr/>
          </p:nvSpPr>
          <p:spPr>
            <a:xfrm>
              <a:off x="4921726" y="5358872"/>
              <a:ext cx="757273" cy="512333"/>
            </a:xfrm>
            <a:prstGeom prst="rect">
              <a:avLst/>
            </a:prstGeom>
            <a:solidFill>
              <a:schemeClr val="accent2"/>
            </a:solidFill>
            <a:ln cap="flat" cmpd="sng" w="12700">
              <a:solidFill>
                <a:srgbClr val="B7202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823" name="Google Shape;823;p23"/>
            <p:cNvSpPr/>
            <p:nvPr/>
          </p:nvSpPr>
          <p:spPr>
            <a:xfrm>
              <a:off x="5678999" y="5358872"/>
              <a:ext cx="757273" cy="512333"/>
            </a:xfrm>
            <a:prstGeom prst="rect">
              <a:avLst/>
            </a:prstGeom>
            <a:solidFill>
              <a:schemeClr val="accent2"/>
            </a:solidFill>
            <a:ln cap="flat" cmpd="sng" w="12700">
              <a:solidFill>
                <a:srgbClr val="B7202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824" name="Google Shape;824;p23"/>
            <p:cNvSpPr/>
            <p:nvPr/>
          </p:nvSpPr>
          <p:spPr>
            <a:xfrm>
              <a:off x="6436273" y="5358872"/>
              <a:ext cx="757273" cy="512333"/>
            </a:xfrm>
            <a:prstGeom prst="rect">
              <a:avLst/>
            </a:prstGeom>
            <a:solidFill>
              <a:schemeClr val="accent2"/>
            </a:solidFill>
            <a:ln cap="flat" cmpd="sng" w="12700">
              <a:solidFill>
                <a:srgbClr val="B7202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825" name="Google Shape;825;p23"/>
            <p:cNvSpPr/>
            <p:nvPr/>
          </p:nvSpPr>
          <p:spPr>
            <a:xfrm>
              <a:off x="7193546" y="5358872"/>
              <a:ext cx="757273" cy="512333"/>
            </a:xfrm>
            <a:prstGeom prst="rect">
              <a:avLst/>
            </a:prstGeom>
            <a:solidFill>
              <a:schemeClr val="accent2"/>
            </a:solidFill>
            <a:ln cap="flat" cmpd="sng" w="12700">
              <a:solidFill>
                <a:srgbClr val="B7202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826" name="Google Shape;826;p23"/>
            <p:cNvSpPr/>
            <p:nvPr/>
          </p:nvSpPr>
          <p:spPr>
            <a:xfrm>
              <a:off x="7950819" y="5358872"/>
              <a:ext cx="757273" cy="512333"/>
            </a:xfrm>
            <a:prstGeom prst="rect">
              <a:avLst/>
            </a:prstGeom>
            <a:solidFill>
              <a:schemeClr val="accent2"/>
            </a:solidFill>
            <a:ln cap="flat" cmpd="sng" w="12700">
              <a:solidFill>
                <a:srgbClr val="B7202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grpSp>
      <p:sp>
        <p:nvSpPr>
          <p:cNvPr id="827" name="Google Shape;827;p23"/>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p>
            <a:pPr indent="0" lvl="0" marL="0" rtl="0" algn="l">
              <a:lnSpc>
                <a:spcPct val="90000"/>
              </a:lnSpc>
              <a:spcBef>
                <a:spcPts val="0"/>
              </a:spcBef>
              <a:spcAft>
                <a:spcPts val="0"/>
              </a:spcAft>
              <a:buClr>
                <a:schemeClr val="dk1"/>
              </a:buClr>
              <a:buSzPts val="3200"/>
              <a:buFont typeface="Poppins"/>
              <a:buNone/>
            </a:pPr>
            <a:r>
              <a:rPr lang="es-CL"/>
              <a:t>Algo equivalente pasa con los nombres</a:t>
            </a:r>
            <a:endParaRPr/>
          </a:p>
        </p:txBody>
      </p:sp>
      <p:sp>
        <p:nvSpPr>
          <p:cNvPr id="828" name="Google Shape;828;p23"/>
          <p:cNvSpPr txBox="1"/>
          <p:nvPr/>
        </p:nvSpPr>
        <p:spPr>
          <a:xfrm>
            <a:off x="1112989" y="615954"/>
            <a:ext cx="1496564"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CL" sz="1200" u="none" cap="none" strike="noStrike">
                <a:solidFill>
                  <a:schemeClr val="accent1"/>
                </a:solidFill>
                <a:latin typeface="Poppins"/>
                <a:ea typeface="Poppins"/>
                <a:cs typeface="Poppins"/>
                <a:sym typeface="Poppins"/>
              </a:rPr>
              <a:t>Clase 10: Matrices</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65"/>
                                        </p:tgtEl>
                                        <p:attrNameLst>
                                          <p:attrName>style.visibility</p:attrName>
                                        </p:attrNameLst>
                                      </p:cBhvr>
                                      <p:to>
                                        <p:strVal val="visible"/>
                                      </p:to>
                                    </p:set>
                                    <p:anim calcmode="lin" valueType="num">
                                      <p:cBhvr additive="base">
                                        <p:cTn dur="500"/>
                                        <p:tgtEl>
                                          <p:spTgt spid="765"/>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19"/>
                                        </p:tgtEl>
                                        <p:attrNameLst>
                                          <p:attrName>style.visibility</p:attrName>
                                        </p:attrNameLst>
                                      </p:cBhvr>
                                      <p:to>
                                        <p:strVal val="visible"/>
                                      </p:to>
                                    </p:set>
                                    <p:anim calcmode="lin" valueType="num">
                                      <p:cBhvr additive="base">
                                        <p:cTn dur="500"/>
                                        <p:tgtEl>
                                          <p:spTgt spid="819"/>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20"/>
                                        </p:tgtEl>
                                        <p:attrNameLst>
                                          <p:attrName>style.visibility</p:attrName>
                                        </p:attrNameLst>
                                      </p:cBhvr>
                                      <p:to>
                                        <p:strVal val="visible"/>
                                      </p:to>
                                    </p:set>
                                    <p:anim calcmode="lin" valueType="num">
                                      <p:cBhvr additive="base">
                                        <p:cTn dur="500"/>
                                        <p:tgtEl>
                                          <p:spTgt spid="820"/>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2" name="Shape 832"/>
        <p:cNvGrpSpPr/>
        <p:nvPr/>
      </p:nvGrpSpPr>
      <p:grpSpPr>
        <a:xfrm>
          <a:off x="0" y="0"/>
          <a:ext cx="0" cy="0"/>
          <a:chOff x="0" y="0"/>
          <a:chExt cx="0" cy="0"/>
        </a:xfrm>
      </p:grpSpPr>
      <p:sp>
        <p:nvSpPr>
          <p:cNvPr id="833" name="Google Shape;833;p24"/>
          <p:cNvSpPr/>
          <p:nvPr/>
        </p:nvSpPr>
        <p:spPr>
          <a:xfrm>
            <a:off x="1112989" y="1661435"/>
            <a:ext cx="9982202" cy="1630204"/>
          </a:xfrm>
          <a:prstGeom prst="roundRect">
            <a:avLst>
              <a:gd fmla="val 12317" name="adj"/>
            </a:avLst>
          </a:prstGeom>
          <a:solidFill>
            <a:srgbClr val="FFFFFF"/>
          </a:solidFill>
          <a:ln>
            <a:noFill/>
          </a:ln>
        </p:spPr>
        <p:txBody>
          <a:bodyPr anchorCtr="0" anchor="ctr" bIns="0" lIns="504000" spcFirstLastPara="1" rIns="274300" wrap="square" tIns="0">
            <a:noAutofit/>
          </a:bodyPr>
          <a:lstStyle/>
          <a:p>
            <a:pPr indent="0" lvl="0" marL="0" marR="0" rtl="0" algn="l">
              <a:lnSpc>
                <a:spcPct val="120000"/>
              </a:lnSpc>
              <a:spcBef>
                <a:spcPts val="0"/>
              </a:spcBef>
              <a:spcAft>
                <a:spcPts val="0"/>
              </a:spcAft>
              <a:buClr>
                <a:srgbClr val="000000"/>
              </a:buClr>
              <a:buSzPts val="2000"/>
              <a:buFont typeface="Arial"/>
              <a:buNone/>
            </a:pPr>
            <a:r>
              <a:rPr b="0" i="0" lang="es-CL" sz="2000" u="none" cap="none" strike="noStrike">
                <a:solidFill>
                  <a:schemeClr val="dk1"/>
                </a:solidFill>
                <a:latin typeface="Poppins"/>
                <a:ea typeface="Poppins"/>
                <a:cs typeface="Poppins"/>
                <a:sym typeface="Poppins"/>
              </a:rPr>
              <a:t>Comienza con las listas de países y nombres vacías, y la matriz de contadores suficientemente grande para almacenar todos los datos. Esta matriz está llena de ceros.</a:t>
            </a:r>
            <a:endParaRPr b="0" i="0" sz="1400" u="none" cap="none" strike="noStrike">
              <a:solidFill>
                <a:srgbClr val="000000"/>
              </a:solidFill>
              <a:latin typeface="Arial"/>
              <a:ea typeface="Arial"/>
              <a:cs typeface="Arial"/>
              <a:sym typeface="Arial"/>
            </a:endParaRPr>
          </a:p>
        </p:txBody>
      </p:sp>
      <p:grpSp>
        <p:nvGrpSpPr>
          <p:cNvPr id="834" name="Google Shape;834;p24"/>
          <p:cNvGrpSpPr/>
          <p:nvPr/>
        </p:nvGrpSpPr>
        <p:grpSpPr>
          <a:xfrm>
            <a:off x="4627042" y="3021471"/>
            <a:ext cx="5864213" cy="3526441"/>
            <a:chOff x="3143682" y="2950351"/>
            <a:chExt cx="5864213" cy="3526441"/>
          </a:xfrm>
        </p:grpSpPr>
        <p:sp>
          <p:nvSpPr>
            <p:cNvPr id="835" name="Google Shape;835;p24"/>
            <p:cNvSpPr/>
            <p:nvPr/>
          </p:nvSpPr>
          <p:spPr>
            <a:xfrm>
              <a:off x="4464256" y="3281163"/>
              <a:ext cx="757273" cy="512334"/>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836" name="Google Shape;836;p24"/>
            <p:cNvSpPr/>
            <p:nvPr/>
          </p:nvSpPr>
          <p:spPr>
            <a:xfrm>
              <a:off x="5221529" y="3281163"/>
              <a:ext cx="757273" cy="512334"/>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837" name="Google Shape;837;p24"/>
            <p:cNvSpPr/>
            <p:nvPr/>
          </p:nvSpPr>
          <p:spPr>
            <a:xfrm>
              <a:off x="5978802" y="3281163"/>
              <a:ext cx="757273" cy="512334"/>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838" name="Google Shape;838;p24"/>
            <p:cNvSpPr/>
            <p:nvPr/>
          </p:nvSpPr>
          <p:spPr>
            <a:xfrm>
              <a:off x="6736076" y="3281163"/>
              <a:ext cx="757273" cy="512334"/>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839" name="Google Shape;839;p24"/>
            <p:cNvSpPr/>
            <p:nvPr/>
          </p:nvSpPr>
          <p:spPr>
            <a:xfrm>
              <a:off x="7493349" y="3281163"/>
              <a:ext cx="757273" cy="512334"/>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840" name="Google Shape;840;p24"/>
            <p:cNvSpPr/>
            <p:nvPr/>
          </p:nvSpPr>
          <p:spPr>
            <a:xfrm>
              <a:off x="8250622" y="3281163"/>
              <a:ext cx="757273" cy="512334"/>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841" name="Google Shape;841;p24"/>
            <p:cNvSpPr txBox="1"/>
            <p:nvPr/>
          </p:nvSpPr>
          <p:spPr>
            <a:xfrm>
              <a:off x="4422187" y="2950351"/>
              <a:ext cx="193525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s-CL" sz="1800" u="none" cap="none" strike="noStrike">
                  <a:solidFill>
                    <a:schemeClr val="accent1"/>
                  </a:solidFill>
                  <a:latin typeface="Poppins"/>
                  <a:ea typeface="Poppins"/>
                  <a:cs typeface="Poppins"/>
                  <a:sym typeface="Poppins"/>
                </a:rPr>
                <a:t>países</a:t>
              </a:r>
              <a:endParaRPr b="0" i="0" sz="1400" u="none" cap="none" strike="noStrike">
                <a:solidFill>
                  <a:srgbClr val="000000"/>
                </a:solidFill>
                <a:latin typeface="Arial"/>
                <a:ea typeface="Arial"/>
                <a:cs typeface="Arial"/>
                <a:sym typeface="Arial"/>
              </a:endParaRPr>
            </a:p>
          </p:txBody>
        </p:sp>
        <p:sp>
          <p:nvSpPr>
            <p:cNvPr id="842" name="Google Shape;842;p24"/>
            <p:cNvSpPr/>
            <p:nvPr/>
          </p:nvSpPr>
          <p:spPr>
            <a:xfrm>
              <a:off x="4464256" y="3929810"/>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843" name="Google Shape;843;p24"/>
            <p:cNvSpPr/>
            <p:nvPr/>
          </p:nvSpPr>
          <p:spPr>
            <a:xfrm>
              <a:off x="5221529" y="3929810"/>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844" name="Google Shape;844;p24"/>
            <p:cNvSpPr/>
            <p:nvPr/>
          </p:nvSpPr>
          <p:spPr>
            <a:xfrm>
              <a:off x="5978802" y="3929810"/>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845" name="Google Shape;845;p24"/>
            <p:cNvSpPr/>
            <p:nvPr/>
          </p:nvSpPr>
          <p:spPr>
            <a:xfrm>
              <a:off x="6736076" y="3929810"/>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846" name="Google Shape;846;p24"/>
            <p:cNvSpPr/>
            <p:nvPr/>
          </p:nvSpPr>
          <p:spPr>
            <a:xfrm>
              <a:off x="7493349" y="3929810"/>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847" name="Google Shape;847;p24"/>
            <p:cNvSpPr/>
            <p:nvPr/>
          </p:nvSpPr>
          <p:spPr>
            <a:xfrm>
              <a:off x="8250622" y="3929810"/>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848" name="Google Shape;848;p24"/>
            <p:cNvSpPr/>
            <p:nvPr/>
          </p:nvSpPr>
          <p:spPr>
            <a:xfrm>
              <a:off x="4464256" y="443981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849" name="Google Shape;849;p24"/>
            <p:cNvSpPr/>
            <p:nvPr/>
          </p:nvSpPr>
          <p:spPr>
            <a:xfrm>
              <a:off x="5221529" y="443981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850" name="Google Shape;850;p24"/>
            <p:cNvSpPr/>
            <p:nvPr/>
          </p:nvSpPr>
          <p:spPr>
            <a:xfrm>
              <a:off x="5978802" y="443981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851" name="Google Shape;851;p24"/>
            <p:cNvSpPr/>
            <p:nvPr/>
          </p:nvSpPr>
          <p:spPr>
            <a:xfrm>
              <a:off x="6736076" y="443981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852" name="Google Shape;852;p24"/>
            <p:cNvSpPr/>
            <p:nvPr/>
          </p:nvSpPr>
          <p:spPr>
            <a:xfrm>
              <a:off x="7493349" y="443981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853" name="Google Shape;853;p24"/>
            <p:cNvSpPr/>
            <p:nvPr/>
          </p:nvSpPr>
          <p:spPr>
            <a:xfrm>
              <a:off x="8250622" y="443981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854" name="Google Shape;854;p24"/>
            <p:cNvSpPr/>
            <p:nvPr/>
          </p:nvSpPr>
          <p:spPr>
            <a:xfrm>
              <a:off x="4464256" y="494447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855" name="Google Shape;855;p24"/>
            <p:cNvSpPr/>
            <p:nvPr/>
          </p:nvSpPr>
          <p:spPr>
            <a:xfrm>
              <a:off x="5221529" y="494447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856" name="Google Shape;856;p24"/>
            <p:cNvSpPr/>
            <p:nvPr/>
          </p:nvSpPr>
          <p:spPr>
            <a:xfrm>
              <a:off x="5978802" y="494447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857" name="Google Shape;857;p24"/>
            <p:cNvSpPr/>
            <p:nvPr/>
          </p:nvSpPr>
          <p:spPr>
            <a:xfrm>
              <a:off x="6736076" y="494447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858" name="Google Shape;858;p24"/>
            <p:cNvSpPr/>
            <p:nvPr/>
          </p:nvSpPr>
          <p:spPr>
            <a:xfrm>
              <a:off x="7493349" y="494447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859" name="Google Shape;859;p24"/>
            <p:cNvSpPr/>
            <p:nvPr/>
          </p:nvSpPr>
          <p:spPr>
            <a:xfrm>
              <a:off x="8250622" y="494447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860" name="Google Shape;860;p24"/>
            <p:cNvSpPr/>
            <p:nvPr/>
          </p:nvSpPr>
          <p:spPr>
            <a:xfrm>
              <a:off x="4464256" y="545448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861" name="Google Shape;861;p24"/>
            <p:cNvSpPr/>
            <p:nvPr/>
          </p:nvSpPr>
          <p:spPr>
            <a:xfrm>
              <a:off x="5221529" y="545448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862" name="Google Shape;862;p24"/>
            <p:cNvSpPr/>
            <p:nvPr/>
          </p:nvSpPr>
          <p:spPr>
            <a:xfrm>
              <a:off x="5978802" y="545448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863" name="Google Shape;863;p24"/>
            <p:cNvSpPr/>
            <p:nvPr/>
          </p:nvSpPr>
          <p:spPr>
            <a:xfrm>
              <a:off x="6736076" y="545448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864" name="Google Shape;864;p24"/>
            <p:cNvSpPr/>
            <p:nvPr/>
          </p:nvSpPr>
          <p:spPr>
            <a:xfrm>
              <a:off x="7493349" y="545448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865" name="Google Shape;865;p24"/>
            <p:cNvSpPr/>
            <p:nvPr/>
          </p:nvSpPr>
          <p:spPr>
            <a:xfrm>
              <a:off x="8250622" y="545448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866" name="Google Shape;866;p24"/>
            <p:cNvSpPr/>
            <p:nvPr/>
          </p:nvSpPr>
          <p:spPr>
            <a:xfrm>
              <a:off x="4464256" y="596445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867" name="Google Shape;867;p24"/>
            <p:cNvSpPr/>
            <p:nvPr/>
          </p:nvSpPr>
          <p:spPr>
            <a:xfrm>
              <a:off x="5221529" y="596445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868" name="Google Shape;868;p24"/>
            <p:cNvSpPr/>
            <p:nvPr/>
          </p:nvSpPr>
          <p:spPr>
            <a:xfrm>
              <a:off x="5978802" y="596445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869" name="Google Shape;869;p24"/>
            <p:cNvSpPr/>
            <p:nvPr/>
          </p:nvSpPr>
          <p:spPr>
            <a:xfrm>
              <a:off x="6736076" y="596445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870" name="Google Shape;870;p24"/>
            <p:cNvSpPr/>
            <p:nvPr/>
          </p:nvSpPr>
          <p:spPr>
            <a:xfrm>
              <a:off x="7493349" y="596445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871" name="Google Shape;871;p24"/>
            <p:cNvSpPr/>
            <p:nvPr/>
          </p:nvSpPr>
          <p:spPr>
            <a:xfrm>
              <a:off x="8250622" y="596445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872" name="Google Shape;872;p24"/>
            <p:cNvSpPr txBox="1"/>
            <p:nvPr/>
          </p:nvSpPr>
          <p:spPr>
            <a:xfrm rot="-5400000">
              <a:off x="2346374" y="4670304"/>
              <a:ext cx="1963947" cy="369332"/>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Arial"/>
                <a:buNone/>
              </a:pPr>
              <a:r>
                <a:rPr b="1" i="0" lang="es-CL" sz="1800" u="none" cap="none" strike="noStrike">
                  <a:solidFill>
                    <a:schemeClr val="accent1"/>
                  </a:solidFill>
                  <a:latin typeface="Poppins"/>
                  <a:ea typeface="Poppins"/>
                  <a:cs typeface="Poppins"/>
                  <a:sym typeface="Poppins"/>
                </a:rPr>
                <a:t>nombres</a:t>
              </a:r>
              <a:endParaRPr b="0" i="0" sz="1400" u="none" cap="none" strike="noStrike">
                <a:solidFill>
                  <a:srgbClr val="000000"/>
                </a:solidFill>
                <a:latin typeface="Arial"/>
                <a:ea typeface="Arial"/>
                <a:cs typeface="Arial"/>
                <a:sym typeface="Arial"/>
              </a:endParaRPr>
            </a:p>
          </p:txBody>
        </p:sp>
        <p:sp>
          <p:nvSpPr>
            <p:cNvPr id="873" name="Google Shape;873;p24"/>
            <p:cNvSpPr/>
            <p:nvPr/>
          </p:nvSpPr>
          <p:spPr>
            <a:xfrm>
              <a:off x="3549240" y="3929810"/>
              <a:ext cx="757273" cy="512333"/>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874" name="Google Shape;874;p24"/>
            <p:cNvSpPr/>
            <p:nvPr/>
          </p:nvSpPr>
          <p:spPr>
            <a:xfrm>
              <a:off x="3549240" y="4439819"/>
              <a:ext cx="757273" cy="512333"/>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875" name="Google Shape;875;p24"/>
            <p:cNvSpPr/>
            <p:nvPr/>
          </p:nvSpPr>
          <p:spPr>
            <a:xfrm>
              <a:off x="3549240" y="4944479"/>
              <a:ext cx="757273" cy="512333"/>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876" name="Google Shape;876;p24"/>
            <p:cNvSpPr/>
            <p:nvPr/>
          </p:nvSpPr>
          <p:spPr>
            <a:xfrm>
              <a:off x="3549240" y="5454489"/>
              <a:ext cx="757273" cy="512333"/>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877" name="Google Shape;877;p24"/>
            <p:cNvSpPr/>
            <p:nvPr/>
          </p:nvSpPr>
          <p:spPr>
            <a:xfrm>
              <a:off x="3549240" y="5964459"/>
              <a:ext cx="757273" cy="512333"/>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grpSp>
      <p:sp>
        <p:nvSpPr>
          <p:cNvPr id="878" name="Google Shape;878;p24"/>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p>
            <a:pPr indent="0" lvl="0" marL="0" rtl="0" algn="l">
              <a:lnSpc>
                <a:spcPct val="90000"/>
              </a:lnSpc>
              <a:spcBef>
                <a:spcPts val="0"/>
              </a:spcBef>
              <a:spcAft>
                <a:spcPts val="0"/>
              </a:spcAft>
              <a:buClr>
                <a:schemeClr val="dk1"/>
              </a:buClr>
              <a:buSzPts val="3200"/>
              <a:buFont typeface="Poppins"/>
              <a:buNone/>
            </a:pPr>
            <a:r>
              <a:rPr lang="es-CL"/>
              <a:t>Paso a paso</a:t>
            </a:r>
            <a:endParaRPr/>
          </a:p>
        </p:txBody>
      </p:sp>
      <p:sp>
        <p:nvSpPr>
          <p:cNvPr id="879" name="Google Shape;879;p24"/>
          <p:cNvSpPr txBox="1"/>
          <p:nvPr/>
        </p:nvSpPr>
        <p:spPr>
          <a:xfrm>
            <a:off x="1112989" y="615954"/>
            <a:ext cx="1496564"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CL" sz="1200" u="none" cap="none" strike="noStrike">
                <a:solidFill>
                  <a:schemeClr val="accent1"/>
                </a:solidFill>
                <a:latin typeface="Poppins"/>
                <a:ea typeface="Poppins"/>
                <a:cs typeface="Poppins"/>
                <a:sym typeface="Poppins"/>
              </a:rPr>
              <a:t>Clase 10: Matrices</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33"/>
                                        </p:tgtEl>
                                        <p:attrNameLst>
                                          <p:attrName>style.visibility</p:attrName>
                                        </p:attrNameLst>
                                      </p:cBhvr>
                                      <p:to>
                                        <p:strVal val="visible"/>
                                      </p:to>
                                    </p:set>
                                    <p:anim calcmode="lin" valueType="num">
                                      <p:cBhvr additive="base">
                                        <p:cTn dur="1000"/>
                                        <p:tgtEl>
                                          <p:spTgt spid="833"/>
                                        </p:tgtEl>
                                        <p:attrNameLst>
                                          <p:attrName>ppt_y</p:attrName>
                                        </p:attrNameLst>
                                      </p:cBhvr>
                                      <p:tavLst>
                                        <p:tav fmla="" tm="0">
                                          <p:val>
                                            <p:strVal val="#ppt_y+1"/>
                                          </p:val>
                                        </p:tav>
                                        <p:tav fmla="" tm="100000">
                                          <p:val>
                                            <p:strVal val="#ppt_y"/>
                                          </p:val>
                                        </p:tav>
                                      </p:tavLst>
                                    </p:anim>
                                  </p:childTnLst>
                                </p:cTn>
                              </p:par>
                              <p:par>
                                <p:cTn fill="hold" nodeType="withEffect" presetClass="entr" presetID="10" presetSubtype="0">
                                  <p:stCondLst>
                                    <p:cond delay="0"/>
                                  </p:stCondLst>
                                  <p:childTnLst>
                                    <p:set>
                                      <p:cBhvr>
                                        <p:cTn dur="1" fill="hold">
                                          <p:stCondLst>
                                            <p:cond delay="0"/>
                                          </p:stCondLst>
                                        </p:cTn>
                                        <p:tgtEl>
                                          <p:spTgt spid="833">
                                            <p:txEl>
                                              <p:pRg end="0" st="0"/>
                                            </p:txEl>
                                          </p:spTgt>
                                        </p:tgtEl>
                                        <p:attrNameLst>
                                          <p:attrName>style.visibility</p:attrName>
                                        </p:attrNameLst>
                                      </p:cBhvr>
                                      <p:to>
                                        <p:strVal val="visible"/>
                                      </p:to>
                                    </p:set>
                                    <p:animEffect filter="fade" transition="in">
                                      <p:cBhvr>
                                        <p:cTn dur="1000"/>
                                        <p:tgtEl>
                                          <p:spTgt spid="83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34"/>
                                        </p:tgtEl>
                                        <p:attrNameLst>
                                          <p:attrName>style.visibility</p:attrName>
                                        </p:attrNameLst>
                                      </p:cBhvr>
                                      <p:to>
                                        <p:strVal val="visible"/>
                                      </p:to>
                                    </p:set>
                                    <p:anim calcmode="lin" valueType="num">
                                      <p:cBhvr additive="base">
                                        <p:cTn dur="500"/>
                                        <p:tgtEl>
                                          <p:spTgt spid="834"/>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3" name="Shape 883"/>
        <p:cNvGrpSpPr/>
        <p:nvPr/>
      </p:nvGrpSpPr>
      <p:grpSpPr>
        <a:xfrm>
          <a:off x="0" y="0"/>
          <a:ext cx="0" cy="0"/>
          <a:chOff x="0" y="0"/>
          <a:chExt cx="0" cy="0"/>
        </a:xfrm>
      </p:grpSpPr>
      <p:sp>
        <p:nvSpPr>
          <p:cNvPr id="884" name="Google Shape;884;p25"/>
          <p:cNvSpPr/>
          <p:nvPr/>
        </p:nvSpPr>
        <p:spPr>
          <a:xfrm>
            <a:off x="4464256" y="3281163"/>
            <a:ext cx="757273" cy="512334"/>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885" name="Google Shape;885;p25"/>
          <p:cNvSpPr/>
          <p:nvPr/>
        </p:nvSpPr>
        <p:spPr>
          <a:xfrm>
            <a:off x="5221529" y="3281163"/>
            <a:ext cx="757273" cy="512334"/>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886" name="Google Shape;886;p25"/>
          <p:cNvSpPr/>
          <p:nvPr/>
        </p:nvSpPr>
        <p:spPr>
          <a:xfrm>
            <a:off x="5978802" y="3281163"/>
            <a:ext cx="757273" cy="512334"/>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887" name="Google Shape;887;p25"/>
          <p:cNvSpPr/>
          <p:nvPr/>
        </p:nvSpPr>
        <p:spPr>
          <a:xfrm>
            <a:off x="6736076" y="3281163"/>
            <a:ext cx="757273" cy="512334"/>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888" name="Google Shape;888;p25"/>
          <p:cNvSpPr/>
          <p:nvPr/>
        </p:nvSpPr>
        <p:spPr>
          <a:xfrm>
            <a:off x="7493349" y="3281163"/>
            <a:ext cx="757273" cy="512334"/>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889" name="Google Shape;889;p25"/>
          <p:cNvSpPr/>
          <p:nvPr/>
        </p:nvSpPr>
        <p:spPr>
          <a:xfrm>
            <a:off x="8250622" y="3281163"/>
            <a:ext cx="757273" cy="512334"/>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890" name="Google Shape;890;p25"/>
          <p:cNvSpPr txBox="1"/>
          <p:nvPr/>
        </p:nvSpPr>
        <p:spPr>
          <a:xfrm>
            <a:off x="4422187" y="2950351"/>
            <a:ext cx="193525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s-CL" sz="1800" u="none" cap="none" strike="noStrike">
                <a:solidFill>
                  <a:schemeClr val="accent1"/>
                </a:solidFill>
                <a:latin typeface="Poppins"/>
                <a:ea typeface="Poppins"/>
                <a:cs typeface="Poppins"/>
                <a:sym typeface="Poppins"/>
              </a:rPr>
              <a:t>países</a:t>
            </a:r>
            <a:endParaRPr b="0" i="0" sz="1400" u="none" cap="none" strike="noStrike">
              <a:solidFill>
                <a:srgbClr val="000000"/>
              </a:solidFill>
              <a:latin typeface="Arial"/>
              <a:ea typeface="Arial"/>
              <a:cs typeface="Arial"/>
              <a:sym typeface="Arial"/>
            </a:endParaRPr>
          </a:p>
        </p:txBody>
      </p:sp>
      <p:sp>
        <p:nvSpPr>
          <p:cNvPr id="891" name="Google Shape;891;p25"/>
          <p:cNvSpPr/>
          <p:nvPr/>
        </p:nvSpPr>
        <p:spPr>
          <a:xfrm>
            <a:off x="4464256" y="3929810"/>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892" name="Google Shape;892;p25"/>
          <p:cNvSpPr/>
          <p:nvPr/>
        </p:nvSpPr>
        <p:spPr>
          <a:xfrm>
            <a:off x="5221529" y="3929810"/>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893" name="Google Shape;893;p25"/>
          <p:cNvSpPr/>
          <p:nvPr/>
        </p:nvSpPr>
        <p:spPr>
          <a:xfrm>
            <a:off x="5978802" y="3929810"/>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894" name="Google Shape;894;p25"/>
          <p:cNvSpPr/>
          <p:nvPr/>
        </p:nvSpPr>
        <p:spPr>
          <a:xfrm>
            <a:off x="6736076" y="3929810"/>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895" name="Google Shape;895;p25"/>
          <p:cNvSpPr/>
          <p:nvPr/>
        </p:nvSpPr>
        <p:spPr>
          <a:xfrm>
            <a:off x="7493349" y="3929810"/>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896" name="Google Shape;896;p25"/>
          <p:cNvSpPr/>
          <p:nvPr/>
        </p:nvSpPr>
        <p:spPr>
          <a:xfrm>
            <a:off x="8250622" y="3929810"/>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897" name="Google Shape;897;p25"/>
          <p:cNvSpPr/>
          <p:nvPr/>
        </p:nvSpPr>
        <p:spPr>
          <a:xfrm>
            <a:off x="4464256" y="443981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898" name="Google Shape;898;p25"/>
          <p:cNvSpPr/>
          <p:nvPr/>
        </p:nvSpPr>
        <p:spPr>
          <a:xfrm>
            <a:off x="5221529" y="443981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899" name="Google Shape;899;p25"/>
          <p:cNvSpPr/>
          <p:nvPr/>
        </p:nvSpPr>
        <p:spPr>
          <a:xfrm>
            <a:off x="5978802" y="443981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900" name="Google Shape;900;p25"/>
          <p:cNvSpPr/>
          <p:nvPr/>
        </p:nvSpPr>
        <p:spPr>
          <a:xfrm>
            <a:off x="6736076" y="443981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901" name="Google Shape;901;p25"/>
          <p:cNvSpPr/>
          <p:nvPr/>
        </p:nvSpPr>
        <p:spPr>
          <a:xfrm>
            <a:off x="7493349" y="443981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902" name="Google Shape;902;p25"/>
          <p:cNvSpPr/>
          <p:nvPr/>
        </p:nvSpPr>
        <p:spPr>
          <a:xfrm>
            <a:off x="8250622" y="443981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903" name="Google Shape;903;p25"/>
          <p:cNvSpPr/>
          <p:nvPr/>
        </p:nvSpPr>
        <p:spPr>
          <a:xfrm>
            <a:off x="4464256" y="494447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904" name="Google Shape;904;p25"/>
          <p:cNvSpPr/>
          <p:nvPr/>
        </p:nvSpPr>
        <p:spPr>
          <a:xfrm>
            <a:off x="5221529" y="494447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905" name="Google Shape;905;p25"/>
          <p:cNvSpPr/>
          <p:nvPr/>
        </p:nvSpPr>
        <p:spPr>
          <a:xfrm>
            <a:off x="5978802" y="494447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906" name="Google Shape;906;p25"/>
          <p:cNvSpPr/>
          <p:nvPr/>
        </p:nvSpPr>
        <p:spPr>
          <a:xfrm>
            <a:off x="6736076" y="494447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907" name="Google Shape;907;p25"/>
          <p:cNvSpPr/>
          <p:nvPr/>
        </p:nvSpPr>
        <p:spPr>
          <a:xfrm>
            <a:off x="7493349" y="494447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908" name="Google Shape;908;p25"/>
          <p:cNvSpPr/>
          <p:nvPr/>
        </p:nvSpPr>
        <p:spPr>
          <a:xfrm>
            <a:off x="8250622" y="494447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909" name="Google Shape;909;p25"/>
          <p:cNvSpPr/>
          <p:nvPr/>
        </p:nvSpPr>
        <p:spPr>
          <a:xfrm>
            <a:off x="4464256" y="545448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910" name="Google Shape;910;p25"/>
          <p:cNvSpPr/>
          <p:nvPr/>
        </p:nvSpPr>
        <p:spPr>
          <a:xfrm>
            <a:off x="5221529" y="545448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911" name="Google Shape;911;p25"/>
          <p:cNvSpPr/>
          <p:nvPr/>
        </p:nvSpPr>
        <p:spPr>
          <a:xfrm>
            <a:off x="5978802" y="545448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912" name="Google Shape;912;p25"/>
          <p:cNvSpPr/>
          <p:nvPr/>
        </p:nvSpPr>
        <p:spPr>
          <a:xfrm>
            <a:off x="6736076" y="545448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913" name="Google Shape;913;p25"/>
          <p:cNvSpPr/>
          <p:nvPr/>
        </p:nvSpPr>
        <p:spPr>
          <a:xfrm>
            <a:off x="7493349" y="545448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914" name="Google Shape;914;p25"/>
          <p:cNvSpPr/>
          <p:nvPr/>
        </p:nvSpPr>
        <p:spPr>
          <a:xfrm>
            <a:off x="8250622" y="545448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915" name="Google Shape;915;p25"/>
          <p:cNvSpPr/>
          <p:nvPr/>
        </p:nvSpPr>
        <p:spPr>
          <a:xfrm>
            <a:off x="4464256" y="596445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916" name="Google Shape;916;p25"/>
          <p:cNvSpPr/>
          <p:nvPr/>
        </p:nvSpPr>
        <p:spPr>
          <a:xfrm>
            <a:off x="5221529" y="596445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917" name="Google Shape;917;p25"/>
          <p:cNvSpPr/>
          <p:nvPr/>
        </p:nvSpPr>
        <p:spPr>
          <a:xfrm>
            <a:off x="5978802" y="596445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918" name="Google Shape;918;p25"/>
          <p:cNvSpPr/>
          <p:nvPr/>
        </p:nvSpPr>
        <p:spPr>
          <a:xfrm>
            <a:off x="6736076" y="596445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919" name="Google Shape;919;p25"/>
          <p:cNvSpPr/>
          <p:nvPr/>
        </p:nvSpPr>
        <p:spPr>
          <a:xfrm>
            <a:off x="1076324" y="1746428"/>
            <a:ext cx="9982202" cy="898509"/>
          </a:xfrm>
          <a:prstGeom prst="roundRect">
            <a:avLst>
              <a:gd fmla="val 33801" name="adj"/>
            </a:avLst>
          </a:prstGeom>
          <a:solidFill>
            <a:srgbClr val="FFFFFF"/>
          </a:solidFill>
          <a:ln>
            <a:noFill/>
          </a:ln>
        </p:spPr>
        <p:txBody>
          <a:bodyPr anchorCtr="0" anchor="ctr" bIns="0" lIns="504000" spcFirstLastPara="1" rIns="274300" wrap="square" tIns="0">
            <a:noAutofit/>
          </a:bodyPr>
          <a:lstStyle/>
          <a:p>
            <a:pPr indent="0" lvl="0" marL="0" marR="0" rtl="0" algn="l">
              <a:lnSpc>
                <a:spcPct val="120000"/>
              </a:lnSpc>
              <a:spcBef>
                <a:spcPts val="0"/>
              </a:spcBef>
              <a:spcAft>
                <a:spcPts val="0"/>
              </a:spcAft>
              <a:buClr>
                <a:srgbClr val="000000"/>
              </a:buClr>
              <a:buSzPts val="2000"/>
              <a:buFont typeface="Arial"/>
              <a:buNone/>
            </a:pPr>
            <a:r>
              <a:rPr b="0" i="0" lang="es-CL" sz="2000" u="none" cap="none" strike="noStrike">
                <a:solidFill>
                  <a:schemeClr val="dk1"/>
                </a:solidFill>
                <a:latin typeface="Poppins"/>
                <a:ea typeface="Poppins"/>
                <a:cs typeface="Poppins"/>
                <a:sym typeface="Poppins"/>
              </a:rPr>
              <a:t>El programa lee Miguel, Francia, 2010</a:t>
            </a:r>
            <a:endParaRPr b="0" i="0" sz="1400" u="none" cap="none" strike="noStrike">
              <a:solidFill>
                <a:srgbClr val="000000"/>
              </a:solidFill>
              <a:latin typeface="Arial"/>
              <a:ea typeface="Arial"/>
              <a:cs typeface="Arial"/>
              <a:sym typeface="Arial"/>
            </a:endParaRPr>
          </a:p>
        </p:txBody>
      </p:sp>
      <p:sp>
        <p:nvSpPr>
          <p:cNvPr id="920" name="Google Shape;920;p25"/>
          <p:cNvSpPr/>
          <p:nvPr/>
        </p:nvSpPr>
        <p:spPr>
          <a:xfrm>
            <a:off x="7493349" y="596445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921" name="Google Shape;921;p25"/>
          <p:cNvSpPr/>
          <p:nvPr/>
        </p:nvSpPr>
        <p:spPr>
          <a:xfrm>
            <a:off x="8250622" y="596445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922" name="Google Shape;922;p25"/>
          <p:cNvSpPr txBox="1"/>
          <p:nvPr/>
        </p:nvSpPr>
        <p:spPr>
          <a:xfrm rot="-5400000">
            <a:off x="2346374" y="4670304"/>
            <a:ext cx="1963947" cy="369332"/>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Arial"/>
              <a:buNone/>
            </a:pPr>
            <a:r>
              <a:rPr b="1" i="0" lang="es-CL" sz="1800" u="none" cap="none" strike="noStrike">
                <a:solidFill>
                  <a:schemeClr val="accent1"/>
                </a:solidFill>
                <a:latin typeface="Poppins"/>
                <a:ea typeface="Poppins"/>
                <a:cs typeface="Poppins"/>
                <a:sym typeface="Poppins"/>
              </a:rPr>
              <a:t>nombres</a:t>
            </a:r>
            <a:endParaRPr b="0" i="0" sz="1400" u="none" cap="none" strike="noStrike">
              <a:solidFill>
                <a:srgbClr val="000000"/>
              </a:solidFill>
              <a:latin typeface="Arial"/>
              <a:ea typeface="Arial"/>
              <a:cs typeface="Arial"/>
              <a:sym typeface="Arial"/>
            </a:endParaRPr>
          </a:p>
        </p:txBody>
      </p:sp>
      <p:sp>
        <p:nvSpPr>
          <p:cNvPr id="923" name="Google Shape;923;p25"/>
          <p:cNvSpPr/>
          <p:nvPr/>
        </p:nvSpPr>
        <p:spPr>
          <a:xfrm>
            <a:off x="3549240" y="3929810"/>
            <a:ext cx="757273" cy="512333"/>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924" name="Google Shape;924;p25"/>
          <p:cNvSpPr/>
          <p:nvPr/>
        </p:nvSpPr>
        <p:spPr>
          <a:xfrm>
            <a:off x="3549240" y="4439819"/>
            <a:ext cx="757273" cy="512333"/>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925" name="Google Shape;925;p25"/>
          <p:cNvSpPr/>
          <p:nvPr/>
        </p:nvSpPr>
        <p:spPr>
          <a:xfrm>
            <a:off x="3549240" y="4944479"/>
            <a:ext cx="757273" cy="512333"/>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926" name="Google Shape;926;p25"/>
          <p:cNvSpPr/>
          <p:nvPr/>
        </p:nvSpPr>
        <p:spPr>
          <a:xfrm>
            <a:off x="3549240" y="5454489"/>
            <a:ext cx="757273" cy="512333"/>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927" name="Google Shape;927;p25"/>
          <p:cNvSpPr/>
          <p:nvPr/>
        </p:nvSpPr>
        <p:spPr>
          <a:xfrm>
            <a:off x="3549240" y="5964459"/>
            <a:ext cx="757273" cy="512333"/>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928" name="Google Shape;928;p25"/>
          <p:cNvSpPr/>
          <p:nvPr/>
        </p:nvSpPr>
        <p:spPr>
          <a:xfrm>
            <a:off x="145664" y="2428633"/>
            <a:ext cx="2383340" cy="4269779"/>
          </a:xfrm>
          <a:prstGeom prst="wedgeRectCallout">
            <a:avLst>
              <a:gd fmla="val 75169" name="adj1"/>
              <a:gd fmla="val -10173" name="adj2"/>
            </a:avLst>
          </a:prstGeom>
          <a:solidFill>
            <a:schemeClr val="accent1"/>
          </a:solidFill>
          <a:ln cap="flat" cmpd="sng" w="12700">
            <a:solidFill>
              <a:srgbClr val="0045B5"/>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0" i="0" lang="es-CL" sz="2000" u="none" cap="none" strike="noStrike">
                <a:solidFill>
                  <a:schemeClr val="lt1"/>
                </a:solidFill>
                <a:latin typeface="Poppins"/>
                <a:ea typeface="Poppins"/>
                <a:cs typeface="Poppins"/>
                <a:sym typeface="Poppins"/>
              </a:rPr>
              <a:t>¿Existe Miguel?</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Poppins"/>
              <a:ea typeface="Poppins"/>
              <a:cs typeface="Poppins"/>
              <a:sym typeface="Poppins"/>
            </a:endParaRPr>
          </a:p>
          <a:p>
            <a:pPr indent="0" lvl="0" marL="0" marR="0" rtl="0" algn="ctr">
              <a:lnSpc>
                <a:spcPct val="100000"/>
              </a:lnSpc>
              <a:spcBef>
                <a:spcPts val="0"/>
              </a:spcBef>
              <a:spcAft>
                <a:spcPts val="0"/>
              </a:spcAft>
              <a:buClr>
                <a:srgbClr val="000000"/>
              </a:buClr>
              <a:buSzPts val="2000"/>
              <a:buFont typeface="Arial"/>
              <a:buNone/>
            </a:pPr>
            <a:r>
              <a:rPr b="0" i="0" lang="es-CL" sz="2000" u="none" cap="none" strike="noStrike">
                <a:solidFill>
                  <a:schemeClr val="lt1"/>
                </a:solidFill>
                <a:latin typeface="Poppins"/>
                <a:ea typeface="Poppins"/>
                <a:cs typeface="Poppins"/>
                <a:sym typeface="Poppins"/>
              </a:rPr>
              <a:t>No, así que lo agregas al final de la lista</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Poppins"/>
              <a:ea typeface="Poppins"/>
              <a:cs typeface="Poppins"/>
              <a:sym typeface="Poppins"/>
            </a:endParaRPr>
          </a:p>
          <a:p>
            <a:pPr indent="0" lvl="0" marL="0" marR="0" rtl="0" algn="ctr">
              <a:lnSpc>
                <a:spcPct val="100000"/>
              </a:lnSpc>
              <a:spcBef>
                <a:spcPts val="0"/>
              </a:spcBef>
              <a:spcAft>
                <a:spcPts val="0"/>
              </a:spcAft>
              <a:buClr>
                <a:srgbClr val="000000"/>
              </a:buClr>
              <a:buSzPts val="2000"/>
              <a:buFont typeface="Arial"/>
              <a:buNone/>
            </a:pPr>
            <a:r>
              <a:rPr b="0" i="0" lang="es-CL" sz="2000" u="none" cap="none" strike="noStrike">
                <a:solidFill>
                  <a:schemeClr val="lt1"/>
                </a:solidFill>
                <a:latin typeface="Poppins"/>
                <a:ea typeface="Poppins"/>
                <a:cs typeface="Poppins"/>
                <a:sym typeface="Poppins"/>
              </a:rPr>
              <a:t>(La lista está actualmente vacía, así que al agregarlo al final, queda en primer lugar)</a:t>
            </a:r>
            <a:endParaRPr b="0" i="0" sz="1400" u="none" cap="none" strike="noStrike">
              <a:solidFill>
                <a:srgbClr val="000000"/>
              </a:solidFill>
              <a:latin typeface="Arial"/>
              <a:ea typeface="Arial"/>
              <a:cs typeface="Arial"/>
              <a:sym typeface="Arial"/>
            </a:endParaRPr>
          </a:p>
        </p:txBody>
      </p:sp>
      <p:sp>
        <p:nvSpPr>
          <p:cNvPr id="929" name="Google Shape;929;p25"/>
          <p:cNvSpPr/>
          <p:nvPr/>
        </p:nvSpPr>
        <p:spPr>
          <a:xfrm>
            <a:off x="3540876" y="392980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M</a:t>
            </a:r>
            <a:endParaRPr b="0" i="0" sz="1400" u="none" cap="none" strike="noStrike">
              <a:solidFill>
                <a:srgbClr val="000000"/>
              </a:solidFill>
              <a:latin typeface="Arial"/>
              <a:ea typeface="Arial"/>
              <a:cs typeface="Arial"/>
              <a:sym typeface="Arial"/>
            </a:endParaRPr>
          </a:p>
        </p:txBody>
      </p:sp>
      <p:sp>
        <p:nvSpPr>
          <p:cNvPr id="930" name="Google Shape;930;p25"/>
          <p:cNvSpPr/>
          <p:nvPr/>
        </p:nvSpPr>
        <p:spPr>
          <a:xfrm>
            <a:off x="7493349" y="860453"/>
            <a:ext cx="2478134" cy="2106340"/>
          </a:xfrm>
          <a:prstGeom prst="wedgeRectCallout">
            <a:avLst>
              <a:gd fmla="val -138881" name="adj1"/>
              <a:gd fmla="val 55467" name="adj2"/>
            </a:avLst>
          </a:prstGeom>
          <a:solidFill>
            <a:schemeClr val="accent1"/>
          </a:solidFill>
          <a:ln cap="flat" cmpd="sng" w="12700">
            <a:solidFill>
              <a:srgbClr val="0045B5"/>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0" i="0" lang="es-CL" sz="2000" u="none" cap="none" strike="noStrike">
                <a:solidFill>
                  <a:schemeClr val="lt1"/>
                </a:solidFill>
                <a:latin typeface="Poppins"/>
                <a:ea typeface="Poppins"/>
                <a:cs typeface="Poppins"/>
                <a:sym typeface="Poppins"/>
              </a:rPr>
              <a:t>¿Existe Francia?</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Poppins"/>
              <a:ea typeface="Poppins"/>
              <a:cs typeface="Poppins"/>
              <a:sym typeface="Poppins"/>
            </a:endParaRPr>
          </a:p>
          <a:p>
            <a:pPr indent="0" lvl="0" marL="0" marR="0" rtl="0" algn="ctr">
              <a:lnSpc>
                <a:spcPct val="100000"/>
              </a:lnSpc>
              <a:spcBef>
                <a:spcPts val="0"/>
              </a:spcBef>
              <a:spcAft>
                <a:spcPts val="0"/>
              </a:spcAft>
              <a:buClr>
                <a:srgbClr val="000000"/>
              </a:buClr>
              <a:buSzPts val="2000"/>
              <a:buFont typeface="Arial"/>
              <a:buNone/>
            </a:pPr>
            <a:r>
              <a:rPr b="0" i="0" lang="es-CL" sz="2000" u="none" cap="none" strike="noStrike">
                <a:solidFill>
                  <a:schemeClr val="lt1"/>
                </a:solidFill>
                <a:latin typeface="Poppins"/>
                <a:ea typeface="Poppins"/>
                <a:cs typeface="Poppins"/>
                <a:sym typeface="Poppins"/>
              </a:rPr>
              <a:t>No, así que lo agregas al final de la lista</a:t>
            </a:r>
            <a:endParaRPr b="0" i="0" sz="1400" u="none" cap="none" strike="noStrike">
              <a:solidFill>
                <a:srgbClr val="000000"/>
              </a:solidFill>
              <a:latin typeface="Arial"/>
              <a:ea typeface="Arial"/>
              <a:cs typeface="Arial"/>
              <a:sym typeface="Arial"/>
            </a:endParaRPr>
          </a:p>
        </p:txBody>
      </p:sp>
      <p:sp>
        <p:nvSpPr>
          <p:cNvPr id="931" name="Google Shape;931;p25"/>
          <p:cNvSpPr/>
          <p:nvPr/>
        </p:nvSpPr>
        <p:spPr>
          <a:xfrm>
            <a:off x="4466028" y="3283615"/>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F</a:t>
            </a:r>
            <a:endParaRPr b="0" i="0" sz="1400" u="none" cap="none" strike="noStrike">
              <a:solidFill>
                <a:srgbClr val="000000"/>
              </a:solidFill>
              <a:latin typeface="Arial"/>
              <a:ea typeface="Arial"/>
              <a:cs typeface="Arial"/>
              <a:sym typeface="Arial"/>
            </a:endParaRPr>
          </a:p>
        </p:txBody>
      </p:sp>
      <p:sp>
        <p:nvSpPr>
          <p:cNvPr id="932" name="Google Shape;932;p25"/>
          <p:cNvSpPr/>
          <p:nvPr/>
        </p:nvSpPr>
        <p:spPr>
          <a:xfrm>
            <a:off x="9227849" y="3386648"/>
            <a:ext cx="2478134" cy="2353751"/>
          </a:xfrm>
          <a:prstGeom prst="wedgeRectCallout">
            <a:avLst>
              <a:gd fmla="val -209603" name="adj1"/>
              <a:gd fmla="val -19109" name="adj2"/>
            </a:avLst>
          </a:prstGeom>
          <a:solidFill>
            <a:schemeClr val="accent1"/>
          </a:solidFill>
          <a:ln cap="flat" cmpd="sng" w="12700">
            <a:solidFill>
              <a:srgbClr val="0045B5"/>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0" i="0" lang="es-CL" sz="2000" u="none" cap="none" strike="noStrike">
                <a:solidFill>
                  <a:schemeClr val="lt1"/>
                </a:solidFill>
                <a:latin typeface="Poppins"/>
                <a:ea typeface="Poppins"/>
                <a:cs typeface="Poppins"/>
                <a:sym typeface="Poppins"/>
              </a:rPr>
              <a:t>Miguel visitó Francia, así que corresponde dejar registrado el hecho</a:t>
            </a:r>
            <a:endParaRPr b="0" i="0" sz="1400" u="none" cap="none" strike="noStrike">
              <a:solidFill>
                <a:srgbClr val="000000"/>
              </a:solidFill>
              <a:latin typeface="Arial"/>
              <a:ea typeface="Arial"/>
              <a:cs typeface="Arial"/>
              <a:sym typeface="Arial"/>
            </a:endParaRPr>
          </a:p>
        </p:txBody>
      </p:sp>
      <p:sp>
        <p:nvSpPr>
          <p:cNvPr id="933" name="Google Shape;933;p25"/>
          <p:cNvSpPr/>
          <p:nvPr/>
        </p:nvSpPr>
        <p:spPr>
          <a:xfrm>
            <a:off x="4464255" y="3929809"/>
            <a:ext cx="757273" cy="512333"/>
          </a:xfrm>
          <a:prstGeom prst="rect">
            <a:avLst/>
          </a:prstGeom>
          <a:solidFill>
            <a:schemeClr val="accent2"/>
          </a:solidFill>
          <a:ln cap="flat" cmpd="sng" w="12700">
            <a:solidFill>
              <a:srgbClr val="B7202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1</a:t>
            </a:r>
            <a:endParaRPr b="0" i="0" sz="1400" u="none" cap="none" strike="noStrike">
              <a:solidFill>
                <a:srgbClr val="000000"/>
              </a:solidFill>
              <a:latin typeface="Arial"/>
              <a:ea typeface="Arial"/>
              <a:cs typeface="Arial"/>
              <a:sym typeface="Arial"/>
            </a:endParaRPr>
          </a:p>
        </p:txBody>
      </p:sp>
      <p:sp>
        <p:nvSpPr>
          <p:cNvPr id="934" name="Google Shape;934;p25"/>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p>
            <a:pPr indent="0" lvl="0" marL="0" rtl="0" algn="l">
              <a:lnSpc>
                <a:spcPct val="90000"/>
              </a:lnSpc>
              <a:spcBef>
                <a:spcPts val="0"/>
              </a:spcBef>
              <a:spcAft>
                <a:spcPts val="0"/>
              </a:spcAft>
              <a:buClr>
                <a:schemeClr val="dk1"/>
              </a:buClr>
              <a:buSzPts val="3200"/>
              <a:buFont typeface="Poppins"/>
              <a:buNone/>
            </a:pPr>
            <a:r>
              <a:rPr lang="es-CL"/>
              <a:t>Paso a paso</a:t>
            </a:r>
            <a:endParaRPr/>
          </a:p>
        </p:txBody>
      </p:sp>
      <p:sp>
        <p:nvSpPr>
          <p:cNvPr id="935" name="Google Shape;935;p25"/>
          <p:cNvSpPr txBox="1"/>
          <p:nvPr/>
        </p:nvSpPr>
        <p:spPr>
          <a:xfrm>
            <a:off x="1112989" y="615954"/>
            <a:ext cx="1496564"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CL" sz="1200" u="none" cap="none" strike="noStrike">
                <a:solidFill>
                  <a:schemeClr val="accent1"/>
                </a:solidFill>
                <a:latin typeface="Poppins"/>
                <a:ea typeface="Poppins"/>
                <a:cs typeface="Poppins"/>
                <a:sym typeface="Poppins"/>
              </a:rPr>
              <a:t>Clase 10: Matrices</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28"/>
                                        </p:tgtEl>
                                        <p:attrNameLst>
                                          <p:attrName>style.visibility</p:attrName>
                                        </p:attrNameLst>
                                      </p:cBhvr>
                                      <p:to>
                                        <p:strVal val="visible"/>
                                      </p:to>
                                    </p:set>
                                    <p:anim calcmode="lin" valueType="num">
                                      <p:cBhvr additive="base">
                                        <p:cTn dur="500"/>
                                        <p:tgtEl>
                                          <p:spTgt spid="928"/>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29"/>
                                        </p:tgtEl>
                                        <p:attrNameLst>
                                          <p:attrName>style.visibility</p:attrName>
                                        </p:attrNameLst>
                                      </p:cBhvr>
                                      <p:to>
                                        <p:strVal val="visible"/>
                                      </p:to>
                                    </p:set>
                                    <p:anim calcmode="lin" valueType="num">
                                      <p:cBhvr additive="base">
                                        <p:cTn dur="500"/>
                                        <p:tgtEl>
                                          <p:spTgt spid="929"/>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30"/>
                                        </p:tgtEl>
                                        <p:attrNameLst>
                                          <p:attrName>style.visibility</p:attrName>
                                        </p:attrNameLst>
                                      </p:cBhvr>
                                      <p:to>
                                        <p:strVal val="visible"/>
                                      </p:to>
                                    </p:set>
                                    <p:anim calcmode="lin" valueType="num">
                                      <p:cBhvr additive="base">
                                        <p:cTn dur="500"/>
                                        <p:tgtEl>
                                          <p:spTgt spid="930"/>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31"/>
                                        </p:tgtEl>
                                        <p:attrNameLst>
                                          <p:attrName>style.visibility</p:attrName>
                                        </p:attrNameLst>
                                      </p:cBhvr>
                                      <p:to>
                                        <p:strVal val="visible"/>
                                      </p:to>
                                    </p:set>
                                    <p:anim calcmode="lin" valueType="num">
                                      <p:cBhvr additive="base">
                                        <p:cTn dur="500"/>
                                        <p:tgtEl>
                                          <p:spTgt spid="931"/>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32"/>
                                        </p:tgtEl>
                                        <p:attrNameLst>
                                          <p:attrName>style.visibility</p:attrName>
                                        </p:attrNameLst>
                                      </p:cBhvr>
                                      <p:to>
                                        <p:strVal val="visible"/>
                                      </p:to>
                                    </p:set>
                                    <p:anim calcmode="lin" valueType="num">
                                      <p:cBhvr additive="base">
                                        <p:cTn dur="500"/>
                                        <p:tgtEl>
                                          <p:spTgt spid="932"/>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33"/>
                                        </p:tgtEl>
                                        <p:attrNameLst>
                                          <p:attrName>style.visibility</p:attrName>
                                        </p:attrNameLst>
                                      </p:cBhvr>
                                      <p:to>
                                        <p:strVal val="visible"/>
                                      </p:to>
                                    </p:set>
                                    <p:anim calcmode="lin" valueType="num">
                                      <p:cBhvr additive="base">
                                        <p:cTn dur="500"/>
                                        <p:tgtEl>
                                          <p:spTgt spid="933"/>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9" name="Shape 939"/>
        <p:cNvGrpSpPr/>
        <p:nvPr/>
      </p:nvGrpSpPr>
      <p:grpSpPr>
        <a:xfrm>
          <a:off x="0" y="0"/>
          <a:ext cx="0" cy="0"/>
          <a:chOff x="0" y="0"/>
          <a:chExt cx="0" cy="0"/>
        </a:xfrm>
      </p:grpSpPr>
      <p:sp>
        <p:nvSpPr>
          <p:cNvPr id="940" name="Google Shape;940;p26"/>
          <p:cNvSpPr/>
          <p:nvPr/>
        </p:nvSpPr>
        <p:spPr>
          <a:xfrm>
            <a:off x="1076324" y="1746428"/>
            <a:ext cx="9982202" cy="898509"/>
          </a:xfrm>
          <a:prstGeom prst="roundRect">
            <a:avLst>
              <a:gd fmla="val 33801" name="adj"/>
            </a:avLst>
          </a:prstGeom>
          <a:solidFill>
            <a:srgbClr val="FFFFFF"/>
          </a:solidFill>
          <a:ln>
            <a:noFill/>
          </a:ln>
        </p:spPr>
        <p:txBody>
          <a:bodyPr anchorCtr="0" anchor="ctr" bIns="0" lIns="504000" spcFirstLastPara="1" rIns="274300" wrap="square" tIns="0">
            <a:noAutofit/>
          </a:bodyPr>
          <a:lstStyle/>
          <a:p>
            <a:pPr indent="0" lvl="0" marL="0" marR="0" rtl="0" algn="l">
              <a:lnSpc>
                <a:spcPct val="120000"/>
              </a:lnSpc>
              <a:spcBef>
                <a:spcPts val="0"/>
              </a:spcBef>
              <a:spcAft>
                <a:spcPts val="0"/>
              </a:spcAft>
              <a:buClr>
                <a:srgbClr val="000000"/>
              </a:buClr>
              <a:buSzPts val="2000"/>
              <a:buFont typeface="Arial"/>
              <a:buNone/>
            </a:pPr>
            <a:r>
              <a:rPr b="0" i="0" lang="es-CL" sz="2000" u="none" cap="none" strike="noStrike">
                <a:solidFill>
                  <a:schemeClr val="dk1"/>
                </a:solidFill>
                <a:latin typeface="Poppins"/>
                <a:ea typeface="Poppins"/>
                <a:cs typeface="Poppins"/>
                <a:sym typeface="Poppins"/>
              </a:rPr>
              <a:t>El programa lee Miguel, China, 2011</a:t>
            </a:r>
            <a:endParaRPr b="0" i="0" sz="1400" u="none" cap="none" strike="noStrike">
              <a:solidFill>
                <a:srgbClr val="000000"/>
              </a:solidFill>
              <a:latin typeface="Arial"/>
              <a:ea typeface="Arial"/>
              <a:cs typeface="Arial"/>
              <a:sym typeface="Arial"/>
            </a:endParaRPr>
          </a:p>
        </p:txBody>
      </p:sp>
      <p:sp>
        <p:nvSpPr>
          <p:cNvPr id="941" name="Google Shape;941;p26"/>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p>
            <a:pPr indent="0" lvl="0" marL="0" rtl="0" algn="l">
              <a:lnSpc>
                <a:spcPct val="90000"/>
              </a:lnSpc>
              <a:spcBef>
                <a:spcPts val="0"/>
              </a:spcBef>
              <a:spcAft>
                <a:spcPts val="0"/>
              </a:spcAft>
              <a:buClr>
                <a:schemeClr val="dk1"/>
              </a:buClr>
              <a:buSzPts val="3200"/>
              <a:buFont typeface="Poppins"/>
              <a:buNone/>
            </a:pPr>
            <a:r>
              <a:rPr lang="es-CL"/>
              <a:t>Paso a paso</a:t>
            </a:r>
            <a:endParaRPr/>
          </a:p>
        </p:txBody>
      </p:sp>
      <p:sp>
        <p:nvSpPr>
          <p:cNvPr id="942" name="Google Shape;942;p26"/>
          <p:cNvSpPr txBox="1"/>
          <p:nvPr/>
        </p:nvSpPr>
        <p:spPr>
          <a:xfrm>
            <a:off x="1112989" y="615954"/>
            <a:ext cx="1496564"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CL" sz="1200" u="none" cap="none" strike="noStrike">
                <a:solidFill>
                  <a:schemeClr val="accent1"/>
                </a:solidFill>
                <a:latin typeface="Poppins"/>
                <a:ea typeface="Poppins"/>
                <a:cs typeface="Poppins"/>
                <a:sym typeface="Poppins"/>
              </a:rPr>
              <a:t>Clase 10: Matrices</a:t>
            </a:r>
            <a:endParaRPr b="0" i="0" sz="1400" u="none" cap="none" strike="noStrike">
              <a:solidFill>
                <a:srgbClr val="000000"/>
              </a:solidFill>
              <a:latin typeface="Arial"/>
              <a:ea typeface="Arial"/>
              <a:cs typeface="Arial"/>
              <a:sym typeface="Arial"/>
            </a:endParaRPr>
          </a:p>
        </p:txBody>
      </p:sp>
      <p:sp>
        <p:nvSpPr>
          <p:cNvPr id="943" name="Google Shape;943;p26"/>
          <p:cNvSpPr/>
          <p:nvPr/>
        </p:nvSpPr>
        <p:spPr>
          <a:xfrm>
            <a:off x="4464256" y="3281163"/>
            <a:ext cx="757273" cy="512334"/>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944" name="Google Shape;944;p26"/>
          <p:cNvSpPr/>
          <p:nvPr/>
        </p:nvSpPr>
        <p:spPr>
          <a:xfrm>
            <a:off x="5221529" y="3281163"/>
            <a:ext cx="757273" cy="512334"/>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945" name="Google Shape;945;p26"/>
          <p:cNvSpPr/>
          <p:nvPr/>
        </p:nvSpPr>
        <p:spPr>
          <a:xfrm>
            <a:off x="5978802" y="3281163"/>
            <a:ext cx="757273" cy="512334"/>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946" name="Google Shape;946;p26"/>
          <p:cNvSpPr/>
          <p:nvPr/>
        </p:nvSpPr>
        <p:spPr>
          <a:xfrm>
            <a:off x="6736076" y="3281163"/>
            <a:ext cx="757273" cy="512334"/>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947" name="Google Shape;947;p26"/>
          <p:cNvSpPr/>
          <p:nvPr/>
        </p:nvSpPr>
        <p:spPr>
          <a:xfrm>
            <a:off x="7493349" y="3281163"/>
            <a:ext cx="757273" cy="512334"/>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948" name="Google Shape;948;p26"/>
          <p:cNvSpPr/>
          <p:nvPr/>
        </p:nvSpPr>
        <p:spPr>
          <a:xfrm>
            <a:off x="8250622" y="3281163"/>
            <a:ext cx="757273" cy="512334"/>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949" name="Google Shape;949;p26"/>
          <p:cNvSpPr txBox="1"/>
          <p:nvPr/>
        </p:nvSpPr>
        <p:spPr>
          <a:xfrm>
            <a:off x="4422187" y="2950351"/>
            <a:ext cx="193525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s-CL" sz="1800" u="none" cap="none" strike="noStrike">
                <a:solidFill>
                  <a:schemeClr val="accent1"/>
                </a:solidFill>
                <a:latin typeface="Poppins"/>
                <a:ea typeface="Poppins"/>
                <a:cs typeface="Poppins"/>
                <a:sym typeface="Poppins"/>
              </a:rPr>
              <a:t>países</a:t>
            </a:r>
            <a:endParaRPr b="0" i="0" sz="1400" u="none" cap="none" strike="noStrike">
              <a:solidFill>
                <a:srgbClr val="000000"/>
              </a:solidFill>
              <a:latin typeface="Arial"/>
              <a:ea typeface="Arial"/>
              <a:cs typeface="Arial"/>
              <a:sym typeface="Arial"/>
            </a:endParaRPr>
          </a:p>
        </p:txBody>
      </p:sp>
      <p:sp>
        <p:nvSpPr>
          <p:cNvPr id="950" name="Google Shape;950;p26"/>
          <p:cNvSpPr/>
          <p:nvPr/>
        </p:nvSpPr>
        <p:spPr>
          <a:xfrm>
            <a:off x="4464256" y="3929810"/>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951" name="Google Shape;951;p26"/>
          <p:cNvSpPr/>
          <p:nvPr/>
        </p:nvSpPr>
        <p:spPr>
          <a:xfrm>
            <a:off x="5221529" y="3929810"/>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952" name="Google Shape;952;p26"/>
          <p:cNvSpPr/>
          <p:nvPr/>
        </p:nvSpPr>
        <p:spPr>
          <a:xfrm>
            <a:off x="5978802" y="3929810"/>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953" name="Google Shape;953;p26"/>
          <p:cNvSpPr/>
          <p:nvPr/>
        </p:nvSpPr>
        <p:spPr>
          <a:xfrm>
            <a:off x="6736076" y="3929810"/>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954" name="Google Shape;954;p26"/>
          <p:cNvSpPr/>
          <p:nvPr/>
        </p:nvSpPr>
        <p:spPr>
          <a:xfrm>
            <a:off x="7493349" y="3929810"/>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955" name="Google Shape;955;p26"/>
          <p:cNvSpPr/>
          <p:nvPr/>
        </p:nvSpPr>
        <p:spPr>
          <a:xfrm>
            <a:off x="8250622" y="3929810"/>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956" name="Google Shape;956;p26"/>
          <p:cNvSpPr/>
          <p:nvPr/>
        </p:nvSpPr>
        <p:spPr>
          <a:xfrm>
            <a:off x="4464256" y="443981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957" name="Google Shape;957;p26"/>
          <p:cNvSpPr/>
          <p:nvPr/>
        </p:nvSpPr>
        <p:spPr>
          <a:xfrm>
            <a:off x="5221529" y="443981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958" name="Google Shape;958;p26"/>
          <p:cNvSpPr/>
          <p:nvPr/>
        </p:nvSpPr>
        <p:spPr>
          <a:xfrm>
            <a:off x="5978802" y="443981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959" name="Google Shape;959;p26"/>
          <p:cNvSpPr/>
          <p:nvPr/>
        </p:nvSpPr>
        <p:spPr>
          <a:xfrm>
            <a:off x="6736076" y="443981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960" name="Google Shape;960;p26"/>
          <p:cNvSpPr/>
          <p:nvPr/>
        </p:nvSpPr>
        <p:spPr>
          <a:xfrm>
            <a:off x="7493349" y="443981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961" name="Google Shape;961;p26"/>
          <p:cNvSpPr/>
          <p:nvPr/>
        </p:nvSpPr>
        <p:spPr>
          <a:xfrm>
            <a:off x="8250622" y="443981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962" name="Google Shape;962;p26"/>
          <p:cNvSpPr/>
          <p:nvPr/>
        </p:nvSpPr>
        <p:spPr>
          <a:xfrm>
            <a:off x="4464256" y="494447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963" name="Google Shape;963;p26"/>
          <p:cNvSpPr/>
          <p:nvPr/>
        </p:nvSpPr>
        <p:spPr>
          <a:xfrm>
            <a:off x="5221529" y="494447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964" name="Google Shape;964;p26"/>
          <p:cNvSpPr/>
          <p:nvPr/>
        </p:nvSpPr>
        <p:spPr>
          <a:xfrm>
            <a:off x="5978802" y="494447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965" name="Google Shape;965;p26"/>
          <p:cNvSpPr/>
          <p:nvPr/>
        </p:nvSpPr>
        <p:spPr>
          <a:xfrm>
            <a:off x="6736076" y="494447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966" name="Google Shape;966;p26"/>
          <p:cNvSpPr/>
          <p:nvPr/>
        </p:nvSpPr>
        <p:spPr>
          <a:xfrm>
            <a:off x="7493349" y="494447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967" name="Google Shape;967;p26"/>
          <p:cNvSpPr/>
          <p:nvPr/>
        </p:nvSpPr>
        <p:spPr>
          <a:xfrm>
            <a:off x="8250622" y="494447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968" name="Google Shape;968;p26"/>
          <p:cNvSpPr/>
          <p:nvPr/>
        </p:nvSpPr>
        <p:spPr>
          <a:xfrm>
            <a:off x="4464256" y="545448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969" name="Google Shape;969;p26"/>
          <p:cNvSpPr/>
          <p:nvPr/>
        </p:nvSpPr>
        <p:spPr>
          <a:xfrm>
            <a:off x="5221529" y="545448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970" name="Google Shape;970;p26"/>
          <p:cNvSpPr/>
          <p:nvPr/>
        </p:nvSpPr>
        <p:spPr>
          <a:xfrm>
            <a:off x="5978802" y="545448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971" name="Google Shape;971;p26"/>
          <p:cNvSpPr/>
          <p:nvPr/>
        </p:nvSpPr>
        <p:spPr>
          <a:xfrm>
            <a:off x="6736076" y="545448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972" name="Google Shape;972;p26"/>
          <p:cNvSpPr/>
          <p:nvPr/>
        </p:nvSpPr>
        <p:spPr>
          <a:xfrm>
            <a:off x="7493349" y="545448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973" name="Google Shape;973;p26"/>
          <p:cNvSpPr/>
          <p:nvPr/>
        </p:nvSpPr>
        <p:spPr>
          <a:xfrm>
            <a:off x="8250622" y="545448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974" name="Google Shape;974;p26"/>
          <p:cNvSpPr/>
          <p:nvPr/>
        </p:nvSpPr>
        <p:spPr>
          <a:xfrm>
            <a:off x="4464256" y="596445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975" name="Google Shape;975;p26"/>
          <p:cNvSpPr/>
          <p:nvPr/>
        </p:nvSpPr>
        <p:spPr>
          <a:xfrm>
            <a:off x="5221529" y="596445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976" name="Google Shape;976;p26"/>
          <p:cNvSpPr/>
          <p:nvPr/>
        </p:nvSpPr>
        <p:spPr>
          <a:xfrm>
            <a:off x="5978802" y="596445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977" name="Google Shape;977;p26"/>
          <p:cNvSpPr/>
          <p:nvPr/>
        </p:nvSpPr>
        <p:spPr>
          <a:xfrm>
            <a:off x="6736076" y="596445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978" name="Google Shape;978;p26"/>
          <p:cNvSpPr/>
          <p:nvPr/>
        </p:nvSpPr>
        <p:spPr>
          <a:xfrm>
            <a:off x="7493349" y="596445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979" name="Google Shape;979;p26"/>
          <p:cNvSpPr/>
          <p:nvPr/>
        </p:nvSpPr>
        <p:spPr>
          <a:xfrm>
            <a:off x="8250622" y="596445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980" name="Google Shape;980;p26"/>
          <p:cNvSpPr txBox="1"/>
          <p:nvPr/>
        </p:nvSpPr>
        <p:spPr>
          <a:xfrm rot="-5400000">
            <a:off x="2346374" y="4670304"/>
            <a:ext cx="1963947" cy="369332"/>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Arial"/>
              <a:buNone/>
            </a:pPr>
            <a:r>
              <a:rPr b="1" i="0" lang="es-CL" sz="1800" u="none" cap="none" strike="noStrike">
                <a:solidFill>
                  <a:schemeClr val="accent1"/>
                </a:solidFill>
                <a:latin typeface="Poppins"/>
                <a:ea typeface="Poppins"/>
                <a:cs typeface="Poppins"/>
                <a:sym typeface="Poppins"/>
              </a:rPr>
              <a:t>nombres</a:t>
            </a:r>
            <a:endParaRPr b="0" i="0" sz="1400" u="none" cap="none" strike="noStrike">
              <a:solidFill>
                <a:srgbClr val="000000"/>
              </a:solidFill>
              <a:latin typeface="Arial"/>
              <a:ea typeface="Arial"/>
              <a:cs typeface="Arial"/>
              <a:sym typeface="Arial"/>
            </a:endParaRPr>
          </a:p>
        </p:txBody>
      </p:sp>
      <p:sp>
        <p:nvSpPr>
          <p:cNvPr id="981" name="Google Shape;981;p26"/>
          <p:cNvSpPr/>
          <p:nvPr/>
        </p:nvSpPr>
        <p:spPr>
          <a:xfrm>
            <a:off x="3549240" y="3929810"/>
            <a:ext cx="757273" cy="512333"/>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982" name="Google Shape;982;p26"/>
          <p:cNvSpPr/>
          <p:nvPr/>
        </p:nvSpPr>
        <p:spPr>
          <a:xfrm>
            <a:off x="3549240" y="4439819"/>
            <a:ext cx="757273" cy="512333"/>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983" name="Google Shape;983;p26"/>
          <p:cNvSpPr/>
          <p:nvPr/>
        </p:nvSpPr>
        <p:spPr>
          <a:xfrm>
            <a:off x="3549240" y="4944479"/>
            <a:ext cx="757273" cy="512333"/>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984" name="Google Shape;984;p26"/>
          <p:cNvSpPr/>
          <p:nvPr/>
        </p:nvSpPr>
        <p:spPr>
          <a:xfrm>
            <a:off x="3549240" y="5454489"/>
            <a:ext cx="757273" cy="512333"/>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985" name="Google Shape;985;p26"/>
          <p:cNvSpPr/>
          <p:nvPr/>
        </p:nvSpPr>
        <p:spPr>
          <a:xfrm>
            <a:off x="3549240" y="5964459"/>
            <a:ext cx="757273" cy="512333"/>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986" name="Google Shape;986;p26"/>
          <p:cNvSpPr/>
          <p:nvPr/>
        </p:nvSpPr>
        <p:spPr>
          <a:xfrm>
            <a:off x="262186" y="3655473"/>
            <a:ext cx="2136001" cy="1816100"/>
          </a:xfrm>
          <a:prstGeom prst="wedgeRectCallout">
            <a:avLst>
              <a:gd fmla="val 78882" name="adj1"/>
              <a:gd fmla="val -15700" name="adj2"/>
            </a:avLst>
          </a:prstGeom>
          <a:solidFill>
            <a:schemeClr val="accent1"/>
          </a:solidFill>
          <a:ln cap="flat" cmpd="sng" w="12700">
            <a:solidFill>
              <a:srgbClr val="0045B5"/>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0" i="0" lang="es-CL" sz="2000" u="none" cap="none" strike="noStrike">
                <a:solidFill>
                  <a:schemeClr val="lt1"/>
                </a:solidFill>
                <a:latin typeface="Poppins"/>
                <a:ea typeface="Poppins"/>
                <a:cs typeface="Poppins"/>
                <a:sym typeface="Poppins"/>
              </a:rPr>
              <a:t>¿Existe Miguel?</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Poppins"/>
              <a:ea typeface="Poppins"/>
              <a:cs typeface="Poppins"/>
              <a:sym typeface="Poppins"/>
            </a:endParaRPr>
          </a:p>
          <a:p>
            <a:pPr indent="0" lvl="0" marL="0" marR="0" rtl="0" algn="ctr">
              <a:lnSpc>
                <a:spcPct val="100000"/>
              </a:lnSpc>
              <a:spcBef>
                <a:spcPts val="0"/>
              </a:spcBef>
              <a:spcAft>
                <a:spcPts val="0"/>
              </a:spcAft>
              <a:buClr>
                <a:srgbClr val="000000"/>
              </a:buClr>
              <a:buSzPts val="2000"/>
              <a:buFont typeface="Arial"/>
              <a:buNone/>
            </a:pPr>
            <a:r>
              <a:rPr b="0" i="0" lang="es-CL" sz="2000" u="none" cap="none" strike="noStrike">
                <a:solidFill>
                  <a:schemeClr val="lt1"/>
                </a:solidFill>
                <a:latin typeface="Poppins"/>
                <a:ea typeface="Poppins"/>
                <a:cs typeface="Poppins"/>
                <a:sym typeface="Poppins"/>
              </a:rPr>
              <a:t>Si, así no agregas nada</a:t>
            </a:r>
            <a:endParaRPr b="0" i="0" sz="1400" u="none" cap="none" strike="noStrike">
              <a:solidFill>
                <a:srgbClr val="000000"/>
              </a:solidFill>
              <a:latin typeface="Arial"/>
              <a:ea typeface="Arial"/>
              <a:cs typeface="Arial"/>
              <a:sym typeface="Arial"/>
            </a:endParaRPr>
          </a:p>
        </p:txBody>
      </p:sp>
      <p:sp>
        <p:nvSpPr>
          <p:cNvPr id="987" name="Google Shape;987;p26"/>
          <p:cNvSpPr/>
          <p:nvPr/>
        </p:nvSpPr>
        <p:spPr>
          <a:xfrm>
            <a:off x="3540876" y="392980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M</a:t>
            </a:r>
            <a:endParaRPr b="0" i="0" sz="1400" u="none" cap="none" strike="noStrike">
              <a:solidFill>
                <a:srgbClr val="000000"/>
              </a:solidFill>
              <a:latin typeface="Arial"/>
              <a:ea typeface="Arial"/>
              <a:cs typeface="Arial"/>
              <a:sym typeface="Arial"/>
            </a:endParaRPr>
          </a:p>
        </p:txBody>
      </p:sp>
      <p:sp>
        <p:nvSpPr>
          <p:cNvPr id="988" name="Google Shape;988;p26"/>
          <p:cNvSpPr/>
          <p:nvPr/>
        </p:nvSpPr>
        <p:spPr>
          <a:xfrm>
            <a:off x="7493349" y="860453"/>
            <a:ext cx="2478134" cy="2106340"/>
          </a:xfrm>
          <a:prstGeom prst="wedgeRectCallout">
            <a:avLst>
              <a:gd fmla="val -110182" name="adj1"/>
              <a:gd fmla="val 55467" name="adj2"/>
            </a:avLst>
          </a:prstGeom>
          <a:solidFill>
            <a:schemeClr val="accent1"/>
          </a:solidFill>
          <a:ln cap="flat" cmpd="sng" w="12700">
            <a:solidFill>
              <a:srgbClr val="0045B5"/>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0" i="0" lang="es-CL" sz="2000" u="none" cap="none" strike="noStrike">
                <a:solidFill>
                  <a:schemeClr val="lt1"/>
                </a:solidFill>
                <a:latin typeface="Poppins"/>
                <a:ea typeface="Poppins"/>
                <a:cs typeface="Poppins"/>
                <a:sym typeface="Poppins"/>
              </a:rPr>
              <a:t>¿Existe China?</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Poppins"/>
              <a:ea typeface="Poppins"/>
              <a:cs typeface="Poppins"/>
              <a:sym typeface="Poppins"/>
            </a:endParaRPr>
          </a:p>
          <a:p>
            <a:pPr indent="0" lvl="0" marL="0" marR="0" rtl="0" algn="ctr">
              <a:lnSpc>
                <a:spcPct val="100000"/>
              </a:lnSpc>
              <a:spcBef>
                <a:spcPts val="0"/>
              </a:spcBef>
              <a:spcAft>
                <a:spcPts val="0"/>
              </a:spcAft>
              <a:buClr>
                <a:srgbClr val="000000"/>
              </a:buClr>
              <a:buSzPts val="2000"/>
              <a:buFont typeface="Arial"/>
              <a:buNone/>
            </a:pPr>
            <a:r>
              <a:rPr b="0" i="0" lang="es-CL" sz="2000" u="none" cap="none" strike="noStrike">
                <a:solidFill>
                  <a:schemeClr val="lt1"/>
                </a:solidFill>
                <a:latin typeface="Poppins"/>
                <a:ea typeface="Poppins"/>
                <a:cs typeface="Poppins"/>
                <a:sym typeface="Poppins"/>
              </a:rPr>
              <a:t>No, así que lo agregas al final de la lista</a:t>
            </a:r>
            <a:endParaRPr b="0" i="0" sz="1400" u="none" cap="none" strike="noStrike">
              <a:solidFill>
                <a:srgbClr val="000000"/>
              </a:solidFill>
              <a:latin typeface="Arial"/>
              <a:ea typeface="Arial"/>
              <a:cs typeface="Arial"/>
              <a:sym typeface="Arial"/>
            </a:endParaRPr>
          </a:p>
        </p:txBody>
      </p:sp>
      <p:sp>
        <p:nvSpPr>
          <p:cNvPr id="989" name="Google Shape;989;p26"/>
          <p:cNvSpPr/>
          <p:nvPr/>
        </p:nvSpPr>
        <p:spPr>
          <a:xfrm>
            <a:off x="4466028" y="3283615"/>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F</a:t>
            </a:r>
            <a:endParaRPr b="0" i="0" sz="1400" u="none" cap="none" strike="noStrike">
              <a:solidFill>
                <a:srgbClr val="000000"/>
              </a:solidFill>
              <a:latin typeface="Arial"/>
              <a:ea typeface="Arial"/>
              <a:cs typeface="Arial"/>
              <a:sym typeface="Arial"/>
            </a:endParaRPr>
          </a:p>
        </p:txBody>
      </p:sp>
      <p:sp>
        <p:nvSpPr>
          <p:cNvPr id="990" name="Google Shape;990;p26"/>
          <p:cNvSpPr/>
          <p:nvPr/>
        </p:nvSpPr>
        <p:spPr>
          <a:xfrm>
            <a:off x="9227849" y="3386648"/>
            <a:ext cx="2478134" cy="2353751"/>
          </a:xfrm>
          <a:prstGeom prst="wedgeRectCallout">
            <a:avLst>
              <a:gd fmla="val -179367" name="adj1"/>
              <a:gd fmla="val -19109" name="adj2"/>
            </a:avLst>
          </a:prstGeom>
          <a:solidFill>
            <a:schemeClr val="accent1"/>
          </a:solidFill>
          <a:ln cap="flat" cmpd="sng" w="12700">
            <a:solidFill>
              <a:srgbClr val="0045B5"/>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0" i="0" lang="es-CL" sz="2000" u="none" cap="none" strike="noStrike">
                <a:solidFill>
                  <a:schemeClr val="lt1"/>
                </a:solidFill>
                <a:latin typeface="Poppins"/>
                <a:ea typeface="Poppins"/>
                <a:cs typeface="Poppins"/>
                <a:sym typeface="Poppins"/>
              </a:rPr>
              <a:t>Miguel visitó China, así que corresponde dejar registrado el hecho</a:t>
            </a:r>
            <a:endParaRPr b="0" i="0" sz="1400" u="none" cap="none" strike="noStrike">
              <a:solidFill>
                <a:srgbClr val="000000"/>
              </a:solidFill>
              <a:latin typeface="Arial"/>
              <a:ea typeface="Arial"/>
              <a:cs typeface="Arial"/>
              <a:sym typeface="Arial"/>
            </a:endParaRPr>
          </a:p>
        </p:txBody>
      </p:sp>
      <p:sp>
        <p:nvSpPr>
          <p:cNvPr id="991" name="Google Shape;991;p26"/>
          <p:cNvSpPr/>
          <p:nvPr/>
        </p:nvSpPr>
        <p:spPr>
          <a:xfrm>
            <a:off x="4464255" y="3929809"/>
            <a:ext cx="757273" cy="512333"/>
          </a:xfrm>
          <a:prstGeom prst="rect">
            <a:avLst/>
          </a:prstGeom>
          <a:solidFill>
            <a:schemeClr val="accent2"/>
          </a:solidFill>
          <a:ln cap="flat" cmpd="sng" w="12700">
            <a:solidFill>
              <a:srgbClr val="B7202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1</a:t>
            </a:r>
            <a:endParaRPr b="0" i="0" sz="1400" u="none" cap="none" strike="noStrike">
              <a:solidFill>
                <a:srgbClr val="000000"/>
              </a:solidFill>
              <a:latin typeface="Arial"/>
              <a:ea typeface="Arial"/>
              <a:cs typeface="Arial"/>
              <a:sym typeface="Arial"/>
            </a:endParaRPr>
          </a:p>
        </p:txBody>
      </p:sp>
      <p:sp>
        <p:nvSpPr>
          <p:cNvPr id="992" name="Google Shape;992;p26"/>
          <p:cNvSpPr/>
          <p:nvPr/>
        </p:nvSpPr>
        <p:spPr>
          <a:xfrm>
            <a:off x="5214310" y="3282611"/>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Ch</a:t>
            </a:r>
            <a:endParaRPr b="0" i="0" sz="1400" u="none" cap="none" strike="noStrike">
              <a:solidFill>
                <a:srgbClr val="000000"/>
              </a:solidFill>
              <a:latin typeface="Arial"/>
              <a:ea typeface="Arial"/>
              <a:cs typeface="Arial"/>
              <a:sym typeface="Arial"/>
            </a:endParaRPr>
          </a:p>
        </p:txBody>
      </p:sp>
      <p:sp>
        <p:nvSpPr>
          <p:cNvPr id="993" name="Google Shape;993;p26"/>
          <p:cNvSpPr/>
          <p:nvPr/>
        </p:nvSpPr>
        <p:spPr>
          <a:xfrm>
            <a:off x="5225942" y="3929808"/>
            <a:ext cx="757273" cy="512333"/>
          </a:xfrm>
          <a:prstGeom prst="rect">
            <a:avLst/>
          </a:prstGeom>
          <a:solidFill>
            <a:schemeClr val="accent2"/>
          </a:solidFill>
          <a:ln cap="flat" cmpd="sng" w="12700">
            <a:solidFill>
              <a:srgbClr val="B7202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1</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86"/>
                                        </p:tgtEl>
                                        <p:attrNameLst>
                                          <p:attrName>style.visibility</p:attrName>
                                        </p:attrNameLst>
                                      </p:cBhvr>
                                      <p:to>
                                        <p:strVal val="visible"/>
                                      </p:to>
                                    </p:set>
                                    <p:anim calcmode="lin" valueType="num">
                                      <p:cBhvr additive="base">
                                        <p:cTn dur="500"/>
                                        <p:tgtEl>
                                          <p:spTgt spid="986"/>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88"/>
                                        </p:tgtEl>
                                        <p:attrNameLst>
                                          <p:attrName>style.visibility</p:attrName>
                                        </p:attrNameLst>
                                      </p:cBhvr>
                                      <p:to>
                                        <p:strVal val="visible"/>
                                      </p:to>
                                    </p:set>
                                    <p:anim calcmode="lin" valueType="num">
                                      <p:cBhvr additive="base">
                                        <p:cTn dur="500"/>
                                        <p:tgtEl>
                                          <p:spTgt spid="988"/>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92"/>
                                        </p:tgtEl>
                                        <p:attrNameLst>
                                          <p:attrName>style.visibility</p:attrName>
                                        </p:attrNameLst>
                                      </p:cBhvr>
                                      <p:to>
                                        <p:strVal val="visible"/>
                                      </p:to>
                                    </p:set>
                                    <p:anim calcmode="lin" valueType="num">
                                      <p:cBhvr additive="base">
                                        <p:cTn dur="500"/>
                                        <p:tgtEl>
                                          <p:spTgt spid="992"/>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90"/>
                                        </p:tgtEl>
                                        <p:attrNameLst>
                                          <p:attrName>style.visibility</p:attrName>
                                        </p:attrNameLst>
                                      </p:cBhvr>
                                      <p:to>
                                        <p:strVal val="visible"/>
                                      </p:to>
                                    </p:set>
                                    <p:anim calcmode="lin" valueType="num">
                                      <p:cBhvr additive="base">
                                        <p:cTn dur="500"/>
                                        <p:tgtEl>
                                          <p:spTgt spid="990"/>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93"/>
                                        </p:tgtEl>
                                        <p:attrNameLst>
                                          <p:attrName>style.visibility</p:attrName>
                                        </p:attrNameLst>
                                      </p:cBhvr>
                                      <p:to>
                                        <p:strVal val="visible"/>
                                      </p:to>
                                    </p:set>
                                    <p:anim calcmode="lin" valueType="num">
                                      <p:cBhvr additive="base">
                                        <p:cTn dur="500"/>
                                        <p:tgtEl>
                                          <p:spTgt spid="993"/>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7" name="Shape 997"/>
        <p:cNvGrpSpPr/>
        <p:nvPr/>
      </p:nvGrpSpPr>
      <p:grpSpPr>
        <a:xfrm>
          <a:off x="0" y="0"/>
          <a:ext cx="0" cy="0"/>
          <a:chOff x="0" y="0"/>
          <a:chExt cx="0" cy="0"/>
        </a:xfrm>
      </p:grpSpPr>
      <p:sp>
        <p:nvSpPr>
          <p:cNvPr id="998" name="Google Shape;998;p27"/>
          <p:cNvSpPr/>
          <p:nvPr/>
        </p:nvSpPr>
        <p:spPr>
          <a:xfrm>
            <a:off x="1076324" y="1746428"/>
            <a:ext cx="9982202" cy="898509"/>
          </a:xfrm>
          <a:prstGeom prst="roundRect">
            <a:avLst>
              <a:gd fmla="val 33801" name="adj"/>
            </a:avLst>
          </a:prstGeom>
          <a:solidFill>
            <a:srgbClr val="FFFFFF"/>
          </a:solidFill>
          <a:ln>
            <a:noFill/>
          </a:ln>
        </p:spPr>
        <p:txBody>
          <a:bodyPr anchorCtr="0" anchor="ctr" bIns="0" lIns="504000" spcFirstLastPara="1" rIns="274300" wrap="square" tIns="0">
            <a:noAutofit/>
          </a:bodyPr>
          <a:lstStyle/>
          <a:p>
            <a:pPr indent="0" lvl="0" marL="0" marR="0" rtl="0" algn="l">
              <a:lnSpc>
                <a:spcPct val="120000"/>
              </a:lnSpc>
              <a:spcBef>
                <a:spcPts val="0"/>
              </a:spcBef>
              <a:spcAft>
                <a:spcPts val="0"/>
              </a:spcAft>
              <a:buClr>
                <a:srgbClr val="000000"/>
              </a:buClr>
              <a:buSzPts val="2000"/>
              <a:buFont typeface="Arial"/>
              <a:buNone/>
            </a:pPr>
            <a:r>
              <a:rPr b="0" i="0" lang="es-CL" sz="2000" u="none" cap="none" strike="noStrike">
                <a:solidFill>
                  <a:schemeClr val="dk1"/>
                </a:solidFill>
                <a:latin typeface="Poppins"/>
                <a:ea typeface="Poppins"/>
                <a:cs typeface="Poppins"/>
                <a:sym typeface="Poppins"/>
              </a:rPr>
              <a:t>El programa lee Javiera, Francia, 2011</a:t>
            </a:r>
            <a:endParaRPr b="0" i="0" sz="1400" u="none" cap="none" strike="noStrike">
              <a:solidFill>
                <a:srgbClr val="000000"/>
              </a:solidFill>
              <a:latin typeface="Arial"/>
              <a:ea typeface="Arial"/>
              <a:cs typeface="Arial"/>
              <a:sym typeface="Arial"/>
            </a:endParaRPr>
          </a:p>
        </p:txBody>
      </p:sp>
      <p:sp>
        <p:nvSpPr>
          <p:cNvPr id="999" name="Google Shape;999;p27"/>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p>
            <a:pPr indent="0" lvl="0" marL="0" rtl="0" algn="l">
              <a:lnSpc>
                <a:spcPct val="90000"/>
              </a:lnSpc>
              <a:spcBef>
                <a:spcPts val="0"/>
              </a:spcBef>
              <a:spcAft>
                <a:spcPts val="0"/>
              </a:spcAft>
              <a:buClr>
                <a:schemeClr val="dk1"/>
              </a:buClr>
              <a:buSzPts val="3200"/>
              <a:buFont typeface="Poppins"/>
              <a:buNone/>
            </a:pPr>
            <a:r>
              <a:rPr lang="es-CL"/>
              <a:t>Paso a paso</a:t>
            </a:r>
            <a:endParaRPr/>
          </a:p>
        </p:txBody>
      </p:sp>
      <p:sp>
        <p:nvSpPr>
          <p:cNvPr id="1000" name="Google Shape;1000;p27"/>
          <p:cNvSpPr txBox="1"/>
          <p:nvPr/>
        </p:nvSpPr>
        <p:spPr>
          <a:xfrm>
            <a:off x="1112989" y="615954"/>
            <a:ext cx="1496564"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CL" sz="1200" u="none" cap="none" strike="noStrike">
                <a:solidFill>
                  <a:schemeClr val="accent1"/>
                </a:solidFill>
                <a:latin typeface="Poppins"/>
                <a:ea typeface="Poppins"/>
                <a:cs typeface="Poppins"/>
                <a:sym typeface="Poppins"/>
              </a:rPr>
              <a:t>Clase 10: Matrices</a:t>
            </a:r>
            <a:endParaRPr b="0" i="0" sz="1400" u="none" cap="none" strike="noStrike">
              <a:solidFill>
                <a:srgbClr val="000000"/>
              </a:solidFill>
              <a:latin typeface="Arial"/>
              <a:ea typeface="Arial"/>
              <a:cs typeface="Arial"/>
              <a:sym typeface="Arial"/>
            </a:endParaRPr>
          </a:p>
        </p:txBody>
      </p:sp>
      <p:sp>
        <p:nvSpPr>
          <p:cNvPr id="1001" name="Google Shape;1001;p27"/>
          <p:cNvSpPr/>
          <p:nvPr/>
        </p:nvSpPr>
        <p:spPr>
          <a:xfrm>
            <a:off x="4464256" y="3281163"/>
            <a:ext cx="757273" cy="512334"/>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002" name="Google Shape;1002;p27"/>
          <p:cNvSpPr/>
          <p:nvPr/>
        </p:nvSpPr>
        <p:spPr>
          <a:xfrm>
            <a:off x="5221529" y="3281163"/>
            <a:ext cx="757273" cy="512334"/>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003" name="Google Shape;1003;p27"/>
          <p:cNvSpPr/>
          <p:nvPr/>
        </p:nvSpPr>
        <p:spPr>
          <a:xfrm>
            <a:off x="5978802" y="3281163"/>
            <a:ext cx="757273" cy="512334"/>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004" name="Google Shape;1004;p27"/>
          <p:cNvSpPr/>
          <p:nvPr/>
        </p:nvSpPr>
        <p:spPr>
          <a:xfrm>
            <a:off x="6736076" y="3281163"/>
            <a:ext cx="757273" cy="512334"/>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005" name="Google Shape;1005;p27"/>
          <p:cNvSpPr/>
          <p:nvPr/>
        </p:nvSpPr>
        <p:spPr>
          <a:xfrm>
            <a:off x="7493349" y="3281163"/>
            <a:ext cx="757273" cy="512334"/>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006" name="Google Shape;1006;p27"/>
          <p:cNvSpPr/>
          <p:nvPr/>
        </p:nvSpPr>
        <p:spPr>
          <a:xfrm>
            <a:off x="8250622" y="3281163"/>
            <a:ext cx="757273" cy="512334"/>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007" name="Google Shape;1007;p27"/>
          <p:cNvSpPr txBox="1"/>
          <p:nvPr/>
        </p:nvSpPr>
        <p:spPr>
          <a:xfrm>
            <a:off x="4422187" y="2950351"/>
            <a:ext cx="193525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s-CL" sz="1800" u="none" cap="none" strike="noStrike">
                <a:solidFill>
                  <a:schemeClr val="accent1"/>
                </a:solidFill>
                <a:latin typeface="Poppins"/>
                <a:ea typeface="Poppins"/>
                <a:cs typeface="Poppins"/>
                <a:sym typeface="Poppins"/>
              </a:rPr>
              <a:t>países</a:t>
            </a:r>
            <a:endParaRPr b="0" i="0" sz="1400" u="none" cap="none" strike="noStrike">
              <a:solidFill>
                <a:srgbClr val="000000"/>
              </a:solidFill>
              <a:latin typeface="Arial"/>
              <a:ea typeface="Arial"/>
              <a:cs typeface="Arial"/>
              <a:sym typeface="Arial"/>
            </a:endParaRPr>
          </a:p>
        </p:txBody>
      </p:sp>
      <p:sp>
        <p:nvSpPr>
          <p:cNvPr id="1008" name="Google Shape;1008;p27"/>
          <p:cNvSpPr/>
          <p:nvPr/>
        </p:nvSpPr>
        <p:spPr>
          <a:xfrm>
            <a:off x="4464256" y="3929810"/>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009" name="Google Shape;1009;p27"/>
          <p:cNvSpPr/>
          <p:nvPr/>
        </p:nvSpPr>
        <p:spPr>
          <a:xfrm>
            <a:off x="5221529" y="3929810"/>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010" name="Google Shape;1010;p27"/>
          <p:cNvSpPr/>
          <p:nvPr/>
        </p:nvSpPr>
        <p:spPr>
          <a:xfrm>
            <a:off x="5978802" y="3929810"/>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011" name="Google Shape;1011;p27"/>
          <p:cNvSpPr/>
          <p:nvPr/>
        </p:nvSpPr>
        <p:spPr>
          <a:xfrm>
            <a:off x="6736076" y="3929810"/>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012" name="Google Shape;1012;p27"/>
          <p:cNvSpPr/>
          <p:nvPr/>
        </p:nvSpPr>
        <p:spPr>
          <a:xfrm>
            <a:off x="7493349" y="3929810"/>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013" name="Google Shape;1013;p27"/>
          <p:cNvSpPr/>
          <p:nvPr/>
        </p:nvSpPr>
        <p:spPr>
          <a:xfrm>
            <a:off x="8250622" y="3929810"/>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014" name="Google Shape;1014;p27"/>
          <p:cNvSpPr/>
          <p:nvPr/>
        </p:nvSpPr>
        <p:spPr>
          <a:xfrm>
            <a:off x="4464256" y="443981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015" name="Google Shape;1015;p27"/>
          <p:cNvSpPr/>
          <p:nvPr/>
        </p:nvSpPr>
        <p:spPr>
          <a:xfrm>
            <a:off x="5221529" y="443981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016" name="Google Shape;1016;p27"/>
          <p:cNvSpPr/>
          <p:nvPr/>
        </p:nvSpPr>
        <p:spPr>
          <a:xfrm>
            <a:off x="5978802" y="443981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017" name="Google Shape;1017;p27"/>
          <p:cNvSpPr/>
          <p:nvPr/>
        </p:nvSpPr>
        <p:spPr>
          <a:xfrm>
            <a:off x="6736076" y="443981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018" name="Google Shape;1018;p27"/>
          <p:cNvSpPr/>
          <p:nvPr/>
        </p:nvSpPr>
        <p:spPr>
          <a:xfrm>
            <a:off x="7493349" y="443981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019" name="Google Shape;1019;p27"/>
          <p:cNvSpPr/>
          <p:nvPr/>
        </p:nvSpPr>
        <p:spPr>
          <a:xfrm>
            <a:off x="8250622" y="443981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020" name="Google Shape;1020;p27"/>
          <p:cNvSpPr/>
          <p:nvPr/>
        </p:nvSpPr>
        <p:spPr>
          <a:xfrm>
            <a:off x="4464256" y="494447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021" name="Google Shape;1021;p27"/>
          <p:cNvSpPr/>
          <p:nvPr/>
        </p:nvSpPr>
        <p:spPr>
          <a:xfrm>
            <a:off x="5221529" y="494447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022" name="Google Shape;1022;p27"/>
          <p:cNvSpPr/>
          <p:nvPr/>
        </p:nvSpPr>
        <p:spPr>
          <a:xfrm>
            <a:off x="5978802" y="494447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023" name="Google Shape;1023;p27"/>
          <p:cNvSpPr/>
          <p:nvPr/>
        </p:nvSpPr>
        <p:spPr>
          <a:xfrm>
            <a:off x="6736076" y="494447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024" name="Google Shape;1024;p27"/>
          <p:cNvSpPr/>
          <p:nvPr/>
        </p:nvSpPr>
        <p:spPr>
          <a:xfrm>
            <a:off x="7493349" y="494447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025" name="Google Shape;1025;p27"/>
          <p:cNvSpPr/>
          <p:nvPr/>
        </p:nvSpPr>
        <p:spPr>
          <a:xfrm>
            <a:off x="8250622" y="494447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026" name="Google Shape;1026;p27"/>
          <p:cNvSpPr/>
          <p:nvPr/>
        </p:nvSpPr>
        <p:spPr>
          <a:xfrm>
            <a:off x="4464256" y="545448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027" name="Google Shape;1027;p27"/>
          <p:cNvSpPr/>
          <p:nvPr/>
        </p:nvSpPr>
        <p:spPr>
          <a:xfrm>
            <a:off x="5221529" y="545448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028" name="Google Shape;1028;p27"/>
          <p:cNvSpPr/>
          <p:nvPr/>
        </p:nvSpPr>
        <p:spPr>
          <a:xfrm>
            <a:off x="5978802" y="545448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029" name="Google Shape;1029;p27"/>
          <p:cNvSpPr/>
          <p:nvPr/>
        </p:nvSpPr>
        <p:spPr>
          <a:xfrm>
            <a:off x="6736076" y="545448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030" name="Google Shape;1030;p27"/>
          <p:cNvSpPr/>
          <p:nvPr/>
        </p:nvSpPr>
        <p:spPr>
          <a:xfrm>
            <a:off x="7493349" y="545448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031" name="Google Shape;1031;p27"/>
          <p:cNvSpPr/>
          <p:nvPr/>
        </p:nvSpPr>
        <p:spPr>
          <a:xfrm>
            <a:off x="8250622" y="545448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032" name="Google Shape;1032;p27"/>
          <p:cNvSpPr/>
          <p:nvPr/>
        </p:nvSpPr>
        <p:spPr>
          <a:xfrm>
            <a:off x="4464256" y="596445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033" name="Google Shape;1033;p27"/>
          <p:cNvSpPr/>
          <p:nvPr/>
        </p:nvSpPr>
        <p:spPr>
          <a:xfrm>
            <a:off x="5221529" y="596445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034" name="Google Shape;1034;p27"/>
          <p:cNvSpPr/>
          <p:nvPr/>
        </p:nvSpPr>
        <p:spPr>
          <a:xfrm>
            <a:off x="5978802" y="596445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035" name="Google Shape;1035;p27"/>
          <p:cNvSpPr/>
          <p:nvPr/>
        </p:nvSpPr>
        <p:spPr>
          <a:xfrm>
            <a:off x="6736076" y="596445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036" name="Google Shape;1036;p27"/>
          <p:cNvSpPr/>
          <p:nvPr/>
        </p:nvSpPr>
        <p:spPr>
          <a:xfrm>
            <a:off x="7493349" y="596445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037" name="Google Shape;1037;p27"/>
          <p:cNvSpPr/>
          <p:nvPr/>
        </p:nvSpPr>
        <p:spPr>
          <a:xfrm>
            <a:off x="8250622" y="596445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038" name="Google Shape;1038;p27"/>
          <p:cNvSpPr txBox="1"/>
          <p:nvPr/>
        </p:nvSpPr>
        <p:spPr>
          <a:xfrm rot="-5400000">
            <a:off x="2346374" y="4670304"/>
            <a:ext cx="1963947" cy="369332"/>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Arial"/>
              <a:buNone/>
            </a:pPr>
            <a:r>
              <a:rPr b="1" i="0" lang="es-CL" sz="1800" u="none" cap="none" strike="noStrike">
                <a:solidFill>
                  <a:schemeClr val="accent1"/>
                </a:solidFill>
                <a:latin typeface="Poppins"/>
                <a:ea typeface="Poppins"/>
                <a:cs typeface="Poppins"/>
                <a:sym typeface="Poppins"/>
              </a:rPr>
              <a:t>nombres</a:t>
            </a:r>
            <a:endParaRPr b="0" i="0" sz="1400" u="none" cap="none" strike="noStrike">
              <a:solidFill>
                <a:srgbClr val="000000"/>
              </a:solidFill>
              <a:latin typeface="Arial"/>
              <a:ea typeface="Arial"/>
              <a:cs typeface="Arial"/>
              <a:sym typeface="Arial"/>
            </a:endParaRPr>
          </a:p>
        </p:txBody>
      </p:sp>
      <p:sp>
        <p:nvSpPr>
          <p:cNvPr id="1039" name="Google Shape;1039;p27"/>
          <p:cNvSpPr/>
          <p:nvPr/>
        </p:nvSpPr>
        <p:spPr>
          <a:xfrm>
            <a:off x="3549240" y="3929810"/>
            <a:ext cx="757273" cy="512333"/>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040" name="Google Shape;1040;p27"/>
          <p:cNvSpPr/>
          <p:nvPr/>
        </p:nvSpPr>
        <p:spPr>
          <a:xfrm>
            <a:off x="3549240" y="4439819"/>
            <a:ext cx="757273" cy="512333"/>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041" name="Google Shape;1041;p27"/>
          <p:cNvSpPr/>
          <p:nvPr/>
        </p:nvSpPr>
        <p:spPr>
          <a:xfrm>
            <a:off x="3549240" y="4944479"/>
            <a:ext cx="757273" cy="512333"/>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042" name="Google Shape;1042;p27"/>
          <p:cNvSpPr/>
          <p:nvPr/>
        </p:nvSpPr>
        <p:spPr>
          <a:xfrm>
            <a:off x="3549240" y="5454489"/>
            <a:ext cx="757273" cy="512333"/>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043" name="Google Shape;1043;p27"/>
          <p:cNvSpPr/>
          <p:nvPr/>
        </p:nvSpPr>
        <p:spPr>
          <a:xfrm>
            <a:off x="3549240" y="5964459"/>
            <a:ext cx="757273" cy="512333"/>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044" name="Google Shape;1044;p27"/>
          <p:cNvSpPr/>
          <p:nvPr/>
        </p:nvSpPr>
        <p:spPr>
          <a:xfrm>
            <a:off x="262186" y="3655473"/>
            <a:ext cx="2136001" cy="2084926"/>
          </a:xfrm>
          <a:prstGeom prst="wedgeRectCallout">
            <a:avLst>
              <a:gd fmla="val 78882" name="adj1"/>
              <a:gd fmla="val -15700" name="adj2"/>
            </a:avLst>
          </a:prstGeom>
          <a:solidFill>
            <a:schemeClr val="accent1"/>
          </a:solidFill>
          <a:ln cap="flat" cmpd="sng" w="12700">
            <a:solidFill>
              <a:srgbClr val="0045B5"/>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0" i="0" lang="es-CL" sz="2000" u="none" cap="none" strike="noStrike">
                <a:solidFill>
                  <a:schemeClr val="lt1"/>
                </a:solidFill>
                <a:latin typeface="Poppins"/>
                <a:ea typeface="Poppins"/>
                <a:cs typeface="Poppins"/>
                <a:sym typeface="Poppins"/>
              </a:rPr>
              <a:t>¿Existe Javiera?</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Poppins"/>
              <a:ea typeface="Poppins"/>
              <a:cs typeface="Poppins"/>
              <a:sym typeface="Poppins"/>
            </a:endParaRPr>
          </a:p>
          <a:p>
            <a:pPr indent="0" lvl="0" marL="0" marR="0" rtl="0" algn="ctr">
              <a:lnSpc>
                <a:spcPct val="100000"/>
              </a:lnSpc>
              <a:spcBef>
                <a:spcPts val="0"/>
              </a:spcBef>
              <a:spcAft>
                <a:spcPts val="0"/>
              </a:spcAft>
              <a:buClr>
                <a:srgbClr val="000000"/>
              </a:buClr>
              <a:buSzPts val="2000"/>
              <a:buFont typeface="Arial"/>
              <a:buNone/>
            </a:pPr>
            <a:r>
              <a:rPr b="0" i="0" lang="es-CL" sz="2000" u="none" cap="none" strike="noStrike">
                <a:solidFill>
                  <a:schemeClr val="lt1"/>
                </a:solidFill>
                <a:latin typeface="Poppins"/>
                <a:ea typeface="Poppins"/>
                <a:cs typeface="Poppins"/>
                <a:sym typeface="Poppins"/>
              </a:rPr>
              <a:t>No, así que la agregas al final de la lista</a:t>
            </a:r>
            <a:endParaRPr b="0" i="0" sz="1400" u="none" cap="none" strike="noStrike">
              <a:solidFill>
                <a:srgbClr val="000000"/>
              </a:solidFill>
              <a:latin typeface="Arial"/>
              <a:ea typeface="Arial"/>
              <a:cs typeface="Arial"/>
              <a:sym typeface="Arial"/>
            </a:endParaRPr>
          </a:p>
        </p:txBody>
      </p:sp>
      <p:sp>
        <p:nvSpPr>
          <p:cNvPr id="1045" name="Google Shape;1045;p27"/>
          <p:cNvSpPr/>
          <p:nvPr/>
        </p:nvSpPr>
        <p:spPr>
          <a:xfrm>
            <a:off x="3540876" y="392980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M</a:t>
            </a:r>
            <a:endParaRPr b="0" i="0" sz="1400" u="none" cap="none" strike="noStrike">
              <a:solidFill>
                <a:srgbClr val="000000"/>
              </a:solidFill>
              <a:latin typeface="Arial"/>
              <a:ea typeface="Arial"/>
              <a:cs typeface="Arial"/>
              <a:sym typeface="Arial"/>
            </a:endParaRPr>
          </a:p>
        </p:txBody>
      </p:sp>
      <p:sp>
        <p:nvSpPr>
          <p:cNvPr id="1046" name="Google Shape;1046;p27"/>
          <p:cNvSpPr/>
          <p:nvPr/>
        </p:nvSpPr>
        <p:spPr>
          <a:xfrm>
            <a:off x="7493349" y="860453"/>
            <a:ext cx="2478134" cy="2106340"/>
          </a:xfrm>
          <a:prstGeom prst="wedgeRectCallout">
            <a:avLst>
              <a:gd fmla="val -141443" name="adj1"/>
              <a:gd fmla="val 59085" name="adj2"/>
            </a:avLst>
          </a:prstGeom>
          <a:solidFill>
            <a:schemeClr val="accent1"/>
          </a:solidFill>
          <a:ln cap="flat" cmpd="sng" w="12700">
            <a:solidFill>
              <a:srgbClr val="0045B5"/>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0" i="0" lang="es-CL" sz="2000" u="none" cap="none" strike="noStrike">
                <a:solidFill>
                  <a:schemeClr val="lt1"/>
                </a:solidFill>
                <a:latin typeface="Poppins"/>
                <a:ea typeface="Poppins"/>
                <a:cs typeface="Poppins"/>
                <a:sym typeface="Poppins"/>
              </a:rPr>
              <a:t>¿Existe Francia?</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Poppins"/>
              <a:ea typeface="Poppins"/>
              <a:cs typeface="Poppins"/>
              <a:sym typeface="Poppins"/>
            </a:endParaRPr>
          </a:p>
          <a:p>
            <a:pPr indent="0" lvl="0" marL="0" marR="0" rtl="0" algn="ctr">
              <a:lnSpc>
                <a:spcPct val="100000"/>
              </a:lnSpc>
              <a:spcBef>
                <a:spcPts val="0"/>
              </a:spcBef>
              <a:spcAft>
                <a:spcPts val="0"/>
              </a:spcAft>
              <a:buClr>
                <a:srgbClr val="000000"/>
              </a:buClr>
              <a:buSzPts val="2000"/>
              <a:buFont typeface="Arial"/>
              <a:buNone/>
            </a:pPr>
            <a:r>
              <a:rPr b="0" i="0" lang="es-CL" sz="2000" u="none" cap="none" strike="noStrike">
                <a:solidFill>
                  <a:schemeClr val="lt1"/>
                </a:solidFill>
                <a:latin typeface="Poppins"/>
                <a:ea typeface="Poppins"/>
                <a:cs typeface="Poppins"/>
                <a:sym typeface="Poppins"/>
              </a:rPr>
              <a:t>Si. No tienes nada que hacer</a:t>
            </a:r>
            <a:endParaRPr b="0" i="0" sz="1400" u="none" cap="none" strike="noStrike">
              <a:solidFill>
                <a:srgbClr val="000000"/>
              </a:solidFill>
              <a:latin typeface="Arial"/>
              <a:ea typeface="Arial"/>
              <a:cs typeface="Arial"/>
              <a:sym typeface="Arial"/>
            </a:endParaRPr>
          </a:p>
        </p:txBody>
      </p:sp>
      <p:sp>
        <p:nvSpPr>
          <p:cNvPr id="1047" name="Google Shape;1047;p27"/>
          <p:cNvSpPr/>
          <p:nvPr/>
        </p:nvSpPr>
        <p:spPr>
          <a:xfrm>
            <a:off x="4466028" y="3283615"/>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F</a:t>
            </a:r>
            <a:endParaRPr b="0" i="0" sz="1400" u="none" cap="none" strike="noStrike">
              <a:solidFill>
                <a:srgbClr val="000000"/>
              </a:solidFill>
              <a:latin typeface="Arial"/>
              <a:ea typeface="Arial"/>
              <a:cs typeface="Arial"/>
              <a:sym typeface="Arial"/>
            </a:endParaRPr>
          </a:p>
        </p:txBody>
      </p:sp>
      <p:sp>
        <p:nvSpPr>
          <p:cNvPr id="1048" name="Google Shape;1048;p27"/>
          <p:cNvSpPr/>
          <p:nvPr/>
        </p:nvSpPr>
        <p:spPr>
          <a:xfrm>
            <a:off x="9227849" y="3386648"/>
            <a:ext cx="2478134" cy="2353751"/>
          </a:xfrm>
          <a:prstGeom prst="wedgeRectCallout">
            <a:avLst>
              <a:gd fmla="val -209091" name="adj1"/>
              <a:gd fmla="val 5711" name="adj2"/>
            </a:avLst>
          </a:prstGeom>
          <a:solidFill>
            <a:schemeClr val="accent1"/>
          </a:solidFill>
          <a:ln cap="flat" cmpd="sng" w="12700">
            <a:solidFill>
              <a:srgbClr val="0045B5"/>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0" i="0" lang="es-CL" sz="2000" u="none" cap="none" strike="noStrike">
                <a:solidFill>
                  <a:schemeClr val="lt1"/>
                </a:solidFill>
                <a:latin typeface="Poppins"/>
                <a:ea typeface="Poppins"/>
                <a:cs typeface="Poppins"/>
                <a:sym typeface="Poppins"/>
              </a:rPr>
              <a:t>Javiera visitó Francia, así que corresponde dejar registrado el hecho</a:t>
            </a:r>
            <a:endParaRPr b="0" i="0" sz="1400" u="none" cap="none" strike="noStrike">
              <a:solidFill>
                <a:srgbClr val="000000"/>
              </a:solidFill>
              <a:latin typeface="Arial"/>
              <a:ea typeface="Arial"/>
              <a:cs typeface="Arial"/>
              <a:sym typeface="Arial"/>
            </a:endParaRPr>
          </a:p>
        </p:txBody>
      </p:sp>
      <p:sp>
        <p:nvSpPr>
          <p:cNvPr id="1049" name="Google Shape;1049;p27"/>
          <p:cNvSpPr/>
          <p:nvPr/>
        </p:nvSpPr>
        <p:spPr>
          <a:xfrm>
            <a:off x="4464255" y="3929809"/>
            <a:ext cx="757273" cy="512333"/>
          </a:xfrm>
          <a:prstGeom prst="rect">
            <a:avLst/>
          </a:prstGeom>
          <a:solidFill>
            <a:schemeClr val="accent2"/>
          </a:solidFill>
          <a:ln cap="flat" cmpd="sng" w="12700">
            <a:solidFill>
              <a:srgbClr val="B7202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1</a:t>
            </a:r>
            <a:endParaRPr b="0" i="0" sz="1400" u="none" cap="none" strike="noStrike">
              <a:solidFill>
                <a:srgbClr val="000000"/>
              </a:solidFill>
              <a:latin typeface="Arial"/>
              <a:ea typeface="Arial"/>
              <a:cs typeface="Arial"/>
              <a:sym typeface="Arial"/>
            </a:endParaRPr>
          </a:p>
        </p:txBody>
      </p:sp>
      <p:sp>
        <p:nvSpPr>
          <p:cNvPr id="1050" name="Google Shape;1050;p27"/>
          <p:cNvSpPr/>
          <p:nvPr/>
        </p:nvSpPr>
        <p:spPr>
          <a:xfrm>
            <a:off x="5214310" y="3282611"/>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Ch</a:t>
            </a:r>
            <a:endParaRPr b="0" i="0" sz="1400" u="none" cap="none" strike="noStrike">
              <a:solidFill>
                <a:srgbClr val="000000"/>
              </a:solidFill>
              <a:latin typeface="Arial"/>
              <a:ea typeface="Arial"/>
              <a:cs typeface="Arial"/>
              <a:sym typeface="Arial"/>
            </a:endParaRPr>
          </a:p>
        </p:txBody>
      </p:sp>
      <p:sp>
        <p:nvSpPr>
          <p:cNvPr id="1051" name="Google Shape;1051;p27"/>
          <p:cNvSpPr/>
          <p:nvPr/>
        </p:nvSpPr>
        <p:spPr>
          <a:xfrm>
            <a:off x="5225942" y="3929808"/>
            <a:ext cx="757273" cy="512333"/>
          </a:xfrm>
          <a:prstGeom prst="rect">
            <a:avLst/>
          </a:prstGeom>
          <a:solidFill>
            <a:schemeClr val="accent2"/>
          </a:solidFill>
          <a:ln cap="flat" cmpd="sng" w="12700">
            <a:solidFill>
              <a:srgbClr val="B7202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1</a:t>
            </a:r>
            <a:endParaRPr b="0" i="0" sz="1400" u="none" cap="none" strike="noStrike">
              <a:solidFill>
                <a:srgbClr val="000000"/>
              </a:solidFill>
              <a:latin typeface="Arial"/>
              <a:ea typeface="Arial"/>
              <a:cs typeface="Arial"/>
              <a:sym typeface="Arial"/>
            </a:endParaRPr>
          </a:p>
        </p:txBody>
      </p:sp>
      <p:sp>
        <p:nvSpPr>
          <p:cNvPr id="1052" name="Google Shape;1052;p27"/>
          <p:cNvSpPr/>
          <p:nvPr/>
        </p:nvSpPr>
        <p:spPr>
          <a:xfrm>
            <a:off x="3540875" y="4441295"/>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J</a:t>
            </a:r>
            <a:endParaRPr b="0" i="0" sz="1400" u="none" cap="none" strike="noStrike">
              <a:solidFill>
                <a:srgbClr val="000000"/>
              </a:solidFill>
              <a:latin typeface="Arial"/>
              <a:ea typeface="Arial"/>
              <a:cs typeface="Arial"/>
              <a:sym typeface="Arial"/>
            </a:endParaRPr>
          </a:p>
        </p:txBody>
      </p:sp>
      <p:sp>
        <p:nvSpPr>
          <p:cNvPr id="1053" name="Google Shape;1053;p27"/>
          <p:cNvSpPr/>
          <p:nvPr/>
        </p:nvSpPr>
        <p:spPr>
          <a:xfrm>
            <a:off x="4464255" y="4441171"/>
            <a:ext cx="757273" cy="512333"/>
          </a:xfrm>
          <a:prstGeom prst="rect">
            <a:avLst/>
          </a:prstGeom>
          <a:solidFill>
            <a:schemeClr val="accent2"/>
          </a:solidFill>
          <a:ln cap="flat" cmpd="sng" w="12700">
            <a:solidFill>
              <a:srgbClr val="B7202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1</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44"/>
                                        </p:tgtEl>
                                        <p:attrNameLst>
                                          <p:attrName>style.visibility</p:attrName>
                                        </p:attrNameLst>
                                      </p:cBhvr>
                                      <p:to>
                                        <p:strVal val="visible"/>
                                      </p:to>
                                    </p:set>
                                    <p:anim calcmode="lin" valueType="num">
                                      <p:cBhvr additive="base">
                                        <p:cTn dur="500"/>
                                        <p:tgtEl>
                                          <p:spTgt spid="1044"/>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52"/>
                                        </p:tgtEl>
                                        <p:attrNameLst>
                                          <p:attrName>style.visibility</p:attrName>
                                        </p:attrNameLst>
                                      </p:cBhvr>
                                      <p:to>
                                        <p:strVal val="visible"/>
                                      </p:to>
                                    </p:set>
                                    <p:anim calcmode="lin" valueType="num">
                                      <p:cBhvr additive="base">
                                        <p:cTn dur="500"/>
                                        <p:tgtEl>
                                          <p:spTgt spid="1052"/>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46"/>
                                        </p:tgtEl>
                                        <p:attrNameLst>
                                          <p:attrName>style.visibility</p:attrName>
                                        </p:attrNameLst>
                                      </p:cBhvr>
                                      <p:to>
                                        <p:strVal val="visible"/>
                                      </p:to>
                                    </p:set>
                                    <p:anim calcmode="lin" valueType="num">
                                      <p:cBhvr additive="base">
                                        <p:cTn dur="500"/>
                                        <p:tgtEl>
                                          <p:spTgt spid="1046"/>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48"/>
                                        </p:tgtEl>
                                        <p:attrNameLst>
                                          <p:attrName>style.visibility</p:attrName>
                                        </p:attrNameLst>
                                      </p:cBhvr>
                                      <p:to>
                                        <p:strVal val="visible"/>
                                      </p:to>
                                    </p:set>
                                    <p:anim calcmode="lin" valueType="num">
                                      <p:cBhvr additive="base">
                                        <p:cTn dur="500"/>
                                        <p:tgtEl>
                                          <p:spTgt spid="1048"/>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53"/>
                                        </p:tgtEl>
                                        <p:attrNameLst>
                                          <p:attrName>style.visibility</p:attrName>
                                        </p:attrNameLst>
                                      </p:cBhvr>
                                      <p:to>
                                        <p:strVal val="visible"/>
                                      </p:to>
                                    </p:set>
                                    <p:anim calcmode="lin" valueType="num">
                                      <p:cBhvr additive="base">
                                        <p:cTn dur="500"/>
                                        <p:tgtEl>
                                          <p:spTgt spid="1053"/>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7" name="Shape 1057"/>
        <p:cNvGrpSpPr/>
        <p:nvPr/>
      </p:nvGrpSpPr>
      <p:grpSpPr>
        <a:xfrm>
          <a:off x="0" y="0"/>
          <a:ext cx="0" cy="0"/>
          <a:chOff x="0" y="0"/>
          <a:chExt cx="0" cy="0"/>
        </a:xfrm>
      </p:grpSpPr>
      <p:sp>
        <p:nvSpPr>
          <p:cNvPr id="1058" name="Google Shape;1058;p28"/>
          <p:cNvSpPr/>
          <p:nvPr/>
        </p:nvSpPr>
        <p:spPr>
          <a:xfrm>
            <a:off x="1076324" y="1746428"/>
            <a:ext cx="9982202" cy="898509"/>
          </a:xfrm>
          <a:prstGeom prst="roundRect">
            <a:avLst>
              <a:gd fmla="val 33801" name="adj"/>
            </a:avLst>
          </a:prstGeom>
          <a:solidFill>
            <a:srgbClr val="FFFFFF"/>
          </a:solidFill>
          <a:ln>
            <a:noFill/>
          </a:ln>
        </p:spPr>
        <p:txBody>
          <a:bodyPr anchorCtr="0" anchor="ctr" bIns="0" lIns="504000" spcFirstLastPara="1" rIns="274300" wrap="square" tIns="0">
            <a:noAutofit/>
          </a:bodyPr>
          <a:lstStyle/>
          <a:p>
            <a:pPr indent="0" lvl="0" marL="0" marR="0" rtl="0" algn="l">
              <a:lnSpc>
                <a:spcPct val="120000"/>
              </a:lnSpc>
              <a:spcBef>
                <a:spcPts val="0"/>
              </a:spcBef>
              <a:spcAft>
                <a:spcPts val="0"/>
              </a:spcAft>
              <a:buClr>
                <a:srgbClr val="000000"/>
              </a:buClr>
              <a:buSzPts val="2000"/>
              <a:buFont typeface="Arial"/>
              <a:buNone/>
            </a:pPr>
            <a:r>
              <a:rPr b="0" i="0" lang="es-CL" sz="2000" u="none" cap="none" strike="noStrike">
                <a:solidFill>
                  <a:schemeClr val="dk1"/>
                </a:solidFill>
                <a:latin typeface="Poppins"/>
                <a:ea typeface="Poppins"/>
                <a:cs typeface="Poppins"/>
                <a:sym typeface="Poppins"/>
              </a:rPr>
              <a:t>El programa lee Miguel, China, 2011</a:t>
            </a:r>
            <a:endParaRPr b="0" i="0" sz="1400" u="none" cap="none" strike="noStrike">
              <a:solidFill>
                <a:srgbClr val="000000"/>
              </a:solidFill>
              <a:latin typeface="Arial"/>
              <a:ea typeface="Arial"/>
              <a:cs typeface="Arial"/>
              <a:sym typeface="Arial"/>
            </a:endParaRPr>
          </a:p>
        </p:txBody>
      </p:sp>
      <p:sp>
        <p:nvSpPr>
          <p:cNvPr id="1059" name="Google Shape;1059;p28"/>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p>
            <a:pPr indent="0" lvl="0" marL="0" rtl="0" algn="l">
              <a:lnSpc>
                <a:spcPct val="90000"/>
              </a:lnSpc>
              <a:spcBef>
                <a:spcPts val="0"/>
              </a:spcBef>
              <a:spcAft>
                <a:spcPts val="0"/>
              </a:spcAft>
              <a:buClr>
                <a:schemeClr val="dk1"/>
              </a:buClr>
              <a:buSzPts val="3200"/>
              <a:buFont typeface="Poppins"/>
              <a:buNone/>
            </a:pPr>
            <a:r>
              <a:rPr lang="es-CL"/>
              <a:t>Paso a paso</a:t>
            </a:r>
            <a:endParaRPr/>
          </a:p>
        </p:txBody>
      </p:sp>
      <p:sp>
        <p:nvSpPr>
          <p:cNvPr id="1060" name="Google Shape;1060;p28"/>
          <p:cNvSpPr txBox="1"/>
          <p:nvPr/>
        </p:nvSpPr>
        <p:spPr>
          <a:xfrm>
            <a:off x="1112989" y="615954"/>
            <a:ext cx="1496564"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CL" sz="1200" u="none" cap="none" strike="noStrike">
                <a:solidFill>
                  <a:schemeClr val="accent1"/>
                </a:solidFill>
                <a:latin typeface="Poppins"/>
                <a:ea typeface="Poppins"/>
                <a:cs typeface="Poppins"/>
                <a:sym typeface="Poppins"/>
              </a:rPr>
              <a:t>Clase 10: Matrices</a:t>
            </a:r>
            <a:endParaRPr b="0" i="0" sz="1400" u="none" cap="none" strike="noStrike">
              <a:solidFill>
                <a:srgbClr val="000000"/>
              </a:solidFill>
              <a:latin typeface="Arial"/>
              <a:ea typeface="Arial"/>
              <a:cs typeface="Arial"/>
              <a:sym typeface="Arial"/>
            </a:endParaRPr>
          </a:p>
        </p:txBody>
      </p:sp>
      <p:sp>
        <p:nvSpPr>
          <p:cNvPr id="1061" name="Google Shape;1061;p28"/>
          <p:cNvSpPr/>
          <p:nvPr/>
        </p:nvSpPr>
        <p:spPr>
          <a:xfrm>
            <a:off x="4464256" y="3281163"/>
            <a:ext cx="757273" cy="512334"/>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062" name="Google Shape;1062;p28"/>
          <p:cNvSpPr/>
          <p:nvPr/>
        </p:nvSpPr>
        <p:spPr>
          <a:xfrm>
            <a:off x="5221529" y="3281163"/>
            <a:ext cx="757273" cy="512334"/>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063" name="Google Shape;1063;p28"/>
          <p:cNvSpPr/>
          <p:nvPr/>
        </p:nvSpPr>
        <p:spPr>
          <a:xfrm>
            <a:off x="5978802" y="3281163"/>
            <a:ext cx="757273" cy="512334"/>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064" name="Google Shape;1064;p28"/>
          <p:cNvSpPr/>
          <p:nvPr/>
        </p:nvSpPr>
        <p:spPr>
          <a:xfrm>
            <a:off x="6736076" y="3281163"/>
            <a:ext cx="757273" cy="512334"/>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065" name="Google Shape;1065;p28"/>
          <p:cNvSpPr/>
          <p:nvPr/>
        </p:nvSpPr>
        <p:spPr>
          <a:xfrm>
            <a:off x="7493349" y="3281163"/>
            <a:ext cx="757273" cy="512334"/>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066" name="Google Shape;1066;p28"/>
          <p:cNvSpPr/>
          <p:nvPr/>
        </p:nvSpPr>
        <p:spPr>
          <a:xfrm>
            <a:off x="8250622" y="3281163"/>
            <a:ext cx="757273" cy="512334"/>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067" name="Google Shape;1067;p28"/>
          <p:cNvSpPr txBox="1"/>
          <p:nvPr/>
        </p:nvSpPr>
        <p:spPr>
          <a:xfrm>
            <a:off x="4422187" y="2950351"/>
            <a:ext cx="193525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s-CL" sz="1800" u="none" cap="none" strike="noStrike">
                <a:solidFill>
                  <a:schemeClr val="accent1"/>
                </a:solidFill>
                <a:latin typeface="Poppins"/>
                <a:ea typeface="Poppins"/>
                <a:cs typeface="Poppins"/>
                <a:sym typeface="Poppins"/>
              </a:rPr>
              <a:t>países</a:t>
            </a:r>
            <a:endParaRPr b="0" i="0" sz="1400" u="none" cap="none" strike="noStrike">
              <a:solidFill>
                <a:srgbClr val="000000"/>
              </a:solidFill>
              <a:latin typeface="Arial"/>
              <a:ea typeface="Arial"/>
              <a:cs typeface="Arial"/>
              <a:sym typeface="Arial"/>
            </a:endParaRPr>
          </a:p>
        </p:txBody>
      </p:sp>
      <p:sp>
        <p:nvSpPr>
          <p:cNvPr id="1068" name="Google Shape;1068;p28"/>
          <p:cNvSpPr/>
          <p:nvPr/>
        </p:nvSpPr>
        <p:spPr>
          <a:xfrm>
            <a:off x="4464256" y="3929810"/>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069" name="Google Shape;1069;p28"/>
          <p:cNvSpPr/>
          <p:nvPr/>
        </p:nvSpPr>
        <p:spPr>
          <a:xfrm>
            <a:off x="5221529" y="3929810"/>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070" name="Google Shape;1070;p28"/>
          <p:cNvSpPr/>
          <p:nvPr/>
        </p:nvSpPr>
        <p:spPr>
          <a:xfrm>
            <a:off x="5978802" y="3929810"/>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071" name="Google Shape;1071;p28"/>
          <p:cNvSpPr/>
          <p:nvPr/>
        </p:nvSpPr>
        <p:spPr>
          <a:xfrm>
            <a:off x="6736076" y="3929810"/>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072" name="Google Shape;1072;p28"/>
          <p:cNvSpPr/>
          <p:nvPr/>
        </p:nvSpPr>
        <p:spPr>
          <a:xfrm>
            <a:off x="7493349" y="3929810"/>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073" name="Google Shape;1073;p28"/>
          <p:cNvSpPr/>
          <p:nvPr/>
        </p:nvSpPr>
        <p:spPr>
          <a:xfrm>
            <a:off x="8250622" y="3929810"/>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074" name="Google Shape;1074;p28"/>
          <p:cNvSpPr/>
          <p:nvPr/>
        </p:nvSpPr>
        <p:spPr>
          <a:xfrm>
            <a:off x="4464256" y="443981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075" name="Google Shape;1075;p28"/>
          <p:cNvSpPr/>
          <p:nvPr/>
        </p:nvSpPr>
        <p:spPr>
          <a:xfrm>
            <a:off x="5221529" y="443981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076" name="Google Shape;1076;p28"/>
          <p:cNvSpPr/>
          <p:nvPr/>
        </p:nvSpPr>
        <p:spPr>
          <a:xfrm>
            <a:off x="5978802" y="443981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077" name="Google Shape;1077;p28"/>
          <p:cNvSpPr/>
          <p:nvPr/>
        </p:nvSpPr>
        <p:spPr>
          <a:xfrm>
            <a:off x="6736076" y="443981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078" name="Google Shape;1078;p28"/>
          <p:cNvSpPr/>
          <p:nvPr/>
        </p:nvSpPr>
        <p:spPr>
          <a:xfrm>
            <a:off x="7493349" y="443981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079" name="Google Shape;1079;p28"/>
          <p:cNvSpPr/>
          <p:nvPr/>
        </p:nvSpPr>
        <p:spPr>
          <a:xfrm>
            <a:off x="8250622" y="443981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080" name="Google Shape;1080;p28"/>
          <p:cNvSpPr/>
          <p:nvPr/>
        </p:nvSpPr>
        <p:spPr>
          <a:xfrm>
            <a:off x="4464256" y="494447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081" name="Google Shape;1081;p28"/>
          <p:cNvSpPr/>
          <p:nvPr/>
        </p:nvSpPr>
        <p:spPr>
          <a:xfrm>
            <a:off x="5221529" y="494447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082" name="Google Shape;1082;p28"/>
          <p:cNvSpPr/>
          <p:nvPr/>
        </p:nvSpPr>
        <p:spPr>
          <a:xfrm>
            <a:off x="5978802" y="494447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083" name="Google Shape;1083;p28"/>
          <p:cNvSpPr/>
          <p:nvPr/>
        </p:nvSpPr>
        <p:spPr>
          <a:xfrm>
            <a:off x="6736076" y="494447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084" name="Google Shape;1084;p28"/>
          <p:cNvSpPr/>
          <p:nvPr/>
        </p:nvSpPr>
        <p:spPr>
          <a:xfrm>
            <a:off x="7493349" y="494447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085" name="Google Shape;1085;p28"/>
          <p:cNvSpPr/>
          <p:nvPr/>
        </p:nvSpPr>
        <p:spPr>
          <a:xfrm>
            <a:off x="8250622" y="494447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086" name="Google Shape;1086;p28"/>
          <p:cNvSpPr/>
          <p:nvPr/>
        </p:nvSpPr>
        <p:spPr>
          <a:xfrm>
            <a:off x="4464256" y="545448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087" name="Google Shape;1087;p28"/>
          <p:cNvSpPr/>
          <p:nvPr/>
        </p:nvSpPr>
        <p:spPr>
          <a:xfrm>
            <a:off x="5221529" y="545448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088" name="Google Shape;1088;p28"/>
          <p:cNvSpPr/>
          <p:nvPr/>
        </p:nvSpPr>
        <p:spPr>
          <a:xfrm>
            <a:off x="5978802" y="545448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089" name="Google Shape;1089;p28"/>
          <p:cNvSpPr/>
          <p:nvPr/>
        </p:nvSpPr>
        <p:spPr>
          <a:xfrm>
            <a:off x="6736076" y="545448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090" name="Google Shape;1090;p28"/>
          <p:cNvSpPr/>
          <p:nvPr/>
        </p:nvSpPr>
        <p:spPr>
          <a:xfrm>
            <a:off x="7493349" y="545448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091" name="Google Shape;1091;p28"/>
          <p:cNvSpPr/>
          <p:nvPr/>
        </p:nvSpPr>
        <p:spPr>
          <a:xfrm>
            <a:off x="8250622" y="545448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092" name="Google Shape;1092;p28"/>
          <p:cNvSpPr/>
          <p:nvPr/>
        </p:nvSpPr>
        <p:spPr>
          <a:xfrm>
            <a:off x="4464256" y="596445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093" name="Google Shape;1093;p28"/>
          <p:cNvSpPr/>
          <p:nvPr/>
        </p:nvSpPr>
        <p:spPr>
          <a:xfrm>
            <a:off x="5221529" y="596445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094" name="Google Shape;1094;p28"/>
          <p:cNvSpPr/>
          <p:nvPr/>
        </p:nvSpPr>
        <p:spPr>
          <a:xfrm>
            <a:off x="5978802" y="596445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095" name="Google Shape;1095;p28"/>
          <p:cNvSpPr/>
          <p:nvPr/>
        </p:nvSpPr>
        <p:spPr>
          <a:xfrm>
            <a:off x="6736076" y="596445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096" name="Google Shape;1096;p28"/>
          <p:cNvSpPr/>
          <p:nvPr/>
        </p:nvSpPr>
        <p:spPr>
          <a:xfrm>
            <a:off x="7493349" y="596445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097" name="Google Shape;1097;p28"/>
          <p:cNvSpPr/>
          <p:nvPr/>
        </p:nvSpPr>
        <p:spPr>
          <a:xfrm>
            <a:off x="8250622" y="596445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098" name="Google Shape;1098;p28"/>
          <p:cNvSpPr txBox="1"/>
          <p:nvPr/>
        </p:nvSpPr>
        <p:spPr>
          <a:xfrm rot="-5400000">
            <a:off x="2346374" y="4670304"/>
            <a:ext cx="1963947" cy="369332"/>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Arial"/>
              <a:buNone/>
            </a:pPr>
            <a:r>
              <a:rPr b="1" i="0" lang="es-CL" sz="1800" u="none" cap="none" strike="noStrike">
                <a:solidFill>
                  <a:schemeClr val="accent1"/>
                </a:solidFill>
                <a:latin typeface="Poppins"/>
                <a:ea typeface="Poppins"/>
                <a:cs typeface="Poppins"/>
                <a:sym typeface="Poppins"/>
              </a:rPr>
              <a:t>nombres</a:t>
            </a:r>
            <a:endParaRPr b="0" i="0" sz="1400" u="none" cap="none" strike="noStrike">
              <a:solidFill>
                <a:srgbClr val="000000"/>
              </a:solidFill>
              <a:latin typeface="Arial"/>
              <a:ea typeface="Arial"/>
              <a:cs typeface="Arial"/>
              <a:sym typeface="Arial"/>
            </a:endParaRPr>
          </a:p>
        </p:txBody>
      </p:sp>
      <p:sp>
        <p:nvSpPr>
          <p:cNvPr id="1099" name="Google Shape;1099;p28"/>
          <p:cNvSpPr/>
          <p:nvPr/>
        </p:nvSpPr>
        <p:spPr>
          <a:xfrm>
            <a:off x="3549240" y="3929810"/>
            <a:ext cx="757273" cy="512333"/>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100" name="Google Shape;1100;p28"/>
          <p:cNvSpPr/>
          <p:nvPr/>
        </p:nvSpPr>
        <p:spPr>
          <a:xfrm>
            <a:off x="3549240" y="4439819"/>
            <a:ext cx="757273" cy="512333"/>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101" name="Google Shape;1101;p28"/>
          <p:cNvSpPr/>
          <p:nvPr/>
        </p:nvSpPr>
        <p:spPr>
          <a:xfrm>
            <a:off x="3549240" y="4944479"/>
            <a:ext cx="757273" cy="512333"/>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102" name="Google Shape;1102;p28"/>
          <p:cNvSpPr/>
          <p:nvPr/>
        </p:nvSpPr>
        <p:spPr>
          <a:xfrm>
            <a:off x="3549240" y="5454489"/>
            <a:ext cx="757273" cy="512333"/>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103" name="Google Shape;1103;p28"/>
          <p:cNvSpPr/>
          <p:nvPr/>
        </p:nvSpPr>
        <p:spPr>
          <a:xfrm>
            <a:off x="3549240" y="5964459"/>
            <a:ext cx="757273" cy="512333"/>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104" name="Google Shape;1104;p28"/>
          <p:cNvSpPr/>
          <p:nvPr/>
        </p:nvSpPr>
        <p:spPr>
          <a:xfrm>
            <a:off x="263438" y="3834551"/>
            <a:ext cx="2277814" cy="1117601"/>
          </a:xfrm>
          <a:prstGeom prst="wedgeRectCallout">
            <a:avLst>
              <a:gd fmla="val 87206" name="adj1"/>
              <a:gd fmla="val -24228" name="adj2"/>
            </a:avLst>
          </a:prstGeom>
          <a:solidFill>
            <a:schemeClr val="accent1"/>
          </a:solidFill>
          <a:ln cap="flat" cmpd="sng" w="12700">
            <a:solidFill>
              <a:srgbClr val="0045B5"/>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0" i="0" lang="es-CL" sz="2400" u="none" cap="none" strike="noStrike">
                <a:solidFill>
                  <a:schemeClr val="lt1"/>
                </a:solidFill>
                <a:latin typeface="Poppins"/>
                <a:ea typeface="Poppins"/>
                <a:cs typeface="Poppins"/>
                <a:sym typeface="Poppins"/>
              </a:rPr>
              <a:t>¿Existe Miguel?</a:t>
            </a:r>
            <a:endParaRPr b="0" i="0" sz="1400" u="none" cap="none" strike="noStrike">
              <a:solidFill>
                <a:srgbClr val="000000"/>
              </a:solidFill>
              <a:latin typeface="Arial"/>
              <a:ea typeface="Arial"/>
              <a:cs typeface="Arial"/>
              <a:sym typeface="Arial"/>
            </a:endParaRPr>
          </a:p>
        </p:txBody>
      </p:sp>
      <p:sp>
        <p:nvSpPr>
          <p:cNvPr id="1105" name="Google Shape;1105;p28"/>
          <p:cNvSpPr/>
          <p:nvPr/>
        </p:nvSpPr>
        <p:spPr>
          <a:xfrm>
            <a:off x="3540876" y="392980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M</a:t>
            </a:r>
            <a:endParaRPr b="0" i="0" sz="1400" u="none" cap="none" strike="noStrike">
              <a:solidFill>
                <a:srgbClr val="000000"/>
              </a:solidFill>
              <a:latin typeface="Arial"/>
              <a:ea typeface="Arial"/>
              <a:cs typeface="Arial"/>
              <a:sym typeface="Arial"/>
            </a:endParaRPr>
          </a:p>
        </p:txBody>
      </p:sp>
      <p:sp>
        <p:nvSpPr>
          <p:cNvPr id="1106" name="Google Shape;1106;p28"/>
          <p:cNvSpPr/>
          <p:nvPr/>
        </p:nvSpPr>
        <p:spPr>
          <a:xfrm>
            <a:off x="7549932" y="1843734"/>
            <a:ext cx="2158651" cy="1207946"/>
          </a:xfrm>
          <a:prstGeom prst="wedgeRectCallout">
            <a:avLst>
              <a:gd fmla="val -141443" name="adj1"/>
              <a:gd fmla="val 59085" name="adj2"/>
            </a:avLst>
          </a:prstGeom>
          <a:solidFill>
            <a:schemeClr val="accent1"/>
          </a:solidFill>
          <a:ln cap="flat" cmpd="sng" w="12700">
            <a:solidFill>
              <a:srgbClr val="0045B5"/>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0" i="0" lang="es-CL" sz="2400" u="none" cap="none" strike="noStrike">
                <a:solidFill>
                  <a:schemeClr val="lt1"/>
                </a:solidFill>
                <a:latin typeface="Poppins"/>
                <a:ea typeface="Poppins"/>
                <a:cs typeface="Poppins"/>
                <a:sym typeface="Poppins"/>
              </a:rPr>
              <a:t>¿Existe China?</a:t>
            </a:r>
            <a:endParaRPr b="0" i="0" sz="1400" u="none" cap="none" strike="noStrike">
              <a:solidFill>
                <a:srgbClr val="000000"/>
              </a:solidFill>
              <a:latin typeface="Arial"/>
              <a:ea typeface="Arial"/>
              <a:cs typeface="Arial"/>
              <a:sym typeface="Arial"/>
            </a:endParaRPr>
          </a:p>
        </p:txBody>
      </p:sp>
      <p:sp>
        <p:nvSpPr>
          <p:cNvPr id="1107" name="Google Shape;1107;p28"/>
          <p:cNvSpPr/>
          <p:nvPr/>
        </p:nvSpPr>
        <p:spPr>
          <a:xfrm>
            <a:off x="4466028" y="3283615"/>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F</a:t>
            </a:r>
            <a:endParaRPr b="0" i="0" sz="1400" u="none" cap="none" strike="noStrike">
              <a:solidFill>
                <a:srgbClr val="000000"/>
              </a:solidFill>
              <a:latin typeface="Arial"/>
              <a:ea typeface="Arial"/>
              <a:cs typeface="Arial"/>
              <a:sym typeface="Arial"/>
            </a:endParaRPr>
          </a:p>
        </p:txBody>
      </p:sp>
      <p:sp>
        <p:nvSpPr>
          <p:cNvPr id="1108" name="Google Shape;1108;p28"/>
          <p:cNvSpPr/>
          <p:nvPr/>
        </p:nvSpPr>
        <p:spPr>
          <a:xfrm>
            <a:off x="9167635" y="3671322"/>
            <a:ext cx="2392651" cy="1917700"/>
          </a:xfrm>
          <a:prstGeom prst="wedgeRectCallout">
            <a:avLst>
              <a:gd fmla="val -183979" name="adj1"/>
              <a:gd fmla="val -25956" name="adj2"/>
            </a:avLst>
          </a:prstGeom>
          <a:solidFill>
            <a:schemeClr val="accent1"/>
          </a:solidFill>
          <a:ln cap="flat" cmpd="sng" w="12700">
            <a:solidFill>
              <a:srgbClr val="0045B5"/>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0" i="0" lang="es-CL" sz="2000" u="none" cap="none" strike="noStrike">
                <a:solidFill>
                  <a:schemeClr val="lt1"/>
                </a:solidFill>
                <a:latin typeface="Poppins"/>
                <a:ea typeface="Poppins"/>
                <a:cs typeface="Poppins"/>
                <a:sym typeface="Poppins"/>
              </a:rPr>
              <a:t>Miguel visitó China, ¡de nuevo!</a:t>
            </a:r>
            <a:endParaRPr b="0" i="0" sz="1400" u="none" cap="none" strike="noStrike">
              <a:solidFill>
                <a:srgbClr val="000000"/>
              </a:solidFill>
              <a:latin typeface="Arial"/>
              <a:ea typeface="Arial"/>
              <a:cs typeface="Arial"/>
              <a:sym typeface="Arial"/>
            </a:endParaRPr>
          </a:p>
        </p:txBody>
      </p:sp>
      <p:sp>
        <p:nvSpPr>
          <p:cNvPr id="1109" name="Google Shape;1109;p28"/>
          <p:cNvSpPr/>
          <p:nvPr/>
        </p:nvSpPr>
        <p:spPr>
          <a:xfrm>
            <a:off x="4464255" y="3929809"/>
            <a:ext cx="757273" cy="512333"/>
          </a:xfrm>
          <a:prstGeom prst="rect">
            <a:avLst/>
          </a:prstGeom>
          <a:solidFill>
            <a:schemeClr val="accent2"/>
          </a:solidFill>
          <a:ln cap="flat" cmpd="sng" w="12700">
            <a:solidFill>
              <a:srgbClr val="B7202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1</a:t>
            </a:r>
            <a:endParaRPr b="0" i="0" sz="1400" u="none" cap="none" strike="noStrike">
              <a:solidFill>
                <a:srgbClr val="000000"/>
              </a:solidFill>
              <a:latin typeface="Arial"/>
              <a:ea typeface="Arial"/>
              <a:cs typeface="Arial"/>
              <a:sym typeface="Arial"/>
            </a:endParaRPr>
          </a:p>
        </p:txBody>
      </p:sp>
      <p:sp>
        <p:nvSpPr>
          <p:cNvPr id="1110" name="Google Shape;1110;p28"/>
          <p:cNvSpPr/>
          <p:nvPr/>
        </p:nvSpPr>
        <p:spPr>
          <a:xfrm>
            <a:off x="5214310" y="3282611"/>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Ch</a:t>
            </a:r>
            <a:endParaRPr b="0" i="0" sz="1400" u="none" cap="none" strike="noStrike">
              <a:solidFill>
                <a:srgbClr val="000000"/>
              </a:solidFill>
              <a:latin typeface="Arial"/>
              <a:ea typeface="Arial"/>
              <a:cs typeface="Arial"/>
              <a:sym typeface="Arial"/>
            </a:endParaRPr>
          </a:p>
        </p:txBody>
      </p:sp>
      <p:sp>
        <p:nvSpPr>
          <p:cNvPr id="1111" name="Google Shape;1111;p28"/>
          <p:cNvSpPr/>
          <p:nvPr/>
        </p:nvSpPr>
        <p:spPr>
          <a:xfrm>
            <a:off x="5225942" y="3929808"/>
            <a:ext cx="757273" cy="512333"/>
          </a:xfrm>
          <a:prstGeom prst="rect">
            <a:avLst/>
          </a:prstGeom>
          <a:solidFill>
            <a:schemeClr val="accent2"/>
          </a:solidFill>
          <a:ln cap="flat" cmpd="sng" w="12700">
            <a:solidFill>
              <a:srgbClr val="B7202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1</a:t>
            </a:r>
            <a:endParaRPr b="0" i="0" sz="1400" u="none" cap="none" strike="noStrike">
              <a:solidFill>
                <a:srgbClr val="000000"/>
              </a:solidFill>
              <a:latin typeface="Arial"/>
              <a:ea typeface="Arial"/>
              <a:cs typeface="Arial"/>
              <a:sym typeface="Arial"/>
            </a:endParaRPr>
          </a:p>
        </p:txBody>
      </p:sp>
      <p:sp>
        <p:nvSpPr>
          <p:cNvPr id="1112" name="Google Shape;1112;p28"/>
          <p:cNvSpPr/>
          <p:nvPr/>
        </p:nvSpPr>
        <p:spPr>
          <a:xfrm>
            <a:off x="3540875" y="4441295"/>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J</a:t>
            </a:r>
            <a:endParaRPr b="0" i="0" sz="1400" u="none" cap="none" strike="noStrike">
              <a:solidFill>
                <a:srgbClr val="000000"/>
              </a:solidFill>
              <a:latin typeface="Arial"/>
              <a:ea typeface="Arial"/>
              <a:cs typeface="Arial"/>
              <a:sym typeface="Arial"/>
            </a:endParaRPr>
          </a:p>
        </p:txBody>
      </p:sp>
      <p:sp>
        <p:nvSpPr>
          <p:cNvPr id="1113" name="Google Shape;1113;p28"/>
          <p:cNvSpPr/>
          <p:nvPr/>
        </p:nvSpPr>
        <p:spPr>
          <a:xfrm>
            <a:off x="4464255" y="4441171"/>
            <a:ext cx="757273" cy="512333"/>
          </a:xfrm>
          <a:prstGeom prst="rect">
            <a:avLst/>
          </a:prstGeom>
          <a:solidFill>
            <a:schemeClr val="accent2"/>
          </a:solidFill>
          <a:ln cap="flat" cmpd="sng" w="12700">
            <a:solidFill>
              <a:srgbClr val="B7202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1</a:t>
            </a:r>
            <a:endParaRPr b="0" i="0" sz="1400" u="none" cap="none" strike="noStrike">
              <a:solidFill>
                <a:srgbClr val="000000"/>
              </a:solidFill>
              <a:latin typeface="Arial"/>
              <a:ea typeface="Arial"/>
              <a:cs typeface="Arial"/>
              <a:sym typeface="Arial"/>
            </a:endParaRPr>
          </a:p>
        </p:txBody>
      </p:sp>
      <p:sp>
        <p:nvSpPr>
          <p:cNvPr id="1114" name="Google Shape;1114;p28"/>
          <p:cNvSpPr/>
          <p:nvPr/>
        </p:nvSpPr>
        <p:spPr>
          <a:xfrm>
            <a:off x="9323891" y="3760042"/>
            <a:ext cx="2478134" cy="2416921"/>
          </a:xfrm>
          <a:prstGeom prst="wedgeRectCallout">
            <a:avLst>
              <a:gd fmla="val -182442" name="adj1"/>
              <a:gd fmla="val -34363" name="adj2"/>
            </a:avLst>
          </a:prstGeom>
          <a:solidFill>
            <a:schemeClr val="accent1"/>
          </a:solidFill>
          <a:ln cap="flat" cmpd="sng" w="12700">
            <a:solidFill>
              <a:srgbClr val="0045B5"/>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0" i="0" lang="es-CL" sz="2000" u="none" cap="none" strike="noStrike">
                <a:solidFill>
                  <a:schemeClr val="lt1"/>
                </a:solidFill>
                <a:latin typeface="Poppins"/>
                <a:ea typeface="Poppins"/>
                <a:cs typeface="Poppins"/>
                <a:sym typeface="Poppins"/>
              </a:rPr>
              <a:t>Si pensaste que siempre había que poner un UNO, ¡estabas equivocado!</a:t>
            </a:r>
            <a:endParaRPr b="0" i="0" sz="1400" u="none" cap="none" strike="noStrike">
              <a:solidFill>
                <a:srgbClr val="000000"/>
              </a:solidFill>
              <a:latin typeface="Arial"/>
              <a:ea typeface="Arial"/>
              <a:cs typeface="Arial"/>
              <a:sym typeface="Arial"/>
            </a:endParaRPr>
          </a:p>
        </p:txBody>
      </p:sp>
      <p:sp>
        <p:nvSpPr>
          <p:cNvPr id="1115" name="Google Shape;1115;p28"/>
          <p:cNvSpPr/>
          <p:nvPr/>
        </p:nvSpPr>
        <p:spPr>
          <a:xfrm>
            <a:off x="9476291" y="3912442"/>
            <a:ext cx="2478134" cy="2416921"/>
          </a:xfrm>
          <a:prstGeom prst="wedgeRectCallout">
            <a:avLst>
              <a:gd fmla="val -183979" name="adj1"/>
              <a:gd fmla="val -38041" name="adj2"/>
            </a:avLst>
          </a:prstGeom>
          <a:solidFill>
            <a:schemeClr val="accent1"/>
          </a:solidFill>
          <a:ln cap="flat" cmpd="sng" w="12700">
            <a:solidFill>
              <a:srgbClr val="0045B5"/>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0" i="0" lang="es-CL" sz="2000" u="none" cap="none" strike="noStrike">
                <a:solidFill>
                  <a:schemeClr val="lt1"/>
                </a:solidFill>
                <a:latin typeface="Poppins"/>
                <a:ea typeface="Poppins"/>
                <a:cs typeface="Poppins"/>
                <a:sym typeface="Poppins"/>
              </a:rPr>
              <a:t>Lo correcto es INCREMENTAR en uno el contador de visitas de esa persona en ese país</a:t>
            </a:r>
            <a:endParaRPr b="0" i="0" sz="1400" u="none" cap="none" strike="noStrike">
              <a:solidFill>
                <a:srgbClr val="000000"/>
              </a:solidFill>
              <a:latin typeface="Arial"/>
              <a:ea typeface="Arial"/>
              <a:cs typeface="Arial"/>
              <a:sym typeface="Arial"/>
            </a:endParaRPr>
          </a:p>
        </p:txBody>
      </p:sp>
      <p:sp>
        <p:nvSpPr>
          <p:cNvPr id="1116" name="Google Shape;1116;p28"/>
          <p:cNvSpPr/>
          <p:nvPr/>
        </p:nvSpPr>
        <p:spPr>
          <a:xfrm>
            <a:off x="5230355" y="3928838"/>
            <a:ext cx="757273" cy="512333"/>
          </a:xfrm>
          <a:prstGeom prst="rect">
            <a:avLst/>
          </a:prstGeom>
          <a:solidFill>
            <a:schemeClr val="accent2"/>
          </a:solidFill>
          <a:ln cap="flat" cmpd="sng" w="12700">
            <a:solidFill>
              <a:srgbClr val="B7202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2</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04"/>
                                        </p:tgtEl>
                                        <p:attrNameLst>
                                          <p:attrName>style.visibility</p:attrName>
                                        </p:attrNameLst>
                                      </p:cBhvr>
                                      <p:to>
                                        <p:strVal val="visible"/>
                                      </p:to>
                                    </p:set>
                                    <p:anim calcmode="lin" valueType="num">
                                      <p:cBhvr additive="base">
                                        <p:cTn dur="500"/>
                                        <p:tgtEl>
                                          <p:spTgt spid="1104"/>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06"/>
                                        </p:tgtEl>
                                        <p:attrNameLst>
                                          <p:attrName>style.visibility</p:attrName>
                                        </p:attrNameLst>
                                      </p:cBhvr>
                                      <p:to>
                                        <p:strVal val="visible"/>
                                      </p:to>
                                    </p:set>
                                    <p:anim calcmode="lin" valueType="num">
                                      <p:cBhvr additive="base">
                                        <p:cTn dur="500"/>
                                        <p:tgtEl>
                                          <p:spTgt spid="1106"/>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08"/>
                                        </p:tgtEl>
                                        <p:attrNameLst>
                                          <p:attrName>style.visibility</p:attrName>
                                        </p:attrNameLst>
                                      </p:cBhvr>
                                      <p:to>
                                        <p:strVal val="visible"/>
                                      </p:to>
                                    </p:set>
                                    <p:anim calcmode="lin" valueType="num">
                                      <p:cBhvr additive="base">
                                        <p:cTn dur="500"/>
                                        <p:tgtEl>
                                          <p:spTgt spid="1108"/>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14"/>
                                        </p:tgtEl>
                                        <p:attrNameLst>
                                          <p:attrName>style.visibility</p:attrName>
                                        </p:attrNameLst>
                                      </p:cBhvr>
                                      <p:to>
                                        <p:strVal val="visible"/>
                                      </p:to>
                                    </p:set>
                                    <p:anim calcmode="lin" valueType="num">
                                      <p:cBhvr additive="base">
                                        <p:cTn dur="500"/>
                                        <p:tgtEl>
                                          <p:spTgt spid="1114"/>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15"/>
                                        </p:tgtEl>
                                        <p:attrNameLst>
                                          <p:attrName>style.visibility</p:attrName>
                                        </p:attrNameLst>
                                      </p:cBhvr>
                                      <p:to>
                                        <p:strVal val="visible"/>
                                      </p:to>
                                    </p:set>
                                    <p:anim calcmode="lin" valueType="num">
                                      <p:cBhvr additive="base">
                                        <p:cTn dur="500"/>
                                        <p:tgtEl>
                                          <p:spTgt spid="1115"/>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16"/>
                                        </p:tgtEl>
                                        <p:attrNameLst>
                                          <p:attrName>style.visibility</p:attrName>
                                        </p:attrNameLst>
                                      </p:cBhvr>
                                      <p:to>
                                        <p:strVal val="visible"/>
                                      </p:to>
                                    </p:set>
                                    <p:anim calcmode="lin" valueType="num">
                                      <p:cBhvr additive="base">
                                        <p:cTn dur="500"/>
                                        <p:tgtEl>
                                          <p:spTgt spid="1116"/>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0" name="Shape 1120"/>
        <p:cNvGrpSpPr/>
        <p:nvPr/>
      </p:nvGrpSpPr>
      <p:grpSpPr>
        <a:xfrm>
          <a:off x="0" y="0"/>
          <a:ext cx="0" cy="0"/>
          <a:chOff x="0" y="0"/>
          <a:chExt cx="0" cy="0"/>
        </a:xfrm>
      </p:grpSpPr>
      <p:sp>
        <p:nvSpPr>
          <p:cNvPr id="1121" name="Google Shape;1121;p29"/>
          <p:cNvSpPr/>
          <p:nvPr/>
        </p:nvSpPr>
        <p:spPr>
          <a:xfrm>
            <a:off x="1076324" y="1746428"/>
            <a:ext cx="9982202" cy="898509"/>
          </a:xfrm>
          <a:prstGeom prst="roundRect">
            <a:avLst>
              <a:gd fmla="val 33801" name="adj"/>
            </a:avLst>
          </a:prstGeom>
          <a:solidFill>
            <a:srgbClr val="FFFFFF"/>
          </a:solidFill>
          <a:ln>
            <a:noFill/>
          </a:ln>
        </p:spPr>
        <p:txBody>
          <a:bodyPr anchorCtr="0" anchor="ctr" bIns="0" lIns="504000" spcFirstLastPara="1" rIns="274300" wrap="square" tIns="0">
            <a:noAutofit/>
          </a:bodyPr>
          <a:lstStyle/>
          <a:p>
            <a:pPr indent="0" lvl="0" marL="0" marR="0" rtl="0" algn="l">
              <a:lnSpc>
                <a:spcPct val="120000"/>
              </a:lnSpc>
              <a:spcBef>
                <a:spcPts val="0"/>
              </a:spcBef>
              <a:spcAft>
                <a:spcPts val="0"/>
              </a:spcAft>
              <a:buClr>
                <a:srgbClr val="000000"/>
              </a:buClr>
              <a:buSzPts val="2000"/>
              <a:buFont typeface="Arial"/>
              <a:buNone/>
            </a:pPr>
            <a:r>
              <a:rPr b="0" i="0" lang="es-CL" sz="2000" u="none" cap="none" strike="noStrike">
                <a:solidFill>
                  <a:schemeClr val="dk1"/>
                </a:solidFill>
                <a:latin typeface="Poppins"/>
                <a:ea typeface="Poppins"/>
                <a:cs typeface="Poppins"/>
                <a:sym typeface="Poppins"/>
              </a:rPr>
              <a:t>El programa lee Federico, China, 2012</a:t>
            </a:r>
            <a:endParaRPr b="0" i="0" sz="1400" u="none" cap="none" strike="noStrike">
              <a:solidFill>
                <a:srgbClr val="000000"/>
              </a:solidFill>
              <a:latin typeface="Arial"/>
              <a:ea typeface="Arial"/>
              <a:cs typeface="Arial"/>
              <a:sym typeface="Arial"/>
            </a:endParaRPr>
          </a:p>
        </p:txBody>
      </p:sp>
      <p:sp>
        <p:nvSpPr>
          <p:cNvPr id="1122" name="Google Shape;1122;p29"/>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p>
            <a:pPr indent="0" lvl="0" marL="0" rtl="0" algn="l">
              <a:lnSpc>
                <a:spcPct val="90000"/>
              </a:lnSpc>
              <a:spcBef>
                <a:spcPts val="0"/>
              </a:spcBef>
              <a:spcAft>
                <a:spcPts val="0"/>
              </a:spcAft>
              <a:buClr>
                <a:schemeClr val="dk1"/>
              </a:buClr>
              <a:buSzPts val="3200"/>
              <a:buFont typeface="Poppins"/>
              <a:buNone/>
            </a:pPr>
            <a:r>
              <a:rPr lang="es-CL"/>
              <a:t>Paso a paso</a:t>
            </a:r>
            <a:endParaRPr/>
          </a:p>
        </p:txBody>
      </p:sp>
      <p:sp>
        <p:nvSpPr>
          <p:cNvPr id="1123" name="Google Shape;1123;p29"/>
          <p:cNvSpPr txBox="1"/>
          <p:nvPr/>
        </p:nvSpPr>
        <p:spPr>
          <a:xfrm>
            <a:off x="1112989" y="615954"/>
            <a:ext cx="1496564"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CL" sz="1200" u="none" cap="none" strike="noStrike">
                <a:solidFill>
                  <a:schemeClr val="accent1"/>
                </a:solidFill>
                <a:latin typeface="Poppins"/>
                <a:ea typeface="Poppins"/>
                <a:cs typeface="Poppins"/>
                <a:sym typeface="Poppins"/>
              </a:rPr>
              <a:t>Clase 10: Matrices</a:t>
            </a:r>
            <a:endParaRPr b="0" i="0" sz="1400" u="none" cap="none" strike="noStrike">
              <a:solidFill>
                <a:srgbClr val="000000"/>
              </a:solidFill>
              <a:latin typeface="Arial"/>
              <a:ea typeface="Arial"/>
              <a:cs typeface="Arial"/>
              <a:sym typeface="Arial"/>
            </a:endParaRPr>
          </a:p>
        </p:txBody>
      </p:sp>
      <p:sp>
        <p:nvSpPr>
          <p:cNvPr id="1124" name="Google Shape;1124;p29"/>
          <p:cNvSpPr/>
          <p:nvPr/>
        </p:nvSpPr>
        <p:spPr>
          <a:xfrm>
            <a:off x="4464256" y="3281163"/>
            <a:ext cx="757273" cy="512334"/>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125" name="Google Shape;1125;p29"/>
          <p:cNvSpPr/>
          <p:nvPr/>
        </p:nvSpPr>
        <p:spPr>
          <a:xfrm>
            <a:off x="5221529" y="3281163"/>
            <a:ext cx="757273" cy="512334"/>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126" name="Google Shape;1126;p29"/>
          <p:cNvSpPr/>
          <p:nvPr/>
        </p:nvSpPr>
        <p:spPr>
          <a:xfrm>
            <a:off x="5978802" y="3281163"/>
            <a:ext cx="757273" cy="512334"/>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127" name="Google Shape;1127;p29"/>
          <p:cNvSpPr/>
          <p:nvPr/>
        </p:nvSpPr>
        <p:spPr>
          <a:xfrm>
            <a:off x="6736076" y="3281163"/>
            <a:ext cx="757273" cy="512334"/>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128" name="Google Shape;1128;p29"/>
          <p:cNvSpPr/>
          <p:nvPr/>
        </p:nvSpPr>
        <p:spPr>
          <a:xfrm>
            <a:off x="7493349" y="3281163"/>
            <a:ext cx="757273" cy="512334"/>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129" name="Google Shape;1129;p29"/>
          <p:cNvSpPr/>
          <p:nvPr/>
        </p:nvSpPr>
        <p:spPr>
          <a:xfrm>
            <a:off x="8250622" y="3281163"/>
            <a:ext cx="757273" cy="512334"/>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130" name="Google Shape;1130;p29"/>
          <p:cNvSpPr txBox="1"/>
          <p:nvPr/>
        </p:nvSpPr>
        <p:spPr>
          <a:xfrm>
            <a:off x="4422187" y="2950351"/>
            <a:ext cx="193525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s-CL" sz="1800" u="none" cap="none" strike="noStrike">
                <a:solidFill>
                  <a:schemeClr val="accent1"/>
                </a:solidFill>
                <a:latin typeface="Poppins"/>
                <a:ea typeface="Poppins"/>
                <a:cs typeface="Poppins"/>
                <a:sym typeface="Poppins"/>
              </a:rPr>
              <a:t>países</a:t>
            </a:r>
            <a:endParaRPr b="0" i="0" sz="1400" u="none" cap="none" strike="noStrike">
              <a:solidFill>
                <a:srgbClr val="000000"/>
              </a:solidFill>
              <a:latin typeface="Arial"/>
              <a:ea typeface="Arial"/>
              <a:cs typeface="Arial"/>
              <a:sym typeface="Arial"/>
            </a:endParaRPr>
          </a:p>
        </p:txBody>
      </p:sp>
      <p:sp>
        <p:nvSpPr>
          <p:cNvPr id="1131" name="Google Shape;1131;p29"/>
          <p:cNvSpPr/>
          <p:nvPr/>
        </p:nvSpPr>
        <p:spPr>
          <a:xfrm>
            <a:off x="4464256" y="3929810"/>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132" name="Google Shape;1132;p29"/>
          <p:cNvSpPr/>
          <p:nvPr/>
        </p:nvSpPr>
        <p:spPr>
          <a:xfrm>
            <a:off x="5221529" y="3929810"/>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133" name="Google Shape;1133;p29"/>
          <p:cNvSpPr/>
          <p:nvPr/>
        </p:nvSpPr>
        <p:spPr>
          <a:xfrm>
            <a:off x="5978802" y="3929810"/>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134" name="Google Shape;1134;p29"/>
          <p:cNvSpPr/>
          <p:nvPr/>
        </p:nvSpPr>
        <p:spPr>
          <a:xfrm>
            <a:off x="6736076" y="3929810"/>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135" name="Google Shape;1135;p29"/>
          <p:cNvSpPr/>
          <p:nvPr/>
        </p:nvSpPr>
        <p:spPr>
          <a:xfrm>
            <a:off x="7493349" y="3929810"/>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136" name="Google Shape;1136;p29"/>
          <p:cNvSpPr/>
          <p:nvPr/>
        </p:nvSpPr>
        <p:spPr>
          <a:xfrm>
            <a:off x="8250622" y="3929810"/>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137" name="Google Shape;1137;p29"/>
          <p:cNvSpPr/>
          <p:nvPr/>
        </p:nvSpPr>
        <p:spPr>
          <a:xfrm>
            <a:off x="4464256" y="443981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138" name="Google Shape;1138;p29"/>
          <p:cNvSpPr/>
          <p:nvPr/>
        </p:nvSpPr>
        <p:spPr>
          <a:xfrm>
            <a:off x="5221529" y="443981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139" name="Google Shape;1139;p29"/>
          <p:cNvSpPr/>
          <p:nvPr/>
        </p:nvSpPr>
        <p:spPr>
          <a:xfrm>
            <a:off x="5978802" y="443981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140" name="Google Shape;1140;p29"/>
          <p:cNvSpPr/>
          <p:nvPr/>
        </p:nvSpPr>
        <p:spPr>
          <a:xfrm>
            <a:off x="6736076" y="443981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141" name="Google Shape;1141;p29"/>
          <p:cNvSpPr/>
          <p:nvPr/>
        </p:nvSpPr>
        <p:spPr>
          <a:xfrm>
            <a:off x="7493349" y="443981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142" name="Google Shape;1142;p29"/>
          <p:cNvSpPr/>
          <p:nvPr/>
        </p:nvSpPr>
        <p:spPr>
          <a:xfrm>
            <a:off x="8250622" y="443981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143" name="Google Shape;1143;p29"/>
          <p:cNvSpPr/>
          <p:nvPr/>
        </p:nvSpPr>
        <p:spPr>
          <a:xfrm>
            <a:off x="4464256" y="494447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144" name="Google Shape;1144;p29"/>
          <p:cNvSpPr/>
          <p:nvPr/>
        </p:nvSpPr>
        <p:spPr>
          <a:xfrm>
            <a:off x="5221529" y="494447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145" name="Google Shape;1145;p29"/>
          <p:cNvSpPr/>
          <p:nvPr/>
        </p:nvSpPr>
        <p:spPr>
          <a:xfrm>
            <a:off x="5978802" y="494447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146" name="Google Shape;1146;p29"/>
          <p:cNvSpPr/>
          <p:nvPr/>
        </p:nvSpPr>
        <p:spPr>
          <a:xfrm>
            <a:off x="6736076" y="494447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147" name="Google Shape;1147;p29"/>
          <p:cNvSpPr/>
          <p:nvPr/>
        </p:nvSpPr>
        <p:spPr>
          <a:xfrm>
            <a:off x="7493349" y="494447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148" name="Google Shape;1148;p29"/>
          <p:cNvSpPr/>
          <p:nvPr/>
        </p:nvSpPr>
        <p:spPr>
          <a:xfrm>
            <a:off x="8250622" y="494447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149" name="Google Shape;1149;p29"/>
          <p:cNvSpPr/>
          <p:nvPr/>
        </p:nvSpPr>
        <p:spPr>
          <a:xfrm>
            <a:off x="4464256" y="545448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150" name="Google Shape;1150;p29"/>
          <p:cNvSpPr/>
          <p:nvPr/>
        </p:nvSpPr>
        <p:spPr>
          <a:xfrm>
            <a:off x="5221529" y="545448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151" name="Google Shape;1151;p29"/>
          <p:cNvSpPr/>
          <p:nvPr/>
        </p:nvSpPr>
        <p:spPr>
          <a:xfrm>
            <a:off x="5978802" y="545448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152" name="Google Shape;1152;p29"/>
          <p:cNvSpPr/>
          <p:nvPr/>
        </p:nvSpPr>
        <p:spPr>
          <a:xfrm>
            <a:off x="6736076" y="545448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153" name="Google Shape;1153;p29"/>
          <p:cNvSpPr/>
          <p:nvPr/>
        </p:nvSpPr>
        <p:spPr>
          <a:xfrm>
            <a:off x="7493349" y="545448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154" name="Google Shape;1154;p29"/>
          <p:cNvSpPr/>
          <p:nvPr/>
        </p:nvSpPr>
        <p:spPr>
          <a:xfrm>
            <a:off x="8250622" y="545448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155" name="Google Shape;1155;p29"/>
          <p:cNvSpPr/>
          <p:nvPr/>
        </p:nvSpPr>
        <p:spPr>
          <a:xfrm>
            <a:off x="4464256" y="596445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156" name="Google Shape;1156;p29"/>
          <p:cNvSpPr/>
          <p:nvPr/>
        </p:nvSpPr>
        <p:spPr>
          <a:xfrm>
            <a:off x="5221529" y="596445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157" name="Google Shape;1157;p29"/>
          <p:cNvSpPr/>
          <p:nvPr/>
        </p:nvSpPr>
        <p:spPr>
          <a:xfrm>
            <a:off x="5978802" y="596445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158" name="Google Shape;1158;p29"/>
          <p:cNvSpPr/>
          <p:nvPr/>
        </p:nvSpPr>
        <p:spPr>
          <a:xfrm>
            <a:off x="6736076" y="596445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159" name="Google Shape;1159;p29"/>
          <p:cNvSpPr/>
          <p:nvPr/>
        </p:nvSpPr>
        <p:spPr>
          <a:xfrm>
            <a:off x="7493349" y="596445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160" name="Google Shape;1160;p29"/>
          <p:cNvSpPr/>
          <p:nvPr/>
        </p:nvSpPr>
        <p:spPr>
          <a:xfrm>
            <a:off x="8250622" y="596445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161" name="Google Shape;1161;p29"/>
          <p:cNvSpPr txBox="1"/>
          <p:nvPr/>
        </p:nvSpPr>
        <p:spPr>
          <a:xfrm rot="-5400000">
            <a:off x="2346374" y="4670304"/>
            <a:ext cx="1963947" cy="369332"/>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Arial"/>
              <a:buNone/>
            </a:pPr>
            <a:r>
              <a:rPr b="1" i="0" lang="es-CL" sz="1800" u="none" cap="none" strike="noStrike">
                <a:solidFill>
                  <a:schemeClr val="accent1"/>
                </a:solidFill>
                <a:latin typeface="Poppins"/>
                <a:ea typeface="Poppins"/>
                <a:cs typeface="Poppins"/>
                <a:sym typeface="Poppins"/>
              </a:rPr>
              <a:t>nombres</a:t>
            </a:r>
            <a:endParaRPr b="0" i="0" sz="1400" u="none" cap="none" strike="noStrike">
              <a:solidFill>
                <a:srgbClr val="000000"/>
              </a:solidFill>
              <a:latin typeface="Arial"/>
              <a:ea typeface="Arial"/>
              <a:cs typeface="Arial"/>
              <a:sym typeface="Arial"/>
            </a:endParaRPr>
          </a:p>
        </p:txBody>
      </p:sp>
      <p:sp>
        <p:nvSpPr>
          <p:cNvPr id="1162" name="Google Shape;1162;p29"/>
          <p:cNvSpPr/>
          <p:nvPr/>
        </p:nvSpPr>
        <p:spPr>
          <a:xfrm>
            <a:off x="3549240" y="3929810"/>
            <a:ext cx="757273" cy="512333"/>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163" name="Google Shape;1163;p29"/>
          <p:cNvSpPr/>
          <p:nvPr/>
        </p:nvSpPr>
        <p:spPr>
          <a:xfrm>
            <a:off x="3549240" y="4439819"/>
            <a:ext cx="757273" cy="512333"/>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164" name="Google Shape;1164;p29"/>
          <p:cNvSpPr/>
          <p:nvPr/>
        </p:nvSpPr>
        <p:spPr>
          <a:xfrm>
            <a:off x="3549240" y="4944479"/>
            <a:ext cx="757273" cy="512333"/>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165" name="Google Shape;1165;p29"/>
          <p:cNvSpPr/>
          <p:nvPr/>
        </p:nvSpPr>
        <p:spPr>
          <a:xfrm>
            <a:off x="3549240" y="5454489"/>
            <a:ext cx="757273" cy="512333"/>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166" name="Google Shape;1166;p29"/>
          <p:cNvSpPr/>
          <p:nvPr/>
        </p:nvSpPr>
        <p:spPr>
          <a:xfrm>
            <a:off x="3549240" y="5964459"/>
            <a:ext cx="757273" cy="512333"/>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167" name="Google Shape;1167;p29"/>
          <p:cNvSpPr/>
          <p:nvPr/>
        </p:nvSpPr>
        <p:spPr>
          <a:xfrm>
            <a:off x="263438" y="3834551"/>
            <a:ext cx="2277814" cy="1117601"/>
          </a:xfrm>
          <a:prstGeom prst="wedgeRectCallout">
            <a:avLst>
              <a:gd fmla="val 87206" name="adj1"/>
              <a:gd fmla="val -24228" name="adj2"/>
            </a:avLst>
          </a:prstGeom>
          <a:solidFill>
            <a:schemeClr val="accent1"/>
          </a:solidFill>
          <a:ln cap="flat" cmpd="sng" w="12700">
            <a:solidFill>
              <a:srgbClr val="0045B5"/>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0" i="0" lang="es-CL" sz="2400" u="none" cap="none" strike="noStrike">
                <a:solidFill>
                  <a:schemeClr val="lt1"/>
                </a:solidFill>
                <a:latin typeface="Poppins"/>
                <a:ea typeface="Poppins"/>
                <a:cs typeface="Poppins"/>
                <a:sym typeface="Poppins"/>
              </a:rPr>
              <a:t>¿Existe Federico?</a:t>
            </a:r>
            <a:endParaRPr b="0" i="0" sz="1400" u="none" cap="none" strike="noStrike">
              <a:solidFill>
                <a:srgbClr val="000000"/>
              </a:solidFill>
              <a:latin typeface="Arial"/>
              <a:ea typeface="Arial"/>
              <a:cs typeface="Arial"/>
              <a:sym typeface="Arial"/>
            </a:endParaRPr>
          </a:p>
        </p:txBody>
      </p:sp>
      <p:sp>
        <p:nvSpPr>
          <p:cNvPr id="1168" name="Google Shape;1168;p29"/>
          <p:cNvSpPr/>
          <p:nvPr/>
        </p:nvSpPr>
        <p:spPr>
          <a:xfrm>
            <a:off x="3540876" y="392980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M</a:t>
            </a:r>
            <a:endParaRPr b="0" i="0" sz="1400" u="none" cap="none" strike="noStrike">
              <a:solidFill>
                <a:srgbClr val="000000"/>
              </a:solidFill>
              <a:latin typeface="Arial"/>
              <a:ea typeface="Arial"/>
              <a:cs typeface="Arial"/>
              <a:sym typeface="Arial"/>
            </a:endParaRPr>
          </a:p>
        </p:txBody>
      </p:sp>
      <p:sp>
        <p:nvSpPr>
          <p:cNvPr id="1169" name="Google Shape;1169;p29"/>
          <p:cNvSpPr/>
          <p:nvPr/>
        </p:nvSpPr>
        <p:spPr>
          <a:xfrm>
            <a:off x="7549932" y="1843734"/>
            <a:ext cx="2158651" cy="1207946"/>
          </a:xfrm>
          <a:prstGeom prst="wedgeRectCallout">
            <a:avLst>
              <a:gd fmla="val -141443" name="adj1"/>
              <a:gd fmla="val 59085" name="adj2"/>
            </a:avLst>
          </a:prstGeom>
          <a:solidFill>
            <a:schemeClr val="accent1"/>
          </a:solidFill>
          <a:ln cap="flat" cmpd="sng" w="12700">
            <a:solidFill>
              <a:srgbClr val="0045B5"/>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0" i="0" lang="es-CL" sz="2400" u="none" cap="none" strike="noStrike">
                <a:solidFill>
                  <a:schemeClr val="lt1"/>
                </a:solidFill>
                <a:latin typeface="Poppins"/>
                <a:ea typeface="Poppins"/>
                <a:cs typeface="Poppins"/>
                <a:sym typeface="Poppins"/>
              </a:rPr>
              <a:t>¿Existe China?</a:t>
            </a:r>
            <a:endParaRPr b="0" i="0" sz="1400" u="none" cap="none" strike="noStrike">
              <a:solidFill>
                <a:srgbClr val="000000"/>
              </a:solidFill>
              <a:latin typeface="Arial"/>
              <a:ea typeface="Arial"/>
              <a:cs typeface="Arial"/>
              <a:sym typeface="Arial"/>
            </a:endParaRPr>
          </a:p>
        </p:txBody>
      </p:sp>
      <p:sp>
        <p:nvSpPr>
          <p:cNvPr id="1170" name="Google Shape;1170;p29"/>
          <p:cNvSpPr/>
          <p:nvPr/>
        </p:nvSpPr>
        <p:spPr>
          <a:xfrm>
            <a:off x="4466028" y="3283615"/>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F</a:t>
            </a:r>
            <a:endParaRPr b="0" i="0" sz="1400" u="none" cap="none" strike="noStrike">
              <a:solidFill>
                <a:srgbClr val="000000"/>
              </a:solidFill>
              <a:latin typeface="Arial"/>
              <a:ea typeface="Arial"/>
              <a:cs typeface="Arial"/>
              <a:sym typeface="Arial"/>
            </a:endParaRPr>
          </a:p>
        </p:txBody>
      </p:sp>
      <p:sp>
        <p:nvSpPr>
          <p:cNvPr id="1171" name="Google Shape;1171;p29"/>
          <p:cNvSpPr/>
          <p:nvPr/>
        </p:nvSpPr>
        <p:spPr>
          <a:xfrm>
            <a:off x="9167635" y="3671322"/>
            <a:ext cx="2392651" cy="1917700"/>
          </a:xfrm>
          <a:prstGeom prst="wedgeRectCallout">
            <a:avLst>
              <a:gd fmla="val -179733" name="adj1"/>
              <a:gd fmla="val 23713" name="adj2"/>
            </a:avLst>
          </a:prstGeom>
          <a:solidFill>
            <a:schemeClr val="accent1"/>
          </a:solidFill>
          <a:ln cap="flat" cmpd="sng" w="12700">
            <a:solidFill>
              <a:srgbClr val="0045B5"/>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0" i="0" lang="es-CL" sz="2400" u="none" cap="none" strike="noStrike">
                <a:solidFill>
                  <a:schemeClr val="lt1"/>
                </a:solidFill>
                <a:latin typeface="Poppins"/>
                <a:ea typeface="Poppins"/>
                <a:cs typeface="Poppins"/>
                <a:sym typeface="Poppins"/>
              </a:rPr>
              <a:t>Federico en China</a:t>
            </a:r>
            <a:endParaRPr b="0" i="0" sz="1400" u="none" cap="none" strike="noStrike">
              <a:solidFill>
                <a:srgbClr val="000000"/>
              </a:solidFill>
              <a:latin typeface="Arial"/>
              <a:ea typeface="Arial"/>
              <a:cs typeface="Arial"/>
              <a:sym typeface="Arial"/>
            </a:endParaRPr>
          </a:p>
        </p:txBody>
      </p:sp>
      <p:sp>
        <p:nvSpPr>
          <p:cNvPr id="1172" name="Google Shape;1172;p29"/>
          <p:cNvSpPr/>
          <p:nvPr/>
        </p:nvSpPr>
        <p:spPr>
          <a:xfrm>
            <a:off x="4464255" y="3929809"/>
            <a:ext cx="757273" cy="512333"/>
          </a:xfrm>
          <a:prstGeom prst="rect">
            <a:avLst/>
          </a:prstGeom>
          <a:solidFill>
            <a:schemeClr val="accent2"/>
          </a:solidFill>
          <a:ln cap="flat" cmpd="sng" w="12700">
            <a:solidFill>
              <a:srgbClr val="B7202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1</a:t>
            </a:r>
            <a:endParaRPr b="0" i="0" sz="1400" u="none" cap="none" strike="noStrike">
              <a:solidFill>
                <a:srgbClr val="000000"/>
              </a:solidFill>
              <a:latin typeface="Arial"/>
              <a:ea typeface="Arial"/>
              <a:cs typeface="Arial"/>
              <a:sym typeface="Arial"/>
            </a:endParaRPr>
          </a:p>
        </p:txBody>
      </p:sp>
      <p:sp>
        <p:nvSpPr>
          <p:cNvPr id="1173" name="Google Shape;1173;p29"/>
          <p:cNvSpPr/>
          <p:nvPr/>
        </p:nvSpPr>
        <p:spPr>
          <a:xfrm>
            <a:off x="5214310" y="3282611"/>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Ch</a:t>
            </a:r>
            <a:endParaRPr b="0" i="0" sz="1400" u="none" cap="none" strike="noStrike">
              <a:solidFill>
                <a:srgbClr val="000000"/>
              </a:solidFill>
              <a:latin typeface="Arial"/>
              <a:ea typeface="Arial"/>
              <a:cs typeface="Arial"/>
              <a:sym typeface="Arial"/>
            </a:endParaRPr>
          </a:p>
        </p:txBody>
      </p:sp>
      <p:sp>
        <p:nvSpPr>
          <p:cNvPr id="1174" name="Google Shape;1174;p29"/>
          <p:cNvSpPr/>
          <p:nvPr/>
        </p:nvSpPr>
        <p:spPr>
          <a:xfrm>
            <a:off x="5225942" y="3929808"/>
            <a:ext cx="757273" cy="512333"/>
          </a:xfrm>
          <a:prstGeom prst="rect">
            <a:avLst/>
          </a:prstGeom>
          <a:solidFill>
            <a:schemeClr val="accent2"/>
          </a:solidFill>
          <a:ln cap="flat" cmpd="sng" w="12700">
            <a:solidFill>
              <a:srgbClr val="B7202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1</a:t>
            </a:r>
            <a:endParaRPr b="0" i="0" sz="1400" u="none" cap="none" strike="noStrike">
              <a:solidFill>
                <a:srgbClr val="000000"/>
              </a:solidFill>
              <a:latin typeface="Arial"/>
              <a:ea typeface="Arial"/>
              <a:cs typeface="Arial"/>
              <a:sym typeface="Arial"/>
            </a:endParaRPr>
          </a:p>
        </p:txBody>
      </p:sp>
      <p:sp>
        <p:nvSpPr>
          <p:cNvPr id="1175" name="Google Shape;1175;p29"/>
          <p:cNvSpPr/>
          <p:nvPr/>
        </p:nvSpPr>
        <p:spPr>
          <a:xfrm>
            <a:off x="3540875" y="4441295"/>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J</a:t>
            </a:r>
            <a:endParaRPr b="0" i="0" sz="1400" u="none" cap="none" strike="noStrike">
              <a:solidFill>
                <a:srgbClr val="000000"/>
              </a:solidFill>
              <a:latin typeface="Arial"/>
              <a:ea typeface="Arial"/>
              <a:cs typeface="Arial"/>
              <a:sym typeface="Arial"/>
            </a:endParaRPr>
          </a:p>
        </p:txBody>
      </p:sp>
      <p:sp>
        <p:nvSpPr>
          <p:cNvPr id="1176" name="Google Shape;1176;p29"/>
          <p:cNvSpPr/>
          <p:nvPr/>
        </p:nvSpPr>
        <p:spPr>
          <a:xfrm>
            <a:off x="4464255" y="4441171"/>
            <a:ext cx="757273" cy="512333"/>
          </a:xfrm>
          <a:prstGeom prst="rect">
            <a:avLst/>
          </a:prstGeom>
          <a:solidFill>
            <a:schemeClr val="accent2"/>
          </a:solidFill>
          <a:ln cap="flat" cmpd="sng" w="12700">
            <a:solidFill>
              <a:srgbClr val="B7202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1</a:t>
            </a:r>
            <a:endParaRPr b="0" i="0" sz="1400" u="none" cap="none" strike="noStrike">
              <a:solidFill>
                <a:srgbClr val="000000"/>
              </a:solidFill>
              <a:latin typeface="Arial"/>
              <a:ea typeface="Arial"/>
              <a:cs typeface="Arial"/>
              <a:sym typeface="Arial"/>
            </a:endParaRPr>
          </a:p>
        </p:txBody>
      </p:sp>
      <p:sp>
        <p:nvSpPr>
          <p:cNvPr id="1177" name="Google Shape;1177;p29"/>
          <p:cNvSpPr/>
          <p:nvPr/>
        </p:nvSpPr>
        <p:spPr>
          <a:xfrm>
            <a:off x="5230355" y="3928838"/>
            <a:ext cx="757273" cy="512333"/>
          </a:xfrm>
          <a:prstGeom prst="rect">
            <a:avLst/>
          </a:prstGeom>
          <a:solidFill>
            <a:schemeClr val="accent2"/>
          </a:solidFill>
          <a:ln cap="flat" cmpd="sng" w="12700">
            <a:solidFill>
              <a:srgbClr val="B7202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2</a:t>
            </a:r>
            <a:endParaRPr b="0" i="0" sz="1400" u="none" cap="none" strike="noStrike">
              <a:solidFill>
                <a:srgbClr val="000000"/>
              </a:solidFill>
              <a:latin typeface="Arial"/>
              <a:ea typeface="Arial"/>
              <a:cs typeface="Arial"/>
              <a:sym typeface="Arial"/>
            </a:endParaRPr>
          </a:p>
        </p:txBody>
      </p:sp>
      <p:sp>
        <p:nvSpPr>
          <p:cNvPr id="1178" name="Google Shape;1178;p29"/>
          <p:cNvSpPr/>
          <p:nvPr/>
        </p:nvSpPr>
        <p:spPr>
          <a:xfrm>
            <a:off x="3540414" y="4940680"/>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F</a:t>
            </a:r>
            <a:endParaRPr b="0" i="0" sz="1400" u="none" cap="none" strike="noStrike">
              <a:solidFill>
                <a:srgbClr val="000000"/>
              </a:solidFill>
              <a:latin typeface="Arial"/>
              <a:ea typeface="Arial"/>
              <a:cs typeface="Arial"/>
              <a:sym typeface="Arial"/>
            </a:endParaRPr>
          </a:p>
        </p:txBody>
      </p:sp>
      <p:sp>
        <p:nvSpPr>
          <p:cNvPr id="1179" name="Google Shape;1179;p29"/>
          <p:cNvSpPr/>
          <p:nvPr/>
        </p:nvSpPr>
        <p:spPr>
          <a:xfrm>
            <a:off x="5230354" y="4947970"/>
            <a:ext cx="757273" cy="512333"/>
          </a:xfrm>
          <a:prstGeom prst="rect">
            <a:avLst/>
          </a:prstGeom>
          <a:solidFill>
            <a:schemeClr val="accent2"/>
          </a:solidFill>
          <a:ln cap="flat" cmpd="sng" w="12700">
            <a:solidFill>
              <a:srgbClr val="B7202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1</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67"/>
                                        </p:tgtEl>
                                        <p:attrNameLst>
                                          <p:attrName>style.visibility</p:attrName>
                                        </p:attrNameLst>
                                      </p:cBhvr>
                                      <p:to>
                                        <p:strVal val="visible"/>
                                      </p:to>
                                    </p:set>
                                    <p:anim calcmode="lin" valueType="num">
                                      <p:cBhvr additive="base">
                                        <p:cTn dur="500"/>
                                        <p:tgtEl>
                                          <p:spTgt spid="1167"/>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78"/>
                                        </p:tgtEl>
                                        <p:attrNameLst>
                                          <p:attrName>style.visibility</p:attrName>
                                        </p:attrNameLst>
                                      </p:cBhvr>
                                      <p:to>
                                        <p:strVal val="visible"/>
                                      </p:to>
                                    </p:set>
                                    <p:anim calcmode="lin" valueType="num">
                                      <p:cBhvr additive="base">
                                        <p:cTn dur="500"/>
                                        <p:tgtEl>
                                          <p:spTgt spid="1178"/>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69"/>
                                        </p:tgtEl>
                                        <p:attrNameLst>
                                          <p:attrName>style.visibility</p:attrName>
                                        </p:attrNameLst>
                                      </p:cBhvr>
                                      <p:to>
                                        <p:strVal val="visible"/>
                                      </p:to>
                                    </p:set>
                                    <p:anim calcmode="lin" valueType="num">
                                      <p:cBhvr additive="base">
                                        <p:cTn dur="500"/>
                                        <p:tgtEl>
                                          <p:spTgt spid="1169"/>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71"/>
                                        </p:tgtEl>
                                        <p:attrNameLst>
                                          <p:attrName>style.visibility</p:attrName>
                                        </p:attrNameLst>
                                      </p:cBhvr>
                                      <p:to>
                                        <p:strVal val="visible"/>
                                      </p:to>
                                    </p:set>
                                    <p:anim calcmode="lin" valueType="num">
                                      <p:cBhvr additive="base">
                                        <p:cTn dur="500"/>
                                        <p:tgtEl>
                                          <p:spTgt spid="1171"/>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79"/>
                                        </p:tgtEl>
                                        <p:attrNameLst>
                                          <p:attrName>style.visibility</p:attrName>
                                        </p:attrNameLst>
                                      </p:cBhvr>
                                      <p:to>
                                        <p:strVal val="visible"/>
                                      </p:to>
                                    </p:set>
                                    <p:anim calcmode="lin" valueType="num">
                                      <p:cBhvr additive="base">
                                        <p:cTn dur="500"/>
                                        <p:tgtEl>
                                          <p:spTgt spid="1179"/>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3" name="Shape 1183"/>
        <p:cNvGrpSpPr/>
        <p:nvPr/>
      </p:nvGrpSpPr>
      <p:grpSpPr>
        <a:xfrm>
          <a:off x="0" y="0"/>
          <a:ext cx="0" cy="0"/>
          <a:chOff x="0" y="0"/>
          <a:chExt cx="0" cy="0"/>
        </a:xfrm>
      </p:grpSpPr>
      <p:sp>
        <p:nvSpPr>
          <p:cNvPr id="1184" name="Google Shape;1184;p30"/>
          <p:cNvSpPr/>
          <p:nvPr/>
        </p:nvSpPr>
        <p:spPr>
          <a:xfrm>
            <a:off x="1076324" y="1746428"/>
            <a:ext cx="4643708" cy="4308932"/>
          </a:xfrm>
          <a:prstGeom prst="roundRect">
            <a:avLst>
              <a:gd fmla="val 8572" name="adj"/>
            </a:avLst>
          </a:prstGeom>
          <a:solidFill>
            <a:srgbClr val="FFFFFF"/>
          </a:solidFill>
          <a:ln>
            <a:noFill/>
          </a:ln>
        </p:spPr>
        <p:txBody>
          <a:bodyPr anchorCtr="0" anchor="ctr" bIns="0" lIns="504000" spcFirstLastPara="1" rIns="274300" wrap="square" tIns="0">
            <a:noAutofit/>
          </a:bodyPr>
          <a:lstStyle/>
          <a:p>
            <a:pPr indent="0" lvl="0" marL="0" marR="0" rtl="0" algn="l">
              <a:lnSpc>
                <a:spcPct val="120000"/>
              </a:lnSpc>
              <a:spcBef>
                <a:spcPts val="0"/>
              </a:spcBef>
              <a:spcAft>
                <a:spcPts val="0"/>
              </a:spcAft>
              <a:buClr>
                <a:srgbClr val="000000"/>
              </a:buClr>
              <a:buSzPts val="2000"/>
              <a:buFont typeface="Arial"/>
              <a:buNone/>
            </a:pPr>
            <a:r>
              <a:rPr b="0" i="0" lang="es-CL" sz="2000" u="none" cap="none" strike="noStrike">
                <a:solidFill>
                  <a:schemeClr val="dk1"/>
                </a:solidFill>
                <a:latin typeface="Poppins"/>
                <a:ea typeface="Poppins"/>
                <a:cs typeface="Poppins"/>
                <a:sym typeface="Poppins"/>
              </a:rPr>
              <a:t>Finalizó el ingreso de datos</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1000"/>
              </a:spcBef>
              <a:spcAft>
                <a:spcPts val="0"/>
              </a:spcAft>
              <a:buClr>
                <a:srgbClr val="000000"/>
              </a:buClr>
              <a:buSzPts val="2000"/>
              <a:buFont typeface="Arial"/>
              <a:buNone/>
            </a:pPr>
            <a:r>
              <a:rPr b="0" i="0" lang="es-CL" sz="2000" u="none" cap="none" strike="noStrike">
                <a:solidFill>
                  <a:schemeClr val="dk1"/>
                </a:solidFill>
                <a:latin typeface="Poppins"/>
                <a:ea typeface="Poppins"/>
                <a:cs typeface="Poppins"/>
                <a:sym typeface="Poppins"/>
              </a:rPr>
              <a:t>¿Cuál es el país más visitado?</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1000"/>
              </a:spcBef>
              <a:spcAft>
                <a:spcPts val="0"/>
              </a:spcAft>
              <a:buClr>
                <a:srgbClr val="000000"/>
              </a:buClr>
              <a:buSzPts val="2000"/>
              <a:buFont typeface="Arial"/>
              <a:buNone/>
            </a:pPr>
            <a:r>
              <a:rPr b="0" i="0" lang="es-CL" sz="2000" u="none" cap="none" strike="noStrike">
                <a:solidFill>
                  <a:schemeClr val="dk1"/>
                </a:solidFill>
                <a:latin typeface="Poppins"/>
                <a:ea typeface="Poppins"/>
                <a:cs typeface="Poppins"/>
                <a:sym typeface="Poppins"/>
              </a:rPr>
              <a:t>Tienes que sumar hacia abajo, por columna</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1000"/>
              </a:spcBef>
              <a:spcAft>
                <a:spcPts val="0"/>
              </a:spcAft>
              <a:buClr>
                <a:srgbClr val="000000"/>
              </a:buClr>
              <a:buSzPts val="2000"/>
              <a:buFont typeface="Arial"/>
              <a:buNone/>
            </a:pPr>
            <a:r>
              <a:rPr b="0" i="0" lang="es-CL" sz="2000" u="none" cap="none" strike="noStrike">
                <a:solidFill>
                  <a:schemeClr val="dk1"/>
                </a:solidFill>
                <a:latin typeface="Poppins"/>
                <a:ea typeface="Poppins"/>
                <a:cs typeface="Poppins"/>
                <a:sym typeface="Poppins"/>
              </a:rPr>
              <a:t>Te conviene crear una lista, para ir guardando la suma por país</a:t>
            </a:r>
            <a:endParaRPr b="0" i="0" sz="1400" u="none" cap="none" strike="noStrike">
              <a:solidFill>
                <a:srgbClr val="000000"/>
              </a:solidFill>
              <a:latin typeface="Arial"/>
              <a:ea typeface="Arial"/>
              <a:cs typeface="Arial"/>
              <a:sym typeface="Arial"/>
            </a:endParaRPr>
          </a:p>
        </p:txBody>
      </p:sp>
      <p:grpSp>
        <p:nvGrpSpPr>
          <p:cNvPr id="1185" name="Google Shape;1185;p30"/>
          <p:cNvGrpSpPr/>
          <p:nvPr/>
        </p:nvGrpSpPr>
        <p:grpSpPr>
          <a:xfrm>
            <a:off x="5877776" y="1027906"/>
            <a:ext cx="5864213" cy="3526441"/>
            <a:chOff x="3143682" y="2950351"/>
            <a:chExt cx="5864213" cy="3526441"/>
          </a:xfrm>
        </p:grpSpPr>
        <p:sp>
          <p:nvSpPr>
            <p:cNvPr id="1186" name="Google Shape;1186;p30"/>
            <p:cNvSpPr/>
            <p:nvPr/>
          </p:nvSpPr>
          <p:spPr>
            <a:xfrm>
              <a:off x="4464256" y="3281163"/>
              <a:ext cx="757273" cy="512334"/>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187" name="Google Shape;1187;p30"/>
            <p:cNvSpPr/>
            <p:nvPr/>
          </p:nvSpPr>
          <p:spPr>
            <a:xfrm>
              <a:off x="5221529" y="3281163"/>
              <a:ext cx="757273" cy="512334"/>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188" name="Google Shape;1188;p30"/>
            <p:cNvSpPr/>
            <p:nvPr/>
          </p:nvSpPr>
          <p:spPr>
            <a:xfrm>
              <a:off x="5978802" y="3281163"/>
              <a:ext cx="757273" cy="512334"/>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189" name="Google Shape;1189;p30"/>
            <p:cNvSpPr/>
            <p:nvPr/>
          </p:nvSpPr>
          <p:spPr>
            <a:xfrm>
              <a:off x="6736076" y="3281163"/>
              <a:ext cx="757273" cy="512334"/>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190" name="Google Shape;1190;p30"/>
            <p:cNvSpPr/>
            <p:nvPr/>
          </p:nvSpPr>
          <p:spPr>
            <a:xfrm>
              <a:off x="7493349" y="3281163"/>
              <a:ext cx="757273" cy="512334"/>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191" name="Google Shape;1191;p30"/>
            <p:cNvSpPr/>
            <p:nvPr/>
          </p:nvSpPr>
          <p:spPr>
            <a:xfrm>
              <a:off x="8250622" y="3281163"/>
              <a:ext cx="757273" cy="512334"/>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192" name="Google Shape;1192;p30"/>
            <p:cNvSpPr txBox="1"/>
            <p:nvPr/>
          </p:nvSpPr>
          <p:spPr>
            <a:xfrm>
              <a:off x="4422187" y="2950351"/>
              <a:ext cx="193525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s-CL" sz="1800" u="none" cap="none" strike="noStrike">
                  <a:solidFill>
                    <a:schemeClr val="accent1"/>
                  </a:solidFill>
                  <a:latin typeface="Poppins"/>
                  <a:ea typeface="Poppins"/>
                  <a:cs typeface="Poppins"/>
                  <a:sym typeface="Poppins"/>
                </a:rPr>
                <a:t>países</a:t>
              </a:r>
              <a:endParaRPr b="0" i="0" sz="1400" u="none" cap="none" strike="noStrike">
                <a:solidFill>
                  <a:srgbClr val="000000"/>
                </a:solidFill>
                <a:latin typeface="Arial"/>
                <a:ea typeface="Arial"/>
                <a:cs typeface="Arial"/>
                <a:sym typeface="Arial"/>
              </a:endParaRPr>
            </a:p>
          </p:txBody>
        </p:sp>
        <p:sp>
          <p:nvSpPr>
            <p:cNvPr id="1193" name="Google Shape;1193;p30"/>
            <p:cNvSpPr/>
            <p:nvPr/>
          </p:nvSpPr>
          <p:spPr>
            <a:xfrm>
              <a:off x="4464256" y="3929810"/>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194" name="Google Shape;1194;p30"/>
            <p:cNvSpPr/>
            <p:nvPr/>
          </p:nvSpPr>
          <p:spPr>
            <a:xfrm>
              <a:off x="5221529" y="3929810"/>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195" name="Google Shape;1195;p30"/>
            <p:cNvSpPr/>
            <p:nvPr/>
          </p:nvSpPr>
          <p:spPr>
            <a:xfrm>
              <a:off x="5978802" y="3929810"/>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196" name="Google Shape;1196;p30"/>
            <p:cNvSpPr/>
            <p:nvPr/>
          </p:nvSpPr>
          <p:spPr>
            <a:xfrm>
              <a:off x="6736076" y="3929810"/>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197" name="Google Shape;1197;p30"/>
            <p:cNvSpPr/>
            <p:nvPr/>
          </p:nvSpPr>
          <p:spPr>
            <a:xfrm>
              <a:off x="7493349" y="3929810"/>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198" name="Google Shape;1198;p30"/>
            <p:cNvSpPr/>
            <p:nvPr/>
          </p:nvSpPr>
          <p:spPr>
            <a:xfrm>
              <a:off x="8250622" y="3929810"/>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199" name="Google Shape;1199;p30"/>
            <p:cNvSpPr/>
            <p:nvPr/>
          </p:nvSpPr>
          <p:spPr>
            <a:xfrm>
              <a:off x="4464256" y="443981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200" name="Google Shape;1200;p30"/>
            <p:cNvSpPr/>
            <p:nvPr/>
          </p:nvSpPr>
          <p:spPr>
            <a:xfrm>
              <a:off x="5221529" y="443981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201" name="Google Shape;1201;p30"/>
            <p:cNvSpPr/>
            <p:nvPr/>
          </p:nvSpPr>
          <p:spPr>
            <a:xfrm>
              <a:off x="5978802" y="443981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202" name="Google Shape;1202;p30"/>
            <p:cNvSpPr/>
            <p:nvPr/>
          </p:nvSpPr>
          <p:spPr>
            <a:xfrm>
              <a:off x="6736076" y="443981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203" name="Google Shape;1203;p30"/>
            <p:cNvSpPr/>
            <p:nvPr/>
          </p:nvSpPr>
          <p:spPr>
            <a:xfrm>
              <a:off x="7493349" y="443981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204" name="Google Shape;1204;p30"/>
            <p:cNvSpPr/>
            <p:nvPr/>
          </p:nvSpPr>
          <p:spPr>
            <a:xfrm>
              <a:off x="8250622" y="443981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205" name="Google Shape;1205;p30"/>
            <p:cNvSpPr/>
            <p:nvPr/>
          </p:nvSpPr>
          <p:spPr>
            <a:xfrm>
              <a:off x="4464256" y="494447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206" name="Google Shape;1206;p30"/>
            <p:cNvSpPr/>
            <p:nvPr/>
          </p:nvSpPr>
          <p:spPr>
            <a:xfrm>
              <a:off x="5221529" y="494447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207" name="Google Shape;1207;p30"/>
            <p:cNvSpPr/>
            <p:nvPr/>
          </p:nvSpPr>
          <p:spPr>
            <a:xfrm>
              <a:off x="5978802" y="494447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208" name="Google Shape;1208;p30"/>
            <p:cNvSpPr/>
            <p:nvPr/>
          </p:nvSpPr>
          <p:spPr>
            <a:xfrm>
              <a:off x="6736076" y="494447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209" name="Google Shape;1209;p30"/>
            <p:cNvSpPr/>
            <p:nvPr/>
          </p:nvSpPr>
          <p:spPr>
            <a:xfrm>
              <a:off x="7493349" y="494447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210" name="Google Shape;1210;p30"/>
            <p:cNvSpPr/>
            <p:nvPr/>
          </p:nvSpPr>
          <p:spPr>
            <a:xfrm>
              <a:off x="8250622" y="494447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211" name="Google Shape;1211;p30"/>
            <p:cNvSpPr/>
            <p:nvPr/>
          </p:nvSpPr>
          <p:spPr>
            <a:xfrm>
              <a:off x="4464256" y="545448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212" name="Google Shape;1212;p30"/>
            <p:cNvSpPr/>
            <p:nvPr/>
          </p:nvSpPr>
          <p:spPr>
            <a:xfrm>
              <a:off x="5221529" y="545448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213" name="Google Shape;1213;p30"/>
            <p:cNvSpPr/>
            <p:nvPr/>
          </p:nvSpPr>
          <p:spPr>
            <a:xfrm>
              <a:off x="5978802" y="545448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214" name="Google Shape;1214;p30"/>
            <p:cNvSpPr/>
            <p:nvPr/>
          </p:nvSpPr>
          <p:spPr>
            <a:xfrm>
              <a:off x="6736076" y="545448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215" name="Google Shape;1215;p30"/>
            <p:cNvSpPr/>
            <p:nvPr/>
          </p:nvSpPr>
          <p:spPr>
            <a:xfrm>
              <a:off x="7493349" y="545448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216" name="Google Shape;1216;p30"/>
            <p:cNvSpPr/>
            <p:nvPr/>
          </p:nvSpPr>
          <p:spPr>
            <a:xfrm>
              <a:off x="8250622" y="545448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217" name="Google Shape;1217;p30"/>
            <p:cNvSpPr/>
            <p:nvPr/>
          </p:nvSpPr>
          <p:spPr>
            <a:xfrm>
              <a:off x="4464256" y="596445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218" name="Google Shape;1218;p30"/>
            <p:cNvSpPr/>
            <p:nvPr/>
          </p:nvSpPr>
          <p:spPr>
            <a:xfrm>
              <a:off x="5221529" y="596445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219" name="Google Shape;1219;p30"/>
            <p:cNvSpPr/>
            <p:nvPr/>
          </p:nvSpPr>
          <p:spPr>
            <a:xfrm>
              <a:off x="5978802" y="596445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220" name="Google Shape;1220;p30"/>
            <p:cNvSpPr/>
            <p:nvPr/>
          </p:nvSpPr>
          <p:spPr>
            <a:xfrm>
              <a:off x="6736076" y="596445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221" name="Google Shape;1221;p30"/>
            <p:cNvSpPr/>
            <p:nvPr/>
          </p:nvSpPr>
          <p:spPr>
            <a:xfrm>
              <a:off x="7493349" y="596445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222" name="Google Shape;1222;p30"/>
            <p:cNvSpPr/>
            <p:nvPr/>
          </p:nvSpPr>
          <p:spPr>
            <a:xfrm>
              <a:off x="8250622" y="596445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223" name="Google Shape;1223;p30"/>
            <p:cNvSpPr txBox="1"/>
            <p:nvPr/>
          </p:nvSpPr>
          <p:spPr>
            <a:xfrm rot="-5400000">
              <a:off x="2346374" y="4670304"/>
              <a:ext cx="1963947" cy="369332"/>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Arial"/>
                <a:buNone/>
              </a:pPr>
              <a:r>
                <a:rPr b="1" i="0" lang="es-CL" sz="1800" u="none" cap="none" strike="noStrike">
                  <a:solidFill>
                    <a:schemeClr val="accent1"/>
                  </a:solidFill>
                  <a:latin typeface="Poppins"/>
                  <a:ea typeface="Poppins"/>
                  <a:cs typeface="Poppins"/>
                  <a:sym typeface="Poppins"/>
                </a:rPr>
                <a:t>nombres</a:t>
              </a:r>
              <a:endParaRPr b="0" i="0" sz="1400" u="none" cap="none" strike="noStrike">
                <a:solidFill>
                  <a:srgbClr val="000000"/>
                </a:solidFill>
                <a:latin typeface="Arial"/>
                <a:ea typeface="Arial"/>
                <a:cs typeface="Arial"/>
                <a:sym typeface="Arial"/>
              </a:endParaRPr>
            </a:p>
          </p:txBody>
        </p:sp>
        <p:sp>
          <p:nvSpPr>
            <p:cNvPr id="1224" name="Google Shape;1224;p30"/>
            <p:cNvSpPr/>
            <p:nvPr/>
          </p:nvSpPr>
          <p:spPr>
            <a:xfrm>
              <a:off x="3549240" y="3929810"/>
              <a:ext cx="757273" cy="512333"/>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225" name="Google Shape;1225;p30"/>
            <p:cNvSpPr/>
            <p:nvPr/>
          </p:nvSpPr>
          <p:spPr>
            <a:xfrm>
              <a:off x="3549240" y="4439819"/>
              <a:ext cx="757273" cy="512333"/>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226" name="Google Shape;1226;p30"/>
            <p:cNvSpPr/>
            <p:nvPr/>
          </p:nvSpPr>
          <p:spPr>
            <a:xfrm>
              <a:off x="3549240" y="4944479"/>
              <a:ext cx="757273" cy="512333"/>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227" name="Google Shape;1227;p30"/>
            <p:cNvSpPr/>
            <p:nvPr/>
          </p:nvSpPr>
          <p:spPr>
            <a:xfrm>
              <a:off x="3549240" y="5454489"/>
              <a:ext cx="757273" cy="512333"/>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228" name="Google Shape;1228;p30"/>
            <p:cNvSpPr/>
            <p:nvPr/>
          </p:nvSpPr>
          <p:spPr>
            <a:xfrm>
              <a:off x="3549240" y="5964459"/>
              <a:ext cx="757273" cy="512333"/>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229" name="Google Shape;1229;p30"/>
            <p:cNvSpPr/>
            <p:nvPr/>
          </p:nvSpPr>
          <p:spPr>
            <a:xfrm>
              <a:off x="3540876" y="392980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M</a:t>
              </a:r>
              <a:endParaRPr b="0" i="0" sz="1400" u="none" cap="none" strike="noStrike">
                <a:solidFill>
                  <a:srgbClr val="000000"/>
                </a:solidFill>
                <a:latin typeface="Arial"/>
                <a:ea typeface="Arial"/>
                <a:cs typeface="Arial"/>
                <a:sym typeface="Arial"/>
              </a:endParaRPr>
            </a:p>
          </p:txBody>
        </p:sp>
        <p:sp>
          <p:nvSpPr>
            <p:cNvPr id="1230" name="Google Shape;1230;p30"/>
            <p:cNvSpPr/>
            <p:nvPr/>
          </p:nvSpPr>
          <p:spPr>
            <a:xfrm>
              <a:off x="4466028" y="3283615"/>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F</a:t>
              </a:r>
              <a:endParaRPr b="0" i="0" sz="1400" u="none" cap="none" strike="noStrike">
                <a:solidFill>
                  <a:srgbClr val="000000"/>
                </a:solidFill>
                <a:latin typeface="Arial"/>
                <a:ea typeface="Arial"/>
                <a:cs typeface="Arial"/>
                <a:sym typeface="Arial"/>
              </a:endParaRPr>
            </a:p>
          </p:txBody>
        </p:sp>
        <p:sp>
          <p:nvSpPr>
            <p:cNvPr id="1231" name="Google Shape;1231;p30"/>
            <p:cNvSpPr/>
            <p:nvPr/>
          </p:nvSpPr>
          <p:spPr>
            <a:xfrm>
              <a:off x="4464255" y="3929809"/>
              <a:ext cx="757273" cy="512333"/>
            </a:xfrm>
            <a:prstGeom prst="rect">
              <a:avLst/>
            </a:prstGeom>
            <a:solidFill>
              <a:schemeClr val="accent2"/>
            </a:solidFill>
            <a:ln cap="flat" cmpd="sng" w="12700">
              <a:solidFill>
                <a:srgbClr val="B7202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1</a:t>
              </a:r>
              <a:endParaRPr b="0" i="0" sz="1400" u="none" cap="none" strike="noStrike">
                <a:solidFill>
                  <a:srgbClr val="000000"/>
                </a:solidFill>
                <a:latin typeface="Arial"/>
                <a:ea typeface="Arial"/>
                <a:cs typeface="Arial"/>
                <a:sym typeface="Arial"/>
              </a:endParaRPr>
            </a:p>
          </p:txBody>
        </p:sp>
        <p:sp>
          <p:nvSpPr>
            <p:cNvPr id="1232" name="Google Shape;1232;p30"/>
            <p:cNvSpPr/>
            <p:nvPr/>
          </p:nvSpPr>
          <p:spPr>
            <a:xfrm>
              <a:off x="5214310" y="3282611"/>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Ch</a:t>
              </a:r>
              <a:endParaRPr b="0" i="0" sz="1400" u="none" cap="none" strike="noStrike">
                <a:solidFill>
                  <a:srgbClr val="000000"/>
                </a:solidFill>
                <a:latin typeface="Arial"/>
                <a:ea typeface="Arial"/>
                <a:cs typeface="Arial"/>
                <a:sym typeface="Arial"/>
              </a:endParaRPr>
            </a:p>
          </p:txBody>
        </p:sp>
        <p:sp>
          <p:nvSpPr>
            <p:cNvPr id="1233" name="Google Shape;1233;p30"/>
            <p:cNvSpPr/>
            <p:nvPr/>
          </p:nvSpPr>
          <p:spPr>
            <a:xfrm>
              <a:off x="5225942" y="3929808"/>
              <a:ext cx="757273" cy="512333"/>
            </a:xfrm>
            <a:prstGeom prst="rect">
              <a:avLst/>
            </a:prstGeom>
            <a:solidFill>
              <a:schemeClr val="accent2"/>
            </a:solidFill>
            <a:ln cap="flat" cmpd="sng" w="12700">
              <a:solidFill>
                <a:srgbClr val="B7202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1</a:t>
              </a:r>
              <a:endParaRPr b="0" i="0" sz="1400" u="none" cap="none" strike="noStrike">
                <a:solidFill>
                  <a:srgbClr val="000000"/>
                </a:solidFill>
                <a:latin typeface="Arial"/>
                <a:ea typeface="Arial"/>
                <a:cs typeface="Arial"/>
                <a:sym typeface="Arial"/>
              </a:endParaRPr>
            </a:p>
          </p:txBody>
        </p:sp>
        <p:sp>
          <p:nvSpPr>
            <p:cNvPr id="1234" name="Google Shape;1234;p30"/>
            <p:cNvSpPr/>
            <p:nvPr/>
          </p:nvSpPr>
          <p:spPr>
            <a:xfrm>
              <a:off x="3540875" y="4441295"/>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J</a:t>
              </a:r>
              <a:endParaRPr b="0" i="0" sz="1400" u="none" cap="none" strike="noStrike">
                <a:solidFill>
                  <a:srgbClr val="000000"/>
                </a:solidFill>
                <a:latin typeface="Arial"/>
                <a:ea typeface="Arial"/>
                <a:cs typeface="Arial"/>
                <a:sym typeface="Arial"/>
              </a:endParaRPr>
            </a:p>
          </p:txBody>
        </p:sp>
        <p:sp>
          <p:nvSpPr>
            <p:cNvPr id="1235" name="Google Shape;1235;p30"/>
            <p:cNvSpPr/>
            <p:nvPr/>
          </p:nvSpPr>
          <p:spPr>
            <a:xfrm>
              <a:off x="4464255" y="4441171"/>
              <a:ext cx="757273" cy="512333"/>
            </a:xfrm>
            <a:prstGeom prst="rect">
              <a:avLst/>
            </a:prstGeom>
            <a:solidFill>
              <a:schemeClr val="accent2"/>
            </a:solidFill>
            <a:ln cap="flat" cmpd="sng" w="12700">
              <a:solidFill>
                <a:srgbClr val="B7202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1</a:t>
              </a:r>
              <a:endParaRPr b="0" i="0" sz="1400" u="none" cap="none" strike="noStrike">
                <a:solidFill>
                  <a:srgbClr val="000000"/>
                </a:solidFill>
                <a:latin typeface="Arial"/>
                <a:ea typeface="Arial"/>
                <a:cs typeface="Arial"/>
                <a:sym typeface="Arial"/>
              </a:endParaRPr>
            </a:p>
          </p:txBody>
        </p:sp>
        <p:sp>
          <p:nvSpPr>
            <p:cNvPr id="1236" name="Google Shape;1236;p30"/>
            <p:cNvSpPr/>
            <p:nvPr/>
          </p:nvSpPr>
          <p:spPr>
            <a:xfrm>
              <a:off x="5230355" y="3928838"/>
              <a:ext cx="757273" cy="512333"/>
            </a:xfrm>
            <a:prstGeom prst="rect">
              <a:avLst/>
            </a:prstGeom>
            <a:solidFill>
              <a:schemeClr val="accent2"/>
            </a:solidFill>
            <a:ln cap="flat" cmpd="sng" w="12700">
              <a:solidFill>
                <a:srgbClr val="B7202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2</a:t>
              </a:r>
              <a:endParaRPr b="0" i="0" sz="1400" u="none" cap="none" strike="noStrike">
                <a:solidFill>
                  <a:srgbClr val="000000"/>
                </a:solidFill>
                <a:latin typeface="Arial"/>
                <a:ea typeface="Arial"/>
                <a:cs typeface="Arial"/>
                <a:sym typeface="Arial"/>
              </a:endParaRPr>
            </a:p>
          </p:txBody>
        </p:sp>
        <p:sp>
          <p:nvSpPr>
            <p:cNvPr id="1237" name="Google Shape;1237;p30"/>
            <p:cNvSpPr/>
            <p:nvPr/>
          </p:nvSpPr>
          <p:spPr>
            <a:xfrm>
              <a:off x="3540414" y="4940680"/>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F</a:t>
              </a:r>
              <a:endParaRPr b="0" i="0" sz="1400" u="none" cap="none" strike="noStrike">
                <a:solidFill>
                  <a:srgbClr val="000000"/>
                </a:solidFill>
                <a:latin typeface="Arial"/>
                <a:ea typeface="Arial"/>
                <a:cs typeface="Arial"/>
                <a:sym typeface="Arial"/>
              </a:endParaRPr>
            </a:p>
          </p:txBody>
        </p:sp>
        <p:sp>
          <p:nvSpPr>
            <p:cNvPr id="1238" name="Google Shape;1238;p30"/>
            <p:cNvSpPr/>
            <p:nvPr/>
          </p:nvSpPr>
          <p:spPr>
            <a:xfrm>
              <a:off x="5230354" y="4947970"/>
              <a:ext cx="757273" cy="512333"/>
            </a:xfrm>
            <a:prstGeom prst="rect">
              <a:avLst/>
            </a:prstGeom>
            <a:solidFill>
              <a:schemeClr val="accent2"/>
            </a:solidFill>
            <a:ln cap="flat" cmpd="sng" w="12700">
              <a:solidFill>
                <a:srgbClr val="B7202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1</a:t>
              </a:r>
              <a:endParaRPr b="0" i="0" sz="1400" u="none" cap="none" strike="noStrike">
                <a:solidFill>
                  <a:srgbClr val="000000"/>
                </a:solidFill>
                <a:latin typeface="Arial"/>
                <a:ea typeface="Arial"/>
                <a:cs typeface="Arial"/>
                <a:sym typeface="Arial"/>
              </a:endParaRPr>
            </a:p>
          </p:txBody>
        </p:sp>
      </p:grpSp>
      <p:grpSp>
        <p:nvGrpSpPr>
          <p:cNvPr id="1239" name="Google Shape;1239;p30"/>
          <p:cNvGrpSpPr/>
          <p:nvPr/>
        </p:nvGrpSpPr>
        <p:grpSpPr>
          <a:xfrm>
            <a:off x="7198350" y="4800516"/>
            <a:ext cx="4543639" cy="512333"/>
            <a:chOff x="7350750" y="4194414"/>
            <a:chExt cx="4543639" cy="512333"/>
          </a:xfrm>
        </p:grpSpPr>
        <p:sp>
          <p:nvSpPr>
            <p:cNvPr id="1240" name="Google Shape;1240;p30"/>
            <p:cNvSpPr/>
            <p:nvPr/>
          </p:nvSpPr>
          <p:spPr>
            <a:xfrm>
              <a:off x="7350750" y="4194414"/>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241" name="Google Shape;1241;p30"/>
            <p:cNvSpPr/>
            <p:nvPr/>
          </p:nvSpPr>
          <p:spPr>
            <a:xfrm>
              <a:off x="8108023" y="4194414"/>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242" name="Google Shape;1242;p30"/>
            <p:cNvSpPr/>
            <p:nvPr/>
          </p:nvSpPr>
          <p:spPr>
            <a:xfrm>
              <a:off x="8865296" y="4194414"/>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243" name="Google Shape;1243;p30"/>
            <p:cNvSpPr/>
            <p:nvPr/>
          </p:nvSpPr>
          <p:spPr>
            <a:xfrm>
              <a:off x="9622570" y="4194414"/>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244" name="Google Shape;1244;p30"/>
            <p:cNvSpPr/>
            <p:nvPr/>
          </p:nvSpPr>
          <p:spPr>
            <a:xfrm>
              <a:off x="10379843" y="4194414"/>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245" name="Google Shape;1245;p30"/>
            <p:cNvSpPr/>
            <p:nvPr/>
          </p:nvSpPr>
          <p:spPr>
            <a:xfrm>
              <a:off x="11137116" y="4194414"/>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grpSp>
      <p:sp>
        <p:nvSpPr>
          <p:cNvPr id="1246" name="Google Shape;1246;p30"/>
          <p:cNvSpPr/>
          <p:nvPr/>
        </p:nvSpPr>
        <p:spPr>
          <a:xfrm>
            <a:off x="2705101" y="4554347"/>
            <a:ext cx="2657586" cy="2163869"/>
          </a:xfrm>
          <a:prstGeom prst="wedgeRectCallout">
            <a:avLst>
              <a:gd fmla="val 113795" name="adj1"/>
              <a:gd fmla="val -36552" name="adj2"/>
            </a:avLst>
          </a:prstGeom>
          <a:solidFill>
            <a:schemeClr val="accent1"/>
          </a:solidFill>
          <a:ln cap="flat" cmpd="sng" w="12700">
            <a:solidFill>
              <a:srgbClr val="0045B5"/>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0" i="0" lang="es-CL" sz="2000" u="none" cap="none" strike="noStrike">
                <a:solidFill>
                  <a:schemeClr val="lt1"/>
                </a:solidFill>
                <a:latin typeface="Poppins"/>
                <a:ea typeface="Poppins"/>
                <a:cs typeface="Poppins"/>
                <a:sym typeface="Poppins"/>
              </a:rPr>
              <a:t>Una vez que tengas las suma por cada país, puedes determinar el mayor</a:t>
            </a:r>
            <a:endParaRPr b="0" i="0" sz="1400" u="none" cap="none" strike="noStrike">
              <a:solidFill>
                <a:srgbClr val="000000"/>
              </a:solidFill>
              <a:latin typeface="Arial"/>
              <a:ea typeface="Arial"/>
              <a:cs typeface="Arial"/>
              <a:sym typeface="Arial"/>
            </a:endParaRPr>
          </a:p>
        </p:txBody>
      </p:sp>
      <p:sp>
        <p:nvSpPr>
          <p:cNvPr id="1247" name="Google Shape;1247;p30"/>
          <p:cNvSpPr/>
          <p:nvPr/>
        </p:nvSpPr>
        <p:spPr>
          <a:xfrm>
            <a:off x="7198349" y="4800516"/>
            <a:ext cx="757273" cy="512333"/>
          </a:xfrm>
          <a:prstGeom prst="rect">
            <a:avLst/>
          </a:prstGeom>
          <a:solidFill>
            <a:schemeClr val="accent2"/>
          </a:solidFill>
          <a:ln cap="flat" cmpd="sng" w="12700">
            <a:solidFill>
              <a:srgbClr val="B7202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2</a:t>
            </a:r>
            <a:endParaRPr b="0" i="0" sz="1400" u="none" cap="none" strike="noStrike">
              <a:solidFill>
                <a:srgbClr val="000000"/>
              </a:solidFill>
              <a:latin typeface="Arial"/>
              <a:ea typeface="Arial"/>
              <a:cs typeface="Arial"/>
              <a:sym typeface="Arial"/>
            </a:endParaRPr>
          </a:p>
        </p:txBody>
      </p:sp>
      <p:sp>
        <p:nvSpPr>
          <p:cNvPr id="1248" name="Google Shape;1248;p30"/>
          <p:cNvSpPr/>
          <p:nvPr/>
        </p:nvSpPr>
        <p:spPr>
          <a:xfrm>
            <a:off x="7948403" y="4804191"/>
            <a:ext cx="757273" cy="512333"/>
          </a:xfrm>
          <a:prstGeom prst="rect">
            <a:avLst/>
          </a:prstGeom>
          <a:solidFill>
            <a:schemeClr val="accent2"/>
          </a:solidFill>
          <a:ln cap="flat" cmpd="sng" w="12700">
            <a:solidFill>
              <a:srgbClr val="B7202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3</a:t>
            </a:r>
            <a:endParaRPr b="0" i="0" sz="1400" u="none" cap="none" strike="noStrike">
              <a:solidFill>
                <a:srgbClr val="000000"/>
              </a:solidFill>
              <a:latin typeface="Arial"/>
              <a:ea typeface="Arial"/>
              <a:cs typeface="Arial"/>
              <a:sym typeface="Arial"/>
            </a:endParaRPr>
          </a:p>
        </p:txBody>
      </p:sp>
      <p:sp>
        <p:nvSpPr>
          <p:cNvPr id="1249" name="Google Shape;1249;p30"/>
          <p:cNvSpPr/>
          <p:nvPr/>
        </p:nvSpPr>
        <p:spPr>
          <a:xfrm>
            <a:off x="9546349" y="5636281"/>
            <a:ext cx="1362187" cy="1092116"/>
          </a:xfrm>
          <a:prstGeom prst="wedgeRectCallout">
            <a:avLst>
              <a:gd fmla="val -123015" name="adj1"/>
              <a:gd fmla="val -62135" name="adj2"/>
            </a:avLst>
          </a:prstGeom>
          <a:solidFill>
            <a:schemeClr val="accent1"/>
          </a:solidFill>
          <a:ln cap="flat" cmpd="sng" w="12700">
            <a:solidFill>
              <a:srgbClr val="0045B5"/>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0" i="0" lang="es-CL" sz="2400" u="none" cap="none" strike="noStrike">
                <a:solidFill>
                  <a:schemeClr val="lt1"/>
                </a:solidFill>
                <a:latin typeface="Poppins"/>
                <a:ea typeface="Poppins"/>
                <a:cs typeface="Poppins"/>
                <a:sym typeface="Poppins"/>
              </a:rPr>
              <a:t>¡El mayor!</a:t>
            </a:r>
            <a:endParaRPr b="0" i="0" sz="1400" u="none" cap="none" strike="noStrike">
              <a:solidFill>
                <a:srgbClr val="000000"/>
              </a:solidFill>
              <a:latin typeface="Arial"/>
              <a:ea typeface="Arial"/>
              <a:cs typeface="Arial"/>
              <a:sym typeface="Arial"/>
            </a:endParaRPr>
          </a:p>
        </p:txBody>
      </p:sp>
      <p:sp>
        <p:nvSpPr>
          <p:cNvPr id="1250" name="Google Shape;1250;p30"/>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p>
            <a:pPr indent="0" lvl="0" marL="0" rtl="0" algn="l">
              <a:lnSpc>
                <a:spcPct val="90000"/>
              </a:lnSpc>
              <a:spcBef>
                <a:spcPts val="0"/>
              </a:spcBef>
              <a:spcAft>
                <a:spcPts val="0"/>
              </a:spcAft>
              <a:buClr>
                <a:schemeClr val="dk1"/>
              </a:buClr>
              <a:buSzPts val="3200"/>
              <a:buFont typeface="Poppins"/>
              <a:buNone/>
            </a:pPr>
            <a:r>
              <a:rPr lang="es-CL"/>
              <a:t>Paso a paso</a:t>
            </a:r>
            <a:endParaRPr/>
          </a:p>
        </p:txBody>
      </p:sp>
      <p:sp>
        <p:nvSpPr>
          <p:cNvPr id="1251" name="Google Shape;1251;p30"/>
          <p:cNvSpPr txBox="1"/>
          <p:nvPr/>
        </p:nvSpPr>
        <p:spPr>
          <a:xfrm>
            <a:off x="1112989" y="615954"/>
            <a:ext cx="1496564"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CL" sz="1200" u="none" cap="none" strike="noStrike">
                <a:solidFill>
                  <a:schemeClr val="accent1"/>
                </a:solidFill>
                <a:latin typeface="Poppins"/>
                <a:ea typeface="Poppins"/>
                <a:cs typeface="Poppins"/>
                <a:sym typeface="Poppins"/>
              </a:rPr>
              <a:t>Clase 10: Matrices</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184"/>
                                        </p:tgtEl>
                                        <p:attrNameLst>
                                          <p:attrName>style.visibility</p:attrName>
                                        </p:attrNameLst>
                                      </p:cBhvr>
                                      <p:to>
                                        <p:strVal val="visible"/>
                                      </p:to>
                                    </p:set>
                                    <p:anim calcmode="lin" valueType="num">
                                      <p:cBhvr additive="base">
                                        <p:cTn dur="1000"/>
                                        <p:tgtEl>
                                          <p:spTgt spid="1184"/>
                                        </p:tgtEl>
                                        <p:attrNameLst>
                                          <p:attrName>ppt_y</p:attrName>
                                        </p:attrNameLst>
                                      </p:cBhvr>
                                      <p:tavLst>
                                        <p:tav fmla="" tm="0">
                                          <p:val>
                                            <p:strVal val="#ppt_y+1"/>
                                          </p:val>
                                        </p:tav>
                                        <p:tav fmla="" tm="100000">
                                          <p:val>
                                            <p:strVal val="#ppt_y"/>
                                          </p:val>
                                        </p:tav>
                                      </p:tavLst>
                                    </p:anim>
                                  </p:childTnLst>
                                </p:cTn>
                              </p:par>
                              <p:par>
                                <p:cTn fill="hold" nodeType="withEffect" presetClass="entr" presetID="10" presetSubtype="0">
                                  <p:stCondLst>
                                    <p:cond delay="0"/>
                                  </p:stCondLst>
                                  <p:childTnLst>
                                    <p:set>
                                      <p:cBhvr>
                                        <p:cTn dur="1" fill="hold">
                                          <p:stCondLst>
                                            <p:cond delay="0"/>
                                          </p:stCondLst>
                                        </p:cTn>
                                        <p:tgtEl>
                                          <p:spTgt spid="1184">
                                            <p:txEl>
                                              <p:pRg end="0" st="0"/>
                                            </p:txEl>
                                          </p:spTgt>
                                        </p:tgtEl>
                                        <p:attrNameLst>
                                          <p:attrName>style.visibility</p:attrName>
                                        </p:attrNameLst>
                                      </p:cBhvr>
                                      <p:to>
                                        <p:strVal val="visible"/>
                                      </p:to>
                                    </p:set>
                                    <p:animEffect filter="fade" transition="in">
                                      <p:cBhvr>
                                        <p:cTn dur="1000"/>
                                        <p:tgtEl>
                                          <p:spTgt spid="1184">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1184">
                                            <p:txEl>
                                              <p:pRg end="1" st="1"/>
                                            </p:txEl>
                                          </p:spTgt>
                                        </p:tgtEl>
                                        <p:attrNameLst>
                                          <p:attrName>style.visibility</p:attrName>
                                        </p:attrNameLst>
                                      </p:cBhvr>
                                      <p:to>
                                        <p:strVal val="visible"/>
                                      </p:to>
                                    </p:set>
                                    <p:animEffect filter="fade" transition="in">
                                      <p:cBhvr>
                                        <p:cTn dur="1000"/>
                                        <p:tgtEl>
                                          <p:spTgt spid="1184">
                                            <p:txEl>
                                              <p:pRg end="1" st="1"/>
                                            </p:txEl>
                                          </p:spTgt>
                                        </p:tgtEl>
                                      </p:cBhvr>
                                    </p:animEffect>
                                  </p:childTnLst>
                                </p:cTn>
                              </p:par>
                              <p:par>
                                <p:cTn fill="hold" nodeType="withEffect" presetClass="entr" presetID="10" presetSubtype="0">
                                  <p:stCondLst>
                                    <p:cond delay="0"/>
                                  </p:stCondLst>
                                  <p:childTnLst>
                                    <p:set>
                                      <p:cBhvr>
                                        <p:cTn dur="1" fill="hold">
                                          <p:stCondLst>
                                            <p:cond delay="0"/>
                                          </p:stCondLst>
                                        </p:cTn>
                                        <p:tgtEl>
                                          <p:spTgt spid="1184">
                                            <p:txEl>
                                              <p:pRg end="2" st="2"/>
                                            </p:txEl>
                                          </p:spTgt>
                                        </p:tgtEl>
                                        <p:attrNameLst>
                                          <p:attrName>style.visibility</p:attrName>
                                        </p:attrNameLst>
                                      </p:cBhvr>
                                      <p:to>
                                        <p:strVal val="visible"/>
                                      </p:to>
                                    </p:set>
                                    <p:animEffect filter="fade" transition="in">
                                      <p:cBhvr>
                                        <p:cTn dur="1000"/>
                                        <p:tgtEl>
                                          <p:spTgt spid="1184">
                                            <p:txEl>
                                              <p:pRg end="2" st="2"/>
                                            </p:txEl>
                                          </p:spTgt>
                                        </p:tgtEl>
                                      </p:cBhvr>
                                    </p:animEffect>
                                  </p:childTnLst>
                                </p:cTn>
                              </p:par>
                              <p:par>
                                <p:cTn fill="hold" nodeType="withEffect" presetClass="entr" presetID="10" presetSubtype="0">
                                  <p:stCondLst>
                                    <p:cond delay="0"/>
                                  </p:stCondLst>
                                  <p:childTnLst>
                                    <p:set>
                                      <p:cBhvr>
                                        <p:cTn dur="1" fill="hold">
                                          <p:stCondLst>
                                            <p:cond delay="0"/>
                                          </p:stCondLst>
                                        </p:cTn>
                                        <p:tgtEl>
                                          <p:spTgt spid="1184">
                                            <p:txEl>
                                              <p:pRg end="3" st="3"/>
                                            </p:txEl>
                                          </p:spTgt>
                                        </p:tgtEl>
                                        <p:attrNameLst>
                                          <p:attrName>style.visibility</p:attrName>
                                        </p:attrNameLst>
                                      </p:cBhvr>
                                      <p:to>
                                        <p:strVal val="visible"/>
                                      </p:to>
                                    </p:set>
                                    <p:animEffect filter="fade" transition="in">
                                      <p:cBhvr>
                                        <p:cTn dur="1000"/>
                                        <p:tgtEl>
                                          <p:spTgt spid="118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39"/>
                                        </p:tgtEl>
                                        <p:attrNameLst>
                                          <p:attrName>style.visibility</p:attrName>
                                        </p:attrNameLst>
                                      </p:cBhvr>
                                      <p:to>
                                        <p:strVal val="visible"/>
                                      </p:to>
                                    </p:set>
                                    <p:anim calcmode="lin" valueType="num">
                                      <p:cBhvr additive="base">
                                        <p:cTn dur="500"/>
                                        <p:tgtEl>
                                          <p:spTgt spid="1239"/>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46"/>
                                        </p:tgtEl>
                                        <p:attrNameLst>
                                          <p:attrName>style.visibility</p:attrName>
                                        </p:attrNameLst>
                                      </p:cBhvr>
                                      <p:to>
                                        <p:strVal val="visible"/>
                                      </p:to>
                                    </p:set>
                                    <p:anim calcmode="lin" valueType="num">
                                      <p:cBhvr additive="base">
                                        <p:cTn dur="500"/>
                                        <p:tgtEl>
                                          <p:spTgt spid="1246"/>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47"/>
                                        </p:tgtEl>
                                        <p:attrNameLst>
                                          <p:attrName>style.visibility</p:attrName>
                                        </p:attrNameLst>
                                      </p:cBhvr>
                                      <p:to>
                                        <p:strVal val="visible"/>
                                      </p:to>
                                    </p:set>
                                    <p:anim calcmode="lin" valueType="num">
                                      <p:cBhvr additive="base">
                                        <p:cTn dur="500"/>
                                        <p:tgtEl>
                                          <p:spTgt spid="1247"/>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48"/>
                                        </p:tgtEl>
                                        <p:attrNameLst>
                                          <p:attrName>style.visibility</p:attrName>
                                        </p:attrNameLst>
                                      </p:cBhvr>
                                      <p:to>
                                        <p:strVal val="visible"/>
                                      </p:to>
                                    </p:set>
                                    <p:anim calcmode="lin" valueType="num">
                                      <p:cBhvr additive="base">
                                        <p:cTn dur="500"/>
                                        <p:tgtEl>
                                          <p:spTgt spid="1248"/>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249"/>
                                        </p:tgtEl>
                                        <p:attrNameLst>
                                          <p:attrName>style.visibility</p:attrName>
                                        </p:attrNameLst>
                                      </p:cBhvr>
                                      <p:to>
                                        <p:strVal val="visible"/>
                                      </p:to>
                                    </p:set>
                                    <p:anim calcmode="lin" valueType="num">
                                      <p:cBhvr additive="base">
                                        <p:cTn dur="500"/>
                                        <p:tgtEl>
                                          <p:spTgt spid="1249"/>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5" name="Shape 1255"/>
        <p:cNvGrpSpPr/>
        <p:nvPr/>
      </p:nvGrpSpPr>
      <p:grpSpPr>
        <a:xfrm>
          <a:off x="0" y="0"/>
          <a:ext cx="0" cy="0"/>
          <a:chOff x="0" y="0"/>
          <a:chExt cx="0" cy="0"/>
        </a:xfrm>
      </p:grpSpPr>
      <p:grpSp>
        <p:nvGrpSpPr>
          <p:cNvPr id="1256" name="Google Shape;1256;p31"/>
          <p:cNvGrpSpPr/>
          <p:nvPr/>
        </p:nvGrpSpPr>
        <p:grpSpPr>
          <a:xfrm>
            <a:off x="5877776" y="1027906"/>
            <a:ext cx="5864213" cy="3526441"/>
            <a:chOff x="3143682" y="2950351"/>
            <a:chExt cx="5864213" cy="3526441"/>
          </a:xfrm>
        </p:grpSpPr>
        <p:sp>
          <p:nvSpPr>
            <p:cNvPr id="1257" name="Google Shape;1257;p31"/>
            <p:cNvSpPr/>
            <p:nvPr/>
          </p:nvSpPr>
          <p:spPr>
            <a:xfrm>
              <a:off x="4464256" y="3281163"/>
              <a:ext cx="757273" cy="512334"/>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258" name="Google Shape;1258;p31"/>
            <p:cNvSpPr/>
            <p:nvPr/>
          </p:nvSpPr>
          <p:spPr>
            <a:xfrm>
              <a:off x="5221529" y="3281163"/>
              <a:ext cx="757273" cy="512334"/>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259" name="Google Shape;1259;p31"/>
            <p:cNvSpPr/>
            <p:nvPr/>
          </p:nvSpPr>
          <p:spPr>
            <a:xfrm>
              <a:off x="5978802" y="3281163"/>
              <a:ext cx="757273" cy="512334"/>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260" name="Google Shape;1260;p31"/>
            <p:cNvSpPr/>
            <p:nvPr/>
          </p:nvSpPr>
          <p:spPr>
            <a:xfrm>
              <a:off x="6736076" y="3281163"/>
              <a:ext cx="757273" cy="512334"/>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261" name="Google Shape;1261;p31"/>
            <p:cNvSpPr/>
            <p:nvPr/>
          </p:nvSpPr>
          <p:spPr>
            <a:xfrm>
              <a:off x="7493349" y="3281163"/>
              <a:ext cx="757273" cy="512334"/>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262" name="Google Shape;1262;p31"/>
            <p:cNvSpPr/>
            <p:nvPr/>
          </p:nvSpPr>
          <p:spPr>
            <a:xfrm>
              <a:off x="8250622" y="3281163"/>
              <a:ext cx="757273" cy="512334"/>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263" name="Google Shape;1263;p31"/>
            <p:cNvSpPr txBox="1"/>
            <p:nvPr/>
          </p:nvSpPr>
          <p:spPr>
            <a:xfrm>
              <a:off x="4422187" y="2950351"/>
              <a:ext cx="193525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s-CL" sz="1800" u="none" cap="none" strike="noStrike">
                  <a:solidFill>
                    <a:schemeClr val="accent1"/>
                  </a:solidFill>
                  <a:latin typeface="Poppins"/>
                  <a:ea typeface="Poppins"/>
                  <a:cs typeface="Poppins"/>
                  <a:sym typeface="Poppins"/>
                </a:rPr>
                <a:t>países</a:t>
              </a:r>
              <a:endParaRPr b="0" i="0" sz="1400" u="none" cap="none" strike="noStrike">
                <a:solidFill>
                  <a:srgbClr val="000000"/>
                </a:solidFill>
                <a:latin typeface="Arial"/>
                <a:ea typeface="Arial"/>
                <a:cs typeface="Arial"/>
                <a:sym typeface="Arial"/>
              </a:endParaRPr>
            </a:p>
          </p:txBody>
        </p:sp>
        <p:sp>
          <p:nvSpPr>
            <p:cNvPr id="1264" name="Google Shape;1264;p31"/>
            <p:cNvSpPr/>
            <p:nvPr/>
          </p:nvSpPr>
          <p:spPr>
            <a:xfrm>
              <a:off x="4464256" y="3929810"/>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265" name="Google Shape;1265;p31"/>
            <p:cNvSpPr/>
            <p:nvPr/>
          </p:nvSpPr>
          <p:spPr>
            <a:xfrm>
              <a:off x="5221529" y="3929810"/>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266" name="Google Shape;1266;p31"/>
            <p:cNvSpPr/>
            <p:nvPr/>
          </p:nvSpPr>
          <p:spPr>
            <a:xfrm>
              <a:off x="5978802" y="3929810"/>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267" name="Google Shape;1267;p31"/>
            <p:cNvSpPr/>
            <p:nvPr/>
          </p:nvSpPr>
          <p:spPr>
            <a:xfrm>
              <a:off x="6736076" y="3929810"/>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268" name="Google Shape;1268;p31"/>
            <p:cNvSpPr/>
            <p:nvPr/>
          </p:nvSpPr>
          <p:spPr>
            <a:xfrm>
              <a:off x="7493349" y="3929810"/>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269" name="Google Shape;1269;p31"/>
            <p:cNvSpPr/>
            <p:nvPr/>
          </p:nvSpPr>
          <p:spPr>
            <a:xfrm>
              <a:off x="8250622" y="3929810"/>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270" name="Google Shape;1270;p31"/>
            <p:cNvSpPr/>
            <p:nvPr/>
          </p:nvSpPr>
          <p:spPr>
            <a:xfrm>
              <a:off x="4464256" y="443981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271" name="Google Shape;1271;p31"/>
            <p:cNvSpPr/>
            <p:nvPr/>
          </p:nvSpPr>
          <p:spPr>
            <a:xfrm>
              <a:off x="5221529" y="443981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272" name="Google Shape;1272;p31"/>
            <p:cNvSpPr/>
            <p:nvPr/>
          </p:nvSpPr>
          <p:spPr>
            <a:xfrm>
              <a:off x="5978802" y="443981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273" name="Google Shape;1273;p31"/>
            <p:cNvSpPr/>
            <p:nvPr/>
          </p:nvSpPr>
          <p:spPr>
            <a:xfrm>
              <a:off x="6736076" y="443981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274" name="Google Shape;1274;p31"/>
            <p:cNvSpPr/>
            <p:nvPr/>
          </p:nvSpPr>
          <p:spPr>
            <a:xfrm>
              <a:off x="7493349" y="443981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275" name="Google Shape;1275;p31"/>
            <p:cNvSpPr/>
            <p:nvPr/>
          </p:nvSpPr>
          <p:spPr>
            <a:xfrm>
              <a:off x="8250622" y="443981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276" name="Google Shape;1276;p31"/>
            <p:cNvSpPr/>
            <p:nvPr/>
          </p:nvSpPr>
          <p:spPr>
            <a:xfrm>
              <a:off x="4464256" y="494447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277" name="Google Shape;1277;p31"/>
            <p:cNvSpPr/>
            <p:nvPr/>
          </p:nvSpPr>
          <p:spPr>
            <a:xfrm>
              <a:off x="5221529" y="494447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278" name="Google Shape;1278;p31"/>
            <p:cNvSpPr/>
            <p:nvPr/>
          </p:nvSpPr>
          <p:spPr>
            <a:xfrm>
              <a:off x="5978802" y="494447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279" name="Google Shape;1279;p31"/>
            <p:cNvSpPr/>
            <p:nvPr/>
          </p:nvSpPr>
          <p:spPr>
            <a:xfrm>
              <a:off x="6736076" y="494447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280" name="Google Shape;1280;p31"/>
            <p:cNvSpPr/>
            <p:nvPr/>
          </p:nvSpPr>
          <p:spPr>
            <a:xfrm>
              <a:off x="7493349" y="494447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281" name="Google Shape;1281;p31"/>
            <p:cNvSpPr/>
            <p:nvPr/>
          </p:nvSpPr>
          <p:spPr>
            <a:xfrm>
              <a:off x="8250622" y="494447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282" name="Google Shape;1282;p31"/>
            <p:cNvSpPr/>
            <p:nvPr/>
          </p:nvSpPr>
          <p:spPr>
            <a:xfrm>
              <a:off x="4464256" y="545448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283" name="Google Shape;1283;p31"/>
            <p:cNvSpPr/>
            <p:nvPr/>
          </p:nvSpPr>
          <p:spPr>
            <a:xfrm>
              <a:off x="5221529" y="545448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284" name="Google Shape;1284;p31"/>
            <p:cNvSpPr/>
            <p:nvPr/>
          </p:nvSpPr>
          <p:spPr>
            <a:xfrm>
              <a:off x="5978802" y="545448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285" name="Google Shape;1285;p31"/>
            <p:cNvSpPr/>
            <p:nvPr/>
          </p:nvSpPr>
          <p:spPr>
            <a:xfrm>
              <a:off x="6736076" y="545448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286" name="Google Shape;1286;p31"/>
            <p:cNvSpPr/>
            <p:nvPr/>
          </p:nvSpPr>
          <p:spPr>
            <a:xfrm>
              <a:off x="7493349" y="545448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287" name="Google Shape;1287;p31"/>
            <p:cNvSpPr/>
            <p:nvPr/>
          </p:nvSpPr>
          <p:spPr>
            <a:xfrm>
              <a:off x="8250622" y="545448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288" name="Google Shape;1288;p31"/>
            <p:cNvSpPr/>
            <p:nvPr/>
          </p:nvSpPr>
          <p:spPr>
            <a:xfrm>
              <a:off x="4464256" y="596445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289" name="Google Shape;1289;p31"/>
            <p:cNvSpPr/>
            <p:nvPr/>
          </p:nvSpPr>
          <p:spPr>
            <a:xfrm>
              <a:off x="5221529" y="596445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290" name="Google Shape;1290;p31"/>
            <p:cNvSpPr/>
            <p:nvPr/>
          </p:nvSpPr>
          <p:spPr>
            <a:xfrm>
              <a:off x="5978802" y="596445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291" name="Google Shape;1291;p31"/>
            <p:cNvSpPr/>
            <p:nvPr/>
          </p:nvSpPr>
          <p:spPr>
            <a:xfrm>
              <a:off x="6736076" y="596445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292" name="Google Shape;1292;p31"/>
            <p:cNvSpPr/>
            <p:nvPr/>
          </p:nvSpPr>
          <p:spPr>
            <a:xfrm>
              <a:off x="7493349" y="596445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293" name="Google Shape;1293;p31"/>
            <p:cNvSpPr/>
            <p:nvPr/>
          </p:nvSpPr>
          <p:spPr>
            <a:xfrm>
              <a:off x="8250622" y="596445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294" name="Google Shape;1294;p31"/>
            <p:cNvSpPr txBox="1"/>
            <p:nvPr/>
          </p:nvSpPr>
          <p:spPr>
            <a:xfrm rot="-5400000">
              <a:off x="2346374" y="4670304"/>
              <a:ext cx="1963947" cy="369332"/>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Arial"/>
                <a:buNone/>
              </a:pPr>
              <a:r>
                <a:rPr b="1" i="0" lang="es-CL" sz="1800" u="none" cap="none" strike="noStrike">
                  <a:solidFill>
                    <a:schemeClr val="accent1"/>
                  </a:solidFill>
                  <a:latin typeface="Poppins"/>
                  <a:ea typeface="Poppins"/>
                  <a:cs typeface="Poppins"/>
                  <a:sym typeface="Poppins"/>
                </a:rPr>
                <a:t>nombres</a:t>
              </a:r>
              <a:endParaRPr b="0" i="0" sz="1400" u="none" cap="none" strike="noStrike">
                <a:solidFill>
                  <a:srgbClr val="000000"/>
                </a:solidFill>
                <a:latin typeface="Arial"/>
                <a:ea typeface="Arial"/>
                <a:cs typeface="Arial"/>
                <a:sym typeface="Arial"/>
              </a:endParaRPr>
            </a:p>
          </p:txBody>
        </p:sp>
        <p:sp>
          <p:nvSpPr>
            <p:cNvPr id="1295" name="Google Shape;1295;p31"/>
            <p:cNvSpPr/>
            <p:nvPr/>
          </p:nvSpPr>
          <p:spPr>
            <a:xfrm>
              <a:off x="3549240" y="3929810"/>
              <a:ext cx="757273" cy="512333"/>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296" name="Google Shape;1296;p31"/>
            <p:cNvSpPr/>
            <p:nvPr/>
          </p:nvSpPr>
          <p:spPr>
            <a:xfrm>
              <a:off x="3549240" y="4439819"/>
              <a:ext cx="757273" cy="512333"/>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297" name="Google Shape;1297;p31"/>
            <p:cNvSpPr/>
            <p:nvPr/>
          </p:nvSpPr>
          <p:spPr>
            <a:xfrm>
              <a:off x="3549240" y="4944479"/>
              <a:ext cx="757273" cy="512333"/>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298" name="Google Shape;1298;p31"/>
            <p:cNvSpPr/>
            <p:nvPr/>
          </p:nvSpPr>
          <p:spPr>
            <a:xfrm>
              <a:off x="3549240" y="5454489"/>
              <a:ext cx="757273" cy="512333"/>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299" name="Google Shape;1299;p31"/>
            <p:cNvSpPr/>
            <p:nvPr/>
          </p:nvSpPr>
          <p:spPr>
            <a:xfrm>
              <a:off x="3549240" y="5964459"/>
              <a:ext cx="757273" cy="512333"/>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300" name="Google Shape;1300;p31"/>
            <p:cNvSpPr/>
            <p:nvPr/>
          </p:nvSpPr>
          <p:spPr>
            <a:xfrm>
              <a:off x="3540876" y="3929809"/>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M</a:t>
              </a:r>
              <a:endParaRPr b="0" i="0" sz="1400" u="none" cap="none" strike="noStrike">
                <a:solidFill>
                  <a:srgbClr val="000000"/>
                </a:solidFill>
                <a:latin typeface="Arial"/>
                <a:ea typeface="Arial"/>
                <a:cs typeface="Arial"/>
                <a:sym typeface="Arial"/>
              </a:endParaRPr>
            </a:p>
          </p:txBody>
        </p:sp>
        <p:sp>
          <p:nvSpPr>
            <p:cNvPr id="1301" name="Google Shape;1301;p31"/>
            <p:cNvSpPr/>
            <p:nvPr/>
          </p:nvSpPr>
          <p:spPr>
            <a:xfrm>
              <a:off x="4466028" y="3283615"/>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F</a:t>
              </a:r>
              <a:endParaRPr b="0" i="0" sz="1400" u="none" cap="none" strike="noStrike">
                <a:solidFill>
                  <a:srgbClr val="000000"/>
                </a:solidFill>
                <a:latin typeface="Arial"/>
                <a:ea typeface="Arial"/>
                <a:cs typeface="Arial"/>
                <a:sym typeface="Arial"/>
              </a:endParaRPr>
            </a:p>
          </p:txBody>
        </p:sp>
        <p:sp>
          <p:nvSpPr>
            <p:cNvPr id="1302" name="Google Shape;1302;p31"/>
            <p:cNvSpPr/>
            <p:nvPr/>
          </p:nvSpPr>
          <p:spPr>
            <a:xfrm>
              <a:off x="4464255" y="3929809"/>
              <a:ext cx="757273" cy="512333"/>
            </a:xfrm>
            <a:prstGeom prst="rect">
              <a:avLst/>
            </a:prstGeom>
            <a:solidFill>
              <a:schemeClr val="accent2"/>
            </a:solidFill>
            <a:ln cap="flat" cmpd="sng" w="12700">
              <a:solidFill>
                <a:srgbClr val="B7202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1</a:t>
              </a:r>
              <a:endParaRPr b="0" i="0" sz="1400" u="none" cap="none" strike="noStrike">
                <a:solidFill>
                  <a:srgbClr val="000000"/>
                </a:solidFill>
                <a:latin typeface="Arial"/>
                <a:ea typeface="Arial"/>
                <a:cs typeface="Arial"/>
                <a:sym typeface="Arial"/>
              </a:endParaRPr>
            </a:p>
          </p:txBody>
        </p:sp>
        <p:sp>
          <p:nvSpPr>
            <p:cNvPr id="1303" name="Google Shape;1303;p31"/>
            <p:cNvSpPr/>
            <p:nvPr/>
          </p:nvSpPr>
          <p:spPr>
            <a:xfrm>
              <a:off x="5214310" y="3282611"/>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Ch</a:t>
              </a:r>
              <a:endParaRPr b="0" i="0" sz="1400" u="none" cap="none" strike="noStrike">
                <a:solidFill>
                  <a:srgbClr val="000000"/>
                </a:solidFill>
                <a:latin typeface="Arial"/>
                <a:ea typeface="Arial"/>
                <a:cs typeface="Arial"/>
                <a:sym typeface="Arial"/>
              </a:endParaRPr>
            </a:p>
          </p:txBody>
        </p:sp>
        <p:sp>
          <p:nvSpPr>
            <p:cNvPr id="1304" name="Google Shape;1304;p31"/>
            <p:cNvSpPr/>
            <p:nvPr/>
          </p:nvSpPr>
          <p:spPr>
            <a:xfrm>
              <a:off x="5225942" y="3929808"/>
              <a:ext cx="757273" cy="512333"/>
            </a:xfrm>
            <a:prstGeom prst="rect">
              <a:avLst/>
            </a:prstGeom>
            <a:solidFill>
              <a:schemeClr val="accent2"/>
            </a:solidFill>
            <a:ln cap="flat" cmpd="sng" w="12700">
              <a:solidFill>
                <a:srgbClr val="B7202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1</a:t>
              </a:r>
              <a:endParaRPr b="0" i="0" sz="1400" u="none" cap="none" strike="noStrike">
                <a:solidFill>
                  <a:srgbClr val="000000"/>
                </a:solidFill>
                <a:latin typeface="Arial"/>
                <a:ea typeface="Arial"/>
                <a:cs typeface="Arial"/>
                <a:sym typeface="Arial"/>
              </a:endParaRPr>
            </a:p>
          </p:txBody>
        </p:sp>
        <p:sp>
          <p:nvSpPr>
            <p:cNvPr id="1305" name="Google Shape;1305;p31"/>
            <p:cNvSpPr/>
            <p:nvPr/>
          </p:nvSpPr>
          <p:spPr>
            <a:xfrm>
              <a:off x="3540875" y="4441295"/>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J</a:t>
              </a:r>
              <a:endParaRPr b="0" i="0" sz="1400" u="none" cap="none" strike="noStrike">
                <a:solidFill>
                  <a:srgbClr val="000000"/>
                </a:solidFill>
                <a:latin typeface="Arial"/>
                <a:ea typeface="Arial"/>
                <a:cs typeface="Arial"/>
                <a:sym typeface="Arial"/>
              </a:endParaRPr>
            </a:p>
          </p:txBody>
        </p:sp>
        <p:sp>
          <p:nvSpPr>
            <p:cNvPr id="1306" name="Google Shape;1306;p31"/>
            <p:cNvSpPr/>
            <p:nvPr/>
          </p:nvSpPr>
          <p:spPr>
            <a:xfrm>
              <a:off x="4464255" y="4441171"/>
              <a:ext cx="757273" cy="512333"/>
            </a:xfrm>
            <a:prstGeom prst="rect">
              <a:avLst/>
            </a:prstGeom>
            <a:solidFill>
              <a:schemeClr val="accent2"/>
            </a:solidFill>
            <a:ln cap="flat" cmpd="sng" w="12700">
              <a:solidFill>
                <a:srgbClr val="B7202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1</a:t>
              </a:r>
              <a:endParaRPr b="0" i="0" sz="1400" u="none" cap="none" strike="noStrike">
                <a:solidFill>
                  <a:srgbClr val="000000"/>
                </a:solidFill>
                <a:latin typeface="Arial"/>
                <a:ea typeface="Arial"/>
                <a:cs typeface="Arial"/>
                <a:sym typeface="Arial"/>
              </a:endParaRPr>
            </a:p>
          </p:txBody>
        </p:sp>
        <p:sp>
          <p:nvSpPr>
            <p:cNvPr id="1307" name="Google Shape;1307;p31"/>
            <p:cNvSpPr/>
            <p:nvPr/>
          </p:nvSpPr>
          <p:spPr>
            <a:xfrm>
              <a:off x="5230355" y="3928838"/>
              <a:ext cx="757273" cy="512333"/>
            </a:xfrm>
            <a:prstGeom prst="rect">
              <a:avLst/>
            </a:prstGeom>
            <a:solidFill>
              <a:schemeClr val="accent2"/>
            </a:solidFill>
            <a:ln cap="flat" cmpd="sng" w="12700">
              <a:solidFill>
                <a:srgbClr val="B7202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2</a:t>
              </a:r>
              <a:endParaRPr b="0" i="0" sz="1400" u="none" cap="none" strike="noStrike">
                <a:solidFill>
                  <a:srgbClr val="000000"/>
                </a:solidFill>
                <a:latin typeface="Arial"/>
                <a:ea typeface="Arial"/>
                <a:cs typeface="Arial"/>
                <a:sym typeface="Arial"/>
              </a:endParaRPr>
            </a:p>
          </p:txBody>
        </p:sp>
        <p:sp>
          <p:nvSpPr>
            <p:cNvPr id="1308" name="Google Shape;1308;p31"/>
            <p:cNvSpPr/>
            <p:nvPr/>
          </p:nvSpPr>
          <p:spPr>
            <a:xfrm>
              <a:off x="3540414" y="4940680"/>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F</a:t>
              </a:r>
              <a:endParaRPr b="0" i="0" sz="1400" u="none" cap="none" strike="noStrike">
                <a:solidFill>
                  <a:srgbClr val="000000"/>
                </a:solidFill>
                <a:latin typeface="Arial"/>
                <a:ea typeface="Arial"/>
                <a:cs typeface="Arial"/>
                <a:sym typeface="Arial"/>
              </a:endParaRPr>
            </a:p>
          </p:txBody>
        </p:sp>
        <p:sp>
          <p:nvSpPr>
            <p:cNvPr id="1309" name="Google Shape;1309;p31"/>
            <p:cNvSpPr/>
            <p:nvPr/>
          </p:nvSpPr>
          <p:spPr>
            <a:xfrm>
              <a:off x="5230354" y="4947970"/>
              <a:ext cx="757273" cy="512333"/>
            </a:xfrm>
            <a:prstGeom prst="rect">
              <a:avLst/>
            </a:prstGeom>
            <a:solidFill>
              <a:schemeClr val="accent2"/>
            </a:solidFill>
            <a:ln cap="flat" cmpd="sng" w="12700">
              <a:solidFill>
                <a:srgbClr val="B7202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1</a:t>
              </a:r>
              <a:endParaRPr b="0" i="0" sz="1400" u="none" cap="none" strike="noStrike">
                <a:solidFill>
                  <a:srgbClr val="000000"/>
                </a:solidFill>
                <a:latin typeface="Arial"/>
                <a:ea typeface="Arial"/>
                <a:cs typeface="Arial"/>
                <a:sym typeface="Arial"/>
              </a:endParaRPr>
            </a:p>
          </p:txBody>
        </p:sp>
      </p:grpSp>
      <p:grpSp>
        <p:nvGrpSpPr>
          <p:cNvPr id="1310" name="Google Shape;1310;p31"/>
          <p:cNvGrpSpPr/>
          <p:nvPr/>
        </p:nvGrpSpPr>
        <p:grpSpPr>
          <a:xfrm>
            <a:off x="7198350" y="4800516"/>
            <a:ext cx="4543639" cy="512333"/>
            <a:chOff x="7350750" y="4194414"/>
            <a:chExt cx="4543639" cy="512333"/>
          </a:xfrm>
        </p:grpSpPr>
        <p:sp>
          <p:nvSpPr>
            <p:cNvPr id="1311" name="Google Shape;1311;p31"/>
            <p:cNvSpPr/>
            <p:nvPr/>
          </p:nvSpPr>
          <p:spPr>
            <a:xfrm>
              <a:off x="7350750" y="4194414"/>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312" name="Google Shape;1312;p31"/>
            <p:cNvSpPr/>
            <p:nvPr/>
          </p:nvSpPr>
          <p:spPr>
            <a:xfrm>
              <a:off x="8108023" y="4194414"/>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313" name="Google Shape;1313;p31"/>
            <p:cNvSpPr/>
            <p:nvPr/>
          </p:nvSpPr>
          <p:spPr>
            <a:xfrm>
              <a:off x="8865296" y="4194414"/>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314" name="Google Shape;1314;p31"/>
            <p:cNvSpPr/>
            <p:nvPr/>
          </p:nvSpPr>
          <p:spPr>
            <a:xfrm>
              <a:off x="9622570" y="4194414"/>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315" name="Google Shape;1315;p31"/>
            <p:cNvSpPr/>
            <p:nvPr/>
          </p:nvSpPr>
          <p:spPr>
            <a:xfrm>
              <a:off x="10379843" y="4194414"/>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sp>
          <p:nvSpPr>
            <p:cNvPr id="1316" name="Google Shape;1316;p31"/>
            <p:cNvSpPr/>
            <p:nvPr/>
          </p:nvSpPr>
          <p:spPr>
            <a:xfrm>
              <a:off x="11137116" y="4194414"/>
              <a:ext cx="757273" cy="512333"/>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0</a:t>
              </a:r>
              <a:endParaRPr b="0" i="0" sz="1400" u="none" cap="none" strike="noStrike">
                <a:solidFill>
                  <a:srgbClr val="000000"/>
                </a:solidFill>
                <a:latin typeface="Arial"/>
                <a:ea typeface="Arial"/>
                <a:cs typeface="Arial"/>
                <a:sym typeface="Arial"/>
              </a:endParaRPr>
            </a:p>
          </p:txBody>
        </p:sp>
      </p:grpSp>
      <p:sp>
        <p:nvSpPr>
          <p:cNvPr id="1317" name="Google Shape;1317;p31"/>
          <p:cNvSpPr/>
          <p:nvPr/>
        </p:nvSpPr>
        <p:spPr>
          <a:xfrm>
            <a:off x="7198349" y="4800516"/>
            <a:ext cx="757273" cy="512333"/>
          </a:xfrm>
          <a:prstGeom prst="rect">
            <a:avLst/>
          </a:prstGeom>
          <a:solidFill>
            <a:schemeClr val="accent2"/>
          </a:solidFill>
          <a:ln cap="flat" cmpd="sng" w="12700">
            <a:solidFill>
              <a:srgbClr val="B7202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2</a:t>
            </a:r>
            <a:endParaRPr b="0" i="0" sz="1400" u="none" cap="none" strike="noStrike">
              <a:solidFill>
                <a:srgbClr val="000000"/>
              </a:solidFill>
              <a:latin typeface="Arial"/>
              <a:ea typeface="Arial"/>
              <a:cs typeface="Arial"/>
              <a:sym typeface="Arial"/>
            </a:endParaRPr>
          </a:p>
        </p:txBody>
      </p:sp>
      <p:sp>
        <p:nvSpPr>
          <p:cNvPr id="1318" name="Google Shape;1318;p31"/>
          <p:cNvSpPr/>
          <p:nvPr/>
        </p:nvSpPr>
        <p:spPr>
          <a:xfrm>
            <a:off x="7948403" y="4804191"/>
            <a:ext cx="757273" cy="512333"/>
          </a:xfrm>
          <a:prstGeom prst="rect">
            <a:avLst/>
          </a:prstGeom>
          <a:solidFill>
            <a:schemeClr val="accent2"/>
          </a:solidFill>
          <a:ln cap="flat" cmpd="sng" w="12700">
            <a:solidFill>
              <a:srgbClr val="B7202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Poppins"/>
                <a:ea typeface="Poppins"/>
                <a:cs typeface="Poppins"/>
                <a:sym typeface="Poppins"/>
              </a:rPr>
              <a:t>3</a:t>
            </a:r>
            <a:endParaRPr b="0" i="0" sz="1400" u="none" cap="none" strike="noStrike">
              <a:solidFill>
                <a:srgbClr val="000000"/>
              </a:solidFill>
              <a:latin typeface="Arial"/>
              <a:ea typeface="Arial"/>
              <a:cs typeface="Arial"/>
              <a:sym typeface="Arial"/>
            </a:endParaRPr>
          </a:p>
        </p:txBody>
      </p:sp>
      <p:sp>
        <p:nvSpPr>
          <p:cNvPr id="1319" name="Google Shape;1319;p31"/>
          <p:cNvSpPr/>
          <p:nvPr/>
        </p:nvSpPr>
        <p:spPr>
          <a:xfrm>
            <a:off x="7789054" y="1909102"/>
            <a:ext cx="1145948" cy="2783100"/>
          </a:xfrm>
          <a:prstGeom prst="rect">
            <a:avLst/>
          </a:prstGeom>
          <a:noFill/>
          <a:ln cap="flat" cmpd="sng" w="571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Poppins"/>
              <a:ea typeface="Poppins"/>
              <a:cs typeface="Poppins"/>
              <a:sym typeface="Poppins"/>
            </a:endParaRPr>
          </a:p>
        </p:txBody>
      </p:sp>
      <p:sp>
        <p:nvSpPr>
          <p:cNvPr id="1320" name="Google Shape;1320;p31"/>
          <p:cNvSpPr/>
          <p:nvPr/>
        </p:nvSpPr>
        <p:spPr>
          <a:xfrm>
            <a:off x="9120875" y="4822660"/>
            <a:ext cx="2119460" cy="1843261"/>
          </a:xfrm>
          <a:prstGeom prst="wedgeRectCallout">
            <a:avLst>
              <a:gd fmla="val -77284" name="adj1"/>
              <a:gd fmla="val -155022" name="adj2"/>
            </a:avLst>
          </a:prstGeom>
          <a:solidFill>
            <a:schemeClr val="accent1"/>
          </a:solidFill>
          <a:ln cap="flat" cmpd="sng" w="12700">
            <a:solidFill>
              <a:srgbClr val="0045B5"/>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rPr b="0" i="0" lang="es-CL" sz="2000" u="none" cap="none" strike="noStrike">
                <a:solidFill>
                  <a:schemeClr val="lt1"/>
                </a:solidFill>
                <a:latin typeface="Poppins"/>
                <a:ea typeface="Poppins"/>
                <a:cs typeface="Poppins"/>
                <a:sym typeface="Poppins"/>
              </a:rPr>
              <a:t>Un CERO significa que la persona NO visitó ese país</a:t>
            </a:r>
            <a:endParaRPr b="0" i="0" sz="1400" u="none" cap="none" strike="noStrike">
              <a:solidFill>
                <a:srgbClr val="000000"/>
              </a:solidFill>
              <a:latin typeface="Arial"/>
              <a:ea typeface="Arial"/>
              <a:cs typeface="Arial"/>
              <a:sym typeface="Arial"/>
            </a:endParaRPr>
          </a:p>
        </p:txBody>
      </p:sp>
      <p:sp>
        <p:nvSpPr>
          <p:cNvPr id="1321" name="Google Shape;1321;p31"/>
          <p:cNvSpPr/>
          <p:nvPr/>
        </p:nvSpPr>
        <p:spPr>
          <a:xfrm>
            <a:off x="1076324" y="1746428"/>
            <a:ext cx="4643708" cy="2945774"/>
          </a:xfrm>
          <a:prstGeom prst="roundRect">
            <a:avLst>
              <a:gd fmla="val 8572" name="adj"/>
            </a:avLst>
          </a:prstGeom>
          <a:solidFill>
            <a:srgbClr val="FFFFFF"/>
          </a:solidFill>
          <a:ln>
            <a:noFill/>
          </a:ln>
        </p:spPr>
        <p:txBody>
          <a:bodyPr anchorCtr="0" anchor="ctr" bIns="0" lIns="504000" spcFirstLastPara="1" rIns="274300" wrap="square" tIns="0">
            <a:noAutofit/>
          </a:bodyPr>
          <a:lstStyle/>
          <a:p>
            <a:pPr indent="0" lvl="0" marL="0" marR="0" rtl="0" algn="l">
              <a:lnSpc>
                <a:spcPct val="120000"/>
              </a:lnSpc>
              <a:spcBef>
                <a:spcPts val="0"/>
              </a:spcBef>
              <a:spcAft>
                <a:spcPts val="0"/>
              </a:spcAft>
              <a:buClr>
                <a:srgbClr val="000000"/>
              </a:buClr>
              <a:buSzPts val="2000"/>
              <a:buFont typeface="Arial"/>
              <a:buNone/>
            </a:pPr>
            <a:r>
              <a:rPr b="0" i="0" lang="es-CL" sz="2000" u="none" cap="none" strike="noStrike">
                <a:solidFill>
                  <a:schemeClr val="dk1"/>
                </a:solidFill>
                <a:latin typeface="Poppins"/>
                <a:ea typeface="Poppins"/>
                <a:cs typeface="Poppins"/>
                <a:sym typeface="Poppins"/>
              </a:rPr>
              <a:t>Ya sabes cuál país fue el más visitado</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1000"/>
              </a:spcBef>
              <a:spcAft>
                <a:spcPts val="0"/>
              </a:spcAft>
              <a:buClr>
                <a:srgbClr val="000000"/>
              </a:buClr>
              <a:buSzPts val="2000"/>
              <a:buFont typeface="Arial"/>
              <a:buNone/>
            </a:pPr>
            <a:r>
              <a:rPr b="0" i="0" lang="es-CL" sz="2000" u="none" cap="none" strike="noStrike">
                <a:solidFill>
                  <a:schemeClr val="dk1"/>
                </a:solidFill>
                <a:latin typeface="Poppins"/>
                <a:ea typeface="Poppins"/>
                <a:cs typeface="Poppins"/>
                <a:sym typeface="Poppins"/>
              </a:rPr>
              <a:t>Ahora, necesitas recorrer esa lista, e informar los nombres de las personas que visitaron dicho país</a:t>
            </a:r>
            <a:endParaRPr b="0" i="0" sz="1400" u="none" cap="none" strike="noStrike">
              <a:solidFill>
                <a:srgbClr val="000000"/>
              </a:solidFill>
              <a:latin typeface="Arial"/>
              <a:ea typeface="Arial"/>
              <a:cs typeface="Arial"/>
              <a:sym typeface="Arial"/>
            </a:endParaRPr>
          </a:p>
        </p:txBody>
      </p:sp>
      <p:sp>
        <p:nvSpPr>
          <p:cNvPr id="1322" name="Google Shape;1322;p31"/>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p>
            <a:pPr indent="0" lvl="0" marL="0" rtl="0" algn="l">
              <a:lnSpc>
                <a:spcPct val="90000"/>
              </a:lnSpc>
              <a:spcBef>
                <a:spcPts val="0"/>
              </a:spcBef>
              <a:spcAft>
                <a:spcPts val="0"/>
              </a:spcAft>
              <a:buClr>
                <a:schemeClr val="dk1"/>
              </a:buClr>
              <a:buSzPts val="3200"/>
              <a:buFont typeface="Poppins"/>
              <a:buNone/>
            </a:pPr>
            <a:r>
              <a:rPr lang="es-CL"/>
              <a:t>Paso a paso</a:t>
            </a:r>
            <a:endParaRPr/>
          </a:p>
        </p:txBody>
      </p:sp>
      <p:sp>
        <p:nvSpPr>
          <p:cNvPr id="1323" name="Google Shape;1323;p31"/>
          <p:cNvSpPr txBox="1"/>
          <p:nvPr/>
        </p:nvSpPr>
        <p:spPr>
          <a:xfrm>
            <a:off x="1112989" y="615954"/>
            <a:ext cx="1496564"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CL" sz="1200" u="none" cap="none" strike="noStrike">
                <a:solidFill>
                  <a:schemeClr val="accent1"/>
                </a:solidFill>
                <a:latin typeface="Poppins"/>
                <a:ea typeface="Poppins"/>
                <a:cs typeface="Poppins"/>
                <a:sym typeface="Poppins"/>
              </a:rPr>
              <a:t>Clase 10: Matrices</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21"/>
                                        </p:tgtEl>
                                        <p:attrNameLst>
                                          <p:attrName>style.visibility</p:attrName>
                                        </p:attrNameLst>
                                      </p:cBhvr>
                                      <p:to>
                                        <p:strVal val="visible"/>
                                      </p:to>
                                    </p:set>
                                    <p:anim calcmode="lin" valueType="num">
                                      <p:cBhvr additive="base">
                                        <p:cTn dur="1000"/>
                                        <p:tgtEl>
                                          <p:spTgt spid="1321"/>
                                        </p:tgtEl>
                                        <p:attrNameLst>
                                          <p:attrName>ppt_y</p:attrName>
                                        </p:attrNameLst>
                                      </p:cBhvr>
                                      <p:tavLst>
                                        <p:tav fmla="" tm="0">
                                          <p:val>
                                            <p:strVal val="#ppt_y+1"/>
                                          </p:val>
                                        </p:tav>
                                        <p:tav fmla="" tm="100000">
                                          <p:val>
                                            <p:strVal val="#ppt_y"/>
                                          </p:val>
                                        </p:tav>
                                      </p:tavLst>
                                    </p:anim>
                                  </p:childTnLst>
                                </p:cTn>
                              </p:par>
                              <p:par>
                                <p:cTn fill="hold" nodeType="withEffect" presetClass="entr" presetID="10" presetSubtype="0">
                                  <p:stCondLst>
                                    <p:cond delay="0"/>
                                  </p:stCondLst>
                                  <p:childTnLst>
                                    <p:set>
                                      <p:cBhvr>
                                        <p:cTn dur="1" fill="hold">
                                          <p:stCondLst>
                                            <p:cond delay="0"/>
                                          </p:stCondLst>
                                        </p:cTn>
                                        <p:tgtEl>
                                          <p:spTgt spid="1321">
                                            <p:txEl>
                                              <p:pRg end="0" st="0"/>
                                            </p:txEl>
                                          </p:spTgt>
                                        </p:tgtEl>
                                        <p:attrNameLst>
                                          <p:attrName>style.visibility</p:attrName>
                                        </p:attrNameLst>
                                      </p:cBhvr>
                                      <p:to>
                                        <p:strVal val="visible"/>
                                      </p:to>
                                    </p:set>
                                    <p:animEffect filter="fade" transition="in">
                                      <p:cBhvr>
                                        <p:cTn dur="1000"/>
                                        <p:tgtEl>
                                          <p:spTgt spid="1321">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1321">
                                            <p:txEl>
                                              <p:pRg end="1" st="1"/>
                                            </p:txEl>
                                          </p:spTgt>
                                        </p:tgtEl>
                                        <p:attrNameLst>
                                          <p:attrName>style.visibility</p:attrName>
                                        </p:attrNameLst>
                                      </p:cBhvr>
                                      <p:to>
                                        <p:strVal val="visible"/>
                                      </p:to>
                                    </p:set>
                                    <p:animEffect filter="fade" transition="in">
                                      <p:cBhvr>
                                        <p:cTn dur="1000"/>
                                        <p:tgtEl>
                                          <p:spTgt spid="132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19"/>
                                        </p:tgtEl>
                                        <p:attrNameLst>
                                          <p:attrName>style.visibility</p:attrName>
                                        </p:attrNameLst>
                                      </p:cBhvr>
                                      <p:to>
                                        <p:strVal val="visible"/>
                                      </p:to>
                                    </p:set>
                                    <p:anim calcmode="lin" valueType="num">
                                      <p:cBhvr additive="base">
                                        <p:cTn dur="500"/>
                                        <p:tgtEl>
                                          <p:spTgt spid="1319"/>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20"/>
                                        </p:tgtEl>
                                        <p:attrNameLst>
                                          <p:attrName>style.visibility</p:attrName>
                                        </p:attrNameLst>
                                      </p:cBhvr>
                                      <p:to>
                                        <p:strVal val="visible"/>
                                      </p:to>
                                    </p:set>
                                    <p:anim calcmode="lin" valueType="num">
                                      <p:cBhvr additive="base">
                                        <p:cTn dur="500"/>
                                        <p:tgtEl>
                                          <p:spTgt spid="1320"/>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7" name="Shape 1327"/>
        <p:cNvGrpSpPr/>
        <p:nvPr/>
      </p:nvGrpSpPr>
      <p:grpSpPr>
        <a:xfrm>
          <a:off x="0" y="0"/>
          <a:ext cx="0" cy="0"/>
          <a:chOff x="0" y="0"/>
          <a:chExt cx="0" cy="0"/>
        </a:xfrm>
      </p:grpSpPr>
      <p:sp>
        <p:nvSpPr>
          <p:cNvPr id="1328" name="Google Shape;1328;p32"/>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p>
            <a:pPr indent="0" lvl="0" marL="0" rtl="0" algn="l">
              <a:lnSpc>
                <a:spcPct val="90000"/>
              </a:lnSpc>
              <a:spcBef>
                <a:spcPts val="0"/>
              </a:spcBef>
              <a:spcAft>
                <a:spcPts val="0"/>
              </a:spcAft>
              <a:buClr>
                <a:schemeClr val="dk1"/>
              </a:buClr>
              <a:buSzPts val="3200"/>
              <a:buFont typeface="Poppins"/>
              <a:buNone/>
            </a:pPr>
            <a:r>
              <a:rPr lang="es-CL"/>
              <a:t>¿Y cómo se haría en Python?</a:t>
            </a:r>
            <a:endParaRPr/>
          </a:p>
        </p:txBody>
      </p:sp>
      <p:sp>
        <p:nvSpPr>
          <p:cNvPr id="1329" name="Google Shape;1329;p32"/>
          <p:cNvSpPr txBox="1"/>
          <p:nvPr/>
        </p:nvSpPr>
        <p:spPr>
          <a:xfrm>
            <a:off x="1112989" y="615954"/>
            <a:ext cx="1496564"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CL" sz="1200" u="none" cap="none" strike="noStrike">
                <a:solidFill>
                  <a:schemeClr val="accent1"/>
                </a:solidFill>
                <a:latin typeface="Poppins"/>
                <a:ea typeface="Poppins"/>
                <a:cs typeface="Poppins"/>
                <a:sym typeface="Poppins"/>
              </a:rPr>
              <a:t>Clase 10: Matrices</a:t>
            </a:r>
            <a:endParaRPr b="0" i="0" sz="1400" u="none" cap="none" strike="noStrike">
              <a:solidFill>
                <a:srgbClr val="000000"/>
              </a:solidFill>
              <a:latin typeface="Arial"/>
              <a:ea typeface="Arial"/>
              <a:cs typeface="Arial"/>
              <a:sym typeface="Arial"/>
            </a:endParaRPr>
          </a:p>
        </p:txBody>
      </p:sp>
      <p:sp>
        <p:nvSpPr>
          <p:cNvPr id="1330" name="Google Shape;1330;p32"/>
          <p:cNvSpPr/>
          <p:nvPr/>
        </p:nvSpPr>
        <p:spPr>
          <a:xfrm>
            <a:off x="1112989" y="1895803"/>
            <a:ext cx="5012837" cy="3785682"/>
          </a:xfrm>
          <a:prstGeom prst="roundRect">
            <a:avLst>
              <a:gd fmla="val 7853" name="adj"/>
            </a:avLst>
          </a:prstGeom>
          <a:solidFill>
            <a:srgbClr val="FFFFFF"/>
          </a:solidFill>
          <a:ln>
            <a:noFill/>
          </a:ln>
        </p:spPr>
        <p:txBody>
          <a:bodyPr anchorCtr="0" anchor="ctr" bIns="0" lIns="504000" spcFirstLastPara="1" rIns="274300" wrap="square" tIns="0">
            <a:noAutofit/>
          </a:bodyPr>
          <a:lstStyle/>
          <a:p>
            <a:pPr indent="0" lvl="0" marL="0" marR="0" rtl="0" algn="l">
              <a:lnSpc>
                <a:spcPct val="120000"/>
              </a:lnSpc>
              <a:spcBef>
                <a:spcPts val="0"/>
              </a:spcBef>
              <a:spcAft>
                <a:spcPts val="0"/>
              </a:spcAft>
              <a:buClr>
                <a:srgbClr val="000000"/>
              </a:buClr>
              <a:buSzPts val="2000"/>
              <a:buFont typeface="Arial"/>
              <a:buNone/>
            </a:pPr>
            <a:r>
              <a:rPr b="0" i="0" lang="es-CL" sz="2000" u="none" cap="none" strike="noStrike">
                <a:solidFill>
                  <a:schemeClr val="dk1"/>
                </a:solidFill>
                <a:latin typeface="Poppins"/>
                <a:ea typeface="Poppins"/>
                <a:cs typeface="Poppins"/>
                <a:sym typeface="Poppins"/>
              </a:rPr>
              <a:t>Tienes que abrir el archivo </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1000"/>
              </a:spcBef>
              <a:spcAft>
                <a:spcPts val="0"/>
              </a:spcAft>
              <a:buClr>
                <a:srgbClr val="000000"/>
              </a:buClr>
              <a:buSzPts val="2000"/>
              <a:buFont typeface="Arial"/>
              <a:buNone/>
            </a:pPr>
            <a:r>
              <a:rPr b="0" i="0" lang="es-CL" sz="2000" u="none" cap="none" strike="noStrike">
                <a:solidFill>
                  <a:schemeClr val="dk1"/>
                </a:solidFill>
                <a:latin typeface="Poppins"/>
                <a:ea typeface="Poppins"/>
                <a:cs typeface="Poppins"/>
                <a:sym typeface="Poppins"/>
              </a:rPr>
              <a:t>Tienes que leer línea a línea hasta que el archivo se termine</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1000"/>
              </a:spcBef>
              <a:spcAft>
                <a:spcPts val="0"/>
              </a:spcAft>
              <a:buClr>
                <a:srgbClr val="000000"/>
              </a:buClr>
              <a:buSzPts val="2000"/>
              <a:buFont typeface="Arial"/>
              <a:buNone/>
            </a:pPr>
            <a:r>
              <a:rPr b="0" i="0" lang="es-CL" sz="2000" u="none" cap="none" strike="noStrike">
                <a:solidFill>
                  <a:schemeClr val="dk1"/>
                </a:solidFill>
                <a:latin typeface="Poppins"/>
                <a:ea typeface="Poppins"/>
                <a:cs typeface="Poppins"/>
                <a:sym typeface="Poppins"/>
              </a:rPr>
              <a:t>Tienes que separar cada parte de la línea</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1000"/>
              </a:spcBef>
              <a:spcAft>
                <a:spcPts val="0"/>
              </a:spcAft>
              <a:buClr>
                <a:srgbClr val="000000"/>
              </a:buClr>
              <a:buSzPts val="2000"/>
              <a:buFont typeface="Arial"/>
              <a:buNone/>
            </a:pPr>
            <a:r>
              <a:rPr b="1" i="0" lang="es-CL" sz="2000" u="none" cap="none" strike="noStrike">
                <a:solidFill>
                  <a:schemeClr val="dk1"/>
                </a:solidFill>
                <a:latin typeface="Poppins"/>
                <a:ea typeface="Poppins"/>
                <a:cs typeface="Poppins"/>
                <a:sym typeface="Poppins"/>
              </a:rPr>
              <a:t>¡Todo esto ya sabes cómo hacerlo!</a:t>
            </a:r>
            <a:endParaRPr b="0" i="0" sz="1400" u="none" cap="none" strike="noStrike">
              <a:solidFill>
                <a:srgbClr val="000000"/>
              </a:solidFill>
              <a:latin typeface="Arial"/>
              <a:ea typeface="Arial"/>
              <a:cs typeface="Arial"/>
              <a:sym typeface="Arial"/>
            </a:endParaRPr>
          </a:p>
        </p:txBody>
      </p:sp>
      <p:sp>
        <p:nvSpPr>
          <p:cNvPr id="1331" name="Google Shape;1331;p32"/>
          <p:cNvSpPr/>
          <p:nvPr/>
        </p:nvSpPr>
        <p:spPr>
          <a:xfrm>
            <a:off x="10835762" y="6081336"/>
            <a:ext cx="747774" cy="3462"/>
          </a:xfrm>
          <a:prstGeom prst="rect">
            <a:avLst/>
          </a:prstGeom>
          <a:solidFill>
            <a:srgbClr val="EBEBE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332" name="Google Shape;1332;p32"/>
          <p:cNvSpPr/>
          <p:nvPr/>
        </p:nvSpPr>
        <p:spPr>
          <a:xfrm>
            <a:off x="10835762" y="6081336"/>
            <a:ext cx="747774" cy="34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333" name="Google Shape;1333;p32"/>
          <p:cNvSpPr/>
          <p:nvPr/>
        </p:nvSpPr>
        <p:spPr>
          <a:xfrm>
            <a:off x="9092688" y="6036331"/>
            <a:ext cx="823936" cy="3462"/>
          </a:xfrm>
          <a:prstGeom prst="rect">
            <a:avLst/>
          </a:prstGeom>
          <a:solidFill>
            <a:srgbClr val="EBEBE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334" name="Google Shape;1334;p32"/>
          <p:cNvSpPr/>
          <p:nvPr/>
        </p:nvSpPr>
        <p:spPr>
          <a:xfrm>
            <a:off x="9092688" y="6036331"/>
            <a:ext cx="823936" cy="34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335" name="Google Shape;1335;p32"/>
          <p:cNvSpPr/>
          <p:nvPr/>
        </p:nvSpPr>
        <p:spPr>
          <a:xfrm>
            <a:off x="10603813" y="6017291"/>
            <a:ext cx="270029" cy="3462"/>
          </a:xfrm>
          <a:prstGeom prst="rect">
            <a:avLst/>
          </a:prstGeom>
          <a:solidFill>
            <a:srgbClr val="EBEBE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336" name="Google Shape;1336;p32"/>
          <p:cNvSpPr/>
          <p:nvPr/>
        </p:nvSpPr>
        <p:spPr>
          <a:xfrm>
            <a:off x="10603813" y="6017291"/>
            <a:ext cx="270029" cy="34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337" name="Google Shape;1337;p32"/>
          <p:cNvSpPr/>
          <p:nvPr/>
        </p:nvSpPr>
        <p:spPr>
          <a:xfrm>
            <a:off x="6679732" y="5975748"/>
            <a:ext cx="605835" cy="3462"/>
          </a:xfrm>
          <a:prstGeom prst="rect">
            <a:avLst/>
          </a:prstGeom>
          <a:solidFill>
            <a:srgbClr val="EBEBE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338" name="Google Shape;1338;p32"/>
          <p:cNvSpPr/>
          <p:nvPr/>
        </p:nvSpPr>
        <p:spPr>
          <a:xfrm>
            <a:off x="6679732" y="5975748"/>
            <a:ext cx="605835" cy="34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339" name="Google Shape;1339;p32"/>
          <p:cNvSpPr/>
          <p:nvPr/>
        </p:nvSpPr>
        <p:spPr>
          <a:xfrm>
            <a:off x="6383738" y="5975748"/>
            <a:ext cx="218101" cy="3462"/>
          </a:xfrm>
          <a:prstGeom prst="rect">
            <a:avLst/>
          </a:prstGeom>
          <a:solidFill>
            <a:srgbClr val="EBEBE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340" name="Google Shape;1340;p32"/>
          <p:cNvSpPr/>
          <p:nvPr/>
        </p:nvSpPr>
        <p:spPr>
          <a:xfrm>
            <a:off x="7114202" y="6031139"/>
            <a:ext cx="761621" cy="5193"/>
          </a:xfrm>
          <a:prstGeom prst="rect">
            <a:avLst/>
          </a:prstGeom>
          <a:solidFill>
            <a:srgbClr val="EBEBE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341" name="Google Shape;1341;p32"/>
          <p:cNvSpPr/>
          <p:nvPr/>
        </p:nvSpPr>
        <p:spPr>
          <a:xfrm>
            <a:off x="7114202" y="6031139"/>
            <a:ext cx="761621" cy="519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342" name="Google Shape;1342;p32"/>
          <p:cNvSpPr/>
          <p:nvPr/>
        </p:nvSpPr>
        <p:spPr>
          <a:xfrm>
            <a:off x="5805598" y="1258887"/>
            <a:ext cx="2869928" cy="3969087"/>
          </a:xfrm>
          <a:custGeom>
            <a:rect b="b" l="l" r="r" t="t"/>
            <a:pathLst>
              <a:path extrusionOk="0" h="1131" w="818">
                <a:moveTo>
                  <a:pt x="795" y="1131"/>
                </a:moveTo>
                <a:cubicBezTo>
                  <a:pt x="23" y="1131"/>
                  <a:pt x="23" y="1131"/>
                  <a:pt x="23" y="1131"/>
                </a:cubicBezTo>
                <a:cubicBezTo>
                  <a:pt x="10" y="1131"/>
                  <a:pt x="0" y="1121"/>
                  <a:pt x="0" y="1108"/>
                </a:cubicBezTo>
                <a:cubicBezTo>
                  <a:pt x="0" y="23"/>
                  <a:pt x="0" y="23"/>
                  <a:pt x="0" y="23"/>
                </a:cubicBezTo>
                <a:cubicBezTo>
                  <a:pt x="0" y="10"/>
                  <a:pt x="10" y="0"/>
                  <a:pt x="23" y="0"/>
                </a:cubicBezTo>
                <a:cubicBezTo>
                  <a:pt x="795" y="0"/>
                  <a:pt x="795" y="0"/>
                  <a:pt x="795" y="0"/>
                </a:cubicBezTo>
                <a:cubicBezTo>
                  <a:pt x="808" y="0"/>
                  <a:pt x="818" y="10"/>
                  <a:pt x="818" y="23"/>
                </a:cubicBezTo>
                <a:cubicBezTo>
                  <a:pt x="818" y="1108"/>
                  <a:pt x="818" y="1108"/>
                  <a:pt x="818" y="1108"/>
                </a:cubicBezTo>
                <a:cubicBezTo>
                  <a:pt x="818" y="1121"/>
                  <a:pt x="808" y="1131"/>
                  <a:pt x="795" y="1131"/>
                </a:cubicBezTo>
                <a:close/>
                <a:moveTo>
                  <a:pt x="23" y="1"/>
                </a:moveTo>
                <a:cubicBezTo>
                  <a:pt x="11" y="1"/>
                  <a:pt x="1" y="11"/>
                  <a:pt x="1" y="23"/>
                </a:cubicBezTo>
                <a:cubicBezTo>
                  <a:pt x="1" y="1108"/>
                  <a:pt x="1" y="1108"/>
                  <a:pt x="1" y="1108"/>
                </a:cubicBezTo>
                <a:cubicBezTo>
                  <a:pt x="1" y="1120"/>
                  <a:pt x="11" y="1130"/>
                  <a:pt x="23" y="1130"/>
                </a:cubicBezTo>
                <a:cubicBezTo>
                  <a:pt x="795" y="1130"/>
                  <a:pt x="795" y="1130"/>
                  <a:pt x="795" y="1130"/>
                </a:cubicBezTo>
                <a:cubicBezTo>
                  <a:pt x="807" y="1130"/>
                  <a:pt x="817" y="1120"/>
                  <a:pt x="817" y="1108"/>
                </a:cubicBezTo>
                <a:cubicBezTo>
                  <a:pt x="817" y="23"/>
                  <a:pt x="817" y="23"/>
                  <a:pt x="817" y="23"/>
                </a:cubicBezTo>
                <a:cubicBezTo>
                  <a:pt x="817" y="11"/>
                  <a:pt x="807" y="1"/>
                  <a:pt x="795" y="1"/>
                </a:cubicBezTo>
                <a:lnTo>
                  <a:pt x="23" y="1"/>
                </a:lnTo>
                <a:close/>
              </a:path>
            </a:pathLst>
          </a:custGeom>
          <a:solidFill>
            <a:srgbClr val="EBEBE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343" name="Google Shape;1343;p32"/>
          <p:cNvSpPr/>
          <p:nvPr/>
        </p:nvSpPr>
        <p:spPr>
          <a:xfrm>
            <a:off x="8839968" y="1258887"/>
            <a:ext cx="2869928" cy="3969087"/>
          </a:xfrm>
          <a:custGeom>
            <a:rect b="b" l="l" r="r" t="t"/>
            <a:pathLst>
              <a:path extrusionOk="0" h="1131" w="818">
                <a:moveTo>
                  <a:pt x="795" y="1131"/>
                </a:moveTo>
                <a:cubicBezTo>
                  <a:pt x="23" y="1131"/>
                  <a:pt x="23" y="1131"/>
                  <a:pt x="23" y="1131"/>
                </a:cubicBezTo>
                <a:cubicBezTo>
                  <a:pt x="10" y="1131"/>
                  <a:pt x="0" y="1121"/>
                  <a:pt x="0" y="1108"/>
                </a:cubicBezTo>
                <a:cubicBezTo>
                  <a:pt x="0" y="23"/>
                  <a:pt x="0" y="23"/>
                  <a:pt x="0" y="23"/>
                </a:cubicBezTo>
                <a:cubicBezTo>
                  <a:pt x="0" y="10"/>
                  <a:pt x="10" y="0"/>
                  <a:pt x="23" y="0"/>
                </a:cubicBezTo>
                <a:cubicBezTo>
                  <a:pt x="795" y="0"/>
                  <a:pt x="795" y="0"/>
                  <a:pt x="795" y="0"/>
                </a:cubicBezTo>
                <a:cubicBezTo>
                  <a:pt x="808" y="0"/>
                  <a:pt x="818" y="10"/>
                  <a:pt x="818" y="23"/>
                </a:cubicBezTo>
                <a:cubicBezTo>
                  <a:pt x="818" y="1108"/>
                  <a:pt x="818" y="1108"/>
                  <a:pt x="818" y="1108"/>
                </a:cubicBezTo>
                <a:cubicBezTo>
                  <a:pt x="818" y="1121"/>
                  <a:pt x="808" y="1131"/>
                  <a:pt x="795" y="1131"/>
                </a:cubicBezTo>
                <a:moveTo>
                  <a:pt x="23" y="1"/>
                </a:moveTo>
                <a:cubicBezTo>
                  <a:pt x="11" y="1"/>
                  <a:pt x="1" y="11"/>
                  <a:pt x="1" y="23"/>
                </a:cubicBezTo>
                <a:cubicBezTo>
                  <a:pt x="1" y="1108"/>
                  <a:pt x="1" y="1108"/>
                  <a:pt x="1" y="1108"/>
                </a:cubicBezTo>
                <a:cubicBezTo>
                  <a:pt x="1" y="1120"/>
                  <a:pt x="11" y="1130"/>
                  <a:pt x="23" y="1130"/>
                </a:cubicBezTo>
                <a:cubicBezTo>
                  <a:pt x="795" y="1130"/>
                  <a:pt x="795" y="1130"/>
                  <a:pt x="795" y="1130"/>
                </a:cubicBezTo>
                <a:cubicBezTo>
                  <a:pt x="807" y="1130"/>
                  <a:pt x="817" y="1120"/>
                  <a:pt x="817" y="1108"/>
                </a:cubicBezTo>
                <a:cubicBezTo>
                  <a:pt x="817" y="23"/>
                  <a:pt x="817" y="23"/>
                  <a:pt x="817" y="23"/>
                </a:cubicBezTo>
                <a:cubicBezTo>
                  <a:pt x="817" y="11"/>
                  <a:pt x="807" y="1"/>
                  <a:pt x="795" y="1"/>
                </a:cubicBezTo>
                <a:cubicBezTo>
                  <a:pt x="23" y="1"/>
                  <a:pt x="23" y="1"/>
                  <a:pt x="23" y="1"/>
                </a:cubicBezTo>
              </a:path>
            </a:pathLst>
          </a:custGeom>
          <a:solidFill>
            <a:srgbClr val="EBEBE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344" name="Google Shape;1344;p32"/>
          <p:cNvSpPr/>
          <p:nvPr/>
        </p:nvSpPr>
        <p:spPr>
          <a:xfrm>
            <a:off x="5928497" y="2467096"/>
            <a:ext cx="5777938" cy="3389216"/>
          </a:xfrm>
          <a:custGeom>
            <a:rect b="b" l="l" r="r" t="t"/>
            <a:pathLst>
              <a:path extrusionOk="0" h="966" w="1647">
                <a:moveTo>
                  <a:pt x="1303" y="547"/>
                </a:moveTo>
                <a:cubicBezTo>
                  <a:pt x="1201" y="414"/>
                  <a:pt x="1153" y="284"/>
                  <a:pt x="1029" y="476"/>
                </a:cubicBezTo>
                <a:cubicBezTo>
                  <a:pt x="973" y="417"/>
                  <a:pt x="924" y="357"/>
                  <a:pt x="888" y="302"/>
                </a:cubicBezTo>
                <a:cubicBezTo>
                  <a:pt x="694" y="0"/>
                  <a:pt x="499" y="186"/>
                  <a:pt x="341" y="391"/>
                </a:cubicBezTo>
                <a:cubicBezTo>
                  <a:pt x="183" y="596"/>
                  <a:pt x="0" y="966"/>
                  <a:pt x="0" y="966"/>
                </a:cubicBezTo>
                <a:cubicBezTo>
                  <a:pt x="599" y="966"/>
                  <a:pt x="599" y="966"/>
                  <a:pt x="599" y="966"/>
                </a:cubicBezTo>
                <a:cubicBezTo>
                  <a:pt x="1610" y="966"/>
                  <a:pt x="1610" y="966"/>
                  <a:pt x="1610" y="966"/>
                </a:cubicBezTo>
                <a:cubicBezTo>
                  <a:pt x="1647" y="966"/>
                  <a:pt x="1647" y="966"/>
                  <a:pt x="1647" y="966"/>
                </a:cubicBezTo>
                <a:cubicBezTo>
                  <a:pt x="1647" y="966"/>
                  <a:pt x="1406" y="681"/>
                  <a:pt x="1303" y="547"/>
                </a:cubicBezTo>
              </a:path>
            </a:pathLst>
          </a:custGeom>
          <a:solidFill>
            <a:srgbClr val="F5F5F5">
              <a:alpha val="4000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345" name="Google Shape;1345;p32"/>
          <p:cNvSpPr/>
          <p:nvPr/>
        </p:nvSpPr>
        <p:spPr>
          <a:xfrm>
            <a:off x="7995260" y="4069963"/>
            <a:ext cx="1893668" cy="1786349"/>
          </a:xfrm>
          <a:custGeom>
            <a:rect b="b" l="l" r="r" t="t"/>
            <a:pathLst>
              <a:path extrusionOk="0" h="509" w="540">
                <a:moveTo>
                  <a:pt x="363" y="197"/>
                </a:moveTo>
                <a:cubicBezTo>
                  <a:pt x="310" y="97"/>
                  <a:pt x="286" y="0"/>
                  <a:pt x="221" y="146"/>
                </a:cubicBezTo>
                <a:cubicBezTo>
                  <a:pt x="159" y="285"/>
                  <a:pt x="0" y="509"/>
                  <a:pt x="0" y="509"/>
                </a:cubicBezTo>
                <a:cubicBezTo>
                  <a:pt x="540" y="509"/>
                  <a:pt x="540" y="509"/>
                  <a:pt x="540" y="509"/>
                </a:cubicBezTo>
                <a:cubicBezTo>
                  <a:pt x="540" y="509"/>
                  <a:pt x="416" y="296"/>
                  <a:pt x="363" y="197"/>
                </a:cubicBezTo>
              </a:path>
            </a:pathLst>
          </a:custGeom>
          <a:solidFill>
            <a:srgbClr val="F0F0F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346" name="Google Shape;1346;p32"/>
          <p:cNvSpPr/>
          <p:nvPr/>
        </p:nvSpPr>
        <p:spPr>
          <a:xfrm>
            <a:off x="6051394" y="1579115"/>
            <a:ext cx="1445350" cy="226756"/>
          </a:xfrm>
          <a:custGeom>
            <a:rect b="b" l="l" r="r" t="t"/>
            <a:pathLst>
              <a:path extrusionOk="0" h="65" w="412">
                <a:moveTo>
                  <a:pt x="42" y="47"/>
                </a:moveTo>
                <a:cubicBezTo>
                  <a:pt x="47" y="47"/>
                  <a:pt x="51" y="48"/>
                  <a:pt x="53" y="50"/>
                </a:cubicBezTo>
                <a:cubicBezTo>
                  <a:pt x="77" y="38"/>
                  <a:pt x="106" y="31"/>
                  <a:pt x="129" y="32"/>
                </a:cubicBezTo>
                <a:cubicBezTo>
                  <a:pt x="141" y="32"/>
                  <a:pt x="151" y="35"/>
                  <a:pt x="157" y="39"/>
                </a:cubicBezTo>
                <a:cubicBezTo>
                  <a:pt x="183" y="21"/>
                  <a:pt x="217" y="8"/>
                  <a:pt x="242" y="8"/>
                </a:cubicBezTo>
                <a:cubicBezTo>
                  <a:pt x="256" y="8"/>
                  <a:pt x="265" y="12"/>
                  <a:pt x="268" y="19"/>
                </a:cubicBezTo>
                <a:cubicBezTo>
                  <a:pt x="295" y="7"/>
                  <a:pt x="323" y="0"/>
                  <a:pt x="346" y="0"/>
                </a:cubicBezTo>
                <a:cubicBezTo>
                  <a:pt x="382" y="0"/>
                  <a:pt x="394" y="18"/>
                  <a:pt x="381" y="45"/>
                </a:cubicBezTo>
                <a:cubicBezTo>
                  <a:pt x="398" y="45"/>
                  <a:pt x="412" y="56"/>
                  <a:pt x="400" y="65"/>
                </a:cubicBezTo>
                <a:cubicBezTo>
                  <a:pt x="0" y="65"/>
                  <a:pt x="0" y="65"/>
                  <a:pt x="0" y="65"/>
                </a:cubicBezTo>
                <a:cubicBezTo>
                  <a:pt x="0" y="64"/>
                  <a:pt x="1" y="64"/>
                  <a:pt x="1" y="63"/>
                </a:cubicBezTo>
                <a:cubicBezTo>
                  <a:pt x="10" y="54"/>
                  <a:pt x="28" y="46"/>
                  <a:pt x="42" y="47"/>
                </a:cubicBezTo>
                <a:close/>
              </a:path>
            </a:pathLst>
          </a:custGeom>
          <a:solidFill>
            <a:srgbClr val="FAFAFA">
              <a:alpha val="4000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347" name="Google Shape;1347;p32"/>
          <p:cNvSpPr/>
          <p:nvPr/>
        </p:nvSpPr>
        <p:spPr>
          <a:xfrm>
            <a:off x="7565983" y="2030894"/>
            <a:ext cx="986646" cy="157518"/>
          </a:xfrm>
          <a:custGeom>
            <a:rect b="b" l="l" r="r" t="t"/>
            <a:pathLst>
              <a:path extrusionOk="0" h="45" w="281">
                <a:moveTo>
                  <a:pt x="23" y="34"/>
                </a:moveTo>
                <a:cubicBezTo>
                  <a:pt x="26" y="34"/>
                  <a:pt x="28" y="35"/>
                  <a:pt x="29" y="37"/>
                </a:cubicBezTo>
                <a:cubicBezTo>
                  <a:pt x="44" y="28"/>
                  <a:pt x="61" y="23"/>
                  <a:pt x="75" y="23"/>
                </a:cubicBezTo>
                <a:cubicBezTo>
                  <a:pt x="82" y="24"/>
                  <a:pt x="87" y="25"/>
                  <a:pt x="91" y="28"/>
                </a:cubicBezTo>
                <a:cubicBezTo>
                  <a:pt x="91" y="28"/>
                  <a:pt x="91" y="28"/>
                  <a:pt x="91" y="28"/>
                </a:cubicBezTo>
                <a:cubicBezTo>
                  <a:pt x="107" y="15"/>
                  <a:pt x="127" y="6"/>
                  <a:pt x="142" y="6"/>
                </a:cubicBezTo>
                <a:cubicBezTo>
                  <a:pt x="150" y="6"/>
                  <a:pt x="155" y="9"/>
                  <a:pt x="157" y="14"/>
                </a:cubicBezTo>
                <a:cubicBezTo>
                  <a:pt x="173" y="5"/>
                  <a:pt x="190" y="0"/>
                  <a:pt x="203" y="0"/>
                </a:cubicBezTo>
                <a:cubicBezTo>
                  <a:pt x="219" y="0"/>
                  <a:pt x="227" y="8"/>
                  <a:pt x="225" y="21"/>
                </a:cubicBezTo>
                <a:cubicBezTo>
                  <a:pt x="233" y="17"/>
                  <a:pt x="241" y="15"/>
                  <a:pt x="247" y="15"/>
                </a:cubicBezTo>
                <a:cubicBezTo>
                  <a:pt x="256" y="15"/>
                  <a:pt x="260" y="19"/>
                  <a:pt x="260" y="26"/>
                </a:cubicBezTo>
                <a:cubicBezTo>
                  <a:pt x="260" y="26"/>
                  <a:pt x="261" y="26"/>
                  <a:pt x="262" y="26"/>
                </a:cubicBezTo>
                <a:cubicBezTo>
                  <a:pt x="275" y="27"/>
                  <a:pt x="281" y="35"/>
                  <a:pt x="275" y="45"/>
                </a:cubicBezTo>
                <a:cubicBezTo>
                  <a:pt x="0" y="45"/>
                  <a:pt x="0" y="45"/>
                  <a:pt x="0" y="45"/>
                </a:cubicBezTo>
                <a:cubicBezTo>
                  <a:pt x="5" y="39"/>
                  <a:pt x="16" y="34"/>
                  <a:pt x="23" y="34"/>
                </a:cubicBezTo>
                <a:close/>
              </a:path>
            </a:pathLst>
          </a:custGeom>
          <a:solidFill>
            <a:srgbClr val="FAFAFA">
              <a:alpha val="4000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348" name="Google Shape;1348;p32"/>
          <p:cNvSpPr/>
          <p:nvPr/>
        </p:nvSpPr>
        <p:spPr>
          <a:xfrm>
            <a:off x="6307576" y="2501715"/>
            <a:ext cx="683729" cy="112513"/>
          </a:xfrm>
          <a:custGeom>
            <a:rect b="b" l="l" r="r" t="t"/>
            <a:pathLst>
              <a:path extrusionOk="0" h="32" w="195">
                <a:moveTo>
                  <a:pt x="17" y="24"/>
                </a:moveTo>
                <a:cubicBezTo>
                  <a:pt x="19" y="24"/>
                  <a:pt x="20" y="25"/>
                  <a:pt x="21" y="26"/>
                </a:cubicBezTo>
                <a:cubicBezTo>
                  <a:pt x="31" y="20"/>
                  <a:pt x="43" y="16"/>
                  <a:pt x="52" y="17"/>
                </a:cubicBezTo>
                <a:cubicBezTo>
                  <a:pt x="57" y="17"/>
                  <a:pt x="61" y="18"/>
                  <a:pt x="64" y="20"/>
                </a:cubicBezTo>
                <a:cubicBezTo>
                  <a:pt x="64" y="20"/>
                  <a:pt x="64" y="20"/>
                  <a:pt x="64" y="20"/>
                </a:cubicBezTo>
                <a:cubicBezTo>
                  <a:pt x="75" y="11"/>
                  <a:pt x="89" y="5"/>
                  <a:pt x="99" y="5"/>
                </a:cubicBezTo>
                <a:cubicBezTo>
                  <a:pt x="104" y="5"/>
                  <a:pt x="108" y="7"/>
                  <a:pt x="109" y="10"/>
                </a:cubicBezTo>
                <a:cubicBezTo>
                  <a:pt x="120" y="4"/>
                  <a:pt x="132" y="0"/>
                  <a:pt x="141" y="0"/>
                </a:cubicBezTo>
                <a:cubicBezTo>
                  <a:pt x="152" y="0"/>
                  <a:pt x="157" y="6"/>
                  <a:pt x="156" y="15"/>
                </a:cubicBezTo>
                <a:cubicBezTo>
                  <a:pt x="162" y="12"/>
                  <a:pt x="167" y="11"/>
                  <a:pt x="171" y="11"/>
                </a:cubicBezTo>
                <a:cubicBezTo>
                  <a:pt x="177" y="11"/>
                  <a:pt x="180" y="14"/>
                  <a:pt x="180" y="18"/>
                </a:cubicBezTo>
                <a:cubicBezTo>
                  <a:pt x="181" y="18"/>
                  <a:pt x="181" y="18"/>
                  <a:pt x="182" y="18"/>
                </a:cubicBezTo>
                <a:cubicBezTo>
                  <a:pt x="191" y="19"/>
                  <a:pt x="195" y="25"/>
                  <a:pt x="191" y="32"/>
                </a:cubicBezTo>
                <a:cubicBezTo>
                  <a:pt x="0" y="32"/>
                  <a:pt x="0" y="32"/>
                  <a:pt x="0" y="32"/>
                </a:cubicBezTo>
                <a:cubicBezTo>
                  <a:pt x="4" y="27"/>
                  <a:pt x="11" y="24"/>
                  <a:pt x="17" y="24"/>
                </a:cubicBezTo>
                <a:close/>
              </a:path>
            </a:pathLst>
          </a:custGeom>
          <a:solidFill>
            <a:srgbClr val="FAFAFA">
              <a:alpha val="4000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349" name="Google Shape;1349;p32"/>
          <p:cNvSpPr/>
          <p:nvPr/>
        </p:nvSpPr>
        <p:spPr>
          <a:xfrm>
            <a:off x="10377058" y="1473526"/>
            <a:ext cx="977992" cy="977992"/>
          </a:xfrm>
          <a:prstGeom prst="ellipse">
            <a:avLst/>
          </a:prstGeom>
          <a:solidFill>
            <a:srgbClr val="F0F0F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350" name="Google Shape;1350;p32"/>
          <p:cNvSpPr/>
          <p:nvPr/>
        </p:nvSpPr>
        <p:spPr>
          <a:xfrm>
            <a:off x="9520234" y="1781636"/>
            <a:ext cx="1448812" cy="231948"/>
          </a:xfrm>
          <a:custGeom>
            <a:rect b="b" l="l" r="r" t="t"/>
            <a:pathLst>
              <a:path extrusionOk="0" h="66" w="413">
                <a:moveTo>
                  <a:pt x="43" y="48"/>
                </a:moveTo>
                <a:cubicBezTo>
                  <a:pt x="48" y="48"/>
                  <a:pt x="51" y="49"/>
                  <a:pt x="54" y="51"/>
                </a:cubicBezTo>
                <a:cubicBezTo>
                  <a:pt x="78" y="39"/>
                  <a:pt x="107" y="32"/>
                  <a:pt x="130" y="33"/>
                </a:cubicBezTo>
                <a:cubicBezTo>
                  <a:pt x="142" y="33"/>
                  <a:pt x="152" y="35"/>
                  <a:pt x="158" y="39"/>
                </a:cubicBezTo>
                <a:cubicBezTo>
                  <a:pt x="184" y="22"/>
                  <a:pt x="218" y="9"/>
                  <a:pt x="243" y="9"/>
                </a:cubicBezTo>
                <a:cubicBezTo>
                  <a:pt x="257" y="9"/>
                  <a:pt x="266" y="13"/>
                  <a:pt x="269" y="20"/>
                </a:cubicBezTo>
                <a:cubicBezTo>
                  <a:pt x="296" y="8"/>
                  <a:pt x="324" y="0"/>
                  <a:pt x="347" y="0"/>
                </a:cubicBezTo>
                <a:cubicBezTo>
                  <a:pt x="383" y="0"/>
                  <a:pt x="395" y="19"/>
                  <a:pt x="382" y="46"/>
                </a:cubicBezTo>
                <a:cubicBezTo>
                  <a:pt x="399" y="46"/>
                  <a:pt x="413" y="56"/>
                  <a:pt x="401" y="66"/>
                </a:cubicBezTo>
                <a:cubicBezTo>
                  <a:pt x="0" y="66"/>
                  <a:pt x="0" y="66"/>
                  <a:pt x="0" y="66"/>
                </a:cubicBezTo>
                <a:cubicBezTo>
                  <a:pt x="1" y="65"/>
                  <a:pt x="1" y="65"/>
                  <a:pt x="2" y="64"/>
                </a:cubicBezTo>
                <a:cubicBezTo>
                  <a:pt x="11" y="55"/>
                  <a:pt x="29" y="47"/>
                  <a:pt x="43" y="48"/>
                </a:cubicBezTo>
              </a:path>
            </a:pathLst>
          </a:custGeom>
          <a:solidFill>
            <a:srgbClr val="FAFAFA">
              <a:alpha val="4000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351" name="Google Shape;1351;p32"/>
          <p:cNvSpPr/>
          <p:nvPr/>
        </p:nvSpPr>
        <p:spPr>
          <a:xfrm>
            <a:off x="10524189" y="2614228"/>
            <a:ext cx="984916" cy="157518"/>
          </a:xfrm>
          <a:custGeom>
            <a:rect b="b" l="l" r="r" t="t"/>
            <a:pathLst>
              <a:path extrusionOk="0" h="45" w="281">
                <a:moveTo>
                  <a:pt x="23" y="34"/>
                </a:moveTo>
                <a:cubicBezTo>
                  <a:pt x="26" y="35"/>
                  <a:pt x="28" y="36"/>
                  <a:pt x="30" y="37"/>
                </a:cubicBezTo>
                <a:cubicBezTo>
                  <a:pt x="45" y="28"/>
                  <a:pt x="61" y="23"/>
                  <a:pt x="75" y="24"/>
                </a:cubicBezTo>
                <a:cubicBezTo>
                  <a:pt x="82" y="24"/>
                  <a:pt x="88" y="26"/>
                  <a:pt x="91" y="29"/>
                </a:cubicBezTo>
                <a:cubicBezTo>
                  <a:pt x="91" y="29"/>
                  <a:pt x="91" y="29"/>
                  <a:pt x="91" y="29"/>
                </a:cubicBezTo>
                <a:cubicBezTo>
                  <a:pt x="107" y="16"/>
                  <a:pt x="128" y="6"/>
                  <a:pt x="142" y="6"/>
                </a:cubicBezTo>
                <a:cubicBezTo>
                  <a:pt x="150" y="6"/>
                  <a:pt x="155" y="9"/>
                  <a:pt x="157" y="14"/>
                </a:cubicBezTo>
                <a:cubicBezTo>
                  <a:pt x="173" y="6"/>
                  <a:pt x="190" y="0"/>
                  <a:pt x="203" y="0"/>
                </a:cubicBezTo>
                <a:cubicBezTo>
                  <a:pt x="220" y="0"/>
                  <a:pt x="227" y="8"/>
                  <a:pt x="225" y="21"/>
                </a:cubicBezTo>
                <a:cubicBezTo>
                  <a:pt x="233" y="17"/>
                  <a:pt x="241" y="15"/>
                  <a:pt x="247" y="15"/>
                </a:cubicBezTo>
                <a:cubicBezTo>
                  <a:pt x="256" y="15"/>
                  <a:pt x="260" y="19"/>
                  <a:pt x="260" y="26"/>
                </a:cubicBezTo>
                <a:cubicBezTo>
                  <a:pt x="261" y="26"/>
                  <a:pt x="261" y="26"/>
                  <a:pt x="262" y="26"/>
                </a:cubicBezTo>
                <a:cubicBezTo>
                  <a:pt x="276" y="27"/>
                  <a:pt x="281" y="36"/>
                  <a:pt x="275" y="45"/>
                </a:cubicBezTo>
                <a:cubicBezTo>
                  <a:pt x="0" y="45"/>
                  <a:pt x="0" y="45"/>
                  <a:pt x="0" y="45"/>
                </a:cubicBezTo>
                <a:cubicBezTo>
                  <a:pt x="6" y="39"/>
                  <a:pt x="16" y="34"/>
                  <a:pt x="23" y="34"/>
                </a:cubicBezTo>
                <a:close/>
              </a:path>
            </a:pathLst>
          </a:custGeom>
          <a:solidFill>
            <a:srgbClr val="FAFAFA">
              <a:alpha val="4000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352" name="Google Shape;1352;p32"/>
          <p:cNvSpPr/>
          <p:nvPr/>
        </p:nvSpPr>
        <p:spPr>
          <a:xfrm>
            <a:off x="6054856" y="6173078"/>
            <a:ext cx="5443863" cy="315034"/>
          </a:xfrm>
          <a:prstGeom prst="ellipse">
            <a:avLst/>
          </a:prstGeom>
          <a:solidFill>
            <a:srgbClr val="F5F5F5">
              <a:alpha val="6000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353" name="Google Shape;1353;p32"/>
          <p:cNvSpPr/>
          <p:nvPr/>
        </p:nvSpPr>
        <p:spPr>
          <a:xfrm>
            <a:off x="8590710" y="2704238"/>
            <a:ext cx="2651828" cy="3622896"/>
          </a:xfrm>
          <a:custGeom>
            <a:rect b="b" l="l" r="r" t="t"/>
            <a:pathLst>
              <a:path extrusionOk="0" h="1032" w="756">
                <a:moveTo>
                  <a:pt x="449" y="0"/>
                </a:moveTo>
                <a:cubicBezTo>
                  <a:pt x="307" y="0"/>
                  <a:pt x="307" y="0"/>
                  <a:pt x="307" y="0"/>
                </a:cubicBezTo>
                <a:cubicBezTo>
                  <a:pt x="10" y="967"/>
                  <a:pt x="10" y="967"/>
                  <a:pt x="10" y="967"/>
                </a:cubicBezTo>
                <a:cubicBezTo>
                  <a:pt x="0" y="999"/>
                  <a:pt x="24" y="1032"/>
                  <a:pt x="58" y="1032"/>
                </a:cubicBezTo>
                <a:cubicBezTo>
                  <a:pt x="697" y="1032"/>
                  <a:pt x="697" y="1032"/>
                  <a:pt x="697" y="1032"/>
                </a:cubicBezTo>
                <a:cubicBezTo>
                  <a:pt x="731" y="1032"/>
                  <a:pt x="756" y="999"/>
                  <a:pt x="746" y="967"/>
                </a:cubicBezTo>
                <a:cubicBezTo>
                  <a:pt x="449" y="0"/>
                  <a:pt x="449" y="0"/>
                  <a:pt x="449" y="0"/>
                </a:cubicBezTo>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354" name="Google Shape;1354;p32"/>
          <p:cNvSpPr/>
          <p:nvPr/>
        </p:nvSpPr>
        <p:spPr>
          <a:xfrm>
            <a:off x="9601589" y="3557599"/>
            <a:ext cx="1613253" cy="2769533"/>
          </a:xfrm>
          <a:custGeom>
            <a:rect b="b" l="l" r="r" t="t"/>
            <a:pathLst>
              <a:path extrusionOk="0" h="789" w="460">
                <a:moveTo>
                  <a:pt x="82" y="0"/>
                </a:moveTo>
                <a:cubicBezTo>
                  <a:pt x="67" y="22"/>
                  <a:pt x="67" y="22"/>
                  <a:pt x="67" y="22"/>
                </a:cubicBezTo>
                <a:cubicBezTo>
                  <a:pt x="0" y="789"/>
                  <a:pt x="0" y="789"/>
                  <a:pt x="0" y="789"/>
                </a:cubicBezTo>
                <a:cubicBezTo>
                  <a:pt x="409" y="789"/>
                  <a:pt x="409" y="789"/>
                  <a:pt x="409" y="789"/>
                </a:cubicBezTo>
                <a:cubicBezTo>
                  <a:pt x="438" y="789"/>
                  <a:pt x="460" y="766"/>
                  <a:pt x="460" y="739"/>
                </a:cubicBezTo>
                <a:cubicBezTo>
                  <a:pt x="460" y="739"/>
                  <a:pt x="460" y="739"/>
                  <a:pt x="460" y="739"/>
                </a:cubicBezTo>
                <a:cubicBezTo>
                  <a:pt x="460" y="766"/>
                  <a:pt x="438" y="789"/>
                  <a:pt x="409" y="789"/>
                </a:cubicBezTo>
                <a:cubicBezTo>
                  <a:pt x="229" y="789"/>
                  <a:pt x="229" y="789"/>
                  <a:pt x="229" y="789"/>
                </a:cubicBezTo>
                <a:cubicBezTo>
                  <a:pt x="152" y="3"/>
                  <a:pt x="152" y="3"/>
                  <a:pt x="152" y="3"/>
                </a:cubicBezTo>
                <a:cubicBezTo>
                  <a:pt x="123" y="71"/>
                  <a:pt x="123" y="71"/>
                  <a:pt x="123" y="71"/>
                </a:cubicBezTo>
                <a:cubicBezTo>
                  <a:pt x="82" y="0"/>
                  <a:pt x="82" y="0"/>
                  <a:pt x="82" y="0"/>
                </a:cubicBezTo>
              </a:path>
            </a:pathLst>
          </a:custGeom>
          <a:solidFill>
            <a:srgbClr val="3B6CD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355" name="Google Shape;1355;p32"/>
          <p:cNvSpPr/>
          <p:nvPr/>
        </p:nvSpPr>
        <p:spPr>
          <a:xfrm>
            <a:off x="10134724" y="3431240"/>
            <a:ext cx="1080118" cy="2895893"/>
          </a:xfrm>
          <a:custGeom>
            <a:rect b="b" l="l" r="r" t="t"/>
            <a:pathLst>
              <a:path extrusionOk="0" h="825" w="308">
                <a:moveTo>
                  <a:pt x="73" y="0"/>
                </a:moveTo>
                <a:cubicBezTo>
                  <a:pt x="62" y="49"/>
                  <a:pt x="62" y="49"/>
                  <a:pt x="62" y="49"/>
                </a:cubicBezTo>
                <a:cubicBezTo>
                  <a:pt x="15" y="5"/>
                  <a:pt x="15" y="5"/>
                  <a:pt x="15" y="5"/>
                </a:cubicBezTo>
                <a:cubicBezTo>
                  <a:pt x="0" y="39"/>
                  <a:pt x="0" y="39"/>
                  <a:pt x="0" y="39"/>
                </a:cubicBezTo>
                <a:cubicBezTo>
                  <a:pt x="77" y="825"/>
                  <a:pt x="77" y="825"/>
                  <a:pt x="77" y="825"/>
                </a:cubicBezTo>
                <a:cubicBezTo>
                  <a:pt x="257" y="825"/>
                  <a:pt x="257" y="825"/>
                  <a:pt x="257" y="825"/>
                </a:cubicBezTo>
                <a:cubicBezTo>
                  <a:pt x="286" y="825"/>
                  <a:pt x="308" y="802"/>
                  <a:pt x="308" y="775"/>
                </a:cubicBezTo>
                <a:cubicBezTo>
                  <a:pt x="308" y="770"/>
                  <a:pt x="307" y="765"/>
                  <a:pt x="306" y="760"/>
                </a:cubicBezTo>
                <a:cubicBezTo>
                  <a:pt x="304" y="756"/>
                  <a:pt x="304" y="756"/>
                  <a:pt x="304" y="756"/>
                </a:cubicBezTo>
                <a:cubicBezTo>
                  <a:pt x="304" y="755"/>
                  <a:pt x="304" y="755"/>
                  <a:pt x="304" y="755"/>
                </a:cubicBezTo>
                <a:cubicBezTo>
                  <a:pt x="285" y="692"/>
                  <a:pt x="285" y="692"/>
                  <a:pt x="285" y="692"/>
                </a:cubicBezTo>
                <a:cubicBezTo>
                  <a:pt x="284" y="691"/>
                  <a:pt x="284" y="691"/>
                  <a:pt x="284" y="691"/>
                </a:cubicBezTo>
                <a:cubicBezTo>
                  <a:pt x="73" y="0"/>
                  <a:pt x="73" y="0"/>
                  <a:pt x="73" y="0"/>
                </a:cubicBezTo>
              </a:path>
            </a:pathLst>
          </a:custGeom>
          <a:solidFill>
            <a:srgbClr val="3760B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356" name="Google Shape;1356;p32"/>
          <p:cNvSpPr/>
          <p:nvPr/>
        </p:nvSpPr>
        <p:spPr>
          <a:xfrm>
            <a:off x="8618405" y="3427778"/>
            <a:ext cx="986646" cy="2899355"/>
          </a:xfrm>
          <a:custGeom>
            <a:rect b="b" l="l" r="r" t="t"/>
            <a:pathLst>
              <a:path extrusionOk="0" h="826" w="281">
                <a:moveTo>
                  <a:pt x="235" y="0"/>
                </a:moveTo>
                <a:cubicBezTo>
                  <a:pt x="144" y="299"/>
                  <a:pt x="144" y="299"/>
                  <a:pt x="144" y="299"/>
                </a:cubicBezTo>
                <a:cubicBezTo>
                  <a:pt x="23" y="692"/>
                  <a:pt x="23" y="692"/>
                  <a:pt x="23" y="692"/>
                </a:cubicBezTo>
                <a:cubicBezTo>
                  <a:pt x="2" y="761"/>
                  <a:pt x="2" y="761"/>
                  <a:pt x="2" y="761"/>
                </a:cubicBezTo>
                <a:cubicBezTo>
                  <a:pt x="1" y="766"/>
                  <a:pt x="0" y="771"/>
                  <a:pt x="0" y="776"/>
                </a:cubicBezTo>
                <a:cubicBezTo>
                  <a:pt x="0" y="803"/>
                  <a:pt x="22" y="826"/>
                  <a:pt x="50" y="826"/>
                </a:cubicBezTo>
                <a:cubicBezTo>
                  <a:pt x="88" y="826"/>
                  <a:pt x="88" y="826"/>
                  <a:pt x="88" y="826"/>
                </a:cubicBezTo>
                <a:cubicBezTo>
                  <a:pt x="281" y="15"/>
                  <a:pt x="281" y="15"/>
                  <a:pt x="281" y="15"/>
                </a:cubicBezTo>
                <a:cubicBezTo>
                  <a:pt x="245" y="62"/>
                  <a:pt x="245" y="62"/>
                  <a:pt x="245" y="62"/>
                </a:cubicBezTo>
                <a:cubicBezTo>
                  <a:pt x="235" y="0"/>
                  <a:pt x="235" y="0"/>
                  <a:pt x="235" y="0"/>
                </a:cubicBezTo>
              </a:path>
            </a:pathLst>
          </a:custGeom>
          <a:solidFill>
            <a:srgbClr val="6695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357" name="Google Shape;1357;p32"/>
          <p:cNvSpPr/>
          <p:nvPr/>
        </p:nvSpPr>
        <p:spPr>
          <a:xfrm>
            <a:off x="9440610" y="2570953"/>
            <a:ext cx="953758" cy="1235904"/>
          </a:xfrm>
          <a:custGeom>
            <a:rect b="b" l="l" r="r" t="t"/>
            <a:pathLst>
              <a:path extrusionOk="0" h="352" w="272">
                <a:moveTo>
                  <a:pt x="135" y="0"/>
                </a:moveTo>
                <a:cubicBezTo>
                  <a:pt x="177" y="0"/>
                  <a:pt x="215" y="28"/>
                  <a:pt x="226" y="69"/>
                </a:cubicBezTo>
                <a:cubicBezTo>
                  <a:pt x="272" y="240"/>
                  <a:pt x="272" y="240"/>
                  <a:pt x="272" y="240"/>
                </a:cubicBezTo>
                <a:cubicBezTo>
                  <a:pt x="260" y="294"/>
                  <a:pt x="260" y="294"/>
                  <a:pt x="260" y="294"/>
                </a:cubicBezTo>
                <a:cubicBezTo>
                  <a:pt x="213" y="250"/>
                  <a:pt x="213" y="250"/>
                  <a:pt x="213" y="250"/>
                </a:cubicBezTo>
                <a:cubicBezTo>
                  <a:pt x="169" y="352"/>
                  <a:pt x="169" y="352"/>
                  <a:pt x="169" y="352"/>
                </a:cubicBezTo>
                <a:cubicBezTo>
                  <a:pt x="128" y="281"/>
                  <a:pt x="128" y="281"/>
                  <a:pt x="128" y="281"/>
                </a:cubicBezTo>
                <a:cubicBezTo>
                  <a:pt x="78" y="352"/>
                  <a:pt x="78" y="352"/>
                  <a:pt x="78" y="352"/>
                </a:cubicBezTo>
                <a:cubicBezTo>
                  <a:pt x="57" y="246"/>
                  <a:pt x="57" y="246"/>
                  <a:pt x="57" y="246"/>
                </a:cubicBezTo>
                <a:cubicBezTo>
                  <a:pt x="11" y="306"/>
                  <a:pt x="11" y="306"/>
                  <a:pt x="11" y="306"/>
                </a:cubicBezTo>
                <a:cubicBezTo>
                  <a:pt x="0" y="236"/>
                  <a:pt x="0" y="236"/>
                  <a:pt x="0" y="236"/>
                </a:cubicBezTo>
                <a:cubicBezTo>
                  <a:pt x="43" y="70"/>
                  <a:pt x="43" y="70"/>
                  <a:pt x="43" y="70"/>
                </a:cubicBezTo>
                <a:cubicBezTo>
                  <a:pt x="54" y="29"/>
                  <a:pt x="92" y="0"/>
                  <a:pt x="135" y="0"/>
                </a:cubicBezTo>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358" name="Google Shape;1358;p32"/>
          <p:cNvSpPr/>
          <p:nvPr/>
        </p:nvSpPr>
        <p:spPr>
          <a:xfrm>
            <a:off x="9440610" y="2570953"/>
            <a:ext cx="953758" cy="1235904"/>
          </a:xfrm>
          <a:custGeom>
            <a:rect b="b" l="l" r="r" t="t"/>
            <a:pathLst>
              <a:path extrusionOk="0" h="352" w="272">
                <a:moveTo>
                  <a:pt x="135" y="0"/>
                </a:moveTo>
                <a:cubicBezTo>
                  <a:pt x="92" y="0"/>
                  <a:pt x="54" y="29"/>
                  <a:pt x="43" y="70"/>
                </a:cubicBezTo>
                <a:cubicBezTo>
                  <a:pt x="0" y="236"/>
                  <a:pt x="0" y="236"/>
                  <a:pt x="0" y="236"/>
                </a:cubicBezTo>
                <a:cubicBezTo>
                  <a:pt x="11" y="306"/>
                  <a:pt x="11" y="306"/>
                  <a:pt x="11" y="306"/>
                </a:cubicBezTo>
                <a:cubicBezTo>
                  <a:pt x="57" y="246"/>
                  <a:pt x="57" y="246"/>
                  <a:pt x="57" y="246"/>
                </a:cubicBezTo>
                <a:cubicBezTo>
                  <a:pt x="78" y="352"/>
                  <a:pt x="78" y="352"/>
                  <a:pt x="78" y="352"/>
                </a:cubicBezTo>
                <a:cubicBezTo>
                  <a:pt x="128" y="281"/>
                  <a:pt x="128" y="281"/>
                  <a:pt x="128" y="281"/>
                </a:cubicBezTo>
                <a:cubicBezTo>
                  <a:pt x="169" y="352"/>
                  <a:pt x="169" y="352"/>
                  <a:pt x="169" y="352"/>
                </a:cubicBezTo>
                <a:cubicBezTo>
                  <a:pt x="213" y="250"/>
                  <a:pt x="213" y="250"/>
                  <a:pt x="213" y="250"/>
                </a:cubicBezTo>
                <a:cubicBezTo>
                  <a:pt x="260" y="294"/>
                  <a:pt x="260" y="294"/>
                  <a:pt x="260" y="294"/>
                </a:cubicBezTo>
                <a:cubicBezTo>
                  <a:pt x="272" y="240"/>
                  <a:pt x="272" y="240"/>
                  <a:pt x="272" y="240"/>
                </a:cubicBezTo>
                <a:cubicBezTo>
                  <a:pt x="226" y="69"/>
                  <a:pt x="226" y="69"/>
                  <a:pt x="226" y="69"/>
                </a:cubicBezTo>
                <a:cubicBezTo>
                  <a:pt x="215" y="28"/>
                  <a:pt x="177" y="0"/>
                  <a:pt x="135" y="0"/>
                </a:cubicBezTo>
              </a:path>
            </a:pathLst>
          </a:custGeom>
          <a:solidFill>
            <a:srgbClr val="C6D8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359" name="Google Shape;1359;p32"/>
          <p:cNvSpPr/>
          <p:nvPr/>
        </p:nvSpPr>
        <p:spPr>
          <a:xfrm>
            <a:off x="9348869" y="2593456"/>
            <a:ext cx="960682" cy="3747525"/>
          </a:xfrm>
          <a:custGeom>
            <a:rect b="b" l="l" r="r" t="t"/>
            <a:pathLst>
              <a:path extrusionOk="0" h="1068" w="274">
                <a:moveTo>
                  <a:pt x="72" y="1068"/>
                </a:moveTo>
                <a:cubicBezTo>
                  <a:pt x="70" y="1068"/>
                  <a:pt x="69" y="1067"/>
                  <a:pt x="68" y="1066"/>
                </a:cubicBezTo>
                <a:cubicBezTo>
                  <a:pt x="0" y="919"/>
                  <a:pt x="0" y="919"/>
                  <a:pt x="0" y="919"/>
                </a:cubicBezTo>
                <a:cubicBezTo>
                  <a:pt x="0" y="917"/>
                  <a:pt x="0" y="915"/>
                  <a:pt x="1" y="914"/>
                </a:cubicBezTo>
                <a:cubicBezTo>
                  <a:pt x="265" y="667"/>
                  <a:pt x="265" y="667"/>
                  <a:pt x="265" y="667"/>
                </a:cubicBezTo>
                <a:cubicBezTo>
                  <a:pt x="101" y="347"/>
                  <a:pt x="101" y="347"/>
                  <a:pt x="101" y="347"/>
                </a:cubicBezTo>
                <a:cubicBezTo>
                  <a:pt x="101" y="347"/>
                  <a:pt x="101" y="346"/>
                  <a:pt x="101" y="345"/>
                </a:cubicBezTo>
                <a:cubicBezTo>
                  <a:pt x="158" y="4"/>
                  <a:pt x="158" y="4"/>
                  <a:pt x="158" y="4"/>
                </a:cubicBezTo>
                <a:cubicBezTo>
                  <a:pt x="158" y="1"/>
                  <a:pt x="160" y="0"/>
                  <a:pt x="163" y="0"/>
                </a:cubicBezTo>
                <a:cubicBezTo>
                  <a:pt x="165" y="1"/>
                  <a:pt x="166" y="3"/>
                  <a:pt x="166" y="5"/>
                </a:cubicBezTo>
                <a:cubicBezTo>
                  <a:pt x="109" y="345"/>
                  <a:pt x="109" y="345"/>
                  <a:pt x="109" y="345"/>
                </a:cubicBezTo>
                <a:cubicBezTo>
                  <a:pt x="274" y="666"/>
                  <a:pt x="274" y="666"/>
                  <a:pt x="274" y="666"/>
                </a:cubicBezTo>
                <a:cubicBezTo>
                  <a:pt x="274" y="668"/>
                  <a:pt x="274" y="669"/>
                  <a:pt x="273" y="671"/>
                </a:cubicBezTo>
                <a:cubicBezTo>
                  <a:pt x="9" y="918"/>
                  <a:pt x="9" y="918"/>
                  <a:pt x="9" y="918"/>
                </a:cubicBezTo>
                <a:cubicBezTo>
                  <a:pt x="75" y="1062"/>
                  <a:pt x="75" y="1062"/>
                  <a:pt x="75" y="1062"/>
                </a:cubicBezTo>
                <a:cubicBezTo>
                  <a:pt x="76" y="1064"/>
                  <a:pt x="75" y="1067"/>
                  <a:pt x="73" y="1068"/>
                </a:cubicBezTo>
                <a:cubicBezTo>
                  <a:pt x="73" y="1068"/>
                  <a:pt x="72" y="1068"/>
                  <a:pt x="72" y="1068"/>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grpSp>
        <p:nvGrpSpPr>
          <p:cNvPr id="1360" name="Google Shape;1360;p32"/>
          <p:cNvGrpSpPr/>
          <p:nvPr/>
        </p:nvGrpSpPr>
        <p:grpSpPr>
          <a:xfrm>
            <a:off x="10138186" y="4779656"/>
            <a:ext cx="315034" cy="311572"/>
            <a:chOff x="10138186" y="4779656"/>
            <a:chExt cx="315034" cy="311572"/>
          </a:xfrm>
        </p:grpSpPr>
        <p:sp>
          <p:nvSpPr>
            <p:cNvPr id="1361" name="Google Shape;1361;p32"/>
            <p:cNvSpPr/>
            <p:nvPr/>
          </p:nvSpPr>
          <p:spPr>
            <a:xfrm>
              <a:off x="10152034" y="4793503"/>
              <a:ext cx="287339" cy="283877"/>
            </a:xfrm>
            <a:prstGeom prst="ellipse">
              <a:avLst/>
            </a:prstGeom>
            <a:solidFill>
              <a:srgbClr val="407BF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es-CL" sz="1000" u="none" cap="none" strike="noStrike">
                  <a:solidFill>
                    <a:srgbClr val="FFFFFF"/>
                  </a:solidFill>
                  <a:latin typeface="Poppins"/>
                  <a:ea typeface="Poppins"/>
                  <a:cs typeface="Poppins"/>
                  <a:sym typeface="Poppins"/>
                </a:rPr>
                <a:t>02</a:t>
              </a:r>
              <a:endParaRPr b="0" i="0" sz="1400" u="none" cap="none" strike="noStrike">
                <a:solidFill>
                  <a:srgbClr val="000000"/>
                </a:solidFill>
                <a:latin typeface="Arial"/>
                <a:ea typeface="Arial"/>
                <a:cs typeface="Arial"/>
                <a:sym typeface="Arial"/>
              </a:endParaRPr>
            </a:p>
          </p:txBody>
        </p:sp>
        <p:sp>
          <p:nvSpPr>
            <p:cNvPr id="1362" name="Google Shape;1362;p32"/>
            <p:cNvSpPr/>
            <p:nvPr/>
          </p:nvSpPr>
          <p:spPr>
            <a:xfrm>
              <a:off x="10138186" y="4779656"/>
              <a:ext cx="315034" cy="311572"/>
            </a:xfrm>
            <a:custGeom>
              <a:rect b="b" l="l" r="r" t="t"/>
              <a:pathLst>
                <a:path extrusionOk="0" h="89" w="90">
                  <a:moveTo>
                    <a:pt x="45" y="89"/>
                  </a:moveTo>
                  <a:cubicBezTo>
                    <a:pt x="20" y="89"/>
                    <a:pt x="0" y="69"/>
                    <a:pt x="0" y="45"/>
                  </a:cubicBezTo>
                  <a:cubicBezTo>
                    <a:pt x="0" y="20"/>
                    <a:pt x="20" y="0"/>
                    <a:pt x="45" y="0"/>
                  </a:cubicBezTo>
                  <a:cubicBezTo>
                    <a:pt x="70" y="0"/>
                    <a:pt x="90" y="20"/>
                    <a:pt x="90" y="45"/>
                  </a:cubicBezTo>
                  <a:cubicBezTo>
                    <a:pt x="90" y="69"/>
                    <a:pt x="70" y="89"/>
                    <a:pt x="45" y="89"/>
                  </a:cubicBezTo>
                  <a:close/>
                  <a:moveTo>
                    <a:pt x="45" y="8"/>
                  </a:moveTo>
                  <a:cubicBezTo>
                    <a:pt x="25" y="8"/>
                    <a:pt x="8" y="25"/>
                    <a:pt x="8" y="45"/>
                  </a:cubicBezTo>
                  <a:cubicBezTo>
                    <a:pt x="8" y="65"/>
                    <a:pt x="25" y="81"/>
                    <a:pt x="45" y="81"/>
                  </a:cubicBezTo>
                  <a:cubicBezTo>
                    <a:pt x="65" y="81"/>
                    <a:pt x="82" y="65"/>
                    <a:pt x="82" y="45"/>
                  </a:cubicBezTo>
                  <a:cubicBezTo>
                    <a:pt x="82" y="25"/>
                    <a:pt x="65" y="8"/>
                    <a:pt x="45" y="8"/>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grpSp>
      <p:grpSp>
        <p:nvGrpSpPr>
          <p:cNvPr id="1363" name="Google Shape;1363;p32"/>
          <p:cNvGrpSpPr/>
          <p:nvPr/>
        </p:nvGrpSpPr>
        <p:grpSpPr>
          <a:xfrm>
            <a:off x="9205199" y="5653790"/>
            <a:ext cx="315034" cy="315034"/>
            <a:chOff x="9205199" y="5653790"/>
            <a:chExt cx="315034" cy="315034"/>
          </a:xfrm>
        </p:grpSpPr>
        <p:sp>
          <p:nvSpPr>
            <p:cNvPr id="1364" name="Google Shape;1364;p32"/>
            <p:cNvSpPr/>
            <p:nvPr/>
          </p:nvSpPr>
          <p:spPr>
            <a:xfrm>
              <a:off x="9219047" y="5667638"/>
              <a:ext cx="287339" cy="287339"/>
            </a:xfrm>
            <a:prstGeom prst="ellipse">
              <a:avLst/>
            </a:prstGeom>
            <a:solidFill>
              <a:srgbClr val="407BF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es-CL" sz="1000" u="none" cap="none" strike="noStrike">
                  <a:solidFill>
                    <a:srgbClr val="FFFFFF"/>
                  </a:solidFill>
                  <a:latin typeface="Poppins"/>
                  <a:ea typeface="Poppins"/>
                  <a:cs typeface="Poppins"/>
                  <a:sym typeface="Poppins"/>
                </a:rPr>
                <a:t>01</a:t>
              </a:r>
              <a:endParaRPr b="0" i="0" sz="1400" u="none" cap="none" strike="noStrike">
                <a:solidFill>
                  <a:srgbClr val="000000"/>
                </a:solidFill>
                <a:latin typeface="Arial"/>
                <a:ea typeface="Arial"/>
                <a:cs typeface="Arial"/>
                <a:sym typeface="Arial"/>
              </a:endParaRPr>
            </a:p>
          </p:txBody>
        </p:sp>
        <p:sp>
          <p:nvSpPr>
            <p:cNvPr id="1365" name="Google Shape;1365;p32"/>
            <p:cNvSpPr/>
            <p:nvPr/>
          </p:nvSpPr>
          <p:spPr>
            <a:xfrm>
              <a:off x="9205199" y="5653790"/>
              <a:ext cx="315034" cy="315034"/>
            </a:xfrm>
            <a:custGeom>
              <a:rect b="b" l="l" r="r" t="t"/>
              <a:pathLst>
                <a:path extrusionOk="0" h="90" w="90">
                  <a:moveTo>
                    <a:pt x="45" y="90"/>
                  </a:moveTo>
                  <a:cubicBezTo>
                    <a:pt x="20" y="90"/>
                    <a:pt x="0" y="70"/>
                    <a:pt x="0" y="45"/>
                  </a:cubicBezTo>
                  <a:cubicBezTo>
                    <a:pt x="0" y="20"/>
                    <a:pt x="20" y="0"/>
                    <a:pt x="45" y="0"/>
                  </a:cubicBezTo>
                  <a:cubicBezTo>
                    <a:pt x="70" y="0"/>
                    <a:pt x="90" y="20"/>
                    <a:pt x="90" y="45"/>
                  </a:cubicBezTo>
                  <a:cubicBezTo>
                    <a:pt x="90" y="70"/>
                    <a:pt x="70" y="90"/>
                    <a:pt x="45" y="90"/>
                  </a:cubicBezTo>
                  <a:close/>
                  <a:moveTo>
                    <a:pt x="45" y="8"/>
                  </a:moveTo>
                  <a:cubicBezTo>
                    <a:pt x="25" y="8"/>
                    <a:pt x="8" y="25"/>
                    <a:pt x="8" y="45"/>
                  </a:cubicBezTo>
                  <a:cubicBezTo>
                    <a:pt x="8" y="65"/>
                    <a:pt x="25" y="82"/>
                    <a:pt x="45" y="82"/>
                  </a:cubicBezTo>
                  <a:cubicBezTo>
                    <a:pt x="65" y="82"/>
                    <a:pt x="82" y="65"/>
                    <a:pt x="82" y="45"/>
                  </a:cubicBezTo>
                  <a:cubicBezTo>
                    <a:pt x="82" y="25"/>
                    <a:pt x="65" y="8"/>
                    <a:pt x="45" y="8"/>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grpSp>
      <p:grpSp>
        <p:nvGrpSpPr>
          <p:cNvPr id="1366" name="Google Shape;1366;p32"/>
          <p:cNvGrpSpPr/>
          <p:nvPr/>
        </p:nvGrpSpPr>
        <p:grpSpPr>
          <a:xfrm>
            <a:off x="9558315" y="3649341"/>
            <a:ext cx="313304" cy="311572"/>
            <a:chOff x="9558315" y="3649341"/>
            <a:chExt cx="313304" cy="311572"/>
          </a:xfrm>
        </p:grpSpPr>
        <p:sp>
          <p:nvSpPr>
            <p:cNvPr id="1367" name="Google Shape;1367;p32"/>
            <p:cNvSpPr/>
            <p:nvPr/>
          </p:nvSpPr>
          <p:spPr>
            <a:xfrm>
              <a:off x="9573894" y="3663188"/>
              <a:ext cx="283877" cy="283877"/>
            </a:xfrm>
            <a:prstGeom prst="ellipse">
              <a:avLst/>
            </a:prstGeom>
            <a:solidFill>
              <a:srgbClr val="407BF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es-CL" sz="1000" u="none" cap="none" strike="noStrike">
                  <a:solidFill>
                    <a:srgbClr val="FFFFFF"/>
                  </a:solidFill>
                  <a:latin typeface="Poppins"/>
                  <a:ea typeface="Poppins"/>
                  <a:cs typeface="Poppins"/>
                  <a:sym typeface="Poppins"/>
                </a:rPr>
                <a:t>03</a:t>
              </a:r>
              <a:endParaRPr b="0" i="0" sz="1400" u="none" cap="none" strike="noStrike">
                <a:solidFill>
                  <a:srgbClr val="000000"/>
                </a:solidFill>
                <a:latin typeface="Arial"/>
                <a:ea typeface="Arial"/>
                <a:cs typeface="Arial"/>
                <a:sym typeface="Arial"/>
              </a:endParaRPr>
            </a:p>
          </p:txBody>
        </p:sp>
        <p:sp>
          <p:nvSpPr>
            <p:cNvPr id="1368" name="Google Shape;1368;p32"/>
            <p:cNvSpPr/>
            <p:nvPr/>
          </p:nvSpPr>
          <p:spPr>
            <a:xfrm>
              <a:off x="9558315" y="3649341"/>
              <a:ext cx="313304" cy="311572"/>
            </a:xfrm>
            <a:custGeom>
              <a:rect b="b" l="l" r="r" t="t"/>
              <a:pathLst>
                <a:path extrusionOk="0" h="89" w="89">
                  <a:moveTo>
                    <a:pt x="45" y="89"/>
                  </a:moveTo>
                  <a:cubicBezTo>
                    <a:pt x="20" y="89"/>
                    <a:pt x="0" y="69"/>
                    <a:pt x="0" y="45"/>
                  </a:cubicBezTo>
                  <a:cubicBezTo>
                    <a:pt x="0" y="20"/>
                    <a:pt x="20" y="0"/>
                    <a:pt x="45" y="0"/>
                  </a:cubicBezTo>
                  <a:cubicBezTo>
                    <a:pt x="69" y="0"/>
                    <a:pt x="89" y="20"/>
                    <a:pt x="89" y="45"/>
                  </a:cubicBezTo>
                  <a:cubicBezTo>
                    <a:pt x="89" y="69"/>
                    <a:pt x="69" y="89"/>
                    <a:pt x="45" y="89"/>
                  </a:cubicBezTo>
                  <a:close/>
                  <a:moveTo>
                    <a:pt x="45" y="8"/>
                  </a:moveTo>
                  <a:cubicBezTo>
                    <a:pt x="24" y="8"/>
                    <a:pt x="8" y="24"/>
                    <a:pt x="8" y="45"/>
                  </a:cubicBezTo>
                  <a:cubicBezTo>
                    <a:pt x="8" y="65"/>
                    <a:pt x="24" y="81"/>
                    <a:pt x="45" y="81"/>
                  </a:cubicBezTo>
                  <a:cubicBezTo>
                    <a:pt x="65" y="81"/>
                    <a:pt x="81" y="65"/>
                    <a:pt x="81" y="45"/>
                  </a:cubicBezTo>
                  <a:cubicBezTo>
                    <a:pt x="81" y="24"/>
                    <a:pt x="65" y="8"/>
                    <a:pt x="45" y="8"/>
                  </a:cubicBezTo>
                  <a:close/>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grpSp>
      <p:sp>
        <p:nvSpPr>
          <p:cNvPr id="1369" name="Google Shape;1369;p32"/>
          <p:cNvSpPr/>
          <p:nvPr/>
        </p:nvSpPr>
        <p:spPr>
          <a:xfrm>
            <a:off x="9489076" y="2013585"/>
            <a:ext cx="238872" cy="211177"/>
          </a:xfrm>
          <a:custGeom>
            <a:rect b="b" l="l" r="r" t="t"/>
            <a:pathLst>
              <a:path extrusionOk="0" h="60" w="68">
                <a:moveTo>
                  <a:pt x="12" y="0"/>
                </a:moveTo>
                <a:cubicBezTo>
                  <a:pt x="11" y="0"/>
                  <a:pt x="11" y="0"/>
                  <a:pt x="11" y="0"/>
                </a:cubicBezTo>
                <a:cubicBezTo>
                  <a:pt x="8" y="0"/>
                  <a:pt x="4" y="1"/>
                  <a:pt x="0" y="2"/>
                </a:cubicBezTo>
                <a:cubicBezTo>
                  <a:pt x="0" y="2"/>
                  <a:pt x="0" y="2"/>
                  <a:pt x="0" y="2"/>
                </a:cubicBezTo>
                <a:cubicBezTo>
                  <a:pt x="4" y="1"/>
                  <a:pt x="8" y="0"/>
                  <a:pt x="12" y="0"/>
                </a:cubicBezTo>
                <a:moveTo>
                  <a:pt x="68" y="0"/>
                </a:moveTo>
                <a:cubicBezTo>
                  <a:pt x="68" y="0"/>
                  <a:pt x="68" y="0"/>
                  <a:pt x="68" y="0"/>
                </a:cubicBezTo>
                <a:cubicBezTo>
                  <a:pt x="68" y="20"/>
                  <a:pt x="68" y="40"/>
                  <a:pt x="68" y="60"/>
                </a:cubicBezTo>
                <a:cubicBezTo>
                  <a:pt x="61" y="58"/>
                  <a:pt x="53" y="57"/>
                  <a:pt x="45" y="57"/>
                </a:cubicBezTo>
                <a:cubicBezTo>
                  <a:pt x="44" y="57"/>
                  <a:pt x="43" y="57"/>
                  <a:pt x="42" y="57"/>
                </a:cubicBezTo>
                <a:cubicBezTo>
                  <a:pt x="43" y="57"/>
                  <a:pt x="44" y="57"/>
                  <a:pt x="45" y="57"/>
                </a:cubicBezTo>
                <a:cubicBezTo>
                  <a:pt x="53" y="57"/>
                  <a:pt x="61" y="58"/>
                  <a:pt x="68" y="60"/>
                </a:cubicBezTo>
                <a:cubicBezTo>
                  <a:pt x="68" y="0"/>
                  <a:pt x="68" y="0"/>
                  <a:pt x="68" y="0"/>
                </a:cubicBezTo>
              </a:path>
            </a:pathLst>
          </a:custGeom>
          <a:solidFill>
            <a:srgbClr val="CCCC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370" name="Google Shape;1370;p32"/>
          <p:cNvSpPr/>
          <p:nvPr/>
        </p:nvSpPr>
        <p:spPr>
          <a:xfrm>
            <a:off x="9527158" y="1999737"/>
            <a:ext cx="200791" cy="13848"/>
          </a:xfrm>
          <a:custGeom>
            <a:rect b="b" l="l" r="r" t="t"/>
            <a:pathLst>
              <a:path extrusionOk="0" h="4" w="57">
                <a:moveTo>
                  <a:pt x="34" y="0"/>
                </a:moveTo>
                <a:cubicBezTo>
                  <a:pt x="23" y="0"/>
                  <a:pt x="12" y="2"/>
                  <a:pt x="0" y="4"/>
                </a:cubicBezTo>
                <a:cubicBezTo>
                  <a:pt x="1" y="4"/>
                  <a:pt x="1" y="4"/>
                  <a:pt x="1" y="4"/>
                </a:cubicBezTo>
                <a:cubicBezTo>
                  <a:pt x="1" y="4"/>
                  <a:pt x="2" y="3"/>
                  <a:pt x="3" y="3"/>
                </a:cubicBezTo>
                <a:cubicBezTo>
                  <a:pt x="14" y="2"/>
                  <a:pt x="24" y="0"/>
                  <a:pt x="34" y="0"/>
                </a:cubicBezTo>
                <a:cubicBezTo>
                  <a:pt x="42" y="0"/>
                  <a:pt x="50" y="1"/>
                  <a:pt x="57" y="3"/>
                </a:cubicBezTo>
                <a:cubicBezTo>
                  <a:pt x="57" y="3"/>
                  <a:pt x="57" y="4"/>
                  <a:pt x="57" y="4"/>
                </a:cubicBezTo>
                <a:cubicBezTo>
                  <a:pt x="57" y="4"/>
                  <a:pt x="57" y="4"/>
                  <a:pt x="57" y="4"/>
                </a:cubicBezTo>
                <a:cubicBezTo>
                  <a:pt x="57" y="3"/>
                  <a:pt x="57" y="3"/>
                  <a:pt x="57" y="3"/>
                </a:cubicBezTo>
                <a:cubicBezTo>
                  <a:pt x="50" y="1"/>
                  <a:pt x="42" y="0"/>
                  <a:pt x="34" y="0"/>
                </a:cubicBezTo>
              </a:path>
            </a:pathLst>
          </a:custGeom>
          <a:solidFill>
            <a:srgbClr val="C8C8C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371" name="Google Shape;1371;p32"/>
          <p:cNvSpPr/>
          <p:nvPr/>
        </p:nvSpPr>
        <p:spPr>
          <a:xfrm>
            <a:off x="9636208" y="2214376"/>
            <a:ext cx="0" cy="0"/>
          </a:xfrm>
          <a:custGeom>
            <a:rect b="b" l="l" r="r" t="t"/>
            <a:pathLst>
              <a:path extrusionOk="0" h="120000" w="120000">
                <a:moveTo>
                  <a:pt x="0" y="0"/>
                </a:moveTo>
                <a:cubicBezTo>
                  <a:pt x="0" y="0"/>
                  <a:pt x="0" y="0"/>
                  <a:pt x="0" y="0"/>
                </a:cubicBezTo>
                <a:cubicBezTo>
                  <a:pt x="0" y="0"/>
                  <a:pt x="0" y="0"/>
                  <a:pt x="0" y="0"/>
                </a:cubicBezTo>
              </a:path>
            </a:pathLst>
          </a:custGeom>
          <a:solidFill>
            <a:srgbClr val="CCCC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grpSp>
        <p:nvGrpSpPr>
          <p:cNvPr id="1372" name="Google Shape;1372;p32"/>
          <p:cNvGrpSpPr/>
          <p:nvPr/>
        </p:nvGrpSpPr>
        <p:grpSpPr>
          <a:xfrm>
            <a:off x="9352331" y="1918383"/>
            <a:ext cx="596164" cy="695845"/>
            <a:chOff x="9352331" y="1918383"/>
            <a:chExt cx="596164" cy="695845"/>
          </a:xfrm>
        </p:grpSpPr>
        <p:sp>
          <p:nvSpPr>
            <p:cNvPr id="1373" name="Google Shape;1373;p32"/>
            <p:cNvSpPr/>
            <p:nvPr/>
          </p:nvSpPr>
          <p:spPr>
            <a:xfrm>
              <a:off x="9902776" y="1949540"/>
              <a:ext cx="45719" cy="664688"/>
            </a:xfrm>
            <a:custGeom>
              <a:rect b="b" l="l" r="r" t="t"/>
              <a:pathLst>
                <a:path extrusionOk="0" h="187" w="8">
                  <a:moveTo>
                    <a:pt x="4" y="187"/>
                  </a:moveTo>
                  <a:cubicBezTo>
                    <a:pt x="2" y="187"/>
                    <a:pt x="0" y="186"/>
                    <a:pt x="0" y="183"/>
                  </a:cubicBezTo>
                  <a:cubicBezTo>
                    <a:pt x="0" y="4"/>
                    <a:pt x="0" y="4"/>
                    <a:pt x="0" y="4"/>
                  </a:cubicBezTo>
                  <a:cubicBezTo>
                    <a:pt x="0" y="1"/>
                    <a:pt x="2" y="0"/>
                    <a:pt x="4" y="0"/>
                  </a:cubicBezTo>
                  <a:cubicBezTo>
                    <a:pt x="6" y="0"/>
                    <a:pt x="8" y="1"/>
                    <a:pt x="8" y="4"/>
                  </a:cubicBezTo>
                  <a:cubicBezTo>
                    <a:pt x="8" y="183"/>
                    <a:pt x="8" y="183"/>
                    <a:pt x="8" y="183"/>
                  </a:cubicBezTo>
                  <a:cubicBezTo>
                    <a:pt x="8" y="186"/>
                    <a:pt x="6" y="187"/>
                    <a:pt x="4" y="187"/>
                  </a:cubicBez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374" name="Google Shape;1374;p32"/>
            <p:cNvSpPr/>
            <p:nvPr/>
          </p:nvSpPr>
          <p:spPr>
            <a:xfrm>
              <a:off x="9352331" y="1989351"/>
              <a:ext cx="375618" cy="259644"/>
            </a:xfrm>
            <a:custGeom>
              <a:rect b="b" l="l" r="r" t="t"/>
              <a:pathLst>
                <a:path extrusionOk="0" h="74" w="107">
                  <a:moveTo>
                    <a:pt x="0" y="67"/>
                  </a:moveTo>
                  <a:cubicBezTo>
                    <a:pt x="17" y="74"/>
                    <a:pt x="35" y="71"/>
                    <a:pt x="53" y="67"/>
                  </a:cubicBezTo>
                  <a:cubicBezTo>
                    <a:pt x="71" y="64"/>
                    <a:pt x="89" y="61"/>
                    <a:pt x="107" y="67"/>
                  </a:cubicBezTo>
                  <a:cubicBezTo>
                    <a:pt x="107" y="47"/>
                    <a:pt x="107" y="27"/>
                    <a:pt x="107" y="6"/>
                  </a:cubicBezTo>
                  <a:cubicBezTo>
                    <a:pt x="89" y="0"/>
                    <a:pt x="71" y="3"/>
                    <a:pt x="53" y="6"/>
                  </a:cubicBezTo>
                  <a:cubicBezTo>
                    <a:pt x="35" y="9"/>
                    <a:pt x="17" y="12"/>
                    <a:pt x="0" y="6"/>
                  </a:cubicBezTo>
                  <a:cubicBezTo>
                    <a:pt x="0" y="27"/>
                    <a:pt x="0" y="47"/>
                    <a:pt x="0" y="67"/>
                  </a:cubicBezTo>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375" name="Google Shape;1375;p32"/>
            <p:cNvSpPr/>
            <p:nvPr/>
          </p:nvSpPr>
          <p:spPr>
            <a:xfrm>
              <a:off x="9489076" y="1999737"/>
              <a:ext cx="238872" cy="235410"/>
            </a:xfrm>
            <a:custGeom>
              <a:rect b="b" l="l" r="r" t="t"/>
              <a:pathLst>
                <a:path extrusionOk="0" h="67" w="68">
                  <a:moveTo>
                    <a:pt x="45" y="0"/>
                  </a:moveTo>
                  <a:cubicBezTo>
                    <a:pt x="35" y="0"/>
                    <a:pt x="25" y="2"/>
                    <a:pt x="14" y="3"/>
                  </a:cubicBezTo>
                  <a:cubicBezTo>
                    <a:pt x="13" y="3"/>
                    <a:pt x="12" y="4"/>
                    <a:pt x="12" y="4"/>
                  </a:cubicBezTo>
                  <a:cubicBezTo>
                    <a:pt x="8" y="4"/>
                    <a:pt x="4" y="5"/>
                    <a:pt x="0" y="6"/>
                  </a:cubicBezTo>
                  <a:cubicBezTo>
                    <a:pt x="0" y="67"/>
                    <a:pt x="0" y="67"/>
                    <a:pt x="0" y="67"/>
                  </a:cubicBezTo>
                  <a:cubicBezTo>
                    <a:pt x="14" y="65"/>
                    <a:pt x="28" y="62"/>
                    <a:pt x="42" y="61"/>
                  </a:cubicBezTo>
                  <a:cubicBezTo>
                    <a:pt x="42" y="61"/>
                    <a:pt x="42" y="61"/>
                    <a:pt x="42" y="61"/>
                  </a:cubicBezTo>
                  <a:cubicBezTo>
                    <a:pt x="42" y="61"/>
                    <a:pt x="42" y="61"/>
                    <a:pt x="42" y="61"/>
                  </a:cubicBezTo>
                  <a:cubicBezTo>
                    <a:pt x="43" y="61"/>
                    <a:pt x="44" y="61"/>
                    <a:pt x="45" y="61"/>
                  </a:cubicBezTo>
                  <a:cubicBezTo>
                    <a:pt x="53" y="61"/>
                    <a:pt x="61" y="62"/>
                    <a:pt x="68" y="64"/>
                  </a:cubicBezTo>
                  <a:cubicBezTo>
                    <a:pt x="68" y="44"/>
                    <a:pt x="68" y="24"/>
                    <a:pt x="68" y="4"/>
                  </a:cubicBezTo>
                  <a:cubicBezTo>
                    <a:pt x="68" y="4"/>
                    <a:pt x="68" y="3"/>
                    <a:pt x="68" y="3"/>
                  </a:cubicBezTo>
                  <a:cubicBezTo>
                    <a:pt x="61" y="1"/>
                    <a:pt x="53" y="0"/>
                    <a:pt x="45" y="0"/>
                  </a:cubicBezTo>
                </a:path>
              </a:pathLst>
            </a:custGeom>
            <a:solidFill>
              <a:srgbClr val="3362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376" name="Google Shape;1376;p32"/>
            <p:cNvSpPr/>
            <p:nvPr/>
          </p:nvSpPr>
          <p:spPr>
            <a:xfrm>
              <a:off x="9537543" y="1918383"/>
              <a:ext cx="379080" cy="302918"/>
            </a:xfrm>
            <a:custGeom>
              <a:rect b="b" l="l" r="r" t="t"/>
              <a:pathLst>
                <a:path extrusionOk="0" h="86" w="108">
                  <a:moveTo>
                    <a:pt x="0" y="74"/>
                  </a:moveTo>
                  <a:cubicBezTo>
                    <a:pt x="36" y="86"/>
                    <a:pt x="72" y="62"/>
                    <a:pt x="108" y="74"/>
                  </a:cubicBezTo>
                  <a:cubicBezTo>
                    <a:pt x="108" y="53"/>
                    <a:pt x="108" y="33"/>
                    <a:pt x="108" y="13"/>
                  </a:cubicBezTo>
                  <a:cubicBezTo>
                    <a:pt x="72" y="0"/>
                    <a:pt x="36" y="25"/>
                    <a:pt x="0" y="13"/>
                  </a:cubicBezTo>
                  <a:cubicBezTo>
                    <a:pt x="0" y="33"/>
                    <a:pt x="0" y="53"/>
                    <a:pt x="0" y="74"/>
                  </a:cubicBez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grpSp>
      <p:sp>
        <p:nvSpPr>
          <p:cNvPr id="1377" name="Google Shape;1377;p32"/>
          <p:cNvSpPr/>
          <p:nvPr/>
        </p:nvSpPr>
        <p:spPr>
          <a:xfrm>
            <a:off x="7415389" y="3502209"/>
            <a:ext cx="122899" cy="96934"/>
          </a:xfrm>
          <a:custGeom>
            <a:rect b="b" l="l" r="r" t="t"/>
            <a:pathLst>
              <a:path extrusionOk="0" h="28" w="35">
                <a:moveTo>
                  <a:pt x="23" y="4"/>
                </a:moveTo>
                <a:cubicBezTo>
                  <a:pt x="35" y="24"/>
                  <a:pt x="35" y="24"/>
                  <a:pt x="35" y="24"/>
                </a:cubicBezTo>
                <a:cubicBezTo>
                  <a:pt x="0" y="28"/>
                  <a:pt x="0" y="28"/>
                  <a:pt x="0" y="28"/>
                </a:cubicBezTo>
                <a:cubicBezTo>
                  <a:pt x="0" y="28"/>
                  <a:pt x="0" y="20"/>
                  <a:pt x="3" y="9"/>
                </a:cubicBezTo>
                <a:cubicBezTo>
                  <a:pt x="4" y="4"/>
                  <a:pt x="9" y="0"/>
                  <a:pt x="14" y="2"/>
                </a:cubicBezTo>
                <a:lnTo>
                  <a:pt x="23" y="4"/>
                </a:lnTo>
                <a:close/>
              </a:path>
            </a:pathLst>
          </a:custGeom>
          <a:solidFill>
            <a:srgbClr val="7F3E3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378" name="Google Shape;1378;p32"/>
          <p:cNvSpPr/>
          <p:nvPr/>
        </p:nvSpPr>
        <p:spPr>
          <a:xfrm>
            <a:off x="7415389" y="3585295"/>
            <a:ext cx="122899" cy="112513"/>
          </a:xfrm>
          <a:custGeom>
            <a:rect b="b" l="l" r="r" t="t"/>
            <a:pathLst>
              <a:path extrusionOk="0" h="65" w="71">
                <a:moveTo>
                  <a:pt x="65" y="65"/>
                </a:moveTo>
                <a:lnTo>
                  <a:pt x="10" y="47"/>
                </a:lnTo>
                <a:lnTo>
                  <a:pt x="0" y="8"/>
                </a:lnTo>
                <a:lnTo>
                  <a:pt x="71" y="0"/>
                </a:lnTo>
                <a:lnTo>
                  <a:pt x="65" y="65"/>
                </a:lnTo>
                <a:close/>
              </a:path>
            </a:pathLst>
          </a:custGeom>
          <a:solidFill>
            <a:srgbClr val="7F3E3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379" name="Google Shape;1379;p32"/>
          <p:cNvSpPr/>
          <p:nvPr/>
        </p:nvSpPr>
        <p:spPr>
          <a:xfrm>
            <a:off x="7861976" y="2276690"/>
            <a:ext cx="533135" cy="600643"/>
          </a:xfrm>
          <a:custGeom>
            <a:rect b="b" l="l" r="r" t="t"/>
            <a:pathLst>
              <a:path extrusionOk="0" h="171" w="152">
                <a:moveTo>
                  <a:pt x="0" y="129"/>
                </a:moveTo>
                <a:cubicBezTo>
                  <a:pt x="4" y="127"/>
                  <a:pt x="9" y="125"/>
                  <a:pt x="14" y="124"/>
                </a:cubicBezTo>
                <a:cubicBezTo>
                  <a:pt x="19" y="122"/>
                  <a:pt x="24" y="120"/>
                  <a:pt x="29" y="119"/>
                </a:cubicBezTo>
                <a:cubicBezTo>
                  <a:pt x="38" y="115"/>
                  <a:pt x="47" y="111"/>
                  <a:pt x="56" y="107"/>
                </a:cubicBezTo>
                <a:cubicBezTo>
                  <a:pt x="74" y="98"/>
                  <a:pt x="92" y="88"/>
                  <a:pt x="104" y="76"/>
                </a:cubicBezTo>
                <a:cubicBezTo>
                  <a:pt x="108" y="73"/>
                  <a:pt x="110" y="70"/>
                  <a:pt x="112" y="67"/>
                </a:cubicBezTo>
                <a:cubicBezTo>
                  <a:pt x="113" y="66"/>
                  <a:pt x="113" y="66"/>
                  <a:pt x="113" y="66"/>
                </a:cubicBezTo>
                <a:cubicBezTo>
                  <a:pt x="113" y="66"/>
                  <a:pt x="114" y="64"/>
                  <a:pt x="113" y="67"/>
                </a:cubicBezTo>
                <a:cubicBezTo>
                  <a:pt x="112" y="70"/>
                  <a:pt x="112" y="72"/>
                  <a:pt x="112" y="74"/>
                </a:cubicBezTo>
                <a:cubicBezTo>
                  <a:pt x="112" y="74"/>
                  <a:pt x="112" y="75"/>
                  <a:pt x="112" y="75"/>
                </a:cubicBezTo>
                <a:cubicBezTo>
                  <a:pt x="112" y="76"/>
                  <a:pt x="112" y="76"/>
                  <a:pt x="112" y="76"/>
                </a:cubicBezTo>
                <a:cubicBezTo>
                  <a:pt x="112" y="77"/>
                  <a:pt x="112" y="77"/>
                  <a:pt x="112" y="77"/>
                </a:cubicBezTo>
                <a:cubicBezTo>
                  <a:pt x="113" y="77"/>
                  <a:pt x="113" y="77"/>
                  <a:pt x="113" y="77"/>
                </a:cubicBezTo>
                <a:cubicBezTo>
                  <a:pt x="113" y="78"/>
                  <a:pt x="113" y="78"/>
                  <a:pt x="113" y="78"/>
                </a:cubicBezTo>
                <a:cubicBezTo>
                  <a:pt x="113" y="78"/>
                  <a:pt x="113" y="77"/>
                  <a:pt x="112" y="77"/>
                </a:cubicBezTo>
                <a:cubicBezTo>
                  <a:pt x="110" y="74"/>
                  <a:pt x="107" y="71"/>
                  <a:pt x="103" y="68"/>
                </a:cubicBezTo>
                <a:cubicBezTo>
                  <a:pt x="100" y="64"/>
                  <a:pt x="96" y="61"/>
                  <a:pt x="92" y="58"/>
                </a:cubicBezTo>
                <a:cubicBezTo>
                  <a:pt x="76" y="45"/>
                  <a:pt x="58" y="32"/>
                  <a:pt x="41" y="20"/>
                </a:cubicBezTo>
                <a:cubicBezTo>
                  <a:pt x="52" y="0"/>
                  <a:pt x="52" y="0"/>
                  <a:pt x="52" y="0"/>
                </a:cubicBezTo>
                <a:cubicBezTo>
                  <a:pt x="72" y="8"/>
                  <a:pt x="92" y="18"/>
                  <a:pt x="112" y="29"/>
                </a:cubicBezTo>
                <a:cubicBezTo>
                  <a:pt x="116" y="32"/>
                  <a:pt x="121" y="35"/>
                  <a:pt x="126" y="38"/>
                </a:cubicBezTo>
                <a:cubicBezTo>
                  <a:pt x="131" y="42"/>
                  <a:pt x="136" y="45"/>
                  <a:pt x="141" y="51"/>
                </a:cubicBezTo>
                <a:cubicBezTo>
                  <a:pt x="144" y="54"/>
                  <a:pt x="147" y="56"/>
                  <a:pt x="150" y="63"/>
                </a:cubicBezTo>
                <a:cubicBezTo>
                  <a:pt x="150" y="65"/>
                  <a:pt x="150" y="65"/>
                  <a:pt x="150" y="65"/>
                </a:cubicBezTo>
                <a:cubicBezTo>
                  <a:pt x="151" y="67"/>
                  <a:pt x="151" y="67"/>
                  <a:pt x="151" y="67"/>
                </a:cubicBezTo>
                <a:cubicBezTo>
                  <a:pt x="151" y="67"/>
                  <a:pt x="151" y="68"/>
                  <a:pt x="151" y="68"/>
                </a:cubicBezTo>
                <a:cubicBezTo>
                  <a:pt x="152" y="69"/>
                  <a:pt x="152" y="70"/>
                  <a:pt x="152" y="71"/>
                </a:cubicBezTo>
                <a:cubicBezTo>
                  <a:pt x="152" y="73"/>
                  <a:pt x="152" y="77"/>
                  <a:pt x="150" y="81"/>
                </a:cubicBezTo>
                <a:cubicBezTo>
                  <a:pt x="148" y="86"/>
                  <a:pt x="148" y="85"/>
                  <a:pt x="148" y="86"/>
                </a:cubicBezTo>
                <a:cubicBezTo>
                  <a:pt x="147" y="89"/>
                  <a:pt x="147" y="89"/>
                  <a:pt x="147" y="89"/>
                </a:cubicBezTo>
                <a:cubicBezTo>
                  <a:pt x="143" y="95"/>
                  <a:pt x="139" y="100"/>
                  <a:pt x="134" y="105"/>
                </a:cubicBezTo>
                <a:cubicBezTo>
                  <a:pt x="117" y="124"/>
                  <a:pt x="96" y="136"/>
                  <a:pt x="76" y="146"/>
                </a:cubicBezTo>
                <a:cubicBezTo>
                  <a:pt x="66" y="152"/>
                  <a:pt x="55" y="156"/>
                  <a:pt x="45" y="160"/>
                </a:cubicBezTo>
                <a:cubicBezTo>
                  <a:pt x="40" y="162"/>
                  <a:pt x="34" y="164"/>
                  <a:pt x="29" y="166"/>
                </a:cubicBezTo>
                <a:cubicBezTo>
                  <a:pt x="23" y="168"/>
                  <a:pt x="18" y="170"/>
                  <a:pt x="12" y="171"/>
                </a:cubicBezTo>
                <a:cubicBezTo>
                  <a:pt x="0" y="129"/>
                  <a:pt x="0" y="129"/>
                  <a:pt x="0" y="129"/>
                </a:cubicBezTo>
              </a:path>
            </a:pathLst>
          </a:custGeom>
          <a:solidFill>
            <a:srgbClr val="7F3E3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380" name="Google Shape;1380;p32"/>
          <p:cNvSpPr/>
          <p:nvPr/>
        </p:nvSpPr>
        <p:spPr>
          <a:xfrm>
            <a:off x="7842936" y="2248995"/>
            <a:ext cx="135015" cy="76162"/>
          </a:xfrm>
          <a:custGeom>
            <a:rect b="b" l="l" r="r" t="t"/>
            <a:pathLst>
              <a:path extrusionOk="0" h="44" w="78">
                <a:moveTo>
                  <a:pt x="43" y="2"/>
                </a:moveTo>
                <a:lnTo>
                  <a:pt x="0" y="30"/>
                </a:lnTo>
                <a:lnTo>
                  <a:pt x="63" y="44"/>
                </a:lnTo>
                <a:lnTo>
                  <a:pt x="78" y="0"/>
                </a:lnTo>
                <a:lnTo>
                  <a:pt x="43" y="2"/>
                </a:lnTo>
                <a:close/>
              </a:path>
            </a:pathLst>
          </a:custGeom>
          <a:solidFill>
            <a:srgbClr val="7F3E3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381" name="Google Shape;1381;p32"/>
          <p:cNvSpPr/>
          <p:nvPr/>
        </p:nvSpPr>
        <p:spPr>
          <a:xfrm>
            <a:off x="7951986" y="2248995"/>
            <a:ext cx="115975" cy="154056"/>
          </a:xfrm>
          <a:custGeom>
            <a:rect b="b" l="l" r="r" t="t"/>
            <a:pathLst>
              <a:path extrusionOk="0" h="44" w="33">
                <a:moveTo>
                  <a:pt x="33" y="12"/>
                </a:moveTo>
                <a:cubicBezTo>
                  <a:pt x="7" y="0"/>
                  <a:pt x="7" y="0"/>
                  <a:pt x="7" y="0"/>
                </a:cubicBezTo>
                <a:cubicBezTo>
                  <a:pt x="0" y="22"/>
                  <a:pt x="0" y="22"/>
                  <a:pt x="0" y="22"/>
                </a:cubicBezTo>
                <a:cubicBezTo>
                  <a:pt x="0" y="22"/>
                  <a:pt x="20" y="44"/>
                  <a:pt x="33" y="29"/>
                </a:cubicBezTo>
                <a:lnTo>
                  <a:pt x="33" y="12"/>
                </a:lnTo>
                <a:close/>
              </a:path>
            </a:pathLst>
          </a:custGeom>
          <a:solidFill>
            <a:srgbClr val="7F3E3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382" name="Google Shape;1382;p32"/>
          <p:cNvSpPr/>
          <p:nvPr/>
        </p:nvSpPr>
        <p:spPr>
          <a:xfrm>
            <a:off x="7166131" y="2782130"/>
            <a:ext cx="358309" cy="810088"/>
          </a:xfrm>
          <a:custGeom>
            <a:rect b="b" l="l" r="r" t="t"/>
            <a:pathLst>
              <a:path extrusionOk="0" h="231" w="102">
                <a:moveTo>
                  <a:pt x="102" y="23"/>
                </a:moveTo>
                <a:cubicBezTo>
                  <a:pt x="92" y="41"/>
                  <a:pt x="82" y="59"/>
                  <a:pt x="73" y="77"/>
                </a:cubicBezTo>
                <a:cubicBezTo>
                  <a:pt x="63" y="96"/>
                  <a:pt x="54" y="114"/>
                  <a:pt x="46" y="132"/>
                </a:cubicBezTo>
                <a:cubicBezTo>
                  <a:pt x="44" y="137"/>
                  <a:pt x="42" y="141"/>
                  <a:pt x="41" y="146"/>
                </a:cubicBezTo>
                <a:cubicBezTo>
                  <a:pt x="40" y="147"/>
                  <a:pt x="40" y="147"/>
                  <a:pt x="40" y="147"/>
                </a:cubicBezTo>
                <a:cubicBezTo>
                  <a:pt x="40" y="147"/>
                  <a:pt x="40" y="147"/>
                  <a:pt x="40" y="147"/>
                </a:cubicBezTo>
                <a:cubicBezTo>
                  <a:pt x="40" y="147"/>
                  <a:pt x="40" y="147"/>
                  <a:pt x="40" y="147"/>
                </a:cubicBezTo>
                <a:cubicBezTo>
                  <a:pt x="40" y="147"/>
                  <a:pt x="40" y="147"/>
                  <a:pt x="40" y="149"/>
                </a:cubicBezTo>
                <a:cubicBezTo>
                  <a:pt x="40" y="151"/>
                  <a:pt x="42" y="155"/>
                  <a:pt x="44" y="158"/>
                </a:cubicBezTo>
                <a:cubicBezTo>
                  <a:pt x="46" y="162"/>
                  <a:pt x="49" y="166"/>
                  <a:pt x="52" y="169"/>
                </a:cubicBezTo>
                <a:cubicBezTo>
                  <a:pt x="64" y="184"/>
                  <a:pt x="79" y="199"/>
                  <a:pt x="94" y="213"/>
                </a:cubicBezTo>
                <a:cubicBezTo>
                  <a:pt x="81" y="231"/>
                  <a:pt x="81" y="231"/>
                  <a:pt x="81" y="231"/>
                </a:cubicBezTo>
                <a:cubicBezTo>
                  <a:pt x="62" y="220"/>
                  <a:pt x="43" y="209"/>
                  <a:pt x="26" y="193"/>
                </a:cubicBezTo>
                <a:cubicBezTo>
                  <a:pt x="22" y="189"/>
                  <a:pt x="18" y="185"/>
                  <a:pt x="14" y="180"/>
                </a:cubicBezTo>
                <a:cubicBezTo>
                  <a:pt x="10" y="175"/>
                  <a:pt x="6" y="169"/>
                  <a:pt x="3" y="161"/>
                </a:cubicBezTo>
                <a:cubicBezTo>
                  <a:pt x="2" y="158"/>
                  <a:pt x="1" y="153"/>
                  <a:pt x="0" y="148"/>
                </a:cubicBezTo>
                <a:cubicBezTo>
                  <a:pt x="0" y="146"/>
                  <a:pt x="0" y="143"/>
                  <a:pt x="1" y="140"/>
                </a:cubicBezTo>
                <a:cubicBezTo>
                  <a:pt x="1" y="139"/>
                  <a:pt x="1" y="137"/>
                  <a:pt x="2" y="136"/>
                </a:cubicBezTo>
                <a:cubicBezTo>
                  <a:pt x="2" y="133"/>
                  <a:pt x="2" y="133"/>
                  <a:pt x="2" y="133"/>
                </a:cubicBezTo>
                <a:cubicBezTo>
                  <a:pt x="4" y="128"/>
                  <a:pt x="6" y="123"/>
                  <a:pt x="7" y="117"/>
                </a:cubicBezTo>
                <a:cubicBezTo>
                  <a:pt x="15" y="96"/>
                  <a:pt x="24" y="77"/>
                  <a:pt x="33" y="57"/>
                </a:cubicBezTo>
                <a:cubicBezTo>
                  <a:pt x="42" y="38"/>
                  <a:pt x="52" y="19"/>
                  <a:pt x="63" y="0"/>
                </a:cubicBezTo>
                <a:cubicBezTo>
                  <a:pt x="102" y="23"/>
                  <a:pt x="102" y="23"/>
                  <a:pt x="102" y="23"/>
                </a:cubicBezTo>
              </a:path>
            </a:pathLst>
          </a:custGeom>
          <a:solidFill>
            <a:srgbClr val="7F3E3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383" name="Google Shape;1383;p32"/>
          <p:cNvSpPr/>
          <p:nvPr/>
        </p:nvSpPr>
        <p:spPr>
          <a:xfrm>
            <a:off x="7605794" y="2413437"/>
            <a:ext cx="318496" cy="344461"/>
          </a:xfrm>
          <a:custGeom>
            <a:rect b="b" l="l" r="r" t="t"/>
            <a:pathLst>
              <a:path extrusionOk="0" h="98" w="91">
                <a:moveTo>
                  <a:pt x="5" y="0"/>
                </a:moveTo>
                <a:cubicBezTo>
                  <a:pt x="2" y="27"/>
                  <a:pt x="6" y="53"/>
                  <a:pt x="0" y="76"/>
                </a:cubicBezTo>
                <a:cubicBezTo>
                  <a:pt x="0" y="76"/>
                  <a:pt x="7" y="98"/>
                  <a:pt x="47" y="98"/>
                </a:cubicBezTo>
                <a:cubicBezTo>
                  <a:pt x="91" y="98"/>
                  <a:pt x="67" y="76"/>
                  <a:pt x="67" y="76"/>
                </a:cubicBezTo>
                <a:cubicBezTo>
                  <a:pt x="43" y="71"/>
                  <a:pt x="43" y="53"/>
                  <a:pt x="46" y="36"/>
                </a:cubicBezTo>
                <a:cubicBezTo>
                  <a:pt x="5" y="0"/>
                  <a:pt x="5" y="0"/>
                  <a:pt x="5" y="0"/>
                </a:cubicBezTo>
              </a:path>
            </a:pathLst>
          </a:custGeom>
          <a:solidFill>
            <a:srgbClr val="7F3E3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384" name="Google Shape;1384;p32"/>
          <p:cNvSpPr/>
          <p:nvPr/>
        </p:nvSpPr>
        <p:spPr>
          <a:xfrm>
            <a:off x="7559059" y="2628075"/>
            <a:ext cx="313304" cy="83086"/>
          </a:xfrm>
          <a:custGeom>
            <a:rect b="b" l="l" r="r" t="t"/>
            <a:pathLst>
              <a:path extrusionOk="0" h="24" w="89">
                <a:moveTo>
                  <a:pt x="8" y="23"/>
                </a:moveTo>
                <a:cubicBezTo>
                  <a:pt x="4" y="16"/>
                  <a:pt x="0" y="8"/>
                  <a:pt x="8" y="6"/>
                </a:cubicBezTo>
                <a:cubicBezTo>
                  <a:pt x="15" y="3"/>
                  <a:pt x="58" y="0"/>
                  <a:pt x="74" y="5"/>
                </a:cubicBezTo>
                <a:cubicBezTo>
                  <a:pt x="89" y="10"/>
                  <a:pt x="85" y="24"/>
                  <a:pt x="85" y="24"/>
                </a:cubicBezTo>
                <a:cubicBezTo>
                  <a:pt x="8" y="23"/>
                  <a:pt x="8" y="23"/>
                  <a:pt x="8" y="23"/>
                </a:cubicBezTo>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385" name="Google Shape;1385;p32"/>
          <p:cNvSpPr/>
          <p:nvPr/>
        </p:nvSpPr>
        <p:spPr>
          <a:xfrm>
            <a:off x="7257872" y="6126341"/>
            <a:ext cx="60584" cy="36351"/>
          </a:xfrm>
          <a:custGeom>
            <a:rect b="b" l="l" r="r" t="t"/>
            <a:pathLst>
              <a:path extrusionOk="0" h="10" w="17">
                <a:moveTo>
                  <a:pt x="8" y="9"/>
                </a:moveTo>
                <a:cubicBezTo>
                  <a:pt x="5" y="9"/>
                  <a:pt x="2" y="7"/>
                  <a:pt x="0" y="6"/>
                </a:cubicBezTo>
                <a:cubicBezTo>
                  <a:pt x="0" y="6"/>
                  <a:pt x="0" y="6"/>
                  <a:pt x="0" y="6"/>
                </a:cubicBezTo>
                <a:cubicBezTo>
                  <a:pt x="0" y="5"/>
                  <a:pt x="0" y="5"/>
                  <a:pt x="0" y="5"/>
                </a:cubicBezTo>
                <a:cubicBezTo>
                  <a:pt x="1" y="5"/>
                  <a:pt x="13" y="0"/>
                  <a:pt x="16" y="3"/>
                </a:cubicBezTo>
                <a:cubicBezTo>
                  <a:pt x="16" y="3"/>
                  <a:pt x="17" y="4"/>
                  <a:pt x="17" y="5"/>
                </a:cubicBezTo>
                <a:cubicBezTo>
                  <a:pt x="17" y="7"/>
                  <a:pt x="16" y="8"/>
                  <a:pt x="14" y="9"/>
                </a:cubicBezTo>
                <a:cubicBezTo>
                  <a:pt x="13" y="10"/>
                  <a:pt x="10" y="10"/>
                  <a:pt x="8" y="9"/>
                </a:cubicBezTo>
                <a:close/>
                <a:moveTo>
                  <a:pt x="2" y="6"/>
                </a:moveTo>
                <a:cubicBezTo>
                  <a:pt x="8" y="8"/>
                  <a:pt x="12" y="9"/>
                  <a:pt x="14" y="8"/>
                </a:cubicBezTo>
                <a:cubicBezTo>
                  <a:pt x="15" y="7"/>
                  <a:pt x="15" y="6"/>
                  <a:pt x="15" y="5"/>
                </a:cubicBezTo>
                <a:cubicBezTo>
                  <a:pt x="15" y="5"/>
                  <a:pt x="15" y="4"/>
                  <a:pt x="15" y="4"/>
                </a:cubicBezTo>
                <a:cubicBezTo>
                  <a:pt x="13" y="3"/>
                  <a:pt x="7" y="4"/>
                  <a:pt x="2" y="6"/>
                </a:cubicBez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386" name="Google Shape;1386;p32"/>
          <p:cNvSpPr/>
          <p:nvPr/>
        </p:nvSpPr>
        <p:spPr>
          <a:xfrm>
            <a:off x="7257872" y="6102108"/>
            <a:ext cx="41543" cy="45005"/>
          </a:xfrm>
          <a:custGeom>
            <a:rect b="b" l="l" r="r" t="t"/>
            <a:pathLst>
              <a:path extrusionOk="0" h="13" w="12">
                <a:moveTo>
                  <a:pt x="0" y="13"/>
                </a:moveTo>
                <a:cubicBezTo>
                  <a:pt x="0" y="13"/>
                  <a:pt x="0" y="13"/>
                  <a:pt x="0" y="13"/>
                </a:cubicBezTo>
                <a:cubicBezTo>
                  <a:pt x="0" y="13"/>
                  <a:pt x="0" y="13"/>
                  <a:pt x="0" y="13"/>
                </a:cubicBezTo>
                <a:cubicBezTo>
                  <a:pt x="0" y="12"/>
                  <a:pt x="2" y="3"/>
                  <a:pt x="7" y="1"/>
                </a:cubicBezTo>
                <a:cubicBezTo>
                  <a:pt x="8" y="0"/>
                  <a:pt x="9" y="0"/>
                  <a:pt x="10" y="1"/>
                </a:cubicBezTo>
                <a:cubicBezTo>
                  <a:pt x="12" y="1"/>
                  <a:pt x="12" y="3"/>
                  <a:pt x="12" y="3"/>
                </a:cubicBezTo>
                <a:cubicBezTo>
                  <a:pt x="12" y="7"/>
                  <a:pt x="4" y="12"/>
                  <a:pt x="1" y="13"/>
                </a:cubicBezTo>
                <a:lnTo>
                  <a:pt x="0" y="13"/>
                </a:lnTo>
                <a:close/>
                <a:moveTo>
                  <a:pt x="9" y="2"/>
                </a:moveTo>
                <a:cubicBezTo>
                  <a:pt x="9" y="2"/>
                  <a:pt x="8" y="2"/>
                  <a:pt x="7" y="2"/>
                </a:cubicBezTo>
                <a:cubicBezTo>
                  <a:pt x="5" y="4"/>
                  <a:pt x="3" y="9"/>
                  <a:pt x="2" y="11"/>
                </a:cubicBezTo>
                <a:cubicBezTo>
                  <a:pt x="5" y="10"/>
                  <a:pt x="10" y="5"/>
                  <a:pt x="11" y="3"/>
                </a:cubicBezTo>
                <a:cubicBezTo>
                  <a:pt x="11" y="3"/>
                  <a:pt x="11" y="3"/>
                  <a:pt x="10" y="2"/>
                </a:cubicBezTo>
                <a:lnTo>
                  <a:pt x="9" y="2"/>
                </a:ln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387" name="Google Shape;1387;p32"/>
          <p:cNvSpPr/>
          <p:nvPr/>
        </p:nvSpPr>
        <p:spPr>
          <a:xfrm>
            <a:off x="7977951" y="6200773"/>
            <a:ext cx="58853" cy="31157"/>
          </a:xfrm>
          <a:custGeom>
            <a:rect b="b" l="l" r="r" t="t"/>
            <a:pathLst>
              <a:path extrusionOk="0" h="9" w="17">
                <a:moveTo>
                  <a:pt x="9" y="9"/>
                </a:moveTo>
                <a:cubicBezTo>
                  <a:pt x="6" y="9"/>
                  <a:pt x="3" y="9"/>
                  <a:pt x="1" y="8"/>
                </a:cubicBezTo>
                <a:cubicBezTo>
                  <a:pt x="0" y="7"/>
                  <a:pt x="0" y="7"/>
                  <a:pt x="0" y="7"/>
                </a:cubicBezTo>
                <a:cubicBezTo>
                  <a:pt x="1" y="7"/>
                  <a:pt x="1" y="7"/>
                  <a:pt x="1" y="7"/>
                </a:cubicBezTo>
                <a:cubicBezTo>
                  <a:pt x="2" y="6"/>
                  <a:pt x="12" y="0"/>
                  <a:pt x="16" y="1"/>
                </a:cubicBezTo>
                <a:cubicBezTo>
                  <a:pt x="16" y="2"/>
                  <a:pt x="17" y="2"/>
                  <a:pt x="17" y="4"/>
                </a:cubicBezTo>
                <a:cubicBezTo>
                  <a:pt x="17" y="5"/>
                  <a:pt x="17" y="7"/>
                  <a:pt x="15" y="8"/>
                </a:cubicBezTo>
                <a:cubicBezTo>
                  <a:pt x="14" y="9"/>
                  <a:pt x="12" y="9"/>
                  <a:pt x="9" y="9"/>
                </a:cubicBezTo>
                <a:close/>
                <a:moveTo>
                  <a:pt x="3" y="7"/>
                </a:moveTo>
                <a:cubicBezTo>
                  <a:pt x="8" y="8"/>
                  <a:pt x="13" y="8"/>
                  <a:pt x="14" y="6"/>
                </a:cubicBezTo>
                <a:cubicBezTo>
                  <a:pt x="15" y="6"/>
                  <a:pt x="15" y="5"/>
                  <a:pt x="15" y="4"/>
                </a:cubicBezTo>
                <a:cubicBezTo>
                  <a:pt x="15" y="3"/>
                  <a:pt x="15" y="3"/>
                  <a:pt x="15" y="3"/>
                </a:cubicBezTo>
                <a:cubicBezTo>
                  <a:pt x="13" y="2"/>
                  <a:pt x="7" y="5"/>
                  <a:pt x="3" y="7"/>
                </a:cubicBez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388" name="Google Shape;1388;p32"/>
          <p:cNvSpPr/>
          <p:nvPr/>
        </p:nvSpPr>
        <p:spPr>
          <a:xfrm>
            <a:off x="7977951" y="6176540"/>
            <a:ext cx="38081" cy="51929"/>
          </a:xfrm>
          <a:custGeom>
            <a:rect b="b" l="l" r="r" t="t"/>
            <a:pathLst>
              <a:path extrusionOk="0" h="15" w="11">
                <a:moveTo>
                  <a:pt x="1" y="15"/>
                </a:moveTo>
                <a:cubicBezTo>
                  <a:pt x="1" y="15"/>
                  <a:pt x="1" y="15"/>
                  <a:pt x="1" y="15"/>
                </a:cubicBezTo>
                <a:cubicBezTo>
                  <a:pt x="0" y="14"/>
                  <a:pt x="0" y="14"/>
                  <a:pt x="0" y="14"/>
                </a:cubicBezTo>
                <a:cubicBezTo>
                  <a:pt x="0" y="14"/>
                  <a:pt x="1" y="5"/>
                  <a:pt x="5" y="2"/>
                </a:cubicBezTo>
                <a:cubicBezTo>
                  <a:pt x="6" y="1"/>
                  <a:pt x="7" y="0"/>
                  <a:pt x="8" y="1"/>
                </a:cubicBezTo>
                <a:cubicBezTo>
                  <a:pt x="10" y="1"/>
                  <a:pt x="10" y="2"/>
                  <a:pt x="10" y="3"/>
                </a:cubicBezTo>
                <a:cubicBezTo>
                  <a:pt x="11" y="6"/>
                  <a:pt x="5" y="13"/>
                  <a:pt x="1" y="15"/>
                </a:cubicBezTo>
                <a:close/>
                <a:moveTo>
                  <a:pt x="7" y="2"/>
                </a:moveTo>
                <a:cubicBezTo>
                  <a:pt x="7" y="2"/>
                  <a:pt x="6" y="2"/>
                  <a:pt x="6" y="3"/>
                </a:cubicBezTo>
                <a:cubicBezTo>
                  <a:pt x="3" y="5"/>
                  <a:pt x="2" y="10"/>
                  <a:pt x="2" y="13"/>
                </a:cubicBezTo>
                <a:cubicBezTo>
                  <a:pt x="5" y="10"/>
                  <a:pt x="9" y="5"/>
                  <a:pt x="9" y="3"/>
                </a:cubicBezTo>
                <a:cubicBezTo>
                  <a:pt x="9" y="3"/>
                  <a:pt x="9" y="2"/>
                  <a:pt x="8" y="2"/>
                </a:cubicBezTo>
                <a:lnTo>
                  <a:pt x="7" y="2"/>
                </a:ln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389" name="Google Shape;1389;p32"/>
          <p:cNvSpPr/>
          <p:nvPr/>
        </p:nvSpPr>
        <p:spPr>
          <a:xfrm>
            <a:off x="7858514" y="5986134"/>
            <a:ext cx="103857" cy="238872"/>
          </a:xfrm>
          <a:custGeom>
            <a:rect b="b" l="l" r="r" t="t"/>
            <a:pathLst>
              <a:path extrusionOk="0" h="138" w="60">
                <a:moveTo>
                  <a:pt x="0" y="138"/>
                </a:moveTo>
                <a:lnTo>
                  <a:pt x="60" y="138"/>
                </a:lnTo>
                <a:lnTo>
                  <a:pt x="60" y="0"/>
                </a:lnTo>
                <a:lnTo>
                  <a:pt x="2" y="0"/>
                </a:lnTo>
                <a:lnTo>
                  <a:pt x="0" y="138"/>
                </a:lnTo>
                <a:close/>
              </a:path>
            </a:pathLst>
          </a:custGeom>
          <a:solidFill>
            <a:srgbClr val="7F3E3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390" name="Google Shape;1390;p32"/>
          <p:cNvSpPr/>
          <p:nvPr/>
        </p:nvSpPr>
        <p:spPr>
          <a:xfrm>
            <a:off x="7858514" y="5986134"/>
            <a:ext cx="103857" cy="238872"/>
          </a:xfrm>
          <a:custGeom>
            <a:rect b="b" l="l" r="r" t="t"/>
            <a:pathLst>
              <a:path extrusionOk="0" h="138" w="60">
                <a:moveTo>
                  <a:pt x="0" y="138"/>
                </a:moveTo>
                <a:lnTo>
                  <a:pt x="60" y="138"/>
                </a:lnTo>
                <a:lnTo>
                  <a:pt x="60" y="0"/>
                </a:lnTo>
                <a:lnTo>
                  <a:pt x="2" y="0"/>
                </a:lnTo>
                <a:lnTo>
                  <a:pt x="0" y="138"/>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391" name="Google Shape;1391;p32"/>
          <p:cNvSpPr/>
          <p:nvPr/>
        </p:nvSpPr>
        <p:spPr>
          <a:xfrm>
            <a:off x="7138436" y="5894393"/>
            <a:ext cx="180020" cy="252720"/>
          </a:xfrm>
          <a:custGeom>
            <a:rect b="b" l="l" r="r" t="t"/>
            <a:pathLst>
              <a:path extrusionOk="0" h="146" w="104">
                <a:moveTo>
                  <a:pt x="0" y="136"/>
                </a:moveTo>
                <a:lnTo>
                  <a:pt x="57" y="146"/>
                </a:lnTo>
                <a:lnTo>
                  <a:pt x="104" y="13"/>
                </a:lnTo>
                <a:lnTo>
                  <a:pt x="47" y="0"/>
                </a:lnTo>
                <a:lnTo>
                  <a:pt x="0" y="136"/>
                </a:lnTo>
                <a:close/>
              </a:path>
            </a:pathLst>
          </a:custGeom>
          <a:solidFill>
            <a:srgbClr val="7F3E3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392" name="Google Shape;1392;p32"/>
          <p:cNvSpPr/>
          <p:nvPr/>
        </p:nvSpPr>
        <p:spPr>
          <a:xfrm>
            <a:off x="7138436" y="5894393"/>
            <a:ext cx="180020" cy="252720"/>
          </a:xfrm>
          <a:custGeom>
            <a:rect b="b" l="l" r="r" t="t"/>
            <a:pathLst>
              <a:path extrusionOk="0" h="146" w="104">
                <a:moveTo>
                  <a:pt x="0" y="136"/>
                </a:moveTo>
                <a:lnTo>
                  <a:pt x="57" y="146"/>
                </a:lnTo>
                <a:lnTo>
                  <a:pt x="104" y="13"/>
                </a:lnTo>
                <a:lnTo>
                  <a:pt x="47" y="0"/>
                </a:lnTo>
                <a:lnTo>
                  <a:pt x="0" y="136"/>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393" name="Google Shape;1393;p32"/>
          <p:cNvSpPr/>
          <p:nvPr/>
        </p:nvSpPr>
        <p:spPr>
          <a:xfrm>
            <a:off x="7086507" y="6109032"/>
            <a:ext cx="315034" cy="174827"/>
          </a:xfrm>
          <a:custGeom>
            <a:rect b="b" l="l" r="r" t="t"/>
            <a:pathLst>
              <a:path extrusionOk="0" h="50" w="90">
                <a:moveTo>
                  <a:pt x="46" y="7"/>
                </a:moveTo>
                <a:cubicBezTo>
                  <a:pt x="14" y="1"/>
                  <a:pt x="14" y="1"/>
                  <a:pt x="14" y="1"/>
                </a:cubicBezTo>
                <a:cubicBezTo>
                  <a:pt x="13" y="0"/>
                  <a:pt x="12" y="1"/>
                  <a:pt x="11" y="2"/>
                </a:cubicBezTo>
                <a:cubicBezTo>
                  <a:pt x="1" y="27"/>
                  <a:pt x="1" y="27"/>
                  <a:pt x="1" y="27"/>
                </a:cubicBezTo>
                <a:cubicBezTo>
                  <a:pt x="0" y="29"/>
                  <a:pt x="2" y="32"/>
                  <a:pt x="4" y="33"/>
                </a:cubicBezTo>
                <a:cubicBezTo>
                  <a:pt x="16" y="35"/>
                  <a:pt x="21" y="35"/>
                  <a:pt x="36" y="38"/>
                </a:cubicBezTo>
                <a:cubicBezTo>
                  <a:pt x="44" y="40"/>
                  <a:pt x="62" y="45"/>
                  <a:pt x="74" y="48"/>
                </a:cubicBezTo>
                <a:cubicBezTo>
                  <a:pt x="86" y="50"/>
                  <a:pt x="90" y="38"/>
                  <a:pt x="85" y="36"/>
                </a:cubicBezTo>
                <a:cubicBezTo>
                  <a:pt x="64" y="27"/>
                  <a:pt x="57" y="18"/>
                  <a:pt x="51" y="10"/>
                </a:cubicBezTo>
                <a:cubicBezTo>
                  <a:pt x="50" y="9"/>
                  <a:pt x="48" y="8"/>
                  <a:pt x="46" y="7"/>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394" name="Google Shape;1394;p32"/>
          <p:cNvSpPr/>
          <p:nvPr/>
        </p:nvSpPr>
        <p:spPr>
          <a:xfrm>
            <a:off x="7822165" y="6214621"/>
            <a:ext cx="351385" cy="115975"/>
          </a:xfrm>
          <a:custGeom>
            <a:rect b="b" l="l" r="r" t="t"/>
            <a:pathLst>
              <a:path extrusionOk="0" h="33" w="100">
                <a:moveTo>
                  <a:pt x="39" y="0"/>
                </a:moveTo>
                <a:cubicBezTo>
                  <a:pt x="7" y="0"/>
                  <a:pt x="7" y="0"/>
                  <a:pt x="7" y="0"/>
                </a:cubicBezTo>
                <a:cubicBezTo>
                  <a:pt x="6" y="0"/>
                  <a:pt x="5" y="0"/>
                  <a:pt x="5" y="2"/>
                </a:cubicBezTo>
                <a:cubicBezTo>
                  <a:pt x="0" y="28"/>
                  <a:pt x="0" y="28"/>
                  <a:pt x="0" y="28"/>
                </a:cubicBezTo>
                <a:cubicBezTo>
                  <a:pt x="0" y="30"/>
                  <a:pt x="2" y="33"/>
                  <a:pt x="5" y="33"/>
                </a:cubicBezTo>
                <a:cubicBezTo>
                  <a:pt x="16" y="33"/>
                  <a:pt x="33" y="32"/>
                  <a:pt x="47" y="32"/>
                </a:cubicBezTo>
                <a:cubicBezTo>
                  <a:pt x="64" y="32"/>
                  <a:pt x="65" y="33"/>
                  <a:pt x="85" y="33"/>
                </a:cubicBezTo>
                <a:cubicBezTo>
                  <a:pt x="97" y="33"/>
                  <a:pt x="100" y="21"/>
                  <a:pt x="95" y="20"/>
                </a:cubicBezTo>
                <a:cubicBezTo>
                  <a:pt x="72" y="15"/>
                  <a:pt x="67" y="14"/>
                  <a:pt x="47" y="2"/>
                </a:cubicBezTo>
                <a:cubicBezTo>
                  <a:pt x="44" y="1"/>
                  <a:pt x="42" y="0"/>
                  <a:pt x="39" y="0"/>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395" name="Google Shape;1395;p32"/>
          <p:cNvSpPr/>
          <p:nvPr/>
        </p:nvSpPr>
        <p:spPr>
          <a:xfrm>
            <a:off x="7230177" y="2659233"/>
            <a:ext cx="372156" cy="453511"/>
          </a:xfrm>
          <a:custGeom>
            <a:rect b="b" l="l" r="r" t="t"/>
            <a:pathLst>
              <a:path extrusionOk="0" h="129" w="106">
                <a:moveTo>
                  <a:pt x="59" y="12"/>
                </a:moveTo>
                <a:cubicBezTo>
                  <a:pt x="32" y="20"/>
                  <a:pt x="0" y="94"/>
                  <a:pt x="0" y="94"/>
                </a:cubicBezTo>
                <a:cubicBezTo>
                  <a:pt x="62" y="129"/>
                  <a:pt x="62" y="129"/>
                  <a:pt x="62" y="129"/>
                </a:cubicBezTo>
                <a:cubicBezTo>
                  <a:pt x="62" y="129"/>
                  <a:pt x="76" y="103"/>
                  <a:pt x="91" y="70"/>
                </a:cubicBezTo>
                <a:cubicBezTo>
                  <a:pt x="106" y="36"/>
                  <a:pt x="104" y="0"/>
                  <a:pt x="59" y="12"/>
                </a:cubicBezTo>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396" name="Google Shape;1396;p32"/>
          <p:cNvSpPr/>
          <p:nvPr/>
        </p:nvSpPr>
        <p:spPr>
          <a:xfrm>
            <a:off x="7415389" y="2676542"/>
            <a:ext cx="638724" cy="922601"/>
          </a:xfrm>
          <a:custGeom>
            <a:rect b="b" l="l" r="r" t="t"/>
            <a:pathLst>
              <a:path extrusionOk="0" h="263" w="182">
                <a:moveTo>
                  <a:pt x="181" y="139"/>
                </a:moveTo>
                <a:cubicBezTo>
                  <a:pt x="181" y="172"/>
                  <a:pt x="179" y="213"/>
                  <a:pt x="174" y="263"/>
                </a:cubicBezTo>
                <a:cubicBezTo>
                  <a:pt x="17" y="263"/>
                  <a:pt x="17" y="263"/>
                  <a:pt x="17" y="263"/>
                </a:cubicBezTo>
                <a:cubicBezTo>
                  <a:pt x="15" y="241"/>
                  <a:pt x="25" y="134"/>
                  <a:pt x="2" y="26"/>
                </a:cubicBezTo>
                <a:cubicBezTo>
                  <a:pt x="0" y="16"/>
                  <a:pt x="7" y="6"/>
                  <a:pt x="17" y="5"/>
                </a:cubicBezTo>
                <a:cubicBezTo>
                  <a:pt x="27" y="3"/>
                  <a:pt x="39" y="2"/>
                  <a:pt x="50" y="1"/>
                </a:cubicBezTo>
                <a:cubicBezTo>
                  <a:pt x="70" y="0"/>
                  <a:pt x="100" y="0"/>
                  <a:pt x="117" y="1"/>
                </a:cubicBezTo>
                <a:cubicBezTo>
                  <a:pt x="127" y="2"/>
                  <a:pt x="137" y="4"/>
                  <a:pt x="145" y="5"/>
                </a:cubicBezTo>
                <a:cubicBezTo>
                  <a:pt x="157" y="8"/>
                  <a:pt x="168" y="17"/>
                  <a:pt x="171" y="30"/>
                </a:cubicBezTo>
                <a:cubicBezTo>
                  <a:pt x="175" y="42"/>
                  <a:pt x="178" y="62"/>
                  <a:pt x="180" y="92"/>
                </a:cubicBezTo>
                <a:cubicBezTo>
                  <a:pt x="181" y="106"/>
                  <a:pt x="182" y="121"/>
                  <a:pt x="181" y="139"/>
                </a:cubicBezTo>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397" name="Google Shape;1397;p32"/>
          <p:cNvSpPr/>
          <p:nvPr/>
        </p:nvSpPr>
        <p:spPr>
          <a:xfrm>
            <a:off x="7706190" y="2628075"/>
            <a:ext cx="379080" cy="318496"/>
          </a:xfrm>
          <a:custGeom>
            <a:rect b="b" l="l" r="r" t="t"/>
            <a:pathLst>
              <a:path extrusionOk="0" h="91" w="108">
                <a:moveTo>
                  <a:pt x="28" y="78"/>
                </a:moveTo>
                <a:cubicBezTo>
                  <a:pt x="52" y="91"/>
                  <a:pt x="108" y="76"/>
                  <a:pt x="108" y="76"/>
                </a:cubicBezTo>
                <a:cubicBezTo>
                  <a:pt x="106" y="0"/>
                  <a:pt x="106" y="0"/>
                  <a:pt x="106" y="0"/>
                </a:cubicBezTo>
                <a:cubicBezTo>
                  <a:pt x="106" y="0"/>
                  <a:pt x="81" y="2"/>
                  <a:pt x="46" y="16"/>
                </a:cubicBezTo>
                <a:cubicBezTo>
                  <a:pt x="8" y="31"/>
                  <a:pt x="0" y="63"/>
                  <a:pt x="28" y="78"/>
                </a:cubicBezTo>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398" name="Google Shape;1398;p32"/>
          <p:cNvSpPr/>
          <p:nvPr/>
        </p:nvSpPr>
        <p:spPr>
          <a:xfrm>
            <a:off x="7777160" y="2659233"/>
            <a:ext cx="140208" cy="290801"/>
          </a:xfrm>
          <a:custGeom>
            <a:rect b="b" l="l" r="r" t="t"/>
            <a:pathLst>
              <a:path extrusionOk="0" h="83" w="40">
                <a:moveTo>
                  <a:pt x="40" y="0"/>
                </a:moveTo>
                <a:cubicBezTo>
                  <a:pt x="40" y="0"/>
                  <a:pt x="29" y="4"/>
                  <a:pt x="24" y="5"/>
                </a:cubicBezTo>
                <a:cubicBezTo>
                  <a:pt x="9" y="22"/>
                  <a:pt x="0" y="58"/>
                  <a:pt x="0" y="58"/>
                </a:cubicBezTo>
                <a:cubicBezTo>
                  <a:pt x="19" y="83"/>
                  <a:pt x="19" y="83"/>
                  <a:pt x="19" y="83"/>
                </a:cubicBezTo>
                <a:cubicBezTo>
                  <a:pt x="12" y="46"/>
                  <a:pt x="40" y="0"/>
                  <a:pt x="40" y="0"/>
                </a:cubicBezTo>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399" name="Google Shape;1399;p32"/>
          <p:cNvSpPr/>
          <p:nvPr/>
        </p:nvSpPr>
        <p:spPr>
          <a:xfrm>
            <a:off x="7784083" y="2659233"/>
            <a:ext cx="133284" cy="211177"/>
          </a:xfrm>
          <a:custGeom>
            <a:rect b="b" l="l" r="r" t="t"/>
            <a:pathLst>
              <a:path extrusionOk="0" h="60" w="38">
                <a:moveTo>
                  <a:pt x="38" y="0"/>
                </a:moveTo>
                <a:cubicBezTo>
                  <a:pt x="38" y="0"/>
                  <a:pt x="27" y="4"/>
                  <a:pt x="22" y="5"/>
                </a:cubicBezTo>
                <a:cubicBezTo>
                  <a:pt x="22" y="6"/>
                  <a:pt x="21" y="7"/>
                  <a:pt x="21" y="7"/>
                </a:cubicBezTo>
                <a:cubicBezTo>
                  <a:pt x="20" y="8"/>
                  <a:pt x="20" y="8"/>
                  <a:pt x="19" y="9"/>
                </a:cubicBezTo>
                <a:cubicBezTo>
                  <a:pt x="10" y="22"/>
                  <a:pt x="3" y="41"/>
                  <a:pt x="0" y="51"/>
                </a:cubicBezTo>
                <a:cubicBezTo>
                  <a:pt x="6" y="53"/>
                  <a:pt x="11" y="55"/>
                  <a:pt x="14" y="57"/>
                </a:cubicBezTo>
                <a:cubicBezTo>
                  <a:pt x="14" y="58"/>
                  <a:pt x="15" y="59"/>
                  <a:pt x="16" y="60"/>
                </a:cubicBezTo>
                <a:cubicBezTo>
                  <a:pt x="20" y="29"/>
                  <a:pt x="38" y="0"/>
                  <a:pt x="38" y="0"/>
                </a:cubicBezTo>
              </a:path>
            </a:pathLst>
          </a:custGeom>
          <a:solidFill>
            <a:srgbClr val="3362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400" name="Google Shape;1400;p32"/>
          <p:cNvSpPr/>
          <p:nvPr/>
        </p:nvSpPr>
        <p:spPr>
          <a:xfrm>
            <a:off x="7896595" y="3266798"/>
            <a:ext cx="157518" cy="129822"/>
          </a:xfrm>
          <a:custGeom>
            <a:rect b="b" l="l" r="r" t="t"/>
            <a:pathLst>
              <a:path extrusionOk="0" h="37" w="45">
                <a:moveTo>
                  <a:pt x="44" y="16"/>
                </a:moveTo>
                <a:cubicBezTo>
                  <a:pt x="29" y="27"/>
                  <a:pt x="0" y="0"/>
                  <a:pt x="0" y="0"/>
                </a:cubicBezTo>
                <a:cubicBezTo>
                  <a:pt x="1" y="14"/>
                  <a:pt x="1" y="14"/>
                  <a:pt x="1" y="14"/>
                </a:cubicBezTo>
                <a:cubicBezTo>
                  <a:pt x="28" y="37"/>
                  <a:pt x="44" y="26"/>
                  <a:pt x="44" y="26"/>
                </a:cubicBezTo>
                <a:cubicBezTo>
                  <a:pt x="44" y="26"/>
                  <a:pt x="45" y="21"/>
                  <a:pt x="44" y="16"/>
                </a:cubicBezTo>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401" name="Google Shape;1401;p32"/>
          <p:cNvSpPr/>
          <p:nvPr/>
        </p:nvSpPr>
        <p:spPr>
          <a:xfrm>
            <a:off x="7906981" y="3280646"/>
            <a:ext cx="147132" cy="84817"/>
          </a:xfrm>
          <a:custGeom>
            <a:rect b="b" l="l" r="r" t="t"/>
            <a:pathLst>
              <a:path extrusionOk="0" h="24" w="42">
                <a:moveTo>
                  <a:pt x="1" y="0"/>
                </a:moveTo>
                <a:cubicBezTo>
                  <a:pt x="0" y="4"/>
                  <a:pt x="0" y="8"/>
                  <a:pt x="0" y="12"/>
                </a:cubicBezTo>
                <a:cubicBezTo>
                  <a:pt x="12" y="22"/>
                  <a:pt x="23" y="24"/>
                  <a:pt x="30" y="24"/>
                </a:cubicBezTo>
                <a:cubicBezTo>
                  <a:pt x="37" y="24"/>
                  <a:pt x="41" y="22"/>
                  <a:pt x="41" y="22"/>
                </a:cubicBezTo>
                <a:cubicBezTo>
                  <a:pt x="41" y="22"/>
                  <a:pt x="42" y="19"/>
                  <a:pt x="42" y="15"/>
                </a:cubicBezTo>
                <a:cubicBezTo>
                  <a:pt x="42" y="14"/>
                  <a:pt x="42" y="13"/>
                  <a:pt x="41" y="12"/>
                </a:cubicBezTo>
                <a:cubicBezTo>
                  <a:pt x="41" y="12"/>
                  <a:pt x="41" y="12"/>
                  <a:pt x="40" y="13"/>
                </a:cubicBezTo>
                <a:cubicBezTo>
                  <a:pt x="38" y="14"/>
                  <a:pt x="35" y="15"/>
                  <a:pt x="32" y="15"/>
                </a:cubicBezTo>
                <a:cubicBezTo>
                  <a:pt x="21" y="15"/>
                  <a:pt x="7" y="5"/>
                  <a:pt x="1" y="0"/>
                </a:cubicBezTo>
              </a:path>
            </a:pathLst>
          </a:custGeom>
          <a:solidFill>
            <a:srgbClr val="3362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402" name="Google Shape;1402;p32"/>
          <p:cNvSpPr/>
          <p:nvPr/>
        </p:nvSpPr>
        <p:spPr>
          <a:xfrm>
            <a:off x="7475973" y="2676542"/>
            <a:ext cx="86548" cy="200791"/>
          </a:xfrm>
          <a:custGeom>
            <a:rect b="b" l="l" r="r" t="t"/>
            <a:pathLst>
              <a:path extrusionOk="0" h="57" w="25">
                <a:moveTo>
                  <a:pt x="25" y="0"/>
                </a:moveTo>
                <a:cubicBezTo>
                  <a:pt x="16" y="1"/>
                  <a:pt x="11" y="3"/>
                  <a:pt x="11" y="3"/>
                </a:cubicBezTo>
                <a:cubicBezTo>
                  <a:pt x="11" y="3"/>
                  <a:pt x="0" y="26"/>
                  <a:pt x="7" y="57"/>
                </a:cubicBezTo>
                <a:cubicBezTo>
                  <a:pt x="24" y="49"/>
                  <a:pt x="24" y="49"/>
                  <a:pt x="24" y="49"/>
                </a:cubicBezTo>
                <a:cubicBezTo>
                  <a:pt x="24" y="49"/>
                  <a:pt x="19" y="23"/>
                  <a:pt x="25" y="0"/>
                </a:cubicBezTo>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403" name="Google Shape;1403;p32"/>
          <p:cNvSpPr/>
          <p:nvPr/>
        </p:nvSpPr>
        <p:spPr>
          <a:xfrm>
            <a:off x="7493283" y="2676542"/>
            <a:ext cx="69238" cy="180020"/>
          </a:xfrm>
          <a:custGeom>
            <a:rect b="b" l="l" r="r" t="t"/>
            <a:pathLst>
              <a:path extrusionOk="0" h="51" w="20">
                <a:moveTo>
                  <a:pt x="20" y="0"/>
                </a:moveTo>
                <a:cubicBezTo>
                  <a:pt x="11" y="1"/>
                  <a:pt x="6" y="3"/>
                  <a:pt x="6" y="3"/>
                </a:cubicBezTo>
                <a:cubicBezTo>
                  <a:pt x="6" y="3"/>
                  <a:pt x="0" y="17"/>
                  <a:pt x="0" y="37"/>
                </a:cubicBezTo>
                <a:cubicBezTo>
                  <a:pt x="0" y="42"/>
                  <a:pt x="0" y="46"/>
                  <a:pt x="1" y="51"/>
                </a:cubicBezTo>
                <a:cubicBezTo>
                  <a:pt x="4" y="48"/>
                  <a:pt x="11" y="46"/>
                  <a:pt x="18" y="45"/>
                </a:cubicBezTo>
                <a:cubicBezTo>
                  <a:pt x="18" y="40"/>
                  <a:pt x="17" y="33"/>
                  <a:pt x="17" y="24"/>
                </a:cubicBezTo>
                <a:cubicBezTo>
                  <a:pt x="17" y="17"/>
                  <a:pt x="18" y="8"/>
                  <a:pt x="20" y="0"/>
                </a:cubicBezTo>
              </a:path>
            </a:pathLst>
          </a:custGeom>
          <a:solidFill>
            <a:srgbClr val="3362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404" name="Google Shape;1404;p32"/>
          <p:cNvSpPr/>
          <p:nvPr/>
        </p:nvSpPr>
        <p:spPr>
          <a:xfrm>
            <a:off x="7411927" y="2809825"/>
            <a:ext cx="540059" cy="681997"/>
          </a:xfrm>
          <a:custGeom>
            <a:rect b="b" l="l" r="r" t="t"/>
            <a:pathLst>
              <a:path extrusionOk="0" h="194" w="154">
                <a:moveTo>
                  <a:pt x="22" y="15"/>
                </a:moveTo>
                <a:cubicBezTo>
                  <a:pt x="32" y="0"/>
                  <a:pt x="104" y="2"/>
                  <a:pt x="120" y="14"/>
                </a:cubicBezTo>
                <a:cubicBezTo>
                  <a:pt x="135" y="26"/>
                  <a:pt x="154" y="157"/>
                  <a:pt x="131" y="172"/>
                </a:cubicBezTo>
                <a:cubicBezTo>
                  <a:pt x="108" y="187"/>
                  <a:pt x="1" y="194"/>
                  <a:pt x="1" y="164"/>
                </a:cubicBezTo>
                <a:cubicBezTo>
                  <a:pt x="0" y="134"/>
                  <a:pt x="24" y="83"/>
                  <a:pt x="21" y="66"/>
                </a:cubicBezTo>
                <a:cubicBezTo>
                  <a:pt x="18" y="49"/>
                  <a:pt x="10" y="35"/>
                  <a:pt x="22" y="15"/>
                </a:cubicBezTo>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405" name="Google Shape;1405;p32"/>
          <p:cNvSpPr/>
          <p:nvPr/>
        </p:nvSpPr>
        <p:spPr>
          <a:xfrm>
            <a:off x="7493283" y="3017540"/>
            <a:ext cx="287339" cy="34619"/>
          </a:xfrm>
          <a:custGeom>
            <a:rect b="b" l="l" r="r" t="t"/>
            <a:pathLst>
              <a:path extrusionOk="0" h="10" w="82">
                <a:moveTo>
                  <a:pt x="82" y="0"/>
                </a:moveTo>
                <a:cubicBezTo>
                  <a:pt x="61" y="4"/>
                  <a:pt x="45" y="6"/>
                  <a:pt x="32" y="6"/>
                </a:cubicBezTo>
                <a:cubicBezTo>
                  <a:pt x="11" y="6"/>
                  <a:pt x="0" y="2"/>
                  <a:pt x="0" y="2"/>
                </a:cubicBezTo>
                <a:cubicBezTo>
                  <a:pt x="5" y="8"/>
                  <a:pt x="16" y="10"/>
                  <a:pt x="28" y="10"/>
                </a:cubicBezTo>
                <a:cubicBezTo>
                  <a:pt x="50" y="10"/>
                  <a:pt x="75" y="3"/>
                  <a:pt x="82" y="0"/>
                </a:cubicBezTo>
              </a:path>
            </a:pathLst>
          </a:custGeom>
          <a:solidFill>
            <a:srgbClr val="365EA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406" name="Google Shape;1406;p32"/>
          <p:cNvSpPr/>
          <p:nvPr/>
        </p:nvSpPr>
        <p:spPr>
          <a:xfrm>
            <a:off x="7579830" y="2996769"/>
            <a:ext cx="29427" cy="27695"/>
          </a:xfrm>
          <a:custGeom>
            <a:rect b="b" l="l" r="r" t="t"/>
            <a:pathLst>
              <a:path extrusionOk="0" h="8" w="8">
                <a:moveTo>
                  <a:pt x="3" y="0"/>
                </a:moveTo>
                <a:cubicBezTo>
                  <a:pt x="1" y="0"/>
                  <a:pt x="0" y="2"/>
                  <a:pt x="0" y="4"/>
                </a:cubicBezTo>
                <a:cubicBezTo>
                  <a:pt x="0" y="6"/>
                  <a:pt x="2" y="8"/>
                  <a:pt x="4" y="8"/>
                </a:cubicBezTo>
                <a:cubicBezTo>
                  <a:pt x="6" y="8"/>
                  <a:pt x="8" y="6"/>
                  <a:pt x="7" y="4"/>
                </a:cubicBezTo>
                <a:cubicBezTo>
                  <a:pt x="7" y="2"/>
                  <a:pt x="5" y="0"/>
                  <a:pt x="3" y="0"/>
                </a:cubicBezTo>
              </a:path>
            </a:pathLst>
          </a:custGeom>
          <a:solidFill>
            <a:srgbClr val="365EA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407" name="Google Shape;1407;p32"/>
          <p:cNvSpPr/>
          <p:nvPr/>
        </p:nvSpPr>
        <p:spPr>
          <a:xfrm>
            <a:off x="7791007" y="2863486"/>
            <a:ext cx="64046" cy="557369"/>
          </a:xfrm>
          <a:custGeom>
            <a:rect b="b" l="l" r="r" t="t"/>
            <a:pathLst>
              <a:path extrusionOk="0" h="159" w="18">
                <a:moveTo>
                  <a:pt x="9" y="0"/>
                </a:moveTo>
                <a:cubicBezTo>
                  <a:pt x="8" y="0"/>
                  <a:pt x="8" y="1"/>
                  <a:pt x="8" y="1"/>
                </a:cubicBezTo>
                <a:cubicBezTo>
                  <a:pt x="5" y="5"/>
                  <a:pt x="0" y="24"/>
                  <a:pt x="4" y="44"/>
                </a:cubicBezTo>
                <a:cubicBezTo>
                  <a:pt x="15" y="92"/>
                  <a:pt x="16" y="130"/>
                  <a:pt x="8" y="158"/>
                </a:cubicBezTo>
                <a:cubicBezTo>
                  <a:pt x="7" y="158"/>
                  <a:pt x="8" y="159"/>
                  <a:pt x="8" y="159"/>
                </a:cubicBezTo>
                <a:cubicBezTo>
                  <a:pt x="9" y="159"/>
                  <a:pt x="9" y="159"/>
                  <a:pt x="9" y="159"/>
                </a:cubicBezTo>
                <a:cubicBezTo>
                  <a:pt x="9" y="159"/>
                  <a:pt x="9" y="159"/>
                  <a:pt x="9" y="158"/>
                </a:cubicBezTo>
                <a:cubicBezTo>
                  <a:pt x="18" y="130"/>
                  <a:pt x="17" y="92"/>
                  <a:pt x="6" y="43"/>
                </a:cubicBezTo>
                <a:cubicBezTo>
                  <a:pt x="2" y="25"/>
                  <a:pt x="7" y="6"/>
                  <a:pt x="9" y="2"/>
                </a:cubicBezTo>
                <a:cubicBezTo>
                  <a:pt x="10" y="2"/>
                  <a:pt x="10" y="1"/>
                  <a:pt x="9" y="1"/>
                </a:cubicBezTo>
                <a:cubicBezTo>
                  <a:pt x="9" y="0"/>
                  <a:pt x="9" y="0"/>
                  <a:pt x="9" y="0"/>
                </a:cubicBezTo>
              </a:path>
            </a:pathLst>
          </a:custGeom>
          <a:solidFill>
            <a:srgbClr val="365EA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408" name="Google Shape;1408;p32"/>
          <p:cNvSpPr/>
          <p:nvPr/>
        </p:nvSpPr>
        <p:spPr>
          <a:xfrm>
            <a:off x="7861976" y="5986134"/>
            <a:ext cx="0" cy="122899"/>
          </a:xfrm>
          <a:custGeom>
            <a:rect b="b" l="l" r="r" t="t"/>
            <a:pathLst>
              <a:path extrusionOk="0" h="71" w="120000">
                <a:moveTo>
                  <a:pt x="0" y="29"/>
                </a:moveTo>
                <a:lnTo>
                  <a:pt x="0" y="29"/>
                </a:lnTo>
                <a:lnTo>
                  <a:pt x="0" y="71"/>
                </a:lnTo>
                <a:lnTo>
                  <a:pt x="0" y="71"/>
                </a:lnTo>
                <a:lnTo>
                  <a:pt x="0" y="29"/>
                </a:lnTo>
                <a:close/>
                <a:moveTo>
                  <a:pt x="0" y="0"/>
                </a:moveTo>
                <a:lnTo>
                  <a:pt x="0" y="0"/>
                </a:lnTo>
                <a:lnTo>
                  <a:pt x="0" y="26"/>
                </a:lnTo>
                <a:lnTo>
                  <a:pt x="0" y="26"/>
                </a:lnTo>
                <a:lnTo>
                  <a:pt x="0" y="0"/>
                </a:lnTo>
                <a:close/>
              </a:path>
            </a:pathLst>
          </a:custGeom>
          <a:solidFill>
            <a:srgbClr val="CCCC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409" name="Google Shape;1409;p32"/>
          <p:cNvSpPr/>
          <p:nvPr/>
        </p:nvSpPr>
        <p:spPr>
          <a:xfrm>
            <a:off x="7861976" y="5986134"/>
            <a:ext cx="0" cy="122899"/>
          </a:xfrm>
          <a:custGeom>
            <a:rect b="b" l="l" r="r" t="t"/>
            <a:pathLst>
              <a:path extrusionOk="0" h="71" w="120000">
                <a:moveTo>
                  <a:pt x="0" y="29"/>
                </a:moveTo>
                <a:lnTo>
                  <a:pt x="0" y="29"/>
                </a:lnTo>
                <a:lnTo>
                  <a:pt x="0" y="71"/>
                </a:lnTo>
                <a:lnTo>
                  <a:pt x="0" y="71"/>
                </a:lnTo>
                <a:lnTo>
                  <a:pt x="0" y="29"/>
                </a:lnTo>
                <a:moveTo>
                  <a:pt x="0" y="0"/>
                </a:moveTo>
                <a:lnTo>
                  <a:pt x="0" y="0"/>
                </a:lnTo>
                <a:lnTo>
                  <a:pt x="0" y="26"/>
                </a:lnTo>
                <a:lnTo>
                  <a:pt x="0" y="26"/>
                </a:lnTo>
                <a:lnTo>
                  <a:pt x="0"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410" name="Google Shape;1410;p32"/>
          <p:cNvSpPr/>
          <p:nvPr/>
        </p:nvSpPr>
        <p:spPr>
          <a:xfrm>
            <a:off x="7861976" y="6031139"/>
            <a:ext cx="1732" cy="5193"/>
          </a:xfrm>
          <a:prstGeom prst="rect">
            <a:avLst/>
          </a:prstGeom>
          <a:solidFill>
            <a:srgbClr val="BCBCB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411" name="Google Shape;1411;p32"/>
          <p:cNvSpPr/>
          <p:nvPr/>
        </p:nvSpPr>
        <p:spPr>
          <a:xfrm>
            <a:off x="7861976" y="6031139"/>
            <a:ext cx="1732" cy="519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412" name="Google Shape;1412;p32"/>
          <p:cNvSpPr/>
          <p:nvPr/>
        </p:nvSpPr>
        <p:spPr>
          <a:xfrm>
            <a:off x="7861976" y="5986134"/>
            <a:ext cx="100396" cy="122899"/>
          </a:xfrm>
          <a:custGeom>
            <a:rect b="b" l="l" r="r" t="t"/>
            <a:pathLst>
              <a:path extrusionOk="0" h="71" w="58">
                <a:moveTo>
                  <a:pt x="58" y="0"/>
                </a:moveTo>
                <a:lnTo>
                  <a:pt x="0" y="0"/>
                </a:lnTo>
                <a:lnTo>
                  <a:pt x="0" y="26"/>
                </a:lnTo>
                <a:lnTo>
                  <a:pt x="0" y="29"/>
                </a:lnTo>
                <a:lnTo>
                  <a:pt x="0" y="71"/>
                </a:lnTo>
                <a:lnTo>
                  <a:pt x="58" y="71"/>
                </a:lnTo>
                <a:lnTo>
                  <a:pt x="58" y="0"/>
                </a:lnTo>
                <a:close/>
              </a:path>
            </a:pathLst>
          </a:custGeom>
          <a:solidFill>
            <a:srgbClr val="66322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413" name="Google Shape;1413;p32"/>
          <p:cNvSpPr/>
          <p:nvPr/>
        </p:nvSpPr>
        <p:spPr>
          <a:xfrm>
            <a:off x="7861976" y="5986134"/>
            <a:ext cx="100396" cy="122899"/>
          </a:xfrm>
          <a:custGeom>
            <a:rect b="b" l="l" r="r" t="t"/>
            <a:pathLst>
              <a:path extrusionOk="0" h="71" w="58">
                <a:moveTo>
                  <a:pt x="58" y="0"/>
                </a:moveTo>
                <a:lnTo>
                  <a:pt x="0" y="0"/>
                </a:lnTo>
                <a:lnTo>
                  <a:pt x="0" y="26"/>
                </a:lnTo>
                <a:lnTo>
                  <a:pt x="0" y="29"/>
                </a:lnTo>
                <a:lnTo>
                  <a:pt x="0" y="71"/>
                </a:lnTo>
                <a:lnTo>
                  <a:pt x="58" y="71"/>
                </a:lnTo>
                <a:lnTo>
                  <a:pt x="58"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414" name="Google Shape;1414;p32"/>
          <p:cNvSpPr/>
          <p:nvPr/>
        </p:nvSpPr>
        <p:spPr>
          <a:xfrm>
            <a:off x="7176517" y="5989596"/>
            <a:ext cx="6924" cy="27695"/>
          </a:xfrm>
          <a:custGeom>
            <a:rect b="b" l="l" r="r" t="t"/>
            <a:pathLst>
              <a:path extrusionOk="0" h="16" w="4">
                <a:moveTo>
                  <a:pt x="4" y="0"/>
                </a:moveTo>
                <a:lnTo>
                  <a:pt x="0" y="16"/>
                </a:lnTo>
                <a:lnTo>
                  <a:pt x="0" y="16"/>
                </a:lnTo>
                <a:lnTo>
                  <a:pt x="4" y="0"/>
                </a:lnTo>
                <a:lnTo>
                  <a:pt x="4" y="0"/>
                </a:lnTo>
                <a:close/>
              </a:path>
            </a:pathLst>
          </a:custGeom>
          <a:solidFill>
            <a:srgbClr val="CCCC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415" name="Google Shape;1415;p32"/>
          <p:cNvSpPr/>
          <p:nvPr/>
        </p:nvSpPr>
        <p:spPr>
          <a:xfrm>
            <a:off x="7176517" y="5989596"/>
            <a:ext cx="6924" cy="27695"/>
          </a:xfrm>
          <a:custGeom>
            <a:rect b="b" l="l" r="r" t="t"/>
            <a:pathLst>
              <a:path extrusionOk="0" h="16" w="4">
                <a:moveTo>
                  <a:pt x="4" y="0"/>
                </a:moveTo>
                <a:lnTo>
                  <a:pt x="0" y="16"/>
                </a:lnTo>
                <a:lnTo>
                  <a:pt x="0" y="16"/>
                </a:lnTo>
                <a:lnTo>
                  <a:pt x="4" y="0"/>
                </a:lnTo>
                <a:lnTo>
                  <a:pt x="4"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416" name="Google Shape;1416;p32"/>
          <p:cNvSpPr/>
          <p:nvPr/>
        </p:nvSpPr>
        <p:spPr>
          <a:xfrm>
            <a:off x="7176517" y="5989596"/>
            <a:ext cx="105589" cy="46736"/>
          </a:xfrm>
          <a:custGeom>
            <a:rect b="b" l="l" r="r" t="t"/>
            <a:pathLst>
              <a:path extrusionOk="0" h="27" w="61">
                <a:moveTo>
                  <a:pt x="4" y="0"/>
                </a:moveTo>
                <a:lnTo>
                  <a:pt x="0" y="16"/>
                </a:lnTo>
                <a:lnTo>
                  <a:pt x="57" y="27"/>
                </a:lnTo>
                <a:lnTo>
                  <a:pt x="61" y="12"/>
                </a:lnTo>
                <a:lnTo>
                  <a:pt x="4" y="0"/>
                </a:lnTo>
                <a:close/>
              </a:path>
            </a:pathLst>
          </a:custGeom>
          <a:solidFill>
            <a:srgbClr val="66322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417" name="Google Shape;1417;p32"/>
          <p:cNvSpPr/>
          <p:nvPr/>
        </p:nvSpPr>
        <p:spPr>
          <a:xfrm>
            <a:off x="7176517" y="5989596"/>
            <a:ext cx="105589" cy="46736"/>
          </a:xfrm>
          <a:custGeom>
            <a:rect b="b" l="l" r="r" t="t"/>
            <a:pathLst>
              <a:path extrusionOk="0" h="27" w="61">
                <a:moveTo>
                  <a:pt x="4" y="0"/>
                </a:moveTo>
                <a:lnTo>
                  <a:pt x="0" y="16"/>
                </a:lnTo>
                <a:lnTo>
                  <a:pt x="57" y="27"/>
                </a:lnTo>
                <a:lnTo>
                  <a:pt x="61" y="12"/>
                </a:lnTo>
                <a:lnTo>
                  <a:pt x="4"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418" name="Google Shape;1418;p32"/>
          <p:cNvSpPr/>
          <p:nvPr/>
        </p:nvSpPr>
        <p:spPr>
          <a:xfrm>
            <a:off x="7148821" y="3599142"/>
            <a:ext cx="683729" cy="2425073"/>
          </a:xfrm>
          <a:custGeom>
            <a:rect b="b" l="l" r="r" t="t"/>
            <a:pathLst>
              <a:path extrusionOk="0" h="691" w="195">
                <a:moveTo>
                  <a:pt x="195" y="0"/>
                </a:moveTo>
                <a:cubicBezTo>
                  <a:pt x="195" y="0"/>
                  <a:pt x="170" y="225"/>
                  <a:pt x="155" y="309"/>
                </a:cubicBezTo>
                <a:cubicBezTo>
                  <a:pt x="138" y="401"/>
                  <a:pt x="53" y="691"/>
                  <a:pt x="53" y="691"/>
                </a:cubicBezTo>
                <a:cubicBezTo>
                  <a:pt x="0" y="679"/>
                  <a:pt x="0" y="679"/>
                  <a:pt x="0" y="679"/>
                </a:cubicBezTo>
                <a:cubicBezTo>
                  <a:pt x="0" y="679"/>
                  <a:pt x="59" y="409"/>
                  <a:pt x="67" y="318"/>
                </a:cubicBezTo>
                <a:cubicBezTo>
                  <a:pt x="76" y="219"/>
                  <a:pt x="93" y="0"/>
                  <a:pt x="93" y="0"/>
                </a:cubicBezTo>
                <a:cubicBezTo>
                  <a:pt x="195" y="0"/>
                  <a:pt x="195" y="0"/>
                  <a:pt x="195" y="0"/>
                </a:cubicBezTo>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419" name="Google Shape;1419;p32"/>
          <p:cNvSpPr/>
          <p:nvPr/>
        </p:nvSpPr>
        <p:spPr>
          <a:xfrm>
            <a:off x="7138436" y="5920358"/>
            <a:ext cx="238872" cy="107319"/>
          </a:xfrm>
          <a:custGeom>
            <a:rect b="b" l="l" r="r" t="t"/>
            <a:pathLst>
              <a:path extrusionOk="0" h="62" w="138">
                <a:moveTo>
                  <a:pt x="138" y="24"/>
                </a:moveTo>
                <a:lnTo>
                  <a:pt x="120" y="62"/>
                </a:lnTo>
                <a:lnTo>
                  <a:pt x="0" y="36"/>
                </a:lnTo>
                <a:lnTo>
                  <a:pt x="8" y="0"/>
                </a:lnTo>
                <a:lnTo>
                  <a:pt x="138" y="24"/>
                </a:ln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420" name="Google Shape;1420;p32"/>
          <p:cNvSpPr/>
          <p:nvPr/>
        </p:nvSpPr>
        <p:spPr>
          <a:xfrm>
            <a:off x="7692342" y="4404038"/>
            <a:ext cx="43274" cy="270029"/>
          </a:xfrm>
          <a:custGeom>
            <a:rect b="b" l="l" r="r" t="t"/>
            <a:pathLst>
              <a:path extrusionOk="0" h="77" w="12">
                <a:moveTo>
                  <a:pt x="12" y="0"/>
                </a:moveTo>
                <a:cubicBezTo>
                  <a:pt x="8" y="30"/>
                  <a:pt x="4" y="57"/>
                  <a:pt x="0" y="77"/>
                </a:cubicBezTo>
                <a:cubicBezTo>
                  <a:pt x="0" y="77"/>
                  <a:pt x="0" y="77"/>
                  <a:pt x="0" y="77"/>
                </a:cubicBezTo>
                <a:cubicBezTo>
                  <a:pt x="4" y="57"/>
                  <a:pt x="8" y="30"/>
                  <a:pt x="12" y="0"/>
                </a:cubicBezTo>
              </a:path>
            </a:pathLst>
          </a:custGeom>
          <a:solidFill>
            <a:srgbClr val="C4C4C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421" name="Google Shape;1421;p32"/>
          <p:cNvSpPr/>
          <p:nvPr/>
        </p:nvSpPr>
        <p:spPr>
          <a:xfrm>
            <a:off x="7633490" y="3881289"/>
            <a:ext cx="164442" cy="792779"/>
          </a:xfrm>
          <a:custGeom>
            <a:rect b="b" l="l" r="r" t="t"/>
            <a:pathLst>
              <a:path extrusionOk="0" h="226" w="47">
                <a:moveTo>
                  <a:pt x="42" y="0"/>
                </a:moveTo>
                <a:cubicBezTo>
                  <a:pt x="41" y="0"/>
                  <a:pt x="40" y="0"/>
                  <a:pt x="39" y="0"/>
                </a:cubicBezTo>
                <a:cubicBezTo>
                  <a:pt x="0" y="8"/>
                  <a:pt x="10" y="152"/>
                  <a:pt x="17" y="226"/>
                </a:cubicBezTo>
                <a:cubicBezTo>
                  <a:pt x="21" y="206"/>
                  <a:pt x="25" y="179"/>
                  <a:pt x="29" y="149"/>
                </a:cubicBezTo>
                <a:cubicBezTo>
                  <a:pt x="35" y="101"/>
                  <a:pt x="42" y="46"/>
                  <a:pt x="47" y="2"/>
                </a:cubicBezTo>
                <a:cubicBezTo>
                  <a:pt x="46" y="1"/>
                  <a:pt x="44" y="0"/>
                  <a:pt x="42" y="0"/>
                </a:cubicBezTo>
              </a:path>
            </a:pathLst>
          </a:custGeom>
          <a:solidFill>
            <a:srgbClr val="3362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422" name="Google Shape;1422;p32"/>
          <p:cNvSpPr/>
          <p:nvPr/>
        </p:nvSpPr>
        <p:spPr>
          <a:xfrm>
            <a:off x="7664647" y="3599142"/>
            <a:ext cx="406776" cy="2485656"/>
          </a:xfrm>
          <a:custGeom>
            <a:rect b="b" l="l" r="r" t="t"/>
            <a:pathLst>
              <a:path extrusionOk="0" h="708" w="116">
                <a:moveTo>
                  <a:pt x="103" y="0"/>
                </a:moveTo>
                <a:cubicBezTo>
                  <a:pt x="103" y="0"/>
                  <a:pt x="116" y="220"/>
                  <a:pt x="116" y="310"/>
                </a:cubicBezTo>
                <a:cubicBezTo>
                  <a:pt x="116" y="403"/>
                  <a:pt x="96" y="708"/>
                  <a:pt x="96" y="708"/>
                </a:cubicBezTo>
                <a:cubicBezTo>
                  <a:pt x="46" y="708"/>
                  <a:pt x="46" y="708"/>
                  <a:pt x="46" y="708"/>
                </a:cubicBezTo>
                <a:cubicBezTo>
                  <a:pt x="46" y="708"/>
                  <a:pt x="32" y="408"/>
                  <a:pt x="27" y="317"/>
                </a:cubicBezTo>
                <a:cubicBezTo>
                  <a:pt x="20" y="217"/>
                  <a:pt x="0" y="0"/>
                  <a:pt x="0" y="0"/>
                </a:cubicBezTo>
                <a:lnTo>
                  <a:pt x="103" y="0"/>
                </a:ln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423" name="Google Shape;1423;p32"/>
          <p:cNvSpPr/>
          <p:nvPr/>
        </p:nvSpPr>
        <p:spPr>
          <a:xfrm>
            <a:off x="7804855" y="6013829"/>
            <a:ext cx="225025" cy="74432"/>
          </a:xfrm>
          <a:custGeom>
            <a:rect b="b" l="l" r="r" t="t"/>
            <a:pathLst>
              <a:path extrusionOk="0" h="43" w="130">
                <a:moveTo>
                  <a:pt x="130" y="0"/>
                </a:moveTo>
                <a:lnTo>
                  <a:pt x="126" y="43"/>
                </a:lnTo>
                <a:lnTo>
                  <a:pt x="4" y="43"/>
                </a:lnTo>
                <a:lnTo>
                  <a:pt x="0" y="6"/>
                </a:lnTo>
                <a:lnTo>
                  <a:pt x="130" y="0"/>
                </a:ln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424" name="Google Shape;1424;p32"/>
          <p:cNvSpPr/>
          <p:nvPr/>
        </p:nvSpPr>
        <p:spPr>
          <a:xfrm>
            <a:off x="7855052" y="2297462"/>
            <a:ext cx="24233" cy="31157"/>
          </a:xfrm>
          <a:custGeom>
            <a:rect b="b" l="l" r="r" t="t"/>
            <a:pathLst>
              <a:path extrusionOk="0" h="9" w="7">
                <a:moveTo>
                  <a:pt x="1" y="5"/>
                </a:moveTo>
                <a:cubicBezTo>
                  <a:pt x="1" y="7"/>
                  <a:pt x="3" y="9"/>
                  <a:pt x="4" y="9"/>
                </a:cubicBezTo>
                <a:cubicBezTo>
                  <a:pt x="6" y="8"/>
                  <a:pt x="7" y="6"/>
                  <a:pt x="6" y="4"/>
                </a:cubicBezTo>
                <a:cubicBezTo>
                  <a:pt x="6" y="2"/>
                  <a:pt x="4" y="0"/>
                  <a:pt x="3" y="0"/>
                </a:cubicBezTo>
                <a:cubicBezTo>
                  <a:pt x="1" y="0"/>
                  <a:pt x="0" y="2"/>
                  <a:pt x="1" y="5"/>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425" name="Google Shape;1425;p32"/>
          <p:cNvSpPr/>
          <p:nvPr/>
        </p:nvSpPr>
        <p:spPr>
          <a:xfrm>
            <a:off x="7861976" y="2328619"/>
            <a:ext cx="48467" cy="81356"/>
          </a:xfrm>
          <a:custGeom>
            <a:rect b="b" l="l" r="r" t="t"/>
            <a:pathLst>
              <a:path extrusionOk="0" h="23" w="14">
                <a:moveTo>
                  <a:pt x="0" y="0"/>
                </a:moveTo>
                <a:cubicBezTo>
                  <a:pt x="0" y="0"/>
                  <a:pt x="8" y="13"/>
                  <a:pt x="14" y="19"/>
                </a:cubicBezTo>
                <a:cubicBezTo>
                  <a:pt x="11" y="23"/>
                  <a:pt x="3" y="22"/>
                  <a:pt x="3" y="22"/>
                </a:cubicBezTo>
                <a:lnTo>
                  <a:pt x="0" y="0"/>
                </a:lnTo>
                <a:close/>
              </a:path>
            </a:pathLst>
          </a:custGeom>
          <a:solidFill>
            <a:srgbClr val="630F0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426" name="Google Shape;1426;p32"/>
          <p:cNvSpPr/>
          <p:nvPr/>
        </p:nvSpPr>
        <p:spPr>
          <a:xfrm>
            <a:off x="7815241" y="2245533"/>
            <a:ext cx="50198" cy="27695"/>
          </a:xfrm>
          <a:custGeom>
            <a:rect b="b" l="l" r="r" t="t"/>
            <a:pathLst>
              <a:path extrusionOk="0" h="8" w="14">
                <a:moveTo>
                  <a:pt x="13" y="4"/>
                </a:moveTo>
                <a:cubicBezTo>
                  <a:pt x="13" y="4"/>
                  <a:pt x="13" y="4"/>
                  <a:pt x="14" y="3"/>
                </a:cubicBezTo>
                <a:cubicBezTo>
                  <a:pt x="14" y="3"/>
                  <a:pt x="13" y="2"/>
                  <a:pt x="13" y="2"/>
                </a:cubicBezTo>
                <a:cubicBezTo>
                  <a:pt x="12" y="2"/>
                  <a:pt x="6" y="0"/>
                  <a:pt x="0" y="5"/>
                </a:cubicBezTo>
                <a:cubicBezTo>
                  <a:pt x="0" y="6"/>
                  <a:pt x="0" y="6"/>
                  <a:pt x="0" y="7"/>
                </a:cubicBezTo>
                <a:cubicBezTo>
                  <a:pt x="1" y="8"/>
                  <a:pt x="2" y="8"/>
                  <a:pt x="2" y="7"/>
                </a:cubicBezTo>
                <a:cubicBezTo>
                  <a:pt x="7" y="3"/>
                  <a:pt x="12" y="4"/>
                  <a:pt x="12" y="4"/>
                </a:cubicBezTo>
                <a:lnTo>
                  <a:pt x="13" y="4"/>
                </a:ln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427" name="Google Shape;1427;p32"/>
          <p:cNvSpPr/>
          <p:nvPr/>
        </p:nvSpPr>
        <p:spPr>
          <a:xfrm>
            <a:off x="7555597" y="2136483"/>
            <a:ext cx="334075" cy="467359"/>
          </a:xfrm>
          <a:custGeom>
            <a:rect b="b" l="l" r="r" t="t"/>
            <a:pathLst>
              <a:path extrusionOk="0" h="133" w="95">
                <a:moveTo>
                  <a:pt x="6" y="54"/>
                </a:moveTo>
                <a:cubicBezTo>
                  <a:pt x="12" y="82"/>
                  <a:pt x="14" y="99"/>
                  <a:pt x="31" y="113"/>
                </a:cubicBezTo>
                <a:cubicBezTo>
                  <a:pt x="56" y="133"/>
                  <a:pt x="90" y="116"/>
                  <a:pt x="93" y="86"/>
                </a:cubicBezTo>
                <a:cubicBezTo>
                  <a:pt x="95" y="60"/>
                  <a:pt x="85" y="17"/>
                  <a:pt x="55" y="9"/>
                </a:cubicBezTo>
                <a:cubicBezTo>
                  <a:pt x="26" y="0"/>
                  <a:pt x="0" y="25"/>
                  <a:pt x="6" y="54"/>
                </a:cubicBezTo>
                <a:close/>
              </a:path>
            </a:pathLst>
          </a:custGeom>
          <a:solidFill>
            <a:srgbClr val="7F3E3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428" name="Google Shape;1428;p32"/>
          <p:cNvSpPr/>
          <p:nvPr/>
        </p:nvSpPr>
        <p:spPr>
          <a:xfrm>
            <a:off x="7443084" y="2013585"/>
            <a:ext cx="432739" cy="495054"/>
          </a:xfrm>
          <a:custGeom>
            <a:rect b="b" l="l" r="r" t="t"/>
            <a:pathLst>
              <a:path extrusionOk="0" h="141" w="123">
                <a:moveTo>
                  <a:pt x="100" y="93"/>
                </a:moveTo>
                <a:cubicBezTo>
                  <a:pt x="95" y="108"/>
                  <a:pt x="68" y="137"/>
                  <a:pt x="59" y="139"/>
                </a:cubicBezTo>
                <a:cubicBezTo>
                  <a:pt x="49" y="141"/>
                  <a:pt x="23" y="119"/>
                  <a:pt x="20" y="107"/>
                </a:cubicBezTo>
                <a:cubicBezTo>
                  <a:pt x="11" y="106"/>
                  <a:pt x="0" y="86"/>
                  <a:pt x="15" y="79"/>
                </a:cubicBezTo>
                <a:cubicBezTo>
                  <a:pt x="4" y="74"/>
                  <a:pt x="7" y="45"/>
                  <a:pt x="29" y="47"/>
                </a:cubicBezTo>
                <a:cubicBezTo>
                  <a:pt x="15" y="34"/>
                  <a:pt x="31" y="12"/>
                  <a:pt x="50" y="18"/>
                </a:cubicBezTo>
                <a:cubicBezTo>
                  <a:pt x="54" y="7"/>
                  <a:pt x="79" y="0"/>
                  <a:pt x="93" y="17"/>
                </a:cubicBezTo>
                <a:cubicBezTo>
                  <a:pt x="104" y="11"/>
                  <a:pt x="123" y="23"/>
                  <a:pt x="122" y="42"/>
                </a:cubicBezTo>
                <a:cubicBezTo>
                  <a:pt x="121" y="55"/>
                  <a:pt x="109" y="65"/>
                  <a:pt x="100" y="67"/>
                </a:cubicBezTo>
                <a:cubicBezTo>
                  <a:pt x="105" y="73"/>
                  <a:pt x="100" y="93"/>
                  <a:pt x="100" y="93"/>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429" name="Google Shape;1429;p32"/>
          <p:cNvSpPr/>
          <p:nvPr/>
        </p:nvSpPr>
        <p:spPr>
          <a:xfrm>
            <a:off x="7739079" y="2273228"/>
            <a:ext cx="90010" cy="140208"/>
          </a:xfrm>
          <a:custGeom>
            <a:rect b="b" l="l" r="r" t="t"/>
            <a:pathLst>
              <a:path extrusionOk="0" h="40" w="26">
                <a:moveTo>
                  <a:pt x="1" y="15"/>
                </a:moveTo>
                <a:cubicBezTo>
                  <a:pt x="3" y="23"/>
                  <a:pt x="8" y="29"/>
                  <a:pt x="13" y="33"/>
                </a:cubicBezTo>
                <a:cubicBezTo>
                  <a:pt x="20" y="40"/>
                  <a:pt x="26" y="35"/>
                  <a:pt x="26" y="26"/>
                </a:cubicBezTo>
                <a:cubicBezTo>
                  <a:pt x="26" y="18"/>
                  <a:pt x="22" y="5"/>
                  <a:pt x="13" y="2"/>
                </a:cubicBezTo>
                <a:cubicBezTo>
                  <a:pt x="5" y="0"/>
                  <a:pt x="0" y="6"/>
                  <a:pt x="1" y="15"/>
                </a:cubicBezTo>
                <a:close/>
              </a:path>
            </a:pathLst>
          </a:custGeom>
          <a:solidFill>
            <a:srgbClr val="7F3E3B"/>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30"/>
                                        </p:tgtEl>
                                        <p:attrNameLst>
                                          <p:attrName>style.visibility</p:attrName>
                                        </p:attrNameLst>
                                      </p:cBhvr>
                                      <p:to>
                                        <p:strVal val="visible"/>
                                      </p:to>
                                    </p:set>
                                    <p:anim calcmode="lin" valueType="num">
                                      <p:cBhvr additive="base">
                                        <p:cTn dur="500"/>
                                        <p:tgtEl>
                                          <p:spTgt spid="1330"/>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330">
                                            <p:txEl>
                                              <p:pRg end="0" st="0"/>
                                            </p:txEl>
                                          </p:spTgt>
                                        </p:tgtEl>
                                        <p:attrNameLst>
                                          <p:attrName>style.visibility</p:attrName>
                                        </p:attrNameLst>
                                      </p:cBhvr>
                                      <p:to>
                                        <p:strVal val="visible"/>
                                      </p:to>
                                    </p:set>
                                    <p:anim calcmode="lin" valueType="num">
                                      <p:cBhvr additive="base">
                                        <p:cTn dur="500"/>
                                        <p:tgtEl>
                                          <p:spTgt spid="1330">
                                            <p:txEl>
                                              <p:pRg end="0" st="0"/>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330">
                                            <p:txEl>
                                              <p:pRg end="1" st="1"/>
                                            </p:txEl>
                                          </p:spTgt>
                                        </p:tgtEl>
                                        <p:attrNameLst>
                                          <p:attrName>style.visibility</p:attrName>
                                        </p:attrNameLst>
                                      </p:cBhvr>
                                      <p:to>
                                        <p:strVal val="visible"/>
                                      </p:to>
                                    </p:set>
                                    <p:anim calcmode="lin" valueType="num">
                                      <p:cBhvr additive="base">
                                        <p:cTn dur="500"/>
                                        <p:tgtEl>
                                          <p:spTgt spid="1330">
                                            <p:txEl>
                                              <p:pRg end="1" st="1"/>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330">
                                            <p:txEl>
                                              <p:pRg end="2" st="2"/>
                                            </p:txEl>
                                          </p:spTgt>
                                        </p:tgtEl>
                                        <p:attrNameLst>
                                          <p:attrName>style.visibility</p:attrName>
                                        </p:attrNameLst>
                                      </p:cBhvr>
                                      <p:to>
                                        <p:strVal val="visible"/>
                                      </p:to>
                                    </p:set>
                                    <p:anim calcmode="lin" valueType="num">
                                      <p:cBhvr additive="base">
                                        <p:cTn dur="500"/>
                                        <p:tgtEl>
                                          <p:spTgt spid="1330">
                                            <p:txEl>
                                              <p:pRg end="2" st="2"/>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330">
                                            <p:txEl>
                                              <p:pRg end="3" st="3"/>
                                            </p:txEl>
                                          </p:spTgt>
                                        </p:tgtEl>
                                        <p:attrNameLst>
                                          <p:attrName>style.visibility</p:attrName>
                                        </p:attrNameLst>
                                      </p:cBhvr>
                                      <p:to>
                                        <p:strVal val="visible"/>
                                      </p:to>
                                    </p:set>
                                    <p:anim calcmode="lin" valueType="num">
                                      <p:cBhvr additive="base">
                                        <p:cTn dur="500"/>
                                        <p:tgtEl>
                                          <p:spTgt spid="1330">
                                            <p:txEl>
                                              <p:pRg end="3" st="3"/>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363"/>
                                        </p:tgtEl>
                                        <p:attrNameLst>
                                          <p:attrName>style.visibility</p:attrName>
                                        </p:attrNameLst>
                                      </p:cBhvr>
                                      <p:to>
                                        <p:strVal val="visible"/>
                                      </p:to>
                                    </p:set>
                                    <p:anim calcmode="lin" valueType="num">
                                      <p:cBhvr additive="base">
                                        <p:cTn dur="500"/>
                                        <p:tgtEl>
                                          <p:spTgt spid="1363"/>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60"/>
                                        </p:tgtEl>
                                        <p:attrNameLst>
                                          <p:attrName>style.visibility</p:attrName>
                                        </p:attrNameLst>
                                      </p:cBhvr>
                                      <p:to>
                                        <p:strVal val="visible"/>
                                      </p:to>
                                    </p:set>
                                    <p:anim calcmode="lin" valueType="num">
                                      <p:cBhvr additive="base">
                                        <p:cTn dur="500"/>
                                        <p:tgtEl>
                                          <p:spTgt spid="1360"/>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66"/>
                                        </p:tgtEl>
                                        <p:attrNameLst>
                                          <p:attrName>style.visibility</p:attrName>
                                        </p:attrNameLst>
                                      </p:cBhvr>
                                      <p:to>
                                        <p:strVal val="visible"/>
                                      </p:to>
                                    </p:set>
                                    <p:anim calcmode="lin" valueType="num">
                                      <p:cBhvr additive="base">
                                        <p:cTn dur="500"/>
                                        <p:tgtEl>
                                          <p:spTgt spid="1366"/>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59"/>
                                        </p:tgtEl>
                                        <p:attrNameLst>
                                          <p:attrName>style.visibility</p:attrName>
                                        </p:attrNameLst>
                                      </p:cBhvr>
                                      <p:to>
                                        <p:strVal val="visible"/>
                                      </p:to>
                                    </p:set>
                                    <p:anim calcmode="lin" valueType="num">
                                      <p:cBhvr additive="base">
                                        <p:cTn dur="500"/>
                                        <p:tgtEl>
                                          <p:spTgt spid="1359"/>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372"/>
                                        </p:tgtEl>
                                        <p:attrNameLst>
                                          <p:attrName>style.visibility</p:attrName>
                                        </p:attrNameLst>
                                      </p:cBhvr>
                                      <p:to>
                                        <p:strVal val="visible"/>
                                      </p:to>
                                    </p:set>
                                    <p:anim calcmode="lin" valueType="num">
                                      <p:cBhvr additive="base">
                                        <p:cTn dur="500"/>
                                        <p:tgtEl>
                                          <p:spTgt spid="1372"/>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3" name="Shape 1433"/>
        <p:cNvGrpSpPr/>
        <p:nvPr/>
      </p:nvGrpSpPr>
      <p:grpSpPr>
        <a:xfrm>
          <a:off x="0" y="0"/>
          <a:ext cx="0" cy="0"/>
          <a:chOff x="0" y="0"/>
          <a:chExt cx="0" cy="0"/>
        </a:xfrm>
      </p:grpSpPr>
      <p:sp>
        <p:nvSpPr>
          <p:cNvPr id="1434" name="Google Shape;1434;p33"/>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p>
            <a:pPr indent="0" lvl="0" marL="0" rtl="0" algn="l">
              <a:lnSpc>
                <a:spcPct val="90000"/>
              </a:lnSpc>
              <a:spcBef>
                <a:spcPts val="0"/>
              </a:spcBef>
              <a:spcAft>
                <a:spcPts val="0"/>
              </a:spcAft>
              <a:buClr>
                <a:schemeClr val="dk1"/>
              </a:buClr>
              <a:buSzPts val="3200"/>
              <a:buFont typeface="Poppins"/>
              <a:buNone/>
            </a:pPr>
            <a:r>
              <a:rPr lang="es-CL"/>
              <a:t>¿Y cómo se haría en Python?</a:t>
            </a:r>
            <a:endParaRPr/>
          </a:p>
        </p:txBody>
      </p:sp>
      <p:sp>
        <p:nvSpPr>
          <p:cNvPr id="1435" name="Google Shape;1435;p33"/>
          <p:cNvSpPr txBox="1"/>
          <p:nvPr/>
        </p:nvSpPr>
        <p:spPr>
          <a:xfrm>
            <a:off x="1112989" y="615954"/>
            <a:ext cx="1496564"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CL" sz="1200" u="none" cap="none" strike="noStrike">
                <a:solidFill>
                  <a:schemeClr val="accent1"/>
                </a:solidFill>
                <a:latin typeface="Poppins"/>
                <a:ea typeface="Poppins"/>
                <a:cs typeface="Poppins"/>
                <a:sym typeface="Poppins"/>
              </a:rPr>
              <a:t>Clase 10: Matrices</a:t>
            </a:r>
            <a:endParaRPr b="0" i="0" sz="1400" u="none" cap="none" strike="noStrike">
              <a:solidFill>
                <a:srgbClr val="000000"/>
              </a:solidFill>
              <a:latin typeface="Arial"/>
              <a:ea typeface="Arial"/>
              <a:cs typeface="Arial"/>
              <a:sym typeface="Arial"/>
            </a:endParaRPr>
          </a:p>
        </p:txBody>
      </p:sp>
      <p:sp>
        <p:nvSpPr>
          <p:cNvPr id="1436" name="Google Shape;1436;p33"/>
          <p:cNvSpPr/>
          <p:nvPr/>
        </p:nvSpPr>
        <p:spPr>
          <a:xfrm>
            <a:off x="1104900" y="1895803"/>
            <a:ext cx="3080639" cy="2526425"/>
          </a:xfrm>
          <a:prstGeom prst="roundRect">
            <a:avLst>
              <a:gd fmla="val 7853" name="adj"/>
            </a:avLst>
          </a:prstGeom>
          <a:solidFill>
            <a:srgbClr val="FFFFFF"/>
          </a:solidFill>
          <a:ln>
            <a:noFill/>
          </a:ln>
        </p:spPr>
        <p:txBody>
          <a:bodyPr anchorCtr="0" anchor="ctr" bIns="0" lIns="360000" spcFirstLastPara="1" rIns="274300" wrap="square" tIns="0">
            <a:noAutofit/>
          </a:bodyPr>
          <a:lstStyle/>
          <a:p>
            <a:pPr indent="0" lvl="0" marL="0" marR="0" rtl="0" algn="l">
              <a:lnSpc>
                <a:spcPct val="120000"/>
              </a:lnSpc>
              <a:spcBef>
                <a:spcPts val="0"/>
              </a:spcBef>
              <a:spcAft>
                <a:spcPts val="0"/>
              </a:spcAft>
              <a:buClr>
                <a:srgbClr val="000000"/>
              </a:buClr>
              <a:buSzPts val="2000"/>
              <a:buFont typeface="Arial"/>
              <a:buNone/>
            </a:pPr>
            <a:r>
              <a:rPr b="0" i="0" lang="es-CL" sz="2000" u="none" cap="none" strike="noStrike">
                <a:solidFill>
                  <a:schemeClr val="dk1"/>
                </a:solidFill>
                <a:latin typeface="Poppins"/>
                <a:ea typeface="Poppins"/>
                <a:cs typeface="Poppins"/>
                <a:sym typeface="Poppins"/>
              </a:rPr>
              <a:t>Tienes que preguntar si el país existe o no. Si es que no existe, hay que agregarlo al final.</a:t>
            </a:r>
            <a:endParaRPr b="0" i="0" sz="1400" u="none" cap="none" strike="noStrike">
              <a:solidFill>
                <a:srgbClr val="000000"/>
              </a:solidFill>
              <a:latin typeface="Arial"/>
              <a:ea typeface="Arial"/>
              <a:cs typeface="Arial"/>
              <a:sym typeface="Arial"/>
            </a:endParaRPr>
          </a:p>
        </p:txBody>
      </p:sp>
      <p:sp>
        <p:nvSpPr>
          <p:cNvPr id="1437" name="Google Shape;1437;p33"/>
          <p:cNvSpPr/>
          <p:nvPr/>
        </p:nvSpPr>
        <p:spPr>
          <a:xfrm>
            <a:off x="4461642" y="1895803"/>
            <a:ext cx="6834352" cy="3174038"/>
          </a:xfrm>
          <a:prstGeom prst="roundRect">
            <a:avLst>
              <a:gd fmla="val 6341" name="adj"/>
            </a:avLst>
          </a:prstGeom>
          <a:solidFill>
            <a:srgbClr val="FFFFFF"/>
          </a:solidFill>
          <a:ln>
            <a:noFill/>
          </a:ln>
        </p:spPr>
        <p:txBody>
          <a:bodyPr anchorCtr="0" anchor="ctr" bIns="0" lIns="396000" spcFirstLastPara="1" rIns="274300" wrap="square" tIns="0">
            <a:noAutofit/>
          </a:bodyPr>
          <a:lstStyle/>
          <a:p>
            <a:pPr indent="0" lvl="0" marL="0" marR="0" rtl="0" algn="l">
              <a:lnSpc>
                <a:spcPct val="100000"/>
              </a:lnSpc>
              <a:spcBef>
                <a:spcPts val="0"/>
              </a:spcBef>
              <a:spcAft>
                <a:spcPts val="0"/>
              </a:spcAft>
              <a:buClr>
                <a:srgbClr val="000000"/>
              </a:buClr>
              <a:buSzPts val="1800"/>
              <a:buFont typeface="Arial"/>
              <a:buNone/>
            </a:pPr>
            <a:r>
              <a:rPr b="0" i="1" lang="es-CL" sz="1800" u="none" cap="none" strike="noStrike">
                <a:solidFill>
                  <a:srgbClr val="808080"/>
                </a:solidFill>
                <a:latin typeface="Consolas"/>
                <a:ea typeface="Consolas"/>
                <a:cs typeface="Consolas"/>
                <a:sym typeface="Consolas"/>
              </a:rPr>
              <a:t># Esta función retorna el índice en que el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1" lang="es-CL" sz="1800" u="none" cap="none" strike="noStrike">
                <a:solidFill>
                  <a:srgbClr val="808080"/>
                </a:solidFill>
                <a:latin typeface="Consolas"/>
                <a:ea typeface="Consolas"/>
                <a:cs typeface="Consolas"/>
                <a:sym typeface="Consolas"/>
              </a:rPr>
              <a:t># elemento está en la lista.</a:t>
            </a:r>
            <a:br>
              <a:rPr b="0" i="1" lang="es-CL" sz="1800" u="none" cap="none" strike="noStrike">
                <a:solidFill>
                  <a:srgbClr val="808080"/>
                </a:solidFill>
                <a:latin typeface="Consolas"/>
                <a:ea typeface="Consolas"/>
                <a:cs typeface="Consolas"/>
                <a:sym typeface="Consolas"/>
              </a:rPr>
            </a:br>
            <a:r>
              <a:rPr b="0" i="1" lang="es-CL" sz="1800" u="none" cap="none" strike="noStrike">
                <a:solidFill>
                  <a:srgbClr val="808080"/>
                </a:solidFill>
                <a:latin typeface="Consolas"/>
                <a:ea typeface="Consolas"/>
                <a:cs typeface="Consolas"/>
                <a:sym typeface="Consolas"/>
              </a:rPr>
              <a:t># Si es que el elemento no está en la lista, lo # agrega al final. En este caso, igual retorna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1" lang="es-CL" sz="1800" u="none" cap="none" strike="noStrike">
                <a:solidFill>
                  <a:srgbClr val="808080"/>
                </a:solidFill>
                <a:latin typeface="Consolas"/>
                <a:ea typeface="Consolas"/>
                <a:cs typeface="Consolas"/>
                <a:sym typeface="Consolas"/>
              </a:rPr>
              <a:t># el índice donde se encuentra el elemento</a:t>
            </a:r>
            <a:br>
              <a:rPr b="0" i="1" lang="es-CL" sz="1800" u="none" cap="none" strike="noStrike">
                <a:solidFill>
                  <a:srgbClr val="808080"/>
                </a:solidFill>
                <a:latin typeface="Consolas"/>
                <a:ea typeface="Consolas"/>
                <a:cs typeface="Consolas"/>
                <a:sym typeface="Consolas"/>
              </a:rPr>
            </a:br>
            <a:br>
              <a:rPr b="0" i="1" lang="es-CL" sz="1800" u="none" cap="none" strike="noStrike">
                <a:solidFill>
                  <a:srgbClr val="808080"/>
                </a:solidFill>
                <a:latin typeface="Consolas"/>
                <a:ea typeface="Consolas"/>
                <a:cs typeface="Consolas"/>
                <a:sym typeface="Consolas"/>
              </a:rPr>
            </a:br>
            <a:r>
              <a:rPr b="1" i="0" lang="es-CL" sz="1800" u="none" cap="none" strike="noStrike">
                <a:solidFill>
                  <a:srgbClr val="000080"/>
                </a:solidFill>
                <a:latin typeface="Consolas"/>
                <a:ea typeface="Consolas"/>
                <a:cs typeface="Consolas"/>
                <a:sym typeface="Consolas"/>
              </a:rPr>
              <a:t>def </a:t>
            </a:r>
            <a:r>
              <a:rPr b="0" i="0" lang="es-CL" sz="1800" u="none" cap="none" strike="noStrike">
                <a:solidFill>
                  <a:srgbClr val="000000"/>
                </a:solidFill>
                <a:latin typeface="Consolas"/>
                <a:ea typeface="Consolas"/>
                <a:cs typeface="Consolas"/>
                <a:sym typeface="Consolas"/>
              </a:rPr>
              <a:t>buscarAgregar(lista, elemento):</a:t>
            </a:r>
            <a:br>
              <a:rPr b="0" i="0" lang="es-CL" sz="1800" u="none" cap="none" strike="noStrike">
                <a:solidFill>
                  <a:srgbClr val="000000"/>
                </a:solidFill>
                <a:latin typeface="Consolas"/>
                <a:ea typeface="Consolas"/>
                <a:cs typeface="Consolas"/>
                <a:sym typeface="Consolas"/>
              </a:rPr>
            </a:br>
            <a:r>
              <a:rPr b="0" i="0" lang="es-CL" sz="1800" u="none" cap="none" strike="noStrike">
                <a:solidFill>
                  <a:srgbClr val="000000"/>
                </a:solidFill>
                <a:latin typeface="Consolas"/>
                <a:ea typeface="Consolas"/>
                <a:cs typeface="Consolas"/>
                <a:sym typeface="Consolas"/>
              </a:rPr>
              <a:t>    </a:t>
            </a:r>
            <a:r>
              <a:rPr b="1" i="0" lang="es-CL" sz="1800" u="none" cap="none" strike="noStrike">
                <a:solidFill>
                  <a:srgbClr val="000080"/>
                </a:solidFill>
                <a:latin typeface="Consolas"/>
                <a:ea typeface="Consolas"/>
                <a:cs typeface="Consolas"/>
                <a:sym typeface="Consolas"/>
              </a:rPr>
              <a:t>if </a:t>
            </a:r>
            <a:r>
              <a:rPr b="0" i="0" lang="es-CL" sz="1800" u="none" cap="none" strike="noStrike">
                <a:solidFill>
                  <a:srgbClr val="000000"/>
                </a:solidFill>
                <a:latin typeface="Consolas"/>
                <a:ea typeface="Consolas"/>
                <a:cs typeface="Consolas"/>
                <a:sym typeface="Consolas"/>
              </a:rPr>
              <a:t>elemento </a:t>
            </a:r>
            <a:r>
              <a:rPr b="1" i="0" lang="es-CL" sz="1800" u="none" cap="none" strike="noStrike">
                <a:solidFill>
                  <a:srgbClr val="000080"/>
                </a:solidFill>
                <a:latin typeface="Consolas"/>
                <a:ea typeface="Consolas"/>
                <a:cs typeface="Consolas"/>
                <a:sym typeface="Consolas"/>
              </a:rPr>
              <a:t>not in </a:t>
            </a:r>
            <a:r>
              <a:rPr b="0" i="0" lang="es-CL" sz="1800" u="none" cap="none" strike="noStrike">
                <a:solidFill>
                  <a:srgbClr val="000000"/>
                </a:solidFill>
                <a:latin typeface="Consolas"/>
                <a:ea typeface="Consolas"/>
                <a:cs typeface="Consolas"/>
                <a:sym typeface="Consolas"/>
              </a:rPr>
              <a:t>lista:</a:t>
            </a:r>
            <a:br>
              <a:rPr b="0" i="0" lang="es-CL" sz="1800" u="none" cap="none" strike="noStrike">
                <a:solidFill>
                  <a:srgbClr val="000000"/>
                </a:solidFill>
                <a:latin typeface="Consolas"/>
                <a:ea typeface="Consolas"/>
                <a:cs typeface="Consolas"/>
                <a:sym typeface="Consolas"/>
              </a:rPr>
            </a:br>
            <a:r>
              <a:rPr b="0" i="0" lang="es-CL" sz="1800" u="none" cap="none" strike="noStrike">
                <a:solidFill>
                  <a:srgbClr val="000000"/>
                </a:solidFill>
                <a:latin typeface="Consolas"/>
                <a:ea typeface="Consolas"/>
                <a:cs typeface="Consolas"/>
                <a:sym typeface="Consolas"/>
              </a:rPr>
              <a:t>        lista.append(elemento)</a:t>
            </a:r>
            <a:br>
              <a:rPr b="0" i="0" lang="es-CL" sz="1800" u="none" cap="none" strike="noStrike">
                <a:solidFill>
                  <a:srgbClr val="000000"/>
                </a:solidFill>
                <a:latin typeface="Consolas"/>
                <a:ea typeface="Consolas"/>
                <a:cs typeface="Consolas"/>
                <a:sym typeface="Consolas"/>
              </a:rPr>
            </a:br>
            <a:r>
              <a:rPr b="0" i="0" lang="es-CL" sz="1800" u="none" cap="none" strike="noStrike">
                <a:solidFill>
                  <a:srgbClr val="000000"/>
                </a:solidFill>
                <a:latin typeface="Consolas"/>
                <a:ea typeface="Consolas"/>
                <a:cs typeface="Consolas"/>
                <a:sym typeface="Consolas"/>
              </a:rPr>
              <a:t>    </a:t>
            </a:r>
            <a:r>
              <a:rPr b="1" i="0" lang="es-CL" sz="1800" u="none" cap="none" strike="noStrike">
                <a:solidFill>
                  <a:srgbClr val="000080"/>
                </a:solidFill>
                <a:latin typeface="Consolas"/>
                <a:ea typeface="Consolas"/>
                <a:cs typeface="Consolas"/>
                <a:sym typeface="Consolas"/>
              </a:rPr>
              <a:t>return </a:t>
            </a:r>
            <a:r>
              <a:rPr b="0" i="0" lang="es-CL" sz="1800" u="none" cap="none" strike="noStrike">
                <a:solidFill>
                  <a:srgbClr val="000000"/>
                </a:solidFill>
                <a:latin typeface="Consolas"/>
                <a:ea typeface="Consolas"/>
                <a:cs typeface="Consolas"/>
                <a:sym typeface="Consolas"/>
              </a:rPr>
              <a:t>lista.index(elemento)</a:t>
            </a:r>
            <a:endParaRPr b="0" i="0" sz="4000" u="none" cap="none" strike="noStrike">
              <a:solidFill>
                <a:srgbClr val="000000"/>
              </a:solidFill>
              <a:latin typeface="Arial"/>
              <a:ea typeface="Arial"/>
              <a:cs typeface="Arial"/>
              <a:sym typeface="Arial"/>
            </a:endParaRPr>
          </a:p>
        </p:txBody>
      </p:sp>
      <p:sp>
        <p:nvSpPr>
          <p:cNvPr id="1438" name="Google Shape;1438;p33"/>
          <p:cNvSpPr/>
          <p:nvPr/>
        </p:nvSpPr>
        <p:spPr>
          <a:xfrm>
            <a:off x="296042" y="4588379"/>
            <a:ext cx="5515478" cy="1910825"/>
          </a:xfrm>
          <a:prstGeom prst="roundRect">
            <a:avLst>
              <a:gd fmla="val 6341" name="adj"/>
            </a:avLst>
          </a:prstGeom>
          <a:solidFill>
            <a:srgbClr val="FFFFFF"/>
          </a:solidFill>
          <a:ln cap="flat" cmpd="sng" w="28575">
            <a:solidFill>
              <a:schemeClr val="accent1"/>
            </a:solidFill>
            <a:prstDash val="solid"/>
            <a:miter lim="800000"/>
            <a:headEnd len="sm" w="sm" type="none"/>
            <a:tailEnd len="sm" w="sm" type="none"/>
          </a:ln>
        </p:spPr>
        <p:txBody>
          <a:bodyPr anchorCtr="0" anchor="ctr" bIns="0" lIns="360000" spcFirstLastPara="1" rIns="274300" wrap="square" tIns="0">
            <a:noAutofit/>
          </a:bodyPr>
          <a:lstStyle/>
          <a:p>
            <a:pPr indent="0" lvl="0" marL="0" marR="0" rtl="0" algn="l">
              <a:lnSpc>
                <a:spcPct val="100000"/>
              </a:lnSpc>
              <a:spcBef>
                <a:spcPts val="0"/>
              </a:spcBef>
              <a:spcAft>
                <a:spcPts val="0"/>
              </a:spcAft>
              <a:buClr>
                <a:srgbClr val="000000"/>
              </a:buClr>
              <a:buSzPts val="1800"/>
              <a:buFont typeface="Arial"/>
              <a:buNone/>
            </a:pPr>
            <a:r>
              <a:rPr b="0" i="1" lang="es-CL" sz="1800" u="none" cap="none" strike="noStrike">
                <a:solidFill>
                  <a:srgbClr val="808080"/>
                </a:solidFill>
                <a:latin typeface="Consolas"/>
                <a:ea typeface="Consolas"/>
                <a:cs typeface="Consolas"/>
                <a:sym typeface="Consolas"/>
              </a:rPr>
              <a:t># Este código estará dentro del ciclo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1" lang="es-CL" sz="1800" u="none" cap="none" strike="noStrike">
                <a:solidFill>
                  <a:srgbClr val="808080"/>
                </a:solidFill>
                <a:latin typeface="Consolas"/>
                <a:ea typeface="Consolas"/>
                <a:cs typeface="Consolas"/>
                <a:sym typeface="Consolas"/>
              </a:rPr>
              <a:t># de lectura:</a:t>
            </a:r>
            <a:endParaRPr b="0" i="0" sz="18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rPr b="0" i="0" lang="es-CL" sz="1800" u="none" cap="none" strike="noStrike">
                <a:solidFill>
                  <a:srgbClr val="000000"/>
                </a:solidFill>
                <a:latin typeface="Consolas"/>
                <a:ea typeface="Consolas"/>
                <a:cs typeface="Consolas"/>
                <a:sym typeface="Consolas"/>
              </a:rPr>
              <a:t>partes = linea.split()</a:t>
            </a:r>
            <a:br>
              <a:rPr b="0" i="0" lang="es-CL" sz="1800" u="none" cap="none" strike="noStrike">
                <a:solidFill>
                  <a:srgbClr val="000000"/>
                </a:solidFill>
                <a:latin typeface="Consolas"/>
                <a:ea typeface="Consolas"/>
                <a:cs typeface="Consolas"/>
                <a:sym typeface="Consolas"/>
              </a:rPr>
            </a:br>
            <a:r>
              <a:rPr b="0" i="0" lang="es-CL" sz="1800" u="none" cap="none" strike="noStrike">
                <a:solidFill>
                  <a:srgbClr val="000000"/>
                </a:solidFill>
                <a:latin typeface="Consolas"/>
                <a:ea typeface="Consolas"/>
                <a:cs typeface="Consolas"/>
                <a:sym typeface="Consolas"/>
              </a:rPr>
              <a:t>pais = partes[</a:t>
            </a:r>
            <a:r>
              <a:rPr b="0" i="0" lang="es-CL" sz="1800" u="none" cap="none" strike="noStrike">
                <a:solidFill>
                  <a:srgbClr val="0000FF"/>
                </a:solidFill>
                <a:latin typeface="Consolas"/>
                <a:ea typeface="Consolas"/>
                <a:cs typeface="Consolas"/>
                <a:sym typeface="Consolas"/>
              </a:rPr>
              <a:t>1</a:t>
            </a:r>
            <a:r>
              <a:rPr b="0" i="0" lang="es-CL" sz="1800" u="none" cap="none" strike="noStrike">
                <a:solidFill>
                  <a:srgbClr val="000000"/>
                </a:solidFill>
                <a:latin typeface="Consolas"/>
                <a:ea typeface="Consolas"/>
                <a:cs typeface="Consolas"/>
                <a:sym typeface="Consolas"/>
              </a:rPr>
              <a:t>]</a:t>
            </a:r>
            <a:br>
              <a:rPr b="0" i="0" lang="es-CL" sz="1800" u="none" cap="none" strike="noStrike">
                <a:solidFill>
                  <a:srgbClr val="000000"/>
                </a:solidFill>
                <a:latin typeface="Consolas"/>
                <a:ea typeface="Consolas"/>
                <a:cs typeface="Consolas"/>
                <a:sym typeface="Consolas"/>
              </a:rPr>
            </a:br>
            <a:br>
              <a:rPr b="0" i="0" lang="es-CL" sz="1800" u="none" cap="none" strike="noStrike">
                <a:solidFill>
                  <a:srgbClr val="000000"/>
                </a:solidFill>
                <a:latin typeface="Consolas"/>
                <a:ea typeface="Consolas"/>
                <a:cs typeface="Consolas"/>
                <a:sym typeface="Consolas"/>
              </a:rPr>
            </a:br>
            <a:r>
              <a:rPr b="0" i="0" lang="es-CL" sz="1800" u="none" cap="none" strike="noStrike">
                <a:solidFill>
                  <a:srgbClr val="000000"/>
                </a:solidFill>
                <a:latin typeface="Consolas"/>
                <a:ea typeface="Consolas"/>
                <a:cs typeface="Consolas"/>
                <a:sym typeface="Consolas"/>
              </a:rPr>
              <a:t>columna = buscarAgregar(paises, pais)</a:t>
            </a:r>
            <a:endParaRPr b="0" i="0" sz="40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36"/>
                                        </p:tgtEl>
                                        <p:attrNameLst>
                                          <p:attrName>style.visibility</p:attrName>
                                        </p:attrNameLst>
                                      </p:cBhvr>
                                      <p:to>
                                        <p:strVal val="visible"/>
                                      </p:to>
                                    </p:set>
                                    <p:anim calcmode="lin" valueType="num">
                                      <p:cBhvr additive="base">
                                        <p:cTn dur="500"/>
                                        <p:tgtEl>
                                          <p:spTgt spid="1436"/>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436">
                                            <p:txEl>
                                              <p:pRg end="0" st="0"/>
                                            </p:txEl>
                                          </p:spTgt>
                                        </p:tgtEl>
                                        <p:attrNameLst>
                                          <p:attrName>style.visibility</p:attrName>
                                        </p:attrNameLst>
                                      </p:cBhvr>
                                      <p:to>
                                        <p:strVal val="visible"/>
                                      </p:to>
                                    </p:set>
                                    <p:anim calcmode="lin" valueType="num">
                                      <p:cBhvr additive="base">
                                        <p:cTn dur="500"/>
                                        <p:tgtEl>
                                          <p:spTgt spid="1436">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37"/>
                                        </p:tgtEl>
                                        <p:attrNameLst>
                                          <p:attrName>style.visibility</p:attrName>
                                        </p:attrNameLst>
                                      </p:cBhvr>
                                      <p:to>
                                        <p:strVal val="visible"/>
                                      </p:to>
                                    </p:set>
                                    <p:anim calcmode="lin" valueType="num">
                                      <p:cBhvr additive="base">
                                        <p:cTn dur="500"/>
                                        <p:tgtEl>
                                          <p:spTgt spid="1437"/>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38"/>
                                        </p:tgtEl>
                                        <p:attrNameLst>
                                          <p:attrName>style.visibility</p:attrName>
                                        </p:attrNameLst>
                                      </p:cBhvr>
                                      <p:to>
                                        <p:strVal val="visible"/>
                                      </p:to>
                                    </p:set>
                                    <p:anim calcmode="lin" valueType="num">
                                      <p:cBhvr additive="base">
                                        <p:cTn dur="500"/>
                                        <p:tgtEl>
                                          <p:spTgt spid="1438"/>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2" name="Shape 1442"/>
        <p:cNvGrpSpPr/>
        <p:nvPr/>
      </p:nvGrpSpPr>
      <p:grpSpPr>
        <a:xfrm>
          <a:off x="0" y="0"/>
          <a:ext cx="0" cy="0"/>
          <a:chOff x="0" y="0"/>
          <a:chExt cx="0" cy="0"/>
        </a:xfrm>
      </p:grpSpPr>
      <p:sp>
        <p:nvSpPr>
          <p:cNvPr id="1443" name="Google Shape;1443;p34"/>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p>
            <a:pPr indent="0" lvl="0" marL="0" rtl="0" algn="l">
              <a:lnSpc>
                <a:spcPct val="90000"/>
              </a:lnSpc>
              <a:spcBef>
                <a:spcPts val="0"/>
              </a:spcBef>
              <a:spcAft>
                <a:spcPts val="0"/>
              </a:spcAft>
              <a:buClr>
                <a:schemeClr val="dk1"/>
              </a:buClr>
              <a:buSzPts val="3200"/>
              <a:buFont typeface="Poppins"/>
              <a:buNone/>
            </a:pPr>
            <a:r>
              <a:rPr lang="es-CL"/>
              <a:t>¿Y cómo se haría en Python?</a:t>
            </a:r>
            <a:endParaRPr/>
          </a:p>
        </p:txBody>
      </p:sp>
      <p:sp>
        <p:nvSpPr>
          <p:cNvPr id="1444" name="Google Shape;1444;p34"/>
          <p:cNvSpPr txBox="1"/>
          <p:nvPr/>
        </p:nvSpPr>
        <p:spPr>
          <a:xfrm>
            <a:off x="1112989" y="615954"/>
            <a:ext cx="1496564"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CL" sz="1200" u="none" cap="none" strike="noStrike">
                <a:solidFill>
                  <a:schemeClr val="accent1"/>
                </a:solidFill>
                <a:latin typeface="Poppins"/>
                <a:ea typeface="Poppins"/>
                <a:cs typeface="Poppins"/>
                <a:sym typeface="Poppins"/>
              </a:rPr>
              <a:t>Clase 10: Matrices</a:t>
            </a:r>
            <a:endParaRPr b="0" i="0" sz="1400" u="none" cap="none" strike="noStrike">
              <a:solidFill>
                <a:srgbClr val="000000"/>
              </a:solidFill>
              <a:latin typeface="Arial"/>
              <a:ea typeface="Arial"/>
              <a:cs typeface="Arial"/>
              <a:sym typeface="Arial"/>
            </a:endParaRPr>
          </a:p>
        </p:txBody>
      </p:sp>
      <p:sp>
        <p:nvSpPr>
          <p:cNvPr id="1445" name="Google Shape;1445;p34"/>
          <p:cNvSpPr/>
          <p:nvPr/>
        </p:nvSpPr>
        <p:spPr>
          <a:xfrm>
            <a:off x="1104900" y="1895803"/>
            <a:ext cx="3080639" cy="2526425"/>
          </a:xfrm>
          <a:prstGeom prst="roundRect">
            <a:avLst>
              <a:gd fmla="val 7853" name="adj"/>
            </a:avLst>
          </a:prstGeom>
          <a:solidFill>
            <a:srgbClr val="FFFFFF"/>
          </a:solidFill>
          <a:ln>
            <a:noFill/>
          </a:ln>
        </p:spPr>
        <p:txBody>
          <a:bodyPr anchorCtr="0" anchor="ctr" bIns="0" lIns="360000" spcFirstLastPara="1" rIns="274300" wrap="square" tIns="0">
            <a:noAutofit/>
          </a:bodyPr>
          <a:lstStyle/>
          <a:p>
            <a:pPr indent="0" lvl="0" marL="0" marR="0" rtl="0" algn="l">
              <a:lnSpc>
                <a:spcPct val="120000"/>
              </a:lnSpc>
              <a:spcBef>
                <a:spcPts val="0"/>
              </a:spcBef>
              <a:spcAft>
                <a:spcPts val="0"/>
              </a:spcAft>
              <a:buClr>
                <a:srgbClr val="000000"/>
              </a:buClr>
              <a:buSzPts val="2000"/>
              <a:buFont typeface="Arial"/>
              <a:buNone/>
            </a:pPr>
            <a:r>
              <a:rPr b="0" i="0" lang="es-CL" sz="2000" u="none" cap="none" strike="noStrike">
                <a:solidFill>
                  <a:schemeClr val="dk1"/>
                </a:solidFill>
                <a:latin typeface="Poppins"/>
                <a:ea typeface="Poppins"/>
                <a:cs typeface="Poppins"/>
                <a:sym typeface="Poppins"/>
              </a:rPr>
              <a:t>Tienes que preguntar si el nombre existe o no. Si es que no existe, hay que agregarlo al final.</a:t>
            </a:r>
            <a:endParaRPr b="0" i="0" sz="1400" u="none" cap="none" strike="noStrike">
              <a:solidFill>
                <a:srgbClr val="000000"/>
              </a:solidFill>
              <a:latin typeface="Arial"/>
              <a:ea typeface="Arial"/>
              <a:cs typeface="Arial"/>
              <a:sym typeface="Arial"/>
            </a:endParaRPr>
          </a:p>
        </p:txBody>
      </p:sp>
      <p:sp>
        <p:nvSpPr>
          <p:cNvPr id="1446" name="Google Shape;1446;p34"/>
          <p:cNvSpPr/>
          <p:nvPr/>
        </p:nvSpPr>
        <p:spPr>
          <a:xfrm>
            <a:off x="4461642" y="1895803"/>
            <a:ext cx="5820278" cy="1680517"/>
          </a:xfrm>
          <a:prstGeom prst="roundRect">
            <a:avLst>
              <a:gd fmla="val 14201" name="adj"/>
            </a:avLst>
          </a:prstGeom>
          <a:solidFill>
            <a:srgbClr val="FFFFFF"/>
          </a:solidFill>
          <a:ln>
            <a:noFill/>
          </a:ln>
        </p:spPr>
        <p:txBody>
          <a:bodyPr anchorCtr="0" anchor="ctr" bIns="0" lIns="396000" spcFirstLastPara="1" rIns="27430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s-CL" sz="1800" u="none" cap="none" strike="noStrike">
                <a:solidFill>
                  <a:srgbClr val="000000"/>
                </a:solidFill>
                <a:latin typeface="Consolas"/>
                <a:ea typeface="Consolas"/>
                <a:cs typeface="Consolas"/>
                <a:sym typeface="Consolas"/>
              </a:rPr>
              <a:t>partes = linea.split()</a:t>
            </a:r>
            <a:br>
              <a:rPr b="0" i="0" lang="es-CL" sz="1800" u="none" cap="none" strike="noStrike">
                <a:solidFill>
                  <a:srgbClr val="000000"/>
                </a:solidFill>
                <a:latin typeface="Consolas"/>
                <a:ea typeface="Consolas"/>
                <a:cs typeface="Consolas"/>
                <a:sym typeface="Consolas"/>
              </a:rPr>
            </a:br>
            <a:r>
              <a:rPr b="0" i="0" lang="es-CL" sz="1800" u="none" cap="none" strike="noStrike">
                <a:solidFill>
                  <a:srgbClr val="000000"/>
                </a:solidFill>
                <a:latin typeface="Consolas"/>
                <a:ea typeface="Consolas"/>
                <a:cs typeface="Consolas"/>
                <a:sym typeface="Consolas"/>
              </a:rPr>
              <a:t>nombre = partes[</a:t>
            </a:r>
            <a:r>
              <a:rPr b="0" i="0" lang="es-CL" sz="1800" u="none" cap="none" strike="noStrike">
                <a:solidFill>
                  <a:srgbClr val="0000FF"/>
                </a:solidFill>
                <a:latin typeface="Consolas"/>
                <a:ea typeface="Consolas"/>
                <a:cs typeface="Consolas"/>
                <a:sym typeface="Consolas"/>
              </a:rPr>
              <a:t>0</a:t>
            </a:r>
            <a:r>
              <a:rPr b="0" i="0" lang="es-CL" sz="1800" u="none" cap="none" strike="noStrike">
                <a:solidFill>
                  <a:srgbClr val="000000"/>
                </a:solidFill>
                <a:latin typeface="Consolas"/>
                <a:ea typeface="Consolas"/>
                <a:cs typeface="Consolas"/>
                <a:sym typeface="Consolas"/>
              </a:rPr>
              <a:t>]</a:t>
            </a:r>
            <a:br>
              <a:rPr b="0" i="0" lang="es-CL" sz="1800" u="none" cap="none" strike="noStrike">
                <a:solidFill>
                  <a:srgbClr val="000000"/>
                </a:solidFill>
                <a:latin typeface="Consolas"/>
                <a:ea typeface="Consolas"/>
                <a:cs typeface="Consolas"/>
                <a:sym typeface="Consolas"/>
              </a:rPr>
            </a:br>
            <a:br>
              <a:rPr b="0" i="0" lang="es-CL" sz="1800" u="none" cap="none" strike="noStrike">
                <a:solidFill>
                  <a:srgbClr val="000000"/>
                </a:solidFill>
                <a:latin typeface="Consolas"/>
                <a:ea typeface="Consolas"/>
                <a:cs typeface="Consolas"/>
                <a:sym typeface="Consolas"/>
              </a:rPr>
            </a:br>
            <a:r>
              <a:rPr b="0" i="0" lang="es-CL" sz="1800" u="none" cap="none" strike="noStrike">
                <a:solidFill>
                  <a:srgbClr val="000000"/>
                </a:solidFill>
                <a:latin typeface="Consolas"/>
                <a:ea typeface="Consolas"/>
                <a:cs typeface="Consolas"/>
                <a:sym typeface="Consolas"/>
              </a:rPr>
              <a:t>fila = buscarAgregar(nombres, nombre)</a:t>
            </a:r>
            <a:endParaRPr b="0" i="0" sz="40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45"/>
                                        </p:tgtEl>
                                        <p:attrNameLst>
                                          <p:attrName>style.visibility</p:attrName>
                                        </p:attrNameLst>
                                      </p:cBhvr>
                                      <p:to>
                                        <p:strVal val="visible"/>
                                      </p:to>
                                    </p:set>
                                    <p:anim calcmode="lin" valueType="num">
                                      <p:cBhvr additive="base">
                                        <p:cTn dur="500"/>
                                        <p:tgtEl>
                                          <p:spTgt spid="1445"/>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445">
                                            <p:txEl>
                                              <p:pRg end="0" st="0"/>
                                            </p:txEl>
                                          </p:spTgt>
                                        </p:tgtEl>
                                        <p:attrNameLst>
                                          <p:attrName>style.visibility</p:attrName>
                                        </p:attrNameLst>
                                      </p:cBhvr>
                                      <p:to>
                                        <p:strVal val="visible"/>
                                      </p:to>
                                    </p:set>
                                    <p:anim calcmode="lin" valueType="num">
                                      <p:cBhvr additive="base">
                                        <p:cTn dur="500"/>
                                        <p:tgtEl>
                                          <p:spTgt spid="1445">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46"/>
                                        </p:tgtEl>
                                        <p:attrNameLst>
                                          <p:attrName>style.visibility</p:attrName>
                                        </p:attrNameLst>
                                      </p:cBhvr>
                                      <p:to>
                                        <p:strVal val="visible"/>
                                      </p:to>
                                    </p:set>
                                    <p:anim calcmode="lin" valueType="num">
                                      <p:cBhvr additive="base">
                                        <p:cTn dur="500"/>
                                        <p:tgtEl>
                                          <p:spTgt spid="1446"/>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0" name="Shape 1450"/>
        <p:cNvGrpSpPr/>
        <p:nvPr/>
      </p:nvGrpSpPr>
      <p:grpSpPr>
        <a:xfrm>
          <a:off x="0" y="0"/>
          <a:ext cx="0" cy="0"/>
          <a:chOff x="0" y="0"/>
          <a:chExt cx="0" cy="0"/>
        </a:xfrm>
      </p:grpSpPr>
      <p:sp>
        <p:nvSpPr>
          <p:cNvPr id="1451" name="Google Shape;1451;p35"/>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p>
            <a:pPr indent="0" lvl="0" marL="0" rtl="0" algn="l">
              <a:lnSpc>
                <a:spcPct val="90000"/>
              </a:lnSpc>
              <a:spcBef>
                <a:spcPts val="0"/>
              </a:spcBef>
              <a:spcAft>
                <a:spcPts val="0"/>
              </a:spcAft>
              <a:buClr>
                <a:schemeClr val="dk1"/>
              </a:buClr>
              <a:buSzPts val="3200"/>
              <a:buFont typeface="Poppins"/>
              <a:buNone/>
            </a:pPr>
            <a:r>
              <a:rPr lang="es-CL"/>
              <a:t>¿Y cómo se haría en Python?</a:t>
            </a:r>
            <a:endParaRPr/>
          </a:p>
        </p:txBody>
      </p:sp>
      <p:sp>
        <p:nvSpPr>
          <p:cNvPr id="1452" name="Google Shape;1452;p35"/>
          <p:cNvSpPr txBox="1"/>
          <p:nvPr/>
        </p:nvSpPr>
        <p:spPr>
          <a:xfrm>
            <a:off x="1112989" y="615954"/>
            <a:ext cx="1496564"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CL" sz="1200" u="none" cap="none" strike="noStrike">
                <a:solidFill>
                  <a:schemeClr val="accent1"/>
                </a:solidFill>
                <a:latin typeface="Poppins"/>
                <a:ea typeface="Poppins"/>
                <a:cs typeface="Poppins"/>
                <a:sym typeface="Poppins"/>
              </a:rPr>
              <a:t>Clase 10: Matrices</a:t>
            </a:r>
            <a:endParaRPr b="0" i="0" sz="1400" u="none" cap="none" strike="noStrike">
              <a:solidFill>
                <a:srgbClr val="000000"/>
              </a:solidFill>
              <a:latin typeface="Arial"/>
              <a:ea typeface="Arial"/>
              <a:cs typeface="Arial"/>
              <a:sym typeface="Arial"/>
            </a:endParaRPr>
          </a:p>
        </p:txBody>
      </p:sp>
      <p:sp>
        <p:nvSpPr>
          <p:cNvPr id="1453" name="Google Shape;1453;p35"/>
          <p:cNvSpPr/>
          <p:nvPr/>
        </p:nvSpPr>
        <p:spPr>
          <a:xfrm>
            <a:off x="1104900" y="1895803"/>
            <a:ext cx="3080639" cy="3519477"/>
          </a:xfrm>
          <a:prstGeom prst="roundRect">
            <a:avLst>
              <a:gd fmla="val 7853" name="adj"/>
            </a:avLst>
          </a:prstGeom>
          <a:solidFill>
            <a:srgbClr val="FFFFFF"/>
          </a:solidFill>
          <a:ln>
            <a:noFill/>
          </a:ln>
        </p:spPr>
        <p:txBody>
          <a:bodyPr anchorCtr="0" anchor="ctr" bIns="0" lIns="360000" spcFirstLastPara="1" rIns="274300" wrap="square" tIns="0">
            <a:noAutofit/>
          </a:bodyPr>
          <a:lstStyle/>
          <a:p>
            <a:pPr indent="0" lvl="0" marL="0" marR="0" rtl="0" algn="l">
              <a:lnSpc>
                <a:spcPct val="120000"/>
              </a:lnSpc>
              <a:spcBef>
                <a:spcPts val="0"/>
              </a:spcBef>
              <a:spcAft>
                <a:spcPts val="0"/>
              </a:spcAft>
              <a:buClr>
                <a:srgbClr val="000000"/>
              </a:buClr>
              <a:buSzPts val="2000"/>
              <a:buFont typeface="Arial"/>
              <a:buNone/>
            </a:pPr>
            <a:r>
              <a:rPr b="0" i="0" lang="es-CL" sz="2000" u="none" cap="none" strike="noStrike">
                <a:solidFill>
                  <a:schemeClr val="dk1"/>
                </a:solidFill>
                <a:latin typeface="Poppins"/>
                <a:ea typeface="Poppins"/>
                <a:cs typeface="Poppins"/>
                <a:sym typeface="Poppins"/>
              </a:rPr>
              <a:t>Independiente de si el nombre y país existen o no, hay que incrementar en uno la intersección en la matriz.</a:t>
            </a:r>
            <a:endParaRPr b="0" i="0" sz="1400" u="none" cap="none" strike="noStrike">
              <a:solidFill>
                <a:srgbClr val="000000"/>
              </a:solidFill>
              <a:latin typeface="Arial"/>
              <a:ea typeface="Arial"/>
              <a:cs typeface="Arial"/>
              <a:sym typeface="Arial"/>
            </a:endParaRPr>
          </a:p>
        </p:txBody>
      </p:sp>
      <p:sp>
        <p:nvSpPr>
          <p:cNvPr id="1454" name="Google Shape;1454;p35"/>
          <p:cNvSpPr/>
          <p:nvPr/>
        </p:nvSpPr>
        <p:spPr>
          <a:xfrm>
            <a:off x="4461642" y="1895803"/>
            <a:ext cx="6978518" cy="2300277"/>
          </a:xfrm>
          <a:prstGeom prst="roundRect">
            <a:avLst>
              <a:gd fmla="val 11109" name="adj"/>
            </a:avLst>
          </a:prstGeom>
          <a:solidFill>
            <a:srgbClr val="FFFFFF"/>
          </a:solidFill>
          <a:ln>
            <a:noFill/>
          </a:ln>
        </p:spPr>
        <p:txBody>
          <a:bodyPr anchorCtr="0" anchor="ctr" bIns="0" lIns="252000" spcFirstLastPara="1" rIns="274300" wrap="square" tIns="0">
            <a:noAutofit/>
          </a:bodyPr>
          <a:lstStyle/>
          <a:p>
            <a:pPr indent="0" lvl="0" marL="0" marR="0" rtl="0" algn="l">
              <a:lnSpc>
                <a:spcPct val="100000"/>
              </a:lnSpc>
              <a:spcBef>
                <a:spcPts val="0"/>
              </a:spcBef>
              <a:spcAft>
                <a:spcPts val="0"/>
              </a:spcAft>
              <a:buClr>
                <a:srgbClr val="000000"/>
              </a:buClr>
              <a:buSzPts val="1800"/>
              <a:buFont typeface="Arial"/>
              <a:buNone/>
            </a:pPr>
            <a:r>
              <a:rPr b="0" i="1" lang="es-CL" sz="1800" u="none" cap="none" strike="noStrike">
                <a:solidFill>
                  <a:srgbClr val="808080"/>
                </a:solidFill>
                <a:latin typeface="Consolas"/>
                <a:ea typeface="Consolas"/>
                <a:cs typeface="Consolas"/>
                <a:sym typeface="Consolas"/>
              </a:rPr>
              <a:t># Después que hemos procesado el nombre y el país</a:t>
            </a:r>
            <a:br>
              <a:rPr b="0" i="1" lang="es-CL" sz="1800" u="none" cap="none" strike="noStrike">
                <a:solidFill>
                  <a:srgbClr val="808080"/>
                </a:solidFill>
                <a:latin typeface="Consolas"/>
                <a:ea typeface="Consolas"/>
                <a:cs typeface="Consolas"/>
                <a:sym typeface="Consolas"/>
              </a:rPr>
            </a:br>
            <a:r>
              <a:rPr b="0" i="1" lang="es-CL" sz="1800" u="none" cap="none" strike="noStrike">
                <a:solidFill>
                  <a:srgbClr val="808080"/>
                </a:solidFill>
                <a:latin typeface="Consolas"/>
                <a:ea typeface="Consolas"/>
                <a:cs typeface="Consolas"/>
                <a:sym typeface="Consolas"/>
              </a:rPr>
              <a:t># (y por lo tanto sabemos la fila y la columna </a:t>
            </a:r>
            <a:br>
              <a:rPr b="0" i="1" lang="es-CL" sz="1800" u="none" cap="none" strike="noStrike">
                <a:solidFill>
                  <a:srgbClr val="808080"/>
                </a:solidFill>
                <a:latin typeface="Consolas"/>
                <a:ea typeface="Consolas"/>
                <a:cs typeface="Consolas"/>
                <a:sym typeface="Consolas"/>
              </a:rPr>
            </a:br>
            <a:r>
              <a:rPr b="0" i="1" lang="es-CL" sz="1800" u="none" cap="none" strike="noStrike">
                <a:solidFill>
                  <a:srgbClr val="808080"/>
                </a:solidFill>
                <a:latin typeface="Consolas"/>
                <a:ea typeface="Consolas"/>
                <a:cs typeface="Consolas"/>
                <a:sym typeface="Consolas"/>
              </a:rPr>
              <a:t># en la matriz), incrementamos el contador en la</a:t>
            </a:r>
            <a:br>
              <a:rPr b="0" i="1" lang="es-CL" sz="1800" u="none" cap="none" strike="noStrike">
                <a:solidFill>
                  <a:srgbClr val="808080"/>
                </a:solidFill>
                <a:latin typeface="Consolas"/>
                <a:ea typeface="Consolas"/>
                <a:cs typeface="Consolas"/>
                <a:sym typeface="Consolas"/>
              </a:rPr>
            </a:br>
            <a:r>
              <a:rPr b="0" i="1" lang="es-CL" sz="1800" u="none" cap="none" strike="noStrike">
                <a:solidFill>
                  <a:srgbClr val="808080"/>
                </a:solidFill>
                <a:latin typeface="Consolas"/>
                <a:ea typeface="Consolas"/>
                <a:cs typeface="Consolas"/>
                <a:sym typeface="Consolas"/>
              </a:rPr>
              <a:t># intersección indicada:</a:t>
            </a:r>
            <a:br>
              <a:rPr b="0" i="1" lang="es-CL" sz="1800" u="none" cap="none" strike="noStrike">
                <a:solidFill>
                  <a:srgbClr val="808080"/>
                </a:solidFill>
                <a:latin typeface="Consolas"/>
                <a:ea typeface="Consolas"/>
                <a:cs typeface="Consolas"/>
                <a:sym typeface="Consolas"/>
              </a:rPr>
            </a:br>
            <a:br>
              <a:rPr b="0" i="1" lang="es-CL" sz="1800" u="none" cap="none" strike="noStrike">
                <a:solidFill>
                  <a:srgbClr val="808080"/>
                </a:solidFill>
                <a:latin typeface="Consolas"/>
                <a:ea typeface="Consolas"/>
                <a:cs typeface="Consolas"/>
                <a:sym typeface="Consolas"/>
              </a:rPr>
            </a:br>
            <a:r>
              <a:rPr b="0" i="0" lang="es-CL" sz="1800" u="none" cap="none" strike="noStrike">
                <a:solidFill>
                  <a:srgbClr val="000000"/>
                </a:solidFill>
                <a:latin typeface="Consolas"/>
                <a:ea typeface="Consolas"/>
                <a:cs typeface="Consolas"/>
                <a:sym typeface="Consolas"/>
              </a:rPr>
              <a:t>matriz[fila][columna] = matriz[fila][columna] + </a:t>
            </a:r>
            <a:r>
              <a:rPr b="0" i="0" lang="es-CL" sz="1800" u="none" cap="none" strike="noStrike">
                <a:solidFill>
                  <a:srgbClr val="0000FF"/>
                </a:solidFill>
                <a:latin typeface="Consolas"/>
                <a:ea typeface="Consolas"/>
                <a:cs typeface="Consolas"/>
                <a:sym typeface="Consolas"/>
              </a:rPr>
              <a:t>1</a:t>
            </a:r>
            <a:endParaRPr b="0" i="0" sz="40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53"/>
                                        </p:tgtEl>
                                        <p:attrNameLst>
                                          <p:attrName>style.visibility</p:attrName>
                                        </p:attrNameLst>
                                      </p:cBhvr>
                                      <p:to>
                                        <p:strVal val="visible"/>
                                      </p:to>
                                    </p:set>
                                    <p:anim calcmode="lin" valueType="num">
                                      <p:cBhvr additive="base">
                                        <p:cTn dur="500"/>
                                        <p:tgtEl>
                                          <p:spTgt spid="1453"/>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453">
                                            <p:txEl>
                                              <p:pRg end="0" st="0"/>
                                            </p:txEl>
                                          </p:spTgt>
                                        </p:tgtEl>
                                        <p:attrNameLst>
                                          <p:attrName>style.visibility</p:attrName>
                                        </p:attrNameLst>
                                      </p:cBhvr>
                                      <p:to>
                                        <p:strVal val="visible"/>
                                      </p:to>
                                    </p:set>
                                    <p:anim calcmode="lin" valueType="num">
                                      <p:cBhvr additive="base">
                                        <p:cTn dur="500"/>
                                        <p:tgtEl>
                                          <p:spTgt spid="1453">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54"/>
                                        </p:tgtEl>
                                        <p:attrNameLst>
                                          <p:attrName>style.visibility</p:attrName>
                                        </p:attrNameLst>
                                      </p:cBhvr>
                                      <p:to>
                                        <p:strVal val="visible"/>
                                      </p:to>
                                    </p:set>
                                    <p:anim calcmode="lin" valueType="num">
                                      <p:cBhvr additive="base">
                                        <p:cTn dur="500"/>
                                        <p:tgtEl>
                                          <p:spTgt spid="1454"/>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8" name="Shape 1458"/>
        <p:cNvGrpSpPr/>
        <p:nvPr/>
      </p:nvGrpSpPr>
      <p:grpSpPr>
        <a:xfrm>
          <a:off x="0" y="0"/>
          <a:ext cx="0" cy="0"/>
          <a:chOff x="0" y="0"/>
          <a:chExt cx="0" cy="0"/>
        </a:xfrm>
      </p:grpSpPr>
      <p:sp>
        <p:nvSpPr>
          <p:cNvPr id="1459" name="Google Shape;1459;p36"/>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p>
            <a:pPr indent="0" lvl="0" marL="0" rtl="0" algn="l">
              <a:lnSpc>
                <a:spcPct val="90000"/>
              </a:lnSpc>
              <a:spcBef>
                <a:spcPts val="0"/>
              </a:spcBef>
              <a:spcAft>
                <a:spcPts val="0"/>
              </a:spcAft>
              <a:buClr>
                <a:schemeClr val="dk1"/>
              </a:buClr>
              <a:buSzPts val="3200"/>
              <a:buFont typeface="Poppins"/>
              <a:buNone/>
            </a:pPr>
            <a:r>
              <a:rPr lang="es-CL"/>
              <a:t>En resumen</a:t>
            </a:r>
            <a:endParaRPr/>
          </a:p>
        </p:txBody>
      </p:sp>
      <p:sp>
        <p:nvSpPr>
          <p:cNvPr id="1460" name="Google Shape;1460;p36"/>
          <p:cNvSpPr txBox="1"/>
          <p:nvPr/>
        </p:nvSpPr>
        <p:spPr>
          <a:xfrm>
            <a:off x="1112989" y="615954"/>
            <a:ext cx="1496564"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CL" sz="1200" u="none" cap="none" strike="noStrike">
                <a:solidFill>
                  <a:schemeClr val="accent1"/>
                </a:solidFill>
                <a:latin typeface="Poppins"/>
                <a:ea typeface="Poppins"/>
                <a:cs typeface="Poppins"/>
                <a:sym typeface="Poppins"/>
              </a:rPr>
              <a:t>Clase 10: Matrices</a:t>
            </a:r>
            <a:endParaRPr b="0" i="0" sz="1400" u="none" cap="none" strike="noStrike">
              <a:solidFill>
                <a:srgbClr val="000000"/>
              </a:solidFill>
              <a:latin typeface="Arial"/>
              <a:ea typeface="Arial"/>
              <a:cs typeface="Arial"/>
              <a:sym typeface="Arial"/>
            </a:endParaRPr>
          </a:p>
        </p:txBody>
      </p:sp>
      <p:sp>
        <p:nvSpPr>
          <p:cNvPr id="1461" name="Google Shape;1461;p36"/>
          <p:cNvSpPr/>
          <p:nvPr/>
        </p:nvSpPr>
        <p:spPr>
          <a:xfrm>
            <a:off x="441720" y="1901821"/>
            <a:ext cx="4719559" cy="1574800"/>
          </a:xfrm>
          <a:prstGeom prst="roundRect">
            <a:avLst>
              <a:gd fmla="val 13438" name="adj"/>
            </a:avLst>
          </a:prstGeom>
          <a:solidFill>
            <a:srgbClr val="FFFFFF"/>
          </a:solidFill>
          <a:ln>
            <a:noFill/>
          </a:ln>
        </p:spPr>
        <p:txBody>
          <a:bodyPr anchorCtr="0" anchor="ctr" bIns="0" lIns="360000" spcFirstLastPara="1" rIns="274300" wrap="square" tIns="0">
            <a:noAutofit/>
          </a:bodyPr>
          <a:lstStyle/>
          <a:p>
            <a:pPr indent="0" lvl="0" marL="0" marR="0" rtl="0" algn="l">
              <a:lnSpc>
                <a:spcPct val="100000"/>
              </a:lnSpc>
              <a:spcBef>
                <a:spcPts val="0"/>
              </a:spcBef>
              <a:spcAft>
                <a:spcPts val="0"/>
              </a:spcAft>
              <a:buClr>
                <a:srgbClr val="000000"/>
              </a:buClr>
              <a:buSzPts val="1600"/>
              <a:buFont typeface="Arial"/>
              <a:buNone/>
            </a:pPr>
            <a:r>
              <a:rPr b="1" i="0" lang="es-CL" sz="1600" u="none" cap="none" strike="noStrike">
                <a:solidFill>
                  <a:srgbClr val="000080"/>
                </a:solidFill>
                <a:latin typeface="Consolas"/>
                <a:ea typeface="Consolas"/>
                <a:cs typeface="Consolas"/>
                <a:sym typeface="Consolas"/>
              </a:rPr>
              <a:t>def </a:t>
            </a:r>
            <a:r>
              <a:rPr b="0" i="0" lang="es-CL" sz="1600" u="none" cap="none" strike="noStrike">
                <a:solidFill>
                  <a:srgbClr val="000000"/>
                </a:solidFill>
                <a:latin typeface="Consolas"/>
                <a:ea typeface="Consolas"/>
                <a:cs typeface="Consolas"/>
                <a:sym typeface="Consolas"/>
              </a:rPr>
              <a:t>buscarAgregar(lista, elemento):</a:t>
            </a:r>
            <a:br>
              <a:rPr b="0" i="0" lang="es-CL" sz="1600" u="none" cap="none" strike="noStrike">
                <a:solidFill>
                  <a:srgbClr val="000000"/>
                </a:solidFill>
                <a:latin typeface="Consolas"/>
                <a:ea typeface="Consolas"/>
                <a:cs typeface="Consolas"/>
                <a:sym typeface="Consolas"/>
              </a:rPr>
            </a:br>
            <a:r>
              <a:rPr b="0" i="0" lang="es-CL" sz="1600" u="none" cap="none" strike="noStrike">
                <a:solidFill>
                  <a:srgbClr val="000000"/>
                </a:solidFill>
                <a:latin typeface="Consolas"/>
                <a:ea typeface="Consolas"/>
                <a:cs typeface="Consolas"/>
                <a:sym typeface="Consolas"/>
              </a:rPr>
              <a:t>    </a:t>
            </a:r>
            <a:r>
              <a:rPr b="1" i="0" lang="es-CL" sz="1600" u="none" cap="none" strike="noStrike">
                <a:solidFill>
                  <a:srgbClr val="000080"/>
                </a:solidFill>
                <a:latin typeface="Consolas"/>
                <a:ea typeface="Consolas"/>
                <a:cs typeface="Consolas"/>
                <a:sym typeface="Consolas"/>
              </a:rPr>
              <a:t>if not </a:t>
            </a:r>
            <a:r>
              <a:rPr b="0" i="0" lang="es-CL" sz="1600" u="none" cap="none" strike="noStrike">
                <a:solidFill>
                  <a:srgbClr val="000000"/>
                </a:solidFill>
                <a:latin typeface="Consolas"/>
                <a:ea typeface="Consolas"/>
                <a:cs typeface="Consolas"/>
                <a:sym typeface="Consolas"/>
              </a:rPr>
              <a:t>elemento </a:t>
            </a:r>
            <a:r>
              <a:rPr b="1" i="0" lang="es-CL" sz="1600" u="none" cap="none" strike="noStrike">
                <a:solidFill>
                  <a:srgbClr val="000080"/>
                </a:solidFill>
                <a:latin typeface="Consolas"/>
                <a:ea typeface="Consolas"/>
                <a:cs typeface="Consolas"/>
                <a:sym typeface="Consolas"/>
              </a:rPr>
              <a:t>in </a:t>
            </a:r>
            <a:r>
              <a:rPr b="0" i="0" lang="es-CL" sz="1600" u="none" cap="none" strike="noStrike">
                <a:solidFill>
                  <a:srgbClr val="000000"/>
                </a:solidFill>
                <a:latin typeface="Consolas"/>
                <a:ea typeface="Consolas"/>
                <a:cs typeface="Consolas"/>
                <a:sym typeface="Consolas"/>
              </a:rPr>
              <a:t>lista:</a:t>
            </a:r>
            <a:br>
              <a:rPr b="0" i="0" lang="es-CL" sz="1600" u="none" cap="none" strike="noStrike">
                <a:solidFill>
                  <a:srgbClr val="000000"/>
                </a:solidFill>
                <a:latin typeface="Consolas"/>
                <a:ea typeface="Consolas"/>
                <a:cs typeface="Consolas"/>
                <a:sym typeface="Consolas"/>
              </a:rPr>
            </a:br>
            <a:r>
              <a:rPr b="0" i="0" lang="es-CL" sz="1600" u="none" cap="none" strike="noStrike">
                <a:solidFill>
                  <a:srgbClr val="000000"/>
                </a:solidFill>
                <a:latin typeface="Consolas"/>
                <a:ea typeface="Consolas"/>
                <a:cs typeface="Consolas"/>
                <a:sym typeface="Consolas"/>
              </a:rPr>
              <a:t>        lista.append(elemento)</a:t>
            </a:r>
            <a:br>
              <a:rPr b="0" i="0" lang="es-CL" sz="1600" u="none" cap="none" strike="noStrike">
                <a:solidFill>
                  <a:srgbClr val="000000"/>
                </a:solidFill>
                <a:latin typeface="Consolas"/>
                <a:ea typeface="Consolas"/>
                <a:cs typeface="Consolas"/>
                <a:sym typeface="Consolas"/>
              </a:rPr>
            </a:br>
            <a:r>
              <a:rPr b="0" i="0" lang="es-CL" sz="1600" u="none" cap="none" strike="noStrike">
                <a:solidFill>
                  <a:srgbClr val="000000"/>
                </a:solidFill>
                <a:latin typeface="Consolas"/>
                <a:ea typeface="Consolas"/>
                <a:cs typeface="Consolas"/>
                <a:sym typeface="Consolas"/>
              </a:rPr>
              <a:t>    </a:t>
            </a:r>
            <a:r>
              <a:rPr b="1" i="0" lang="es-CL" sz="1600" u="none" cap="none" strike="noStrike">
                <a:solidFill>
                  <a:srgbClr val="000080"/>
                </a:solidFill>
                <a:latin typeface="Consolas"/>
                <a:ea typeface="Consolas"/>
                <a:cs typeface="Consolas"/>
                <a:sym typeface="Consolas"/>
              </a:rPr>
              <a:t>return </a:t>
            </a:r>
            <a:r>
              <a:rPr b="0" i="0" lang="es-CL" sz="1600" u="none" cap="none" strike="noStrike">
                <a:solidFill>
                  <a:srgbClr val="000000"/>
                </a:solidFill>
                <a:latin typeface="Consolas"/>
                <a:ea typeface="Consolas"/>
                <a:cs typeface="Consolas"/>
                <a:sym typeface="Consolas"/>
              </a:rPr>
              <a:t>lista.index(elemento)</a:t>
            </a:r>
            <a:endParaRPr b="0" i="0" sz="3600" u="none" cap="none" strike="noStrike">
              <a:solidFill>
                <a:srgbClr val="000000"/>
              </a:solidFill>
              <a:latin typeface="Arial"/>
              <a:ea typeface="Arial"/>
              <a:cs typeface="Arial"/>
              <a:sym typeface="Arial"/>
            </a:endParaRPr>
          </a:p>
        </p:txBody>
      </p:sp>
      <p:sp>
        <p:nvSpPr>
          <p:cNvPr id="1462" name="Google Shape;1462;p36"/>
          <p:cNvSpPr/>
          <p:nvPr/>
        </p:nvSpPr>
        <p:spPr>
          <a:xfrm>
            <a:off x="5323839" y="1038468"/>
            <a:ext cx="6263881" cy="5453772"/>
          </a:xfrm>
          <a:prstGeom prst="roundRect">
            <a:avLst>
              <a:gd fmla="val 6341" name="adj"/>
            </a:avLst>
          </a:prstGeom>
          <a:solidFill>
            <a:srgbClr val="FFFFFF"/>
          </a:solidFill>
          <a:ln>
            <a:noFill/>
          </a:ln>
        </p:spPr>
        <p:txBody>
          <a:bodyPr anchorCtr="0" anchor="ctr" bIns="0" lIns="504000" spcFirstLastPara="1" rIns="274300" wrap="square" tIns="0">
            <a:noAutofit/>
          </a:bodyPr>
          <a:lstStyle/>
          <a:p>
            <a:pPr indent="0" lvl="0" marL="0" marR="0" rtl="0" algn="l">
              <a:lnSpc>
                <a:spcPct val="100000"/>
              </a:lnSpc>
              <a:spcBef>
                <a:spcPts val="0"/>
              </a:spcBef>
              <a:spcAft>
                <a:spcPts val="0"/>
              </a:spcAft>
              <a:buClr>
                <a:srgbClr val="000000"/>
              </a:buClr>
              <a:buSzPts val="1800"/>
              <a:buFont typeface="Arial"/>
              <a:buNone/>
            </a:pPr>
            <a:r>
              <a:rPr b="0" i="0" lang="es-CL" sz="1800" u="none" cap="none" strike="noStrike">
                <a:solidFill>
                  <a:srgbClr val="000000"/>
                </a:solidFill>
                <a:latin typeface="Consolas"/>
                <a:ea typeface="Consolas"/>
                <a:cs typeface="Consolas"/>
                <a:sym typeface="Consolas"/>
              </a:rPr>
              <a:t>paises = []</a:t>
            </a:r>
            <a:br>
              <a:rPr b="0" i="0" lang="es-CL" sz="1800" u="none" cap="none" strike="noStrike">
                <a:solidFill>
                  <a:srgbClr val="000000"/>
                </a:solidFill>
                <a:latin typeface="Consolas"/>
                <a:ea typeface="Consolas"/>
                <a:cs typeface="Consolas"/>
                <a:sym typeface="Consolas"/>
              </a:rPr>
            </a:br>
            <a:r>
              <a:rPr b="0" i="0" lang="es-CL" sz="1800" u="none" cap="none" strike="noStrike">
                <a:solidFill>
                  <a:srgbClr val="000000"/>
                </a:solidFill>
                <a:latin typeface="Consolas"/>
                <a:ea typeface="Consolas"/>
                <a:cs typeface="Consolas"/>
                <a:sym typeface="Consolas"/>
              </a:rPr>
              <a:t>nombres = []</a:t>
            </a:r>
            <a:br>
              <a:rPr b="0" i="0" lang="es-CL" sz="1800" u="none" cap="none" strike="noStrike">
                <a:solidFill>
                  <a:srgbClr val="000000"/>
                </a:solidFill>
                <a:latin typeface="Consolas"/>
                <a:ea typeface="Consolas"/>
                <a:cs typeface="Consolas"/>
                <a:sym typeface="Consolas"/>
              </a:rPr>
            </a:br>
            <a:r>
              <a:rPr b="0" i="0" lang="es-CL" sz="1800" u="none" cap="none" strike="noStrike">
                <a:solidFill>
                  <a:srgbClr val="000000"/>
                </a:solidFill>
                <a:latin typeface="Consolas"/>
                <a:ea typeface="Consolas"/>
                <a:cs typeface="Consolas"/>
                <a:sym typeface="Consolas"/>
              </a:rPr>
              <a:t>matriz = np.zeros([</a:t>
            </a:r>
            <a:r>
              <a:rPr b="0" i="0" lang="es-CL" sz="1800" u="none" cap="none" strike="noStrike">
                <a:solidFill>
                  <a:srgbClr val="0000FF"/>
                </a:solidFill>
                <a:latin typeface="Consolas"/>
                <a:ea typeface="Consolas"/>
                <a:cs typeface="Consolas"/>
                <a:sym typeface="Consolas"/>
              </a:rPr>
              <a:t>100</a:t>
            </a:r>
            <a:r>
              <a:rPr b="0" i="0" lang="es-CL" sz="1800" u="none" cap="none" strike="noStrike">
                <a:solidFill>
                  <a:srgbClr val="000000"/>
                </a:solidFill>
                <a:latin typeface="Consolas"/>
                <a:ea typeface="Consolas"/>
                <a:cs typeface="Consolas"/>
                <a:sym typeface="Consolas"/>
              </a:rPr>
              <a:t>,</a:t>
            </a:r>
            <a:r>
              <a:rPr b="0" i="0" lang="es-CL" sz="1800" u="none" cap="none" strike="noStrike">
                <a:solidFill>
                  <a:srgbClr val="0000FF"/>
                </a:solidFill>
                <a:latin typeface="Consolas"/>
                <a:ea typeface="Consolas"/>
                <a:cs typeface="Consolas"/>
                <a:sym typeface="Consolas"/>
              </a:rPr>
              <a:t>100</a:t>
            </a:r>
            <a:r>
              <a:rPr b="0" i="0" lang="es-CL" sz="1800" u="none" cap="none" strike="noStrike">
                <a:solidFill>
                  <a:srgbClr val="000000"/>
                </a:solidFill>
                <a:latin typeface="Consolas"/>
                <a:ea typeface="Consolas"/>
                <a:cs typeface="Consolas"/>
                <a:sym typeface="Consolas"/>
              </a:rPr>
              <a:t>])</a:t>
            </a:r>
            <a:br>
              <a:rPr b="0" i="0" lang="es-CL" sz="1800" u="none" cap="none" strike="noStrike">
                <a:solidFill>
                  <a:srgbClr val="000000"/>
                </a:solidFill>
                <a:latin typeface="Consolas"/>
                <a:ea typeface="Consolas"/>
                <a:cs typeface="Consolas"/>
                <a:sym typeface="Consolas"/>
              </a:rPr>
            </a:br>
            <a:br>
              <a:rPr b="0" i="0" lang="es-CL" sz="1800" u="none" cap="none" strike="noStrike">
                <a:solidFill>
                  <a:srgbClr val="000000"/>
                </a:solidFill>
                <a:latin typeface="Consolas"/>
                <a:ea typeface="Consolas"/>
                <a:cs typeface="Consolas"/>
                <a:sym typeface="Consolas"/>
              </a:rPr>
            </a:br>
            <a:r>
              <a:rPr b="0" i="0" lang="es-CL" sz="1800" u="none" cap="none" strike="noStrike">
                <a:solidFill>
                  <a:srgbClr val="000000"/>
                </a:solidFill>
                <a:latin typeface="Consolas"/>
                <a:ea typeface="Consolas"/>
                <a:cs typeface="Consolas"/>
                <a:sym typeface="Consolas"/>
              </a:rPr>
              <a:t>arch = </a:t>
            </a:r>
            <a:r>
              <a:rPr b="0" i="0" lang="es-CL" sz="1800" u="none" cap="none" strike="noStrike">
                <a:solidFill>
                  <a:srgbClr val="000080"/>
                </a:solidFill>
                <a:latin typeface="Consolas"/>
                <a:ea typeface="Consolas"/>
                <a:cs typeface="Consolas"/>
                <a:sym typeface="Consolas"/>
              </a:rPr>
              <a:t>open</a:t>
            </a:r>
            <a:r>
              <a:rPr b="0" i="0" lang="es-CL" sz="1800" u="none" cap="none" strike="noStrike">
                <a:solidFill>
                  <a:srgbClr val="000000"/>
                </a:solidFill>
                <a:latin typeface="Consolas"/>
                <a:ea typeface="Consolas"/>
                <a:cs typeface="Consolas"/>
                <a:sym typeface="Consolas"/>
              </a:rPr>
              <a:t>(</a:t>
            </a:r>
            <a:r>
              <a:rPr b="1" i="0" lang="es-CL" sz="1800" u="none" cap="none" strike="noStrike">
                <a:solidFill>
                  <a:srgbClr val="008080"/>
                </a:solidFill>
                <a:latin typeface="Consolas"/>
                <a:ea typeface="Consolas"/>
                <a:cs typeface="Consolas"/>
                <a:sym typeface="Consolas"/>
              </a:rPr>
              <a:t>"archivo.txt"</a:t>
            </a:r>
            <a:r>
              <a:rPr b="0" i="0" lang="es-CL" sz="1800" u="none" cap="none" strike="noStrike">
                <a:solidFill>
                  <a:srgbClr val="000000"/>
                </a:solidFill>
                <a:latin typeface="Consolas"/>
                <a:ea typeface="Consolas"/>
                <a:cs typeface="Consolas"/>
                <a:sym typeface="Consolas"/>
              </a:rPr>
              <a:t>, </a:t>
            </a:r>
            <a:r>
              <a:rPr b="1" i="0" lang="es-CL" sz="1800" u="none" cap="none" strike="noStrike">
                <a:solidFill>
                  <a:srgbClr val="008080"/>
                </a:solidFill>
                <a:latin typeface="Consolas"/>
                <a:ea typeface="Consolas"/>
                <a:cs typeface="Consolas"/>
                <a:sym typeface="Consolas"/>
              </a:rPr>
              <a:t>"r"</a:t>
            </a:r>
            <a:r>
              <a:rPr b="0" i="0" lang="es-CL" sz="1800" u="none" cap="none" strike="noStrike">
                <a:solidFill>
                  <a:srgbClr val="000000"/>
                </a:solidFill>
                <a:latin typeface="Consolas"/>
                <a:ea typeface="Consolas"/>
                <a:cs typeface="Consolas"/>
                <a:sym typeface="Consolas"/>
              </a:rPr>
              <a:t>)</a:t>
            </a:r>
            <a:br>
              <a:rPr b="0" i="0" lang="es-CL" sz="1800" u="none" cap="none" strike="noStrike">
                <a:solidFill>
                  <a:srgbClr val="000000"/>
                </a:solidFill>
                <a:latin typeface="Consolas"/>
                <a:ea typeface="Consolas"/>
                <a:cs typeface="Consolas"/>
                <a:sym typeface="Consolas"/>
              </a:rPr>
            </a:br>
            <a:r>
              <a:rPr b="0" i="0" lang="es-CL" sz="1800" u="none" cap="none" strike="noStrike">
                <a:solidFill>
                  <a:srgbClr val="000000"/>
                </a:solidFill>
                <a:latin typeface="Consolas"/>
                <a:ea typeface="Consolas"/>
                <a:cs typeface="Consolas"/>
                <a:sym typeface="Consolas"/>
              </a:rPr>
              <a:t>linea = arch.readline().strip()</a:t>
            </a:r>
            <a:br>
              <a:rPr b="0" i="0" lang="es-CL" sz="1800" u="none" cap="none" strike="noStrike">
                <a:solidFill>
                  <a:srgbClr val="000000"/>
                </a:solidFill>
                <a:latin typeface="Consolas"/>
                <a:ea typeface="Consolas"/>
                <a:cs typeface="Consolas"/>
                <a:sym typeface="Consolas"/>
              </a:rPr>
            </a:br>
            <a:r>
              <a:rPr b="1" i="0" lang="es-CL" sz="1800" u="none" cap="none" strike="noStrike">
                <a:solidFill>
                  <a:srgbClr val="000080"/>
                </a:solidFill>
                <a:latin typeface="Consolas"/>
                <a:ea typeface="Consolas"/>
                <a:cs typeface="Consolas"/>
                <a:sym typeface="Consolas"/>
              </a:rPr>
              <a:t>while </a:t>
            </a:r>
            <a:r>
              <a:rPr b="0" i="0" lang="es-CL" sz="1800" u="none" cap="none" strike="noStrike">
                <a:solidFill>
                  <a:srgbClr val="000000"/>
                </a:solidFill>
                <a:latin typeface="Consolas"/>
                <a:ea typeface="Consolas"/>
                <a:cs typeface="Consolas"/>
                <a:sym typeface="Consolas"/>
              </a:rPr>
              <a:t>linea != </a:t>
            </a:r>
            <a:r>
              <a:rPr b="1" i="0" lang="es-CL" sz="1800" u="none" cap="none" strike="noStrike">
                <a:solidFill>
                  <a:srgbClr val="008080"/>
                </a:solidFill>
                <a:latin typeface="Consolas"/>
                <a:ea typeface="Consolas"/>
                <a:cs typeface="Consolas"/>
                <a:sym typeface="Consolas"/>
              </a:rPr>
              <a:t>""</a:t>
            </a:r>
            <a:r>
              <a:rPr b="0" i="0" lang="es-CL" sz="1800" u="none" cap="none" strike="noStrike">
                <a:solidFill>
                  <a:srgbClr val="000000"/>
                </a:solidFill>
                <a:latin typeface="Consolas"/>
                <a:ea typeface="Consolas"/>
                <a:cs typeface="Consolas"/>
                <a:sym typeface="Consolas"/>
              </a:rPr>
              <a:t>:</a:t>
            </a:r>
            <a:br>
              <a:rPr b="0" i="0" lang="es-CL" sz="1800" u="none" cap="none" strike="noStrike">
                <a:solidFill>
                  <a:srgbClr val="000000"/>
                </a:solidFill>
                <a:latin typeface="Consolas"/>
                <a:ea typeface="Consolas"/>
                <a:cs typeface="Consolas"/>
                <a:sym typeface="Consolas"/>
              </a:rPr>
            </a:br>
            <a:r>
              <a:rPr b="0" i="0" lang="es-CL" sz="1800" u="none" cap="none" strike="noStrike">
                <a:solidFill>
                  <a:srgbClr val="000000"/>
                </a:solidFill>
                <a:latin typeface="Consolas"/>
                <a:ea typeface="Consolas"/>
                <a:cs typeface="Consolas"/>
                <a:sym typeface="Consolas"/>
              </a:rPr>
              <a:t>    partes = linea.split(</a:t>
            </a:r>
            <a:r>
              <a:rPr b="1" i="0" lang="es-CL" sz="1800" u="none" cap="none" strike="noStrike">
                <a:solidFill>
                  <a:srgbClr val="008080"/>
                </a:solidFill>
                <a:latin typeface="Consolas"/>
                <a:ea typeface="Consolas"/>
                <a:cs typeface="Consolas"/>
                <a:sym typeface="Consolas"/>
              </a:rPr>
              <a:t>","</a:t>
            </a:r>
            <a:r>
              <a:rPr b="0" i="0" lang="es-CL" sz="1800" u="none" cap="none" strike="noStrike">
                <a:solidFill>
                  <a:srgbClr val="000000"/>
                </a:solidFill>
                <a:latin typeface="Consolas"/>
                <a:ea typeface="Consolas"/>
                <a:cs typeface="Consolas"/>
                <a:sym typeface="Consolas"/>
              </a:rPr>
              <a:t>)</a:t>
            </a:r>
            <a:br>
              <a:rPr b="0" i="0" lang="es-CL" sz="1800" u="none" cap="none" strike="noStrike">
                <a:solidFill>
                  <a:srgbClr val="000000"/>
                </a:solidFill>
                <a:latin typeface="Consolas"/>
                <a:ea typeface="Consolas"/>
                <a:cs typeface="Consolas"/>
                <a:sym typeface="Consolas"/>
              </a:rPr>
            </a:br>
            <a:r>
              <a:rPr b="0" i="0" lang="es-CL" sz="1800" u="none" cap="none" strike="noStrike">
                <a:solidFill>
                  <a:srgbClr val="000000"/>
                </a:solidFill>
                <a:latin typeface="Consolas"/>
                <a:ea typeface="Consolas"/>
                <a:cs typeface="Consolas"/>
                <a:sym typeface="Consolas"/>
              </a:rPr>
              <a:t>    nombre = partes[</a:t>
            </a:r>
            <a:r>
              <a:rPr b="0" i="0" lang="es-CL" sz="1800" u="none" cap="none" strike="noStrike">
                <a:solidFill>
                  <a:srgbClr val="0000FF"/>
                </a:solidFill>
                <a:latin typeface="Consolas"/>
                <a:ea typeface="Consolas"/>
                <a:cs typeface="Consolas"/>
                <a:sym typeface="Consolas"/>
              </a:rPr>
              <a:t>0</a:t>
            </a:r>
            <a:r>
              <a:rPr b="0" i="0" lang="es-CL" sz="1800" u="none" cap="none" strike="noStrike">
                <a:solidFill>
                  <a:srgbClr val="000000"/>
                </a:solidFill>
                <a:latin typeface="Consolas"/>
                <a:ea typeface="Consolas"/>
                <a:cs typeface="Consolas"/>
                <a:sym typeface="Consolas"/>
              </a:rPr>
              <a:t>]</a:t>
            </a:r>
            <a:br>
              <a:rPr b="0" i="0" lang="es-CL" sz="1800" u="none" cap="none" strike="noStrike">
                <a:solidFill>
                  <a:srgbClr val="000000"/>
                </a:solidFill>
                <a:latin typeface="Consolas"/>
                <a:ea typeface="Consolas"/>
                <a:cs typeface="Consolas"/>
                <a:sym typeface="Consolas"/>
              </a:rPr>
            </a:br>
            <a:r>
              <a:rPr b="0" i="0" lang="es-CL" sz="1800" u="none" cap="none" strike="noStrike">
                <a:solidFill>
                  <a:srgbClr val="000000"/>
                </a:solidFill>
                <a:latin typeface="Consolas"/>
                <a:ea typeface="Consolas"/>
                <a:cs typeface="Consolas"/>
                <a:sym typeface="Consolas"/>
              </a:rPr>
              <a:t>    pais = partes[</a:t>
            </a:r>
            <a:r>
              <a:rPr b="0" i="0" lang="es-CL" sz="1800" u="none" cap="none" strike="noStrike">
                <a:solidFill>
                  <a:srgbClr val="0000FF"/>
                </a:solidFill>
                <a:latin typeface="Consolas"/>
                <a:ea typeface="Consolas"/>
                <a:cs typeface="Consolas"/>
                <a:sym typeface="Consolas"/>
              </a:rPr>
              <a:t>1</a:t>
            </a:r>
            <a:r>
              <a:rPr b="0" i="0" lang="es-CL" sz="1800" u="none" cap="none" strike="noStrike">
                <a:solidFill>
                  <a:srgbClr val="000000"/>
                </a:solidFill>
                <a:latin typeface="Consolas"/>
                <a:ea typeface="Consolas"/>
                <a:cs typeface="Consolas"/>
                <a:sym typeface="Consolas"/>
              </a:rPr>
              <a:t>]</a:t>
            </a:r>
            <a:br>
              <a:rPr b="0" i="0" lang="es-CL" sz="1800" u="none" cap="none" strike="noStrike">
                <a:solidFill>
                  <a:srgbClr val="000000"/>
                </a:solidFill>
                <a:latin typeface="Consolas"/>
                <a:ea typeface="Consolas"/>
                <a:cs typeface="Consolas"/>
                <a:sym typeface="Consolas"/>
              </a:rPr>
            </a:br>
            <a:r>
              <a:rPr b="0" i="0" lang="es-CL" sz="1800" u="none" cap="none" strike="noStrike">
                <a:solidFill>
                  <a:srgbClr val="000000"/>
                </a:solidFill>
                <a:latin typeface="Consolas"/>
                <a:ea typeface="Consolas"/>
                <a:cs typeface="Consolas"/>
                <a:sym typeface="Consolas"/>
              </a:rPr>
              <a:t>    año = </a:t>
            </a:r>
            <a:r>
              <a:rPr b="0" i="0" lang="es-CL" sz="1800" u="none" cap="none" strike="noStrike">
                <a:solidFill>
                  <a:srgbClr val="000080"/>
                </a:solidFill>
                <a:latin typeface="Consolas"/>
                <a:ea typeface="Consolas"/>
                <a:cs typeface="Consolas"/>
                <a:sym typeface="Consolas"/>
              </a:rPr>
              <a:t>int</a:t>
            </a:r>
            <a:r>
              <a:rPr b="0" i="0" lang="es-CL" sz="1800" u="none" cap="none" strike="noStrike">
                <a:solidFill>
                  <a:srgbClr val="000000"/>
                </a:solidFill>
                <a:latin typeface="Consolas"/>
                <a:ea typeface="Consolas"/>
                <a:cs typeface="Consolas"/>
                <a:sym typeface="Consolas"/>
              </a:rPr>
              <a:t>(partes[</a:t>
            </a:r>
            <a:r>
              <a:rPr b="0" i="0" lang="es-CL" sz="1800" u="none" cap="none" strike="noStrike">
                <a:solidFill>
                  <a:srgbClr val="0000FF"/>
                </a:solidFill>
                <a:latin typeface="Consolas"/>
                <a:ea typeface="Consolas"/>
                <a:cs typeface="Consolas"/>
                <a:sym typeface="Consolas"/>
              </a:rPr>
              <a:t>2</a:t>
            </a:r>
            <a:r>
              <a:rPr b="0" i="0" lang="es-CL" sz="1800" u="none" cap="none" strike="noStrike">
                <a:solidFill>
                  <a:srgbClr val="000000"/>
                </a:solidFill>
                <a:latin typeface="Consolas"/>
                <a:ea typeface="Consolas"/>
                <a:cs typeface="Consolas"/>
                <a:sym typeface="Consolas"/>
              </a:rPr>
              <a:t>])</a:t>
            </a:r>
            <a:br>
              <a:rPr b="0" i="0" lang="es-CL" sz="1800" u="none" cap="none" strike="noStrike">
                <a:solidFill>
                  <a:srgbClr val="000000"/>
                </a:solidFill>
                <a:latin typeface="Consolas"/>
                <a:ea typeface="Consolas"/>
                <a:cs typeface="Consolas"/>
                <a:sym typeface="Consolas"/>
              </a:rPr>
            </a:br>
            <a:br>
              <a:rPr b="0" i="0" lang="es-CL" sz="1800" u="none" cap="none" strike="noStrike">
                <a:solidFill>
                  <a:srgbClr val="000000"/>
                </a:solidFill>
                <a:latin typeface="Consolas"/>
                <a:ea typeface="Consolas"/>
                <a:cs typeface="Consolas"/>
                <a:sym typeface="Consolas"/>
              </a:rPr>
            </a:br>
            <a:r>
              <a:rPr b="0" i="0" lang="es-CL" sz="1800" u="none" cap="none" strike="noStrike">
                <a:solidFill>
                  <a:srgbClr val="000000"/>
                </a:solidFill>
                <a:latin typeface="Consolas"/>
                <a:ea typeface="Consolas"/>
                <a:cs typeface="Consolas"/>
                <a:sym typeface="Consolas"/>
              </a:rPr>
              <a:t>    columna = buscarAgregar(paises, pais)</a:t>
            </a:r>
            <a:br>
              <a:rPr b="0" i="0" lang="es-CL" sz="1800" u="none" cap="none" strike="noStrike">
                <a:solidFill>
                  <a:srgbClr val="000000"/>
                </a:solidFill>
                <a:latin typeface="Consolas"/>
                <a:ea typeface="Consolas"/>
                <a:cs typeface="Consolas"/>
                <a:sym typeface="Consolas"/>
              </a:rPr>
            </a:br>
            <a:r>
              <a:rPr b="0" i="0" lang="es-CL" sz="1800" u="none" cap="none" strike="noStrike">
                <a:solidFill>
                  <a:srgbClr val="000000"/>
                </a:solidFill>
                <a:latin typeface="Consolas"/>
                <a:ea typeface="Consolas"/>
                <a:cs typeface="Consolas"/>
                <a:sym typeface="Consolas"/>
              </a:rPr>
              <a:t>    fila = buscarAgregar(nombres, nombre)</a:t>
            </a:r>
            <a:br>
              <a:rPr b="0" i="0" lang="es-CL" sz="1800" u="none" cap="none" strike="noStrike">
                <a:solidFill>
                  <a:srgbClr val="000000"/>
                </a:solidFill>
                <a:latin typeface="Consolas"/>
                <a:ea typeface="Consolas"/>
                <a:cs typeface="Consolas"/>
                <a:sym typeface="Consolas"/>
              </a:rPr>
            </a:br>
            <a:r>
              <a:rPr b="0" i="0" lang="es-CL" sz="1800" u="none" cap="none" strike="noStrike">
                <a:solidFill>
                  <a:srgbClr val="000000"/>
                </a:solidFill>
                <a:latin typeface="Consolas"/>
                <a:ea typeface="Consolas"/>
                <a:cs typeface="Consolas"/>
                <a:sym typeface="Consolas"/>
              </a:rPr>
              <a:t>    matriz[fila][columna] = matriz[fila][columna] + </a:t>
            </a:r>
            <a:r>
              <a:rPr b="0" i="0" lang="es-CL" sz="1800" u="none" cap="none" strike="noStrike">
                <a:solidFill>
                  <a:srgbClr val="0000FF"/>
                </a:solidFill>
                <a:latin typeface="Consolas"/>
                <a:ea typeface="Consolas"/>
                <a:cs typeface="Consolas"/>
                <a:sym typeface="Consolas"/>
              </a:rPr>
              <a:t>1</a:t>
            </a:r>
            <a:br>
              <a:rPr b="0" i="0" lang="es-CL" sz="1800" u="none" cap="none" strike="noStrike">
                <a:solidFill>
                  <a:srgbClr val="0000FF"/>
                </a:solidFill>
                <a:latin typeface="Consolas"/>
                <a:ea typeface="Consolas"/>
                <a:cs typeface="Consolas"/>
                <a:sym typeface="Consolas"/>
              </a:rPr>
            </a:br>
            <a:r>
              <a:rPr b="0" i="0" lang="es-CL" sz="1800" u="none" cap="none" strike="noStrike">
                <a:solidFill>
                  <a:srgbClr val="0000FF"/>
                </a:solidFill>
                <a:latin typeface="Consolas"/>
                <a:ea typeface="Consolas"/>
                <a:cs typeface="Consolas"/>
                <a:sym typeface="Consolas"/>
              </a:rPr>
              <a:t>    </a:t>
            </a:r>
            <a:br>
              <a:rPr b="0" i="0" lang="es-CL" sz="1800" u="none" cap="none" strike="noStrike">
                <a:solidFill>
                  <a:srgbClr val="0000FF"/>
                </a:solidFill>
                <a:latin typeface="Consolas"/>
                <a:ea typeface="Consolas"/>
                <a:cs typeface="Consolas"/>
                <a:sym typeface="Consolas"/>
              </a:rPr>
            </a:br>
            <a:r>
              <a:rPr b="0" i="0" lang="es-CL" sz="1800" u="none" cap="none" strike="noStrike">
                <a:solidFill>
                  <a:srgbClr val="0000FF"/>
                </a:solidFill>
                <a:latin typeface="Consolas"/>
                <a:ea typeface="Consolas"/>
                <a:cs typeface="Consolas"/>
                <a:sym typeface="Consolas"/>
              </a:rPr>
              <a:t>    </a:t>
            </a:r>
            <a:r>
              <a:rPr b="0" i="0" lang="es-CL" sz="1800" u="none" cap="none" strike="noStrike">
                <a:solidFill>
                  <a:srgbClr val="000000"/>
                </a:solidFill>
                <a:latin typeface="Consolas"/>
                <a:ea typeface="Consolas"/>
                <a:cs typeface="Consolas"/>
                <a:sym typeface="Consolas"/>
              </a:rPr>
              <a:t>linea = arch.readline().strip()</a:t>
            </a:r>
            <a:endParaRPr b="0" i="0" sz="40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61"/>
                                        </p:tgtEl>
                                        <p:attrNameLst>
                                          <p:attrName>style.visibility</p:attrName>
                                        </p:attrNameLst>
                                      </p:cBhvr>
                                      <p:to>
                                        <p:strVal val="visible"/>
                                      </p:to>
                                    </p:set>
                                    <p:anim calcmode="lin" valueType="num">
                                      <p:cBhvr additive="base">
                                        <p:cTn dur="500"/>
                                        <p:tgtEl>
                                          <p:spTgt spid="1461"/>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62"/>
                                        </p:tgtEl>
                                        <p:attrNameLst>
                                          <p:attrName>style.visibility</p:attrName>
                                        </p:attrNameLst>
                                      </p:cBhvr>
                                      <p:to>
                                        <p:strVal val="visible"/>
                                      </p:to>
                                    </p:set>
                                    <p:anim calcmode="lin" valueType="num">
                                      <p:cBhvr additive="base">
                                        <p:cTn dur="500"/>
                                        <p:tgtEl>
                                          <p:spTgt spid="1462"/>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6" name="Shape 1466"/>
        <p:cNvGrpSpPr/>
        <p:nvPr/>
      </p:nvGrpSpPr>
      <p:grpSpPr>
        <a:xfrm>
          <a:off x="0" y="0"/>
          <a:ext cx="0" cy="0"/>
          <a:chOff x="0" y="0"/>
          <a:chExt cx="0" cy="0"/>
        </a:xfrm>
      </p:grpSpPr>
      <p:sp>
        <p:nvSpPr>
          <p:cNvPr id="1467" name="Google Shape;1467;p37"/>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p>
            <a:pPr indent="0" lvl="0" marL="0" rtl="0" algn="l">
              <a:lnSpc>
                <a:spcPct val="90000"/>
              </a:lnSpc>
              <a:spcBef>
                <a:spcPts val="0"/>
              </a:spcBef>
              <a:spcAft>
                <a:spcPts val="0"/>
              </a:spcAft>
              <a:buClr>
                <a:schemeClr val="dk1"/>
              </a:buClr>
              <a:buSzPts val="3200"/>
              <a:buFont typeface="Poppins"/>
              <a:buNone/>
            </a:pPr>
            <a:r>
              <a:rPr lang="es-CL"/>
              <a:t>Matriz de Adyacencia</a:t>
            </a:r>
            <a:endParaRPr/>
          </a:p>
        </p:txBody>
      </p:sp>
      <p:sp>
        <p:nvSpPr>
          <p:cNvPr id="1468" name="Google Shape;1468;p37"/>
          <p:cNvSpPr txBox="1"/>
          <p:nvPr/>
        </p:nvSpPr>
        <p:spPr>
          <a:xfrm>
            <a:off x="1112989" y="615954"/>
            <a:ext cx="1496564"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CL" sz="1200" u="none" cap="none" strike="noStrike">
                <a:solidFill>
                  <a:schemeClr val="accent1"/>
                </a:solidFill>
                <a:latin typeface="Poppins"/>
                <a:ea typeface="Poppins"/>
                <a:cs typeface="Poppins"/>
                <a:sym typeface="Poppins"/>
              </a:rPr>
              <a:t>Clase 10: Matrices</a:t>
            </a:r>
            <a:endParaRPr b="0" i="0" sz="1400" u="none" cap="none" strike="noStrike">
              <a:solidFill>
                <a:srgbClr val="000000"/>
              </a:solidFill>
              <a:latin typeface="Arial"/>
              <a:ea typeface="Arial"/>
              <a:cs typeface="Arial"/>
              <a:sym typeface="Arial"/>
            </a:endParaRPr>
          </a:p>
        </p:txBody>
      </p:sp>
      <p:sp>
        <p:nvSpPr>
          <p:cNvPr id="1469" name="Google Shape;1469;p37"/>
          <p:cNvSpPr/>
          <p:nvPr/>
        </p:nvSpPr>
        <p:spPr>
          <a:xfrm>
            <a:off x="1104900" y="1895803"/>
            <a:ext cx="9749659" cy="2723494"/>
          </a:xfrm>
          <a:prstGeom prst="roundRect">
            <a:avLst>
              <a:gd fmla="val 7853" name="adj"/>
            </a:avLst>
          </a:prstGeom>
          <a:solidFill>
            <a:srgbClr val="FFFFFF"/>
          </a:solidFill>
          <a:ln>
            <a:noFill/>
          </a:ln>
        </p:spPr>
        <p:txBody>
          <a:bodyPr anchorCtr="0" anchor="ctr" bIns="0" lIns="360000" spcFirstLastPara="1" rIns="274300" wrap="square" tIns="0">
            <a:noAutofit/>
          </a:bodyPr>
          <a:lstStyle/>
          <a:p>
            <a:pPr indent="0" lvl="0" marL="0" marR="0" rtl="0" algn="l">
              <a:lnSpc>
                <a:spcPct val="120000"/>
              </a:lnSpc>
              <a:spcBef>
                <a:spcPts val="0"/>
              </a:spcBef>
              <a:spcAft>
                <a:spcPts val="0"/>
              </a:spcAft>
              <a:buClr>
                <a:srgbClr val="000000"/>
              </a:buClr>
              <a:buSzPts val="2000"/>
              <a:buFont typeface="Arial"/>
              <a:buNone/>
            </a:pPr>
            <a:r>
              <a:rPr b="0" i="0" lang="es-CL" sz="2000" u="none" cap="none" strike="noStrike">
                <a:solidFill>
                  <a:schemeClr val="dk1"/>
                </a:solidFill>
                <a:latin typeface="Poppins"/>
                <a:ea typeface="Poppins"/>
                <a:cs typeface="Poppins"/>
                <a:sym typeface="Poppins"/>
              </a:rPr>
              <a:t>Algo muy útil que se puede almacenar dentro de una matriz son las distancias entre lugares</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1000"/>
              </a:spcBef>
              <a:spcAft>
                <a:spcPts val="0"/>
              </a:spcAft>
              <a:buClr>
                <a:srgbClr val="000000"/>
              </a:buClr>
              <a:buSzPts val="2000"/>
              <a:buFont typeface="Arial"/>
              <a:buNone/>
            </a:pPr>
            <a:r>
              <a:rPr b="0" i="0" lang="es-CL" sz="2000" u="none" cap="none" strike="noStrike">
                <a:solidFill>
                  <a:schemeClr val="dk1"/>
                </a:solidFill>
                <a:latin typeface="Poppins"/>
                <a:ea typeface="Poppins"/>
                <a:cs typeface="Poppins"/>
                <a:sym typeface="Poppins"/>
              </a:rPr>
              <a:t>En este caso, el valor almacenado en la intersección representa la distancia entre las ciudades de la fila y columna</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1000"/>
              </a:spcBef>
              <a:spcAft>
                <a:spcPts val="0"/>
              </a:spcAft>
              <a:buClr>
                <a:srgbClr val="000000"/>
              </a:buClr>
              <a:buSzPts val="2000"/>
              <a:buFont typeface="Arial"/>
              <a:buNone/>
            </a:pPr>
            <a:r>
              <a:rPr b="1" i="0" lang="es-CL" sz="2000" u="none" cap="none" strike="noStrike">
                <a:solidFill>
                  <a:schemeClr val="dk1"/>
                </a:solidFill>
                <a:latin typeface="Poppins"/>
                <a:ea typeface="Poppins"/>
                <a:cs typeface="Poppins"/>
                <a:sym typeface="Poppins"/>
              </a:rPr>
              <a:t>OJO, que la lista de ciudades es una sola</a:t>
            </a:r>
            <a:endParaRPr b="0" i="0" sz="1400" u="none" cap="none" strike="noStrike">
              <a:solidFill>
                <a:srgbClr val="000000"/>
              </a:solidFill>
              <a:latin typeface="Arial"/>
              <a:ea typeface="Arial"/>
              <a:cs typeface="Arial"/>
              <a:sym typeface="Arial"/>
            </a:endParaRPr>
          </a:p>
        </p:txBody>
      </p:sp>
      <p:grpSp>
        <p:nvGrpSpPr>
          <p:cNvPr id="1470" name="Google Shape;1470;p37"/>
          <p:cNvGrpSpPr/>
          <p:nvPr/>
        </p:nvGrpSpPr>
        <p:grpSpPr>
          <a:xfrm>
            <a:off x="6690052" y="3689684"/>
            <a:ext cx="4948748" cy="3032710"/>
            <a:chOff x="3746992" y="1405323"/>
            <a:chExt cx="7606808" cy="4480400"/>
          </a:xfrm>
        </p:grpSpPr>
        <p:grpSp>
          <p:nvGrpSpPr>
            <p:cNvPr id="1471" name="Google Shape;1471;p37"/>
            <p:cNvGrpSpPr/>
            <p:nvPr/>
          </p:nvGrpSpPr>
          <p:grpSpPr>
            <a:xfrm>
              <a:off x="5441194" y="1405323"/>
              <a:ext cx="5912606" cy="1071230"/>
              <a:chOff x="5441194" y="1405323"/>
              <a:chExt cx="5912606" cy="1071230"/>
            </a:xfrm>
          </p:grpSpPr>
          <p:grpSp>
            <p:nvGrpSpPr>
              <p:cNvPr id="1472" name="Google Shape;1472;p37"/>
              <p:cNvGrpSpPr/>
              <p:nvPr/>
            </p:nvGrpSpPr>
            <p:grpSpPr>
              <a:xfrm>
                <a:off x="5495436" y="1825625"/>
                <a:ext cx="5858364" cy="650928"/>
                <a:chOff x="5495436" y="1825625"/>
                <a:chExt cx="5858364" cy="650928"/>
              </a:xfrm>
            </p:grpSpPr>
            <p:sp>
              <p:nvSpPr>
                <p:cNvPr id="1473" name="Google Shape;1473;p37"/>
                <p:cNvSpPr/>
                <p:nvPr/>
              </p:nvSpPr>
              <p:spPr>
                <a:xfrm>
                  <a:off x="5495436" y="1825625"/>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1474" name="Google Shape;1474;p37"/>
                <p:cNvSpPr/>
                <p:nvPr/>
              </p:nvSpPr>
              <p:spPr>
                <a:xfrm>
                  <a:off x="6471830" y="1825625"/>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1475" name="Google Shape;1475;p37"/>
                <p:cNvSpPr/>
                <p:nvPr/>
              </p:nvSpPr>
              <p:spPr>
                <a:xfrm>
                  <a:off x="7448224" y="1825625"/>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1476" name="Google Shape;1476;p37"/>
                <p:cNvSpPr/>
                <p:nvPr/>
              </p:nvSpPr>
              <p:spPr>
                <a:xfrm>
                  <a:off x="8424618" y="1825625"/>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1477" name="Google Shape;1477;p37"/>
                <p:cNvSpPr/>
                <p:nvPr/>
              </p:nvSpPr>
              <p:spPr>
                <a:xfrm>
                  <a:off x="9401012" y="1825625"/>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1478" name="Google Shape;1478;p37"/>
                <p:cNvSpPr/>
                <p:nvPr/>
              </p:nvSpPr>
              <p:spPr>
                <a:xfrm>
                  <a:off x="10377406" y="1825625"/>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grpSp>
          <p:sp>
            <p:nvSpPr>
              <p:cNvPr id="1479" name="Google Shape;1479;p37"/>
              <p:cNvSpPr txBox="1"/>
              <p:nvPr/>
            </p:nvSpPr>
            <p:spPr>
              <a:xfrm>
                <a:off x="5441194" y="1405323"/>
                <a:ext cx="2495228" cy="54563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s-CL" sz="1800" u="none" cap="none" strike="noStrike">
                    <a:solidFill>
                      <a:schemeClr val="accent1"/>
                    </a:solidFill>
                    <a:latin typeface="Poppins"/>
                    <a:ea typeface="Poppins"/>
                    <a:cs typeface="Poppins"/>
                    <a:sym typeface="Poppins"/>
                  </a:rPr>
                  <a:t>ciudades</a:t>
                </a:r>
                <a:endParaRPr b="0" i="0" sz="1400" u="none" cap="none" strike="noStrike">
                  <a:solidFill>
                    <a:srgbClr val="000000"/>
                  </a:solidFill>
                  <a:latin typeface="Arial"/>
                  <a:ea typeface="Arial"/>
                  <a:cs typeface="Arial"/>
                  <a:sym typeface="Arial"/>
                </a:endParaRPr>
              </a:p>
            </p:txBody>
          </p:sp>
        </p:grpSp>
        <p:grpSp>
          <p:nvGrpSpPr>
            <p:cNvPr id="1480" name="Google Shape;1480;p37"/>
            <p:cNvGrpSpPr/>
            <p:nvPr/>
          </p:nvGrpSpPr>
          <p:grpSpPr>
            <a:xfrm>
              <a:off x="5495436" y="2649741"/>
              <a:ext cx="5858364" cy="3235982"/>
              <a:chOff x="5495436" y="2649741"/>
              <a:chExt cx="5858364" cy="3235982"/>
            </a:xfrm>
          </p:grpSpPr>
          <p:grpSp>
            <p:nvGrpSpPr>
              <p:cNvPr id="1481" name="Google Shape;1481;p37"/>
              <p:cNvGrpSpPr/>
              <p:nvPr/>
            </p:nvGrpSpPr>
            <p:grpSpPr>
              <a:xfrm>
                <a:off x="5495436" y="2649741"/>
                <a:ext cx="5858364" cy="650928"/>
                <a:chOff x="5495436" y="2649741"/>
                <a:chExt cx="5858364" cy="650928"/>
              </a:xfrm>
            </p:grpSpPr>
            <p:sp>
              <p:nvSpPr>
                <p:cNvPr id="1482" name="Google Shape;1482;p37"/>
                <p:cNvSpPr/>
                <p:nvPr/>
              </p:nvSpPr>
              <p:spPr>
                <a:xfrm>
                  <a:off x="5495436"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1483" name="Google Shape;1483;p37"/>
                <p:cNvSpPr/>
                <p:nvPr/>
              </p:nvSpPr>
              <p:spPr>
                <a:xfrm>
                  <a:off x="6471830"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1484" name="Google Shape;1484;p37"/>
                <p:cNvSpPr/>
                <p:nvPr/>
              </p:nvSpPr>
              <p:spPr>
                <a:xfrm>
                  <a:off x="7448224"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1485" name="Google Shape;1485;p37"/>
                <p:cNvSpPr/>
                <p:nvPr/>
              </p:nvSpPr>
              <p:spPr>
                <a:xfrm>
                  <a:off x="8424618"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1486" name="Google Shape;1486;p37"/>
                <p:cNvSpPr/>
                <p:nvPr/>
              </p:nvSpPr>
              <p:spPr>
                <a:xfrm>
                  <a:off x="9401012"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1487" name="Google Shape;1487;p37"/>
                <p:cNvSpPr/>
                <p:nvPr/>
              </p:nvSpPr>
              <p:spPr>
                <a:xfrm>
                  <a:off x="10377406"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grpSp>
          <p:grpSp>
            <p:nvGrpSpPr>
              <p:cNvPr id="1488" name="Google Shape;1488;p37"/>
              <p:cNvGrpSpPr/>
              <p:nvPr/>
            </p:nvGrpSpPr>
            <p:grpSpPr>
              <a:xfrm>
                <a:off x="5495436" y="3297716"/>
                <a:ext cx="5858364" cy="650928"/>
                <a:chOff x="5495436" y="2649741"/>
                <a:chExt cx="5858364" cy="650928"/>
              </a:xfrm>
            </p:grpSpPr>
            <p:sp>
              <p:nvSpPr>
                <p:cNvPr id="1489" name="Google Shape;1489;p37"/>
                <p:cNvSpPr/>
                <p:nvPr/>
              </p:nvSpPr>
              <p:spPr>
                <a:xfrm>
                  <a:off x="5495436"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1490" name="Google Shape;1490;p37"/>
                <p:cNvSpPr/>
                <p:nvPr/>
              </p:nvSpPr>
              <p:spPr>
                <a:xfrm>
                  <a:off x="6471830"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1491" name="Google Shape;1491;p37"/>
                <p:cNvSpPr/>
                <p:nvPr/>
              </p:nvSpPr>
              <p:spPr>
                <a:xfrm>
                  <a:off x="7448224"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1492" name="Google Shape;1492;p37"/>
                <p:cNvSpPr/>
                <p:nvPr/>
              </p:nvSpPr>
              <p:spPr>
                <a:xfrm>
                  <a:off x="8424618"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1493" name="Google Shape;1493;p37"/>
                <p:cNvSpPr/>
                <p:nvPr/>
              </p:nvSpPr>
              <p:spPr>
                <a:xfrm>
                  <a:off x="9401012"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1494" name="Google Shape;1494;p37"/>
                <p:cNvSpPr/>
                <p:nvPr/>
              </p:nvSpPr>
              <p:spPr>
                <a:xfrm>
                  <a:off x="10377406"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grpSp>
          <p:grpSp>
            <p:nvGrpSpPr>
              <p:cNvPr id="1495" name="Google Shape;1495;p37"/>
              <p:cNvGrpSpPr/>
              <p:nvPr/>
            </p:nvGrpSpPr>
            <p:grpSpPr>
              <a:xfrm>
                <a:off x="5495436" y="3938895"/>
                <a:ext cx="5858364" cy="650928"/>
                <a:chOff x="5495436" y="2649741"/>
                <a:chExt cx="5858364" cy="650928"/>
              </a:xfrm>
            </p:grpSpPr>
            <p:sp>
              <p:nvSpPr>
                <p:cNvPr id="1496" name="Google Shape;1496;p37"/>
                <p:cNvSpPr/>
                <p:nvPr/>
              </p:nvSpPr>
              <p:spPr>
                <a:xfrm>
                  <a:off x="5495436"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1497" name="Google Shape;1497;p37"/>
                <p:cNvSpPr/>
                <p:nvPr/>
              </p:nvSpPr>
              <p:spPr>
                <a:xfrm>
                  <a:off x="6471830"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1498" name="Google Shape;1498;p37"/>
                <p:cNvSpPr/>
                <p:nvPr/>
              </p:nvSpPr>
              <p:spPr>
                <a:xfrm>
                  <a:off x="7448224"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1499" name="Google Shape;1499;p37"/>
                <p:cNvSpPr/>
                <p:nvPr/>
              </p:nvSpPr>
              <p:spPr>
                <a:xfrm>
                  <a:off x="8424618"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1500" name="Google Shape;1500;p37"/>
                <p:cNvSpPr/>
                <p:nvPr/>
              </p:nvSpPr>
              <p:spPr>
                <a:xfrm>
                  <a:off x="9401012"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1501" name="Google Shape;1501;p37"/>
                <p:cNvSpPr/>
                <p:nvPr/>
              </p:nvSpPr>
              <p:spPr>
                <a:xfrm>
                  <a:off x="10377406"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grpSp>
          <p:grpSp>
            <p:nvGrpSpPr>
              <p:cNvPr id="1502" name="Google Shape;1502;p37"/>
              <p:cNvGrpSpPr/>
              <p:nvPr/>
            </p:nvGrpSpPr>
            <p:grpSpPr>
              <a:xfrm>
                <a:off x="5495436" y="4586870"/>
                <a:ext cx="5858364" cy="650928"/>
                <a:chOff x="5495436" y="2649741"/>
                <a:chExt cx="5858364" cy="650928"/>
              </a:xfrm>
            </p:grpSpPr>
            <p:sp>
              <p:nvSpPr>
                <p:cNvPr id="1503" name="Google Shape;1503;p37"/>
                <p:cNvSpPr/>
                <p:nvPr/>
              </p:nvSpPr>
              <p:spPr>
                <a:xfrm>
                  <a:off x="5495436"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1504" name="Google Shape;1504;p37"/>
                <p:cNvSpPr/>
                <p:nvPr/>
              </p:nvSpPr>
              <p:spPr>
                <a:xfrm>
                  <a:off x="6471830"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1505" name="Google Shape;1505;p37"/>
                <p:cNvSpPr/>
                <p:nvPr/>
              </p:nvSpPr>
              <p:spPr>
                <a:xfrm>
                  <a:off x="7448224"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1506" name="Google Shape;1506;p37"/>
                <p:cNvSpPr/>
                <p:nvPr/>
              </p:nvSpPr>
              <p:spPr>
                <a:xfrm>
                  <a:off x="8424618"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1507" name="Google Shape;1507;p37"/>
                <p:cNvSpPr/>
                <p:nvPr/>
              </p:nvSpPr>
              <p:spPr>
                <a:xfrm>
                  <a:off x="9401012"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1508" name="Google Shape;1508;p37"/>
                <p:cNvSpPr/>
                <p:nvPr/>
              </p:nvSpPr>
              <p:spPr>
                <a:xfrm>
                  <a:off x="10377406"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grpSp>
          <p:grpSp>
            <p:nvGrpSpPr>
              <p:cNvPr id="1509" name="Google Shape;1509;p37"/>
              <p:cNvGrpSpPr/>
              <p:nvPr/>
            </p:nvGrpSpPr>
            <p:grpSpPr>
              <a:xfrm>
                <a:off x="5495436" y="5234795"/>
                <a:ext cx="5858364" cy="650928"/>
                <a:chOff x="5495436" y="2649741"/>
                <a:chExt cx="5858364" cy="650928"/>
              </a:xfrm>
            </p:grpSpPr>
            <p:sp>
              <p:nvSpPr>
                <p:cNvPr id="1510" name="Google Shape;1510;p37"/>
                <p:cNvSpPr/>
                <p:nvPr/>
              </p:nvSpPr>
              <p:spPr>
                <a:xfrm>
                  <a:off x="5495436"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1511" name="Google Shape;1511;p37"/>
                <p:cNvSpPr/>
                <p:nvPr/>
              </p:nvSpPr>
              <p:spPr>
                <a:xfrm>
                  <a:off x="6471830"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1512" name="Google Shape;1512;p37"/>
                <p:cNvSpPr/>
                <p:nvPr/>
              </p:nvSpPr>
              <p:spPr>
                <a:xfrm>
                  <a:off x="7448224"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1513" name="Google Shape;1513;p37"/>
                <p:cNvSpPr/>
                <p:nvPr/>
              </p:nvSpPr>
              <p:spPr>
                <a:xfrm>
                  <a:off x="8424618"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1514" name="Google Shape;1514;p37"/>
                <p:cNvSpPr/>
                <p:nvPr/>
              </p:nvSpPr>
              <p:spPr>
                <a:xfrm>
                  <a:off x="9401012"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1515" name="Google Shape;1515;p37"/>
                <p:cNvSpPr/>
                <p:nvPr/>
              </p:nvSpPr>
              <p:spPr>
                <a:xfrm>
                  <a:off x="10377406"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grpSp>
        </p:grpSp>
        <p:grpSp>
          <p:nvGrpSpPr>
            <p:cNvPr id="1516" name="Google Shape;1516;p37"/>
            <p:cNvGrpSpPr/>
            <p:nvPr/>
          </p:nvGrpSpPr>
          <p:grpSpPr>
            <a:xfrm>
              <a:off x="3746992" y="2577560"/>
              <a:ext cx="1545057" cy="3308163"/>
              <a:chOff x="3746992" y="2577560"/>
              <a:chExt cx="1545057" cy="3308163"/>
            </a:xfrm>
          </p:grpSpPr>
          <p:sp>
            <p:nvSpPr>
              <p:cNvPr id="1517" name="Google Shape;1517;p37"/>
              <p:cNvSpPr txBox="1"/>
              <p:nvPr/>
            </p:nvSpPr>
            <p:spPr>
              <a:xfrm rot="-5400000">
                <a:off x="2783232" y="3541320"/>
                <a:ext cx="2495227" cy="567707"/>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Arial"/>
                  <a:buNone/>
                </a:pPr>
                <a:r>
                  <a:rPr b="1" i="0" lang="es-CL" sz="1800" u="none" cap="none" strike="noStrike">
                    <a:solidFill>
                      <a:schemeClr val="accent1"/>
                    </a:solidFill>
                    <a:latin typeface="Poppins"/>
                    <a:ea typeface="Poppins"/>
                    <a:cs typeface="Poppins"/>
                    <a:sym typeface="Poppins"/>
                  </a:rPr>
                  <a:t>ciudades</a:t>
                </a:r>
                <a:endParaRPr b="0" i="0" sz="1400" u="none" cap="none" strike="noStrike">
                  <a:solidFill>
                    <a:srgbClr val="000000"/>
                  </a:solidFill>
                  <a:latin typeface="Arial"/>
                  <a:ea typeface="Arial"/>
                  <a:cs typeface="Arial"/>
                  <a:sym typeface="Arial"/>
                </a:endParaRPr>
              </a:p>
            </p:txBody>
          </p:sp>
          <p:grpSp>
            <p:nvGrpSpPr>
              <p:cNvPr id="1518" name="Google Shape;1518;p37"/>
              <p:cNvGrpSpPr/>
              <p:nvPr/>
            </p:nvGrpSpPr>
            <p:grpSpPr>
              <a:xfrm>
                <a:off x="4315655" y="2649741"/>
                <a:ext cx="976394" cy="3235982"/>
                <a:chOff x="4315655" y="2649741"/>
                <a:chExt cx="976394" cy="3235982"/>
              </a:xfrm>
            </p:grpSpPr>
            <p:sp>
              <p:nvSpPr>
                <p:cNvPr id="1519" name="Google Shape;1519;p37"/>
                <p:cNvSpPr/>
                <p:nvPr/>
              </p:nvSpPr>
              <p:spPr>
                <a:xfrm>
                  <a:off x="4315655" y="2649741"/>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1520" name="Google Shape;1520;p37"/>
                <p:cNvSpPr/>
                <p:nvPr/>
              </p:nvSpPr>
              <p:spPr>
                <a:xfrm>
                  <a:off x="4315655" y="3297716"/>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1521" name="Google Shape;1521;p37"/>
                <p:cNvSpPr/>
                <p:nvPr/>
              </p:nvSpPr>
              <p:spPr>
                <a:xfrm>
                  <a:off x="4315655" y="3938895"/>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1522" name="Google Shape;1522;p37"/>
                <p:cNvSpPr/>
                <p:nvPr/>
              </p:nvSpPr>
              <p:spPr>
                <a:xfrm>
                  <a:off x="4315655" y="4586870"/>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sp>
              <p:nvSpPr>
                <p:cNvPr id="1523" name="Google Shape;1523;p37"/>
                <p:cNvSpPr/>
                <p:nvPr/>
              </p:nvSpPr>
              <p:spPr>
                <a:xfrm>
                  <a:off x="4315655" y="5234795"/>
                  <a:ext cx="976394" cy="650928"/>
                </a:xfrm>
                <a:prstGeom prst="rect">
                  <a:avLst/>
                </a:prstGeom>
                <a:solidFill>
                  <a:schemeClr val="accent1"/>
                </a:solidFill>
                <a:ln cap="flat" cmpd="sng" w="12700">
                  <a:solidFill>
                    <a:srgbClr val="0045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1" i="0" sz="1800" u="none" cap="none" strike="noStrike">
                    <a:solidFill>
                      <a:schemeClr val="accent1"/>
                    </a:solidFill>
                    <a:latin typeface="Poppins"/>
                    <a:ea typeface="Poppins"/>
                    <a:cs typeface="Poppins"/>
                    <a:sym typeface="Poppins"/>
                  </a:endParaRPr>
                </a:p>
              </p:txBody>
            </p:sp>
          </p:grpSp>
        </p:grpSp>
      </p:grpSp>
      <p:sp>
        <p:nvSpPr>
          <p:cNvPr id="1524" name="Google Shape;1524;p37"/>
          <p:cNvSpPr/>
          <p:nvPr/>
        </p:nvSpPr>
        <p:spPr>
          <a:xfrm>
            <a:off x="4523089" y="5327641"/>
            <a:ext cx="2158651" cy="1207946"/>
          </a:xfrm>
          <a:prstGeom prst="wedgeRectCallout">
            <a:avLst>
              <a:gd fmla="val 143185" name="adj1"/>
              <a:gd fmla="val -56455" name="adj2"/>
            </a:avLst>
          </a:prstGeom>
          <a:solidFill>
            <a:schemeClr val="accent1"/>
          </a:solidFill>
          <a:ln cap="flat" cmpd="sng" w="12700">
            <a:solidFill>
              <a:srgbClr val="0045B5"/>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rPr b="1" i="0" lang="es-CL" sz="2400" u="none" cap="none" strike="noStrike">
                <a:solidFill>
                  <a:schemeClr val="lt1"/>
                </a:solidFill>
                <a:latin typeface="Poppins"/>
                <a:ea typeface="Poppins"/>
                <a:cs typeface="Poppins"/>
                <a:sym typeface="Poppins"/>
              </a:rPr>
              <a:t>Distancia entre las ciudades</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69"/>
                                        </p:tgtEl>
                                        <p:attrNameLst>
                                          <p:attrName>style.visibility</p:attrName>
                                        </p:attrNameLst>
                                      </p:cBhvr>
                                      <p:to>
                                        <p:strVal val="visible"/>
                                      </p:to>
                                    </p:set>
                                    <p:anim calcmode="lin" valueType="num">
                                      <p:cBhvr additive="base">
                                        <p:cTn dur="500"/>
                                        <p:tgtEl>
                                          <p:spTgt spid="1469"/>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469">
                                            <p:txEl>
                                              <p:pRg end="0" st="0"/>
                                            </p:txEl>
                                          </p:spTgt>
                                        </p:tgtEl>
                                        <p:attrNameLst>
                                          <p:attrName>style.visibility</p:attrName>
                                        </p:attrNameLst>
                                      </p:cBhvr>
                                      <p:to>
                                        <p:strVal val="visible"/>
                                      </p:to>
                                    </p:set>
                                    <p:anim calcmode="lin" valueType="num">
                                      <p:cBhvr additive="base">
                                        <p:cTn dur="500"/>
                                        <p:tgtEl>
                                          <p:spTgt spid="1469">
                                            <p:txEl>
                                              <p:pRg end="0" st="0"/>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469">
                                            <p:txEl>
                                              <p:pRg end="1" st="1"/>
                                            </p:txEl>
                                          </p:spTgt>
                                        </p:tgtEl>
                                        <p:attrNameLst>
                                          <p:attrName>style.visibility</p:attrName>
                                        </p:attrNameLst>
                                      </p:cBhvr>
                                      <p:to>
                                        <p:strVal val="visible"/>
                                      </p:to>
                                    </p:set>
                                    <p:anim calcmode="lin" valueType="num">
                                      <p:cBhvr additive="base">
                                        <p:cTn dur="500"/>
                                        <p:tgtEl>
                                          <p:spTgt spid="1469">
                                            <p:txEl>
                                              <p:pRg end="1" st="1"/>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469">
                                            <p:txEl>
                                              <p:pRg end="2" st="2"/>
                                            </p:txEl>
                                          </p:spTgt>
                                        </p:tgtEl>
                                        <p:attrNameLst>
                                          <p:attrName>style.visibility</p:attrName>
                                        </p:attrNameLst>
                                      </p:cBhvr>
                                      <p:to>
                                        <p:strVal val="visible"/>
                                      </p:to>
                                    </p:set>
                                    <p:anim calcmode="lin" valueType="num">
                                      <p:cBhvr additive="base">
                                        <p:cTn dur="500"/>
                                        <p:tgtEl>
                                          <p:spTgt spid="1469">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70"/>
                                        </p:tgtEl>
                                        <p:attrNameLst>
                                          <p:attrName>style.visibility</p:attrName>
                                        </p:attrNameLst>
                                      </p:cBhvr>
                                      <p:to>
                                        <p:strVal val="visible"/>
                                      </p:to>
                                    </p:set>
                                    <p:anim calcmode="lin" valueType="num">
                                      <p:cBhvr additive="base">
                                        <p:cTn dur="500"/>
                                        <p:tgtEl>
                                          <p:spTgt spid="1470"/>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24"/>
                                        </p:tgtEl>
                                        <p:attrNameLst>
                                          <p:attrName>style.visibility</p:attrName>
                                        </p:attrNameLst>
                                      </p:cBhvr>
                                      <p:to>
                                        <p:strVal val="visible"/>
                                      </p:to>
                                    </p:set>
                                    <p:anim calcmode="lin" valueType="num">
                                      <p:cBhvr additive="base">
                                        <p:cTn dur="500"/>
                                        <p:tgtEl>
                                          <p:spTgt spid="1524"/>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9" name="Shape 1529"/>
        <p:cNvGrpSpPr/>
        <p:nvPr/>
      </p:nvGrpSpPr>
      <p:grpSpPr>
        <a:xfrm>
          <a:off x="0" y="0"/>
          <a:ext cx="0" cy="0"/>
          <a:chOff x="0" y="0"/>
          <a:chExt cx="0" cy="0"/>
        </a:xfrm>
      </p:grpSpPr>
      <p:sp>
        <p:nvSpPr>
          <p:cNvPr id="1530" name="Google Shape;1530;p38"/>
          <p:cNvSpPr txBox="1"/>
          <p:nvPr/>
        </p:nvSpPr>
        <p:spPr>
          <a:xfrm>
            <a:off x="1112990" y="1581818"/>
            <a:ext cx="5779424" cy="769441"/>
          </a:xfrm>
          <a:prstGeom prst="rect">
            <a:avLst/>
          </a:prstGeom>
          <a:noFill/>
          <a:ln>
            <a:noFill/>
          </a:ln>
        </p:spPr>
        <p:txBody>
          <a:bodyPr anchorCtr="0" anchor="t" bIns="45700" lIns="0"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i="0" lang="es-CL" sz="4400" u="none" cap="none" strike="noStrike">
                <a:solidFill>
                  <a:schemeClr val="dk1"/>
                </a:solidFill>
                <a:latin typeface="Poppins"/>
                <a:ea typeface="Poppins"/>
                <a:cs typeface="Poppins"/>
                <a:sym typeface="Poppins"/>
              </a:rPr>
              <a:t>Recapitulando…</a:t>
            </a:r>
            <a:endParaRPr b="0" i="0" sz="1400" u="none" cap="none" strike="noStrike">
              <a:solidFill>
                <a:srgbClr val="000000"/>
              </a:solidFill>
              <a:latin typeface="Arial"/>
              <a:ea typeface="Arial"/>
              <a:cs typeface="Arial"/>
              <a:sym typeface="Arial"/>
            </a:endParaRPr>
          </a:p>
        </p:txBody>
      </p:sp>
      <p:sp>
        <p:nvSpPr>
          <p:cNvPr id="1531" name="Google Shape;1531;p38"/>
          <p:cNvSpPr txBox="1"/>
          <p:nvPr/>
        </p:nvSpPr>
        <p:spPr>
          <a:xfrm>
            <a:off x="1112989" y="1211208"/>
            <a:ext cx="1400383"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CL" sz="1200" u="none" cap="none" strike="noStrike">
                <a:solidFill>
                  <a:schemeClr val="accent1"/>
                </a:solidFill>
                <a:latin typeface="Poppins"/>
                <a:ea typeface="Poppins"/>
                <a:cs typeface="Poppins"/>
                <a:sym typeface="Poppins"/>
              </a:rPr>
              <a:t>Clase 9: Matrices</a:t>
            </a:r>
            <a:endParaRPr b="0" i="0" sz="1400" u="none" cap="none" strike="noStrike">
              <a:solidFill>
                <a:srgbClr val="000000"/>
              </a:solidFill>
              <a:latin typeface="Arial"/>
              <a:ea typeface="Arial"/>
              <a:cs typeface="Arial"/>
              <a:sym typeface="Arial"/>
            </a:endParaRPr>
          </a:p>
        </p:txBody>
      </p:sp>
      <p:grpSp>
        <p:nvGrpSpPr>
          <p:cNvPr id="1532" name="Google Shape;1532;p38"/>
          <p:cNvGrpSpPr/>
          <p:nvPr/>
        </p:nvGrpSpPr>
        <p:grpSpPr>
          <a:xfrm>
            <a:off x="7507288" y="1763713"/>
            <a:ext cx="6037262" cy="5462588"/>
            <a:chOff x="7507288" y="1763713"/>
            <a:chExt cx="6037262" cy="5462588"/>
          </a:xfrm>
        </p:grpSpPr>
        <p:sp>
          <p:nvSpPr>
            <p:cNvPr id="1533" name="Google Shape;1533;p38"/>
            <p:cNvSpPr/>
            <p:nvPr/>
          </p:nvSpPr>
          <p:spPr>
            <a:xfrm>
              <a:off x="7507288" y="5321301"/>
              <a:ext cx="4684712" cy="685800"/>
            </a:xfrm>
            <a:prstGeom prst="rect">
              <a:avLst/>
            </a:pr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34" name="Google Shape;1534;p38"/>
            <p:cNvSpPr/>
            <p:nvPr/>
          </p:nvSpPr>
          <p:spPr>
            <a:xfrm>
              <a:off x="7507288" y="5321301"/>
              <a:ext cx="6037262" cy="685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35" name="Google Shape;1535;p38"/>
            <p:cNvSpPr/>
            <p:nvPr/>
          </p:nvSpPr>
          <p:spPr>
            <a:xfrm>
              <a:off x="12250738" y="5321301"/>
              <a:ext cx="1293812" cy="685800"/>
            </a:xfrm>
            <a:custGeom>
              <a:rect b="b" l="l" r="r" t="t"/>
              <a:pathLst>
                <a:path extrusionOk="0" h="432" w="815">
                  <a:moveTo>
                    <a:pt x="815" y="0"/>
                  </a:moveTo>
                  <a:lnTo>
                    <a:pt x="0" y="0"/>
                  </a:lnTo>
                  <a:lnTo>
                    <a:pt x="0" y="432"/>
                  </a:lnTo>
                  <a:lnTo>
                    <a:pt x="395" y="432"/>
                  </a:lnTo>
                  <a:lnTo>
                    <a:pt x="815" y="432"/>
                  </a:lnTo>
                  <a:lnTo>
                    <a:pt x="815"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36" name="Google Shape;1536;p38"/>
            <p:cNvSpPr/>
            <p:nvPr/>
          </p:nvSpPr>
          <p:spPr>
            <a:xfrm>
              <a:off x="7507288" y="6007101"/>
              <a:ext cx="666750" cy="1219200"/>
            </a:xfrm>
            <a:prstGeom prst="rect">
              <a:avLst/>
            </a:pr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37" name="Google Shape;1537;p38"/>
            <p:cNvSpPr/>
            <p:nvPr/>
          </p:nvSpPr>
          <p:spPr>
            <a:xfrm>
              <a:off x="7507288" y="6007101"/>
              <a:ext cx="666750" cy="1219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38" name="Google Shape;1538;p38"/>
            <p:cNvSpPr/>
            <p:nvPr/>
          </p:nvSpPr>
          <p:spPr>
            <a:xfrm>
              <a:off x="7507288" y="6007101"/>
              <a:ext cx="666750" cy="1219200"/>
            </a:xfrm>
            <a:custGeom>
              <a:rect b="b" l="l" r="r" t="t"/>
              <a:pathLst>
                <a:path extrusionOk="0" h="768" w="420">
                  <a:moveTo>
                    <a:pt x="420" y="0"/>
                  </a:moveTo>
                  <a:lnTo>
                    <a:pt x="0" y="0"/>
                  </a:lnTo>
                  <a:lnTo>
                    <a:pt x="0" y="43"/>
                  </a:lnTo>
                  <a:lnTo>
                    <a:pt x="297" y="131"/>
                  </a:lnTo>
                  <a:lnTo>
                    <a:pt x="297" y="768"/>
                  </a:lnTo>
                  <a:lnTo>
                    <a:pt x="420" y="768"/>
                  </a:lnTo>
                  <a:lnTo>
                    <a:pt x="420" y="0"/>
                  </a:lnTo>
                  <a:close/>
                </a:path>
              </a:pathLst>
            </a:custGeom>
            <a:solidFill>
              <a:schemeClr val="dk1">
                <a:alpha val="20000"/>
              </a:scheme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39" name="Google Shape;1539;p38"/>
            <p:cNvSpPr/>
            <p:nvPr/>
          </p:nvSpPr>
          <p:spPr>
            <a:xfrm>
              <a:off x="7507288" y="6007101"/>
              <a:ext cx="666750" cy="1219200"/>
            </a:xfrm>
            <a:custGeom>
              <a:rect b="b" l="l" r="r" t="t"/>
              <a:pathLst>
                <a:path extrusionOk="0" h="768" w="420">
                  <a:moveTo>
                    <a:pt x="420" y="0"/>
                  </a:moveTo>
                  <a:lnTo>
                    <a:pt x="0" y="0"/>
                  </a:lnTo>
                  <a:lnTo>
                    <a:pt x="0" y="43"/>
                  </a:lnTo>
                  <a:lnTo>
                    <a:pt x="297" y="131"/>
                  </a:lnTo>
                  <a:lnTo>
                    <a:pt x="297" y="768"/>
                  </a:lnTo>
                  <a:lnTo>
                    <a:pt x="420" y="768"/>
                  </a:lnTo>
                  <a:lnTo>
                    <a:pt x="420"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40" name="Google Shape;1540;p38"/>
            <p:cNvSpPr/>
            <p:nvPr/>
          </p:nvSpPr>
          <p:spPr>
            <a:xfrm>
              <a:off x="12877800" y="6007101"/>
              <a:ext cx="666750" cy="1219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41" name="Google Shape;1541;p38"/>
            <p:cNvSpPr/>
            <p:nvPr/>
          </p:nvSpPr>
          <p:spPr>
            <a:xfrm>
              <a:off x="12877800" y="6007101"/>
              <a:ext cx="666750" cy="1219200"/>
            </a:xfrm>
            <a:custGeom>
              <a:rect b="b" l="l" r="r" t="t"/>
              <a:pathLst>
                <a:path extrusionOk="0" h="768" w="420">
                  <a:moveTo>
                    <a:pt x="0" y="0"/>
                  </a:moveTo>
                  <a:lnTo>
                    <a:pt x="0" y="0"/>
                  </a:lnTo>
                  <a:lnTo>
                    <a:pt x="0" y="768"/>
                  </a:lnTo>
                  <a:lnTo>
                    <a:pt x="420" y="768"/>
                  </a:lnTo>
                  <a:lnTo>
                    <a:pt x="297" y="768"/>
                  </a:lnTo>
                  <a:lnTo>
                    <a:pt x="297" y="131"/>
                  </a:lnTo>
                  <a:lnTo>
                    <a:pt x="0" y="43"/>
                  </a:lnTo>
                  <a:lnTo>
                    <a:pt x="0"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42" name="Google Shape;1542;p38"/>
            <p:cNvSpPr/>
            <p:nvPr/>
          </p:nvSpPr>
          <p:spPr>
            <a:xfrm>
              <a:off x="11585575" y="6007101"/>
              <a:ext cx="665162" cy="1219200"/>
            </a:xfrm>
            <a:prstGeom prst="rect">
              <a:avLst/>
            </a:pr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43" name="Google Shape;1543;p38"/>
            <p:cNvSpPr/>
            <p:nvPr/>
          </p:nvSpPr>
          <p:spPr>
            <a:xfrm>
              <a:off x="11585575" y="6007101"/>
              <a:ext cx="665162" cy="1219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44" name="Google Shape;1544;p38"/>
            <p:cNvSpPr/>
            <p:nvPr/>
          </p:nvSpPr>
          <p:spPr>
            <a:xfrm>
              <a:off x="11585575" y="6007101"/>
              <a:ext cx="665162" cy="1219200"/>
            </a:xfrm>
            <a:custGeom>
              <a:rect b="b" l="l" r="r" t="t"/>
              <a:pathLst>
                <a:path extrusionOk="0" h="768" w="419">
                  <a:moveTo>
                    <a:pt x="419" y="0"/>
                  </a:moveTo>
                  <a:lnTo>
                    <a:pt x="419" y="0"/>
                  </a:lnTo>
                  <a:lnTo>
                    <a:pt x="0" y="0"/>
                  </a:lnTo>
                  <a:lnTo>
                    <a:pt x="0" y="43"/>
                  </a:lnTo>
                  <a:lnTo>
                    <a:pt x="297" y="131"/>
                  </a:lnTo>
                  <a:lnTo>
                    <a:pt x="297" y="768"/>
                  </a:lnTo>
                  <a:lnTo>
                    <a:pt x="419" y="768"/>
                  </a:lnTo>
                  <a:lnTo>
                    <a:pt x="419" y="0"/>
                  </a:lnTo>
                  <a:close/>
                </a:path>
              </a:pathLst>
            </a:custGeom>
            <a:solidFill>
              <a:schemeClr val="dk1">
                <a:alpha val="20000"/>
              </a:scheme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45" name="Google Shape;1545;p38"/>
            <p:cNvSpPr/>
            <p:nvPr/>
          </p:nvSpPr>
          <p:spPr>
            <a:xfrm>
              <a:off x="11585575" y="6007101"/>
              <a:ext cx="665162" cy="1219200"/>
            </a:xfrm>
            <a:custGeom>
              <a:rect b="b" l="l" r="r" t="t"/>
              <a:pathLst>
                <a:path extrusionOk="0" h="768" w="419">
                  <a:moveTo>
                    <a:pt x="419" y="0"/>
                  </a:moveTo>
                  <a:lnTo>
                    <a:pt x="419" y="0"/>
                  </a:lnTo>
                  <a:lnTo>
                    <a:pt x="0" y="0"/>
                  </a:lnTo>
                  <a:lnTo>
                    <a:pt x="0" y="43"/>
                  </a:lnTo>
                  <a:lnTo>
                    <a:pt x="297" y="131"/>
                  </a:lnTo>
                  <a:lnTo>
                    <a:pt x="297" y="768"/>
                  </a:lnTo>
                  <a:lnTo>
                    <a:pt x="419" y="768"/>
                  </a:lnTo>
                  <a:lnTo>
                    <a:pt x="419"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46" name="Google Shape;1546;p38"/>
            <p:cNvSpPr/>
            <p:nvPr/>
          </p:nvSpPr>
          <p:spPr>
            <a:xfrm>
              <a:off x="8801100" y="6007101"/>
              <a:ext cx="665162" cy="1219200"/>
            </a:xfrm>
            <a:prstGeom prst="rect">
              <a:avLst/>
            </a:pr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47" name="Google Shape;1547;p38"/>
            <p:cNvSpPr/>
            <p:nvPr/>
          </p:nvSpPr>
          <p:spPr>
            <a:xfrm>
              <a:off x="8801100" y="6007101"/>
              <a:ext cx="665162" cy="1219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48" name="Google Shape;1548;p38"/>
            <p:cNvSpPr/>
            <p:nvPr/>
          </p:nvSpPr>
          <p:spPr>
            <a:xfrm>
              <a:off x="8801100" y="6007101"/>
              <a:ext cx="665162" cy="1219200"/>
            </a:xfrm>
            <a:custGeom>
              <a:rect b="b" l="l" r="r" t="t"/>
              <a:pathLst>
                <a:path extrusionOk="0" h="768" w="419">
                  <a:moveTo>
                    <a:pt x="0" y="0"/>
                  </a:moveTo>
                  <a:lnTo>
                    <a:pt x="0" y="0"/>
                  </a:lnTo>
                  <a:lnTo>
                    <a:pt x="0" y="768"/>
                  </a:lnTo>
                  <a:lnTo>
                    <a:pt x="419" y="768"/>
                  </a:lnTo>
                  <a:lnTo>
                    <a:pt x="297" y="768"/>
                  </a:lnTo>
                  <a:lnTo>
                    <a:pt x="297" y="131"/>
                  </a:lnTo>
                  <a:lnTo>
                    <a:pt x="0" y="43"/>
                  </a:lnTo>
                  <a:lnTo>
                    <a:pt x="0"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49" name="Google Shape;1549;p38"/>
            <p:cNvSpPr/>
            <p:nvPr/>
          </p:nvSpPr>
          <p:spPr>
            <a:xfrm>
              <a:off x="8801100" y="6007101"/>
              <a:ext cx="665162" cy="1219200"/>
            </a:xfrm>
            <a:custGeom>
              <a:rect b="b" l="l" r="r" t="t"/>
              <a:pathLst>
                <a:path extrusionOk="0" h="768" w="419">
                  <a:moveTo>
                    <a:pt x="419" y="0"/>
                  </a:moveTo>
                  <a:lnTo>
                    <a:pt x="0" y="0"/>
                  </a:lnTo>
                  <a:lnTo>
                    <a:pt x="0" y="43"/>
                  </a:lnTo>
                  <a:lnTo>
                    <a:pt x="297" y="131"/>
                  </a:lnTo>
                  <a:lnTo>
                    <a:pt x="297" y="768"/>
                  </a:lnTo>
                  <a:lnTo>
                    <a:pt x="419" y="768"/>
                  </a:lnTo>
                  <a:lnTo>
                    <a:pt x="419" y="0"/>
                  </a:lnTo>
                  <a:close/>
                </a:path>
              </a:pathLst>
            </a:custGeom>
            <a:solidFill>
              <a:schemeClr val="dk1">
                <a:alpha val="20000"/>
              </a:scheme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50" name="Google Shape;1550;p38"/>
            <p:cNvSpPr/>
            <p:nvPr/>
          </p:nvSpPr>
          <p:spPr>
            <a:xfrm>
              <a:off x="8801100" y="6007101"/>
              <a:ext cx="665162" cy="1219200"/>
            </a:xfrm>
            <a:custGeom>
              <a:rect b="b" l="l" r="r" t="t"/>
              <a:pathLst>
                <a:path extrusionOk="0" h="768" w="419">
                  <a:moveTo>
                    <a:pt x="419" y="0"/>
                  </a:moveTo>
                  <a:lnTo>
                    <a:pt x="0" y="0"/>
                  </a:lnTo>
                  <a:lnTo>
                    <a:pt x="0" y="43"/>
                  </a:lnTo>
                  <a:lnTo>
                    <a:pt x="297" y="131"/>
                  </a:lnTo>
                  <a:lnTo>
                    <a:pt x="297" y="768"/>
                  </a:lnTo>
                  <a:lnTo>
                    <a:pt x="419" y="768"/>
                  </a:lnTo>
                  <a:lnTo>
                    <a:pt x="419"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51" name="Google Shape;1551;p38"/>
            <p:cNvSpPr/>
            <p:nvPr/>
          </p:nvSpPr>
          <p:spPr>
            <a:xfrm>
              <a:off x="8936038" y="2600326"/>
              <a:ext cx="4025900" cy="2589213"/>
            </a:xfrm>
            <a:custGeom>
              <a:rect b="b" l="l" r="r" t="t"/>
              <a:pathLst>
                <a:path extrusionOk="0" h="533" w="828">
                  <a:moveTo>
                    <a:pt x="777" y="533"/>
                  </a:moveTo>
                  <a:cubicBezTo>
                    <a:pt x="17" y="533"/>
                    <a:pt x="17" y="533"/>
                    <a:pt x="17" y="533"/>
                  </a:cubicBezTo>
                  <a:cubicBezTo>
                    <a:pt x="7" y="533"/>
                    <a:pt x="0" y="524"/>
                    <a:pt x="0" y="514"/>
                  </a:cubicBezTo>
                  <a:cubicBezTo>
                    <a:pt x="31" y="18"/>
                    <a:pt x="31" y="18"/>
                    <a:pt x="31" y="18"/>
                  </a:cubicBezTo>
                  <a:cubicBezTo>
                    <a:pt x="32" y="8"/>
                    <a:pt x="41" y="0"/>
                    <a:pt x="51" y="0"/>
                  </a:cubicBezTo>
                  <a:cubicBezTo>
                    <a:pt x="811" y="0"/>
                    <a:pt x="811" y="0"/>
                    <a:pt x="811" y="0"/>
                  </a:cubicBezTo>
                  <a:cubicBezTo>
                    <a:pt x="821" y="0"/>
                    <a:pt x="828" y="8"/>
                    <a:pt x="828" y="18"/>
                  </a:cubicBezTo>
                  <a:cubicBezTo>
                    <a:pt x="796" y="514"/>
                    <a:pt x="796" y="514"/>
                    <a:pt x="796" y="514"/>
                  </a:cubicBezTo>
                  <a:cubicBezTo>
                    <a:pt x="796" y="524"/>
                    <a:pt x="787" y="533"/>
                    <a:pt x="777" y="533"/>
                  </a:cubicBezTo>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52" name="Google Shape;1552;p38"/>
            <p:cNvSpPr/>
            <p:nvPr/>
          </p:nvSpPr>
          <p:spPr>
            <a:xfrm>
              <a:off x="9018588" y="2600326"/>
              <a:ext cx="3943350" cy="2589213"/>
            </a:xfrm>
            <a:custGeom>
              <a:rect b="b" l="l" r="r" t="t"/>
              <a:pathLst>
                <a:path extrusionOk="0" h="533" w="811">
                  <a:moveTo>
                    <a:pt x="794" y="0"/>
                  </a:moveTo>
                  <a:cubicBezTo>
                    <a:pt x="788" y="0"/>
                    <a:pt x="788" y="0"/>
                    <a:pt x="788" y="0"/>
                  </a:cubicBezTo>
                  <a:cubicBezTo>
                    <a:pt x="798" y="0"/>
                    <a:pt x="806" y="8"/>
                    <a:pt x="805" y="18"/>
                  </a:cubicBezTo>
                  <a:cubicBezTo>
                    <a:pt x="774" y="514"/>
                    <a:pt x="774" y="514"/>
                    <a:pt x="774" y="514"/>
                  </a:cubicBezTo>
                  <a:cubicBezTo>
                    <a:pt x="773" y="524"/>
                    <a:pt x="764" y="533"/>
                    <a:pt x="754" y="533"/>
                  </a:cubicBezTo>
                  <a:cubicBezTo>
                    <a:pt x="0" y="533"/>
                    <a:pt x="0" y="533"/>
                    <a:pt x="0" y="533"/>
                  </a:cubicBezTo>
                  <a:cubicBezTo>
                    <a:pt x="0" y="533"/>
                    <a:pt x="0" y="533"/>
                    <a:pt x="0" y="533"/>
                  </a:cubicBezTo>
                  <a:cubicBezTo>
                    <a:pt x="760" y="533"/>
                    <a:pt x="760" y="533"/>
                    <a:pt x="760" y="533"/>
                  </a:cubicBezTo>
                  <a:cubicBezTo>
                    <a:pt x="770" y="533"/>
                    <a:pt x="779" y="524"/>
                    <a:pt x="779" y="514"/>
                  </a:cubicBezTo>
                  <a:cubicBezTo>
                    <a:pt x="811" y="18"/>
                    <a:pt x="811" y="18"/>
                    <a:pt x="811" y="18"/>
                  </a:cubicBezTo>
                  <a:cubicBezTo>
                    <a:pt x="811" y="18"/>
                    <a:pt x="811" y="17"/>
                    <a:pt x="811" y="17"/>
                  </a:cubicBezTo>
                  <a:cubicBezTo>
                    <a:pt x="811" y="7"/>
                    <a:pt x="803" y="0"/>
                    <a:pt x="794" y="0"/>
                  </a:cubicBezTo>
                </a:path>
              </a:pathLst>
            </a:custGeom>
            <a:solidFill>
              <a:srgbClr val="0F141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53" name="Google Shape;1553;p38"/>
            <p:cNvSpPr/>
            <p:nvPr/>
          </p:nvSpPr>
          <p:spPr>
            <a:xfrm>
              <a:off x="8907463" y="2600326"/>
              <a:ext cx="4029075" cy="2589213"/>
            </a:xfrm>
            <a:custGeom>
              <a:rect b="b" l="l" r="r" t="t"/>
              <a:pathLst>
                <a:path extrusionOk="0" h="533" w="829">
                  <a:moveTo>
                    <a:pt x="777" y="533"/>
                  </a:moveTo>
                  <a:cubicBezTo>
                    <a:pt x="18" y="533"/>
                    <a:pt x="18" y="533"/>
                    <a:pt x="18" y="533"/>
                  </a:cubicBezTo>
                  <a:cubicBezTo>
                    <a:pt x="8" y="533"/>
                    <a:pt x="0" y="524"/>
                    <a:pt x="1" y="514"/>
                  </a:cubicBezTo>
                  <a:cubicBezTo>
                    <a:pt x="32" y="18"/>
                    <a:pt x="32" y="18"/>
                    <a:pt x="32" y="18"/>
                  </a:cubicBezTo>
                  <a:cubicBezTo>
                    <a:pt x="32" y="8"/>
                    <a:pt x="41" y="0"/>
                    <a:pt x="51" y="0"/>
                  </a:cubicBezTo>
                  <a:cubicBezTo>
                    <a:pt x="811" y="0"/>
                    <a:pt x="811" y="0"/>
                    <a:pt x="811" y="0"/>
                  </a:cubicBezTo>
                  <a:cubicBezTo>
                    <a:pt x="821" y="0"/>
                    <a:pt x="829" y="8"/>
                    <a:pt x="828" y="18"/>
                  </a:cubicBezTo>
                  <a:cubicBezTo>
                    <a:pt x="797" y="514"/>
                    <a:pt x="797" y="514"/>
                    <a:pt x="797" y="514"/>
                  </a:cubicBezTo>
                  <a:cubicBezTo>
                    <a:pt x="796" y="524"/>
                    <a:pt x="787" y="533"/>
                    <a:pt x="777" y="533"/>
                  </a:cubicBezTo>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54" name="Google Shape;1554;p38"/>
            <p:cNvSpPr/>
            <p:nvPr/>
          </p:nvSpPr>
          <p:spPr>
            <a:xfrm>
              <a:off x="8183563" y="5219701"/>
              <a:ext cx="4602162" cy="101600"/>
            </a:xfrm>
            <a:custGeom>
              <a:rect b="b" l="l" r="r" t="t"/>
              <a:pathLst>
                <a:path extrusionOk="0" h="21" w="947">
                  <a:moveTo>
                    <a:pt x="925" y="0"/>
                  </a:moveTo>
                  <a:cubicBezTo>
                    <a:pt x="22" y="0"/>
                    <a:pt x="22" y="0"/>
                    <a:pt x="22" y="0"/>
                  </a:cubicBezTo>
                  <a:cubicBezTo>
                    <a:pt x="13" y="0"/>
                    <a:pt x="5" y="5"/>
                    <a:pt x="2" y="12"/>
                  </a:cubicBezTo>
                  <a:cubicBezTo>
                    <a:pt x="0" y="16"/>
                    <a:pt x="3" y="21"/>
                    <a:pt x="8" y="21"/>
                  </a:cubicBezTo>
                  <a:cubicBezTo>
                    <a:pt x="939" y="21"/>
                    <a:pt x="939" y="21"/>
                    <a:pt x="939" y="21"/>
                  </a:cubicBezTo>
                  <a:cubicBezTo>
                    <a:pt x="944" y="21"/>
                    <a:pt x="947" y="16"/>
                    <a:pt x="945" y="12"/>
                  </a:cubicBezTo>
                  <a:cubicBezTo>
                    <a:pt x="942" y="5"/>
                    <a:pt x="934" y="0"/>
                    <a:pt x="925" y="0"/>
                  </a:cubicBezTo>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55" name="Google Shape;1555;p38"/>
            <p:cNvSpPr/>
            <p:nvPr/>
          </p:nvSpPr>
          <p:spPr>
            <a:xfrm>
              <a:off x="11950700" y="5219701"/>
              <a:ext cx="830262" cy="101600"/>
            </a:xfrm>
            <a:custGeom>
              <a:rect b="b" l="l" r="r" t="t"/>
              <a:pathLst>
                <a:path extrusionOk="0" h="21" w="171">
                  <a:moveTo>
                    <a:pt x="150" y="0"/>
                  </a:moveTo>
                  <a:cubicBezTo>
                    <a:pt x="22" y="0"/>
                    <a:pt x="22" y="0"/>
                    <a:pt x="22" y="0"/>
                  </a:cubicBezTo>
                  <a:cubicBezTo>
                    <a:pt x="13" y="0"/>
                    <a:pt x="5" y="5"/>
                    <a:pt x="2" y="12"/>
                  </a:cubicBezTo>
                  <a:cubicBezTo>
                    <a:pt x="0" y="16"/>
                    <a:pt x="3" y="21"/>
                    <a:pt x="8" y="21"/>
                  </a:cubicBezTo>
                  <a:cubicBezTo>
                    <a:pt x="164" y="21"/>
                    <a:pt x="164" y="21"/>
                    <a:pt x="164" y="21"/>
                  </a:cubicBezTo>
                  <a:cubicBezTo>
                    <a:pt x="168" y="21"/>
                    <a:pt x="171" y="18"/>
                    <a:pt x="171" y="15"/>
                  </a:cubicBezTo>
                  <a:cubicBezTo>
                    <a:pt x="171" y="14"/>
                    <a:pt x="171" y="13"/>
                    <a:pt x="170" y="12"/>
                  </a:cubicBezTo>
                  <a:cubicBezTo>
                    <a:pt x="167" y="5"/>
                    <a:pt x="159" y="0"/>
                    <a:pt x="150" y="0"/>
                  </a:cubicBezTo>
                </a:path>
              </a:pathLst>
            </a:custGeom>
            <a:solidFill>
              <a:srgbClr val="0F141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56" name="Google Shape;1556;p38"/>
            <p:cNvSpPr/>
            <p:nvPr/>
          </p:nvSpPr>
          <p:spPr>
            <a:xfrm>
              <a:off x="12115800" y="5267326"/>
              <a:ext cx="188912" cy="30163"/>
            </a:xfrm>
            <a:custGeom>
              <a:rect b="b" l="l" r="r" t="t"/>
              <a:pathLst>
                <a:path extrusionOk="0" h="6" w="39">
                  <a:moveTo>
                    <a:pt x="37" y="6"/>
                  </a:moveTo>
                  <a:cubicBezTo>
                    <a:pt x="3" y="6"/>
                    <a:pt x="3" y="6"/>
                    <a:pt x="3" y="6"/>
                  </a:cubicBezTo>
                  <a:cubicBezTo>
                    <a:pt x="2" y="6"/>
                    <a:pt x="0" y="4"/>
                    <a:pt x="0" y="3"/>
                  </a:cubicBezTo>
                  <a:cubicBezTo>
                    <a:pt x="0" y="1"/>
                    <a:pt x="2" y="0"/>
                    <a:pt x="3" y="0"/>
                  </a:cubicBezTo>
                  <a:cubicBezTo>
                    <a:pt x="37" y="0"/>
                    <a:pt x="37" y="0"/>
                    <a:pt x="37" y="0"/>
                  </a:cubicBezTo>
                  <a:cubicBezTo>
                    <a:pt x="38" y="0"/>
                    <a:pt x="39" y="1"/>
                    <a:pt x="39" y="3"/>
                  </a:cubicBezTo>
                  <a:cubicBezTo>
                    <a:pt x="39" y="4"/>
                    <a:pt x="38" y="6"/>
                    <a:pt x="37" y="6"/>
                  </a:cubicBez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57" name="Google Shape;1557;p38"/>
            <p:cNvSpPr/>
            <p:nvPr/>
          </p:nvSpPr>
          <p:spPr>
            <a:xfrm>
              <a:off x="10044113" y="5267326"/>
              <a:ext cx="190500" cy="30163"/>
            </a:xfrm>
            <a:custGeom>
              <a:rect b="b" l="l" r="r" t="t"/>
              <a:pathLst>
                <a:path extrusionOk="0" h="6" w="39">
                  <a:moveTo>
                    <a:pt x="36" y="0"/>
                  </a:moveTo>
                  <a:cubicBezTo>
                    <a:pt x="3" y="0"/>
                    <a:pt x="3" y="0"/>
                    <a:pt x="3" y="0"/>
                  </a:cubicBezTo>
                  <a:cubicBezTo>
                    <a:pt x="1" y="0"/>
                    <a:pt x="0" y="1"/>
                    <a:pt x="0" y="3"/>
                  </a:cubicBezTo>
                  <a:cubicBezTo>
                    <a:pt x="0" y="4"/>
                    <a:pt x="1" y="6"/>
                    <a:pt x="3" y="6"/>
                  </a:cubicBezTo>
                  <a:cubicBezTo>
                    <a:pt x="36" y="6"/>
                    <a:pt x="36" y="6"/>
                    <a:pt x="36" y="6"/>
                  </a:cubicBezTo>
                  <a:cubicBezTo>
                    <a:pt x="37" y="6"/>
                    <a:pt x="39" y="4"/>
                    <a:pt x="39" y="3"/>
                  </a:cubicBezTo>
                  <a:cubicBezTo>
                    <a:pt x="39" y="1"/>
                    <a:pt x="37" y="0"/>
                    <a:pt x="36" y="0"/>
                  </a:cubicBezTo>
                </a:path>
              </a:pathLst>
            </a:custGeom>
            <a:solidFill>
              <a:srgbClr val="BEC2C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58" name="Google Shape;1558;p38"/>
            <p:cNvSpPr/>
            <p:nvPr/>
          </p:nvSpPr>
          <p:spPr>
            <a:xfrm>
              <a:off x="12344400" y="5267326"/>
              <a:ext cx="125412" cy="30163"/>
            </a:xfrm>
            <a:custGeom>
              <a:rect b="b" l="l" r="r" t="t"/>
              <a:pathLst>
                <a:path extrusionOk="0" h="6" w="26">
                  <a:moveTo>
                    <a:pt x="24" y="6"/>
                  </a:moveTo>
                  <a:cubicBezTo>
                    <a:pt x="2" y="6"/>
                    <a:pt x="2" y="6"/>
                    <a:pt x="2" y="6"/>
                  </a:cubicBezTo>
                  <a:cubicBezTo>
                    <a:pt x="1" y="6"/>
                    <a:pt x="0" y="5"/>
                    <a:pt x="0" y="3"/>
                  </a:cubicBezTo>
                  <a:cubicBezTo>
                    <a:pt x="0" y="2"/>
                    <a:pt x="0" y="2"/>
                    <a:pt x="0" y="2"/>
                  </a:cubicBezTo>
                  <a:cubicBezTo>
                    <a:pt x="0" y="1"/>
                    <a:pt x="1" y="0"/>
                    <a:pt x="2" y="0"/>
                  </a:cubicBezTo>
                  <a:cubicBezTo>
                    <a:pt x="24" y="0"/>
                    <a:pt x="24" y="0"/>
                    <a:pt x="24" y="0"/>
                  </a:cubicBezTo>
                  <a:cubicBezTo>
                    <a:pt x="25" y="0"/>
                    <a:pt x="26" y="1"/>
                    <a:pt x="26" y="2"/>
                  </a:cubicBezTo>
                  <a:cubicBezTo>
                    <a:pt x="26" y="3"/>
                    <a:pt x="26" y="3"/>
                    <a:pt x="26" y="3"/>
                  </a:cubicBezTo>
                  <a:cubicBezTo>
                    <a:pt x="26" y="5"/>
                    <a:pt x="25" y="6"/>
                    <a:pt x="24" y="6"/>
                  </a:cubicBez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59" name="Google Shape;1559;p38"/>
            <p:cNvSpPr/>
            <p:nvPr/>
          </p:nvSpPr>
          <p:spPr>
            <a:xfrm>
              <a:off x="8990013" y="2740026"/>
              <a:ext cx="3859212" cy="2305050"/>
            </a:xfrm>
            <a:custGeom>
              <a:rect b="b" l="l" r="r" t="t"/>
              <a:pathLst>
                <a:path extrusionOk="0" h="474" w="794">
                  <a:moveTo>
                    <a:pt x="1" y="467"/>
                  </a:moveTo>
                  <a:cubicBezTo>
                    <a:pt x="30" y="7"/>
                    <a:pt x="30" y="7"/>
                    <a:pt x="30" y="7"/>
                  </a:cubicBezTo>
                  <a:cubicBezTo>
                    <a:pt x="30" y="3"/>
                    <a:pt x="33" y="0"/>
                    <a:pt x="37" y="0"/>
                  </a:cubicBezTo>
                  <a:cubicBezTo>
                    <a:pt x="787" y="0"/>
                    <a:pt x="787" y="0"/>
                    <a:pt x="787" y="0"/>
                  </a:cubicBezTo>
                  <a:cubicBezTo>
                    <a:pt x="791" y="0"/>
                    <a:pt x="794" y="3"/>
                    <a:pt x="794" y="7"/>
                  </a:cubicBezTo>
                  <a:cubicBezTo>
                    <a:pt x="765" y="467"/>
                    <a:pt x="765" y="467"/>
                    <a:pt x="765" y="467"/>
                  </a:cubicBezTo>
                  <a:cubicBezTo>
                    <a:pt x="765" y="471"/>
                    <a:pt x="761" y="474"/>
                    <a:pt x="757" y="474"/>
                  </a:cubicBezTo>
                  <a:cubicBezTo>
                    <a:pt x="7" y="474"/>
                    <a:pt x="7" y="474"/>
                    <a:pt x="7" y="474"/>
                  </a:cubicBezTo>
                  <a:cubicBezTo>
                    <a:pt x="3" y="474"/>
                    <a:pt x="0" y="471"/>
                    <a:pt x="1" y="467"/>
                  </a:cubicBezTo>
                </a:path>
              </a:pathLst>
            </a:custGeom>
            <a:solidFill>
              <a:srgbClr val="FFFF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60" name="Google Shape;1560;p38"/>
            <p:cNvSpPr/>
            <p:nvPr/>
          </p:nvSpPr>
          <p:spPr>
            <a:xfrm>
              <a:off x="8921750" y="2673351"/>
              <a:ext cx="2143125" cy="2303463"/>
            </a:xfrm>
            <a:custGeom>
              <a:rect b="b" l="l" r="r" t="t"/>
              <a:pathLst>
                <a:path extrusionOk="0" h="474" w="441">
                  <a:moveTo>
                    <a:pt x="441" y="0"/>
                  </a:moveTo>
                  <a:cubicBezTo>
                    <a:pt x="191" y="474"/>
                    <a:pt x="191" y="474"/>
                    <a:pt x="191" y="474"/>
                  </a:cubicBezTo>
                  <a:cubicBezTo>
                    <a:pt x="7" y="474"/>
                    <a:pt x="7" y="474"/>
                    <a:pt x="7" y="474"/>
                  </a:cubicBezTo>
                  <a:cubicBezTo>
                    <a:pt x="3" y="474"/>
                    <a:pt x="0" y="471"/>
                    <a:pt x="0" y="467"/>
                  </a:cubicBezTo>
                  <a:cubicBezTo>
                    <a:pt x="30" y="7"/>
                    <a:pt x="30" y="7"/>
                    <a:pt x="30" y="7"/>
                  </a:cubicBezTo>
                  <a:cubicBezTo>
                    <a:pt x="30" y="3"/>
                    <a:pt x="33" y="0"/>
                    <a:pt x="37" y="0"/>
                  </a:cubicBezTo>
                  <a:cubicBezTo>
                    <a:pt x="441" y="0"/>
                    <a:pt x="441" y="0"/>
                    <a:pt x="441" y="0"/>
                  </a:cubicBezTo>
                </a:path>
              </a:pathLst>
            </a:custGeom>
            <a:solidFill>
              <a:srgbClr val="407BFF">
                <a:alpha val="2000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61" name="Google Shape;1561;p38"/>
            <p:cNvSpPr/>
            <p:nvPr/>
          </p:nvSpPr>
          <p:spPr>
            <a:xfrm>
              <a:off x="10633075" y="2673351"/>
              <a:ext cx="1497012" cy="2303463"/>
            </a:xfrm>
            <a:custGeom>
              <a:rect b="b" l="l" r="r" t="t"/>
              <a:pathLst>
                <a:path extrusionOk="0" h="1451" w="943">
                  <a:moveTo>
                    <a:pt x="943" y="0"/>
                  </a:moveTo>
                  <a:lnTo>
                    <a:pt x="177" y="1451"/>
                  </a:lnTo>
                  <a:lnTo>
                    <a:pt x="0" y="1451"/>
                  </a:lnTo>
                  <a:lnTo>
                    <a:pt x="765" y="0"/>
                  </a:lnTo>
                  <a:lnTo>
                    <a:pt x="943" y="0"/>
                  </a:lnTo>
                  <a:close/>
                </a:path>
              </a:pathLst>
            </a:custGeom>
            <a:solidFill>
              <a:srgbClr val="407BFF">
                <a:alpha val="2000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62" name="Google Shape;1562;p38"/>
            <p:cNvSpPr/>
            <p:nvPr/>
          </p:nvSpPr>
          <p:spPr>
            <a:xfrm>
              <a:off x="10633075" y="2673351"/>
              <a:ext cx="1497012" cy="2303463"/>
            </a:xfrm>
            <a:custGeom>
              <a:rect b="b" l="l" r="r" t="t"/>
              <a:pathLst>
                <a:path extrusionOk="0" h="1451" w="943">
                  <a:moveTo>
                    <a:pt x="943" y="0"/>
                  </a:moveTo>
                  <a:lnTo>
                    <a:pt x="177" y="1451"/>
                  </a:lnTo>
                  <a:lnTo>
                    <a:pt x="0" y="1451"/>
                  </a:lnTo>
                  <a:lnTo>
                    <a:pt x="765" y="0"/>
                  </a:lnTo>
                  <a:lnTo>
                    <a:pt x="943" y="0"/>
                  </a:lnTo>
                </a:path>
              </a:pathLst>
            </a:cu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63" name="Google Shape;1563;p38"/>
            <p:cNvSpPr/>
            <p:nvPr/>
          </p:nvSpPr>
          <p:spPr>
            <a:xfrm>
              <a:off x="11220450" y="2673351"/>
              <a:ext cx="1560512" cy="2303463"/>
            </a:xfrm>
            <a:custGeom>
              <a:rect b="b" l="l" r="r" t="t"/>
              <a:pathLst>
                <a:path extrusionOk="0" h="474" w="321">
                  <a:moveTo>
                    <a:pt x="321" y="7"/>
                  </a:moveTo>
                  <a:cubicBezTo>
                    <a:pt x="292" y="467"/>
                    <a:pt x="292" y="467"/>
                    <a:pt x="292" y="467"/>
                  </a:cubicBezTo>
                  <a:cubicBezTo>
                    <a:pt x="291" y="471"/>
                    <a:pt x="288" y="474"/>
                    <a:pt x="284" y="474"/>
                  </a:cubicBezTo>
                  <a:cubicBezTo>
                    <a:pt x="0" y="474"/>
                    <a:pt x="0" y="474"/>
                    <a:pt x="0" y="474"/>
                  </a:cubicBezTo>
                  <a:cubicBezTo>
                    <a:pt x="250" y="0"/>
                    <a:pt x="250" y="0"/>
                    <a:pt x="250" y="0"/>
                  </a:cubicBezTo>
                  <a:cubicBezTo>
                    <a:pt x="314" y="0"/>
                    <a:pt x="314" y="0"/>
                    <a:pt x="314" y="0"/>
                  </a:cubicBezTo>
                  <a:cubicBezTo>
                    <a:pt x="318" y="0"/>
                    <a:pt x="321" y="3"/>
                    <a:pt x="321" y="7"/>
                  </a:cubicBezTo>
                  <a:close/>
                </a:path>
              </a:pathLst>
            </a:custGeom>
            <a:solidFill>
              <a:srgbClr val="407BFF">
                <a:alpha val="20000"/>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64" name="Google Shape;1564;p38"/>
            <p:cNvSpPr/>
            <p:nvPr/>
          </p:nvSpPr>
          <p:spPr>
            <a:xfrm>
              <a:off x="9499600" y="1890713"/>
              <a:ext cx="2109787" cy="1885950"/>
            </a:xfrm>
            <a:custGeom>
              <a:rect b="b" l="l" r="r" t="t"/>
              <a:pathLst>
                <a:path extrusionOk="0" h="388" w="434">
                  <a:moveTo>
                    <a:pt x="190" y="51"/>
                  </a:moveTo>
                  <a:cubicBezTo>
                    <a:pt x="168" y="76"/>
                    <a:pt x="155" y="152"/>
                    <a:pt x="171" y="190"/>
                  </a:cubicBezTo>
                  <a:cubicBezTo>
                    <a:pt x="188" y="228"/>
                    <a:pt x="0" y="266"/>
                    <a:pt x="155" y="327"/>
                  </a:cubicBezTo>
                  <a:cubicBezTo>
                    <a:pt x="310" y="388"/>
                    <a:pt x="434" y="317"/>
                    <a:pt x="389" y="254"/>
                  </a:cubicBezTo>
                  <a:cubicBezTo>
                    <a:pt x="344" y="190"/>
                    <a:pt x="394" y="84"/>
                    <a:pt x="342" y="58"/>
                  </a:cubicBezTo>
                  <a:cubicBezTo>
                    <a:pt x="295" y="33"/>
                    <a:pt x="233" y="0"/>
                    <a:pt x="190" y="51"/>
                  </a:cubicBezTo>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65" name="Google Shape;1565;p38"/>
            <p:cNvSpPr/>
            <p:nvPr/>
          </p:nvSpPr>
          <p:spPr>
            <a:xfrm>
              <a:off x="9096375" y="3562351"/>
              <a:ext cx="1098550" cy="1117600"/>
            </a:xfrm>
            <a:custGeom>
              <a:rect b="b" l="l" r="r" t="t"/>
              <a:pathLst>
                <a:path extrusionOk="0" h="230" w="226">
                  <a:moveTo>
                    <a:pt x="226" y="16"/>
                  </a:moveTo>
                  <a:cubicBezTo>
                    <a:pt x="218" y="44"/>
                    <a:pt x="209" y="72"/>
                    <a:pt x="200" y="100"/>
                  </a:cubicBezTo>
                  <a:cubicBezTo>
                    <a:pt x="191" y="128"/>
                    <a:pt x="182" y="155"/>
                    <a:pt x="172" y="183"/>
                  </a:cubicBezTo>
                  <a:cubicBezTo>
                    <a:pt x="168" y="194"/>
                    <a:pt x="168" y="194"/>
                    <a:pt x="168" y="194"/>
                  </a:cubicBezTo>
                  <a:cubicBezTo>
                    <a:pt x="166" y="199"/>
                    <a:pt x="166" y="199"/>
                    <a:pt x="166" y="199"/>
                  </a:cubicBezTo>
                  <a:cubicBezTo>
                    <a:pt x="166" y="200"/>
                    <a:pt x="166" y="200"/>
                    <a:pt x="166" y="200"/>
                  </a:cubicBezTo>
                  <a:cubicBezTo>
                    <a:pt x="165" y="203"/>
                    <a:pt x="165" y="203"/>
                    <a:pt x="165" y="203"/>
                  </a:cubicBezTo>
                  <a:cubicBezTo>
                    <a:pt x="164" y="204"/>
                    <a:pt x="163" y="206"/>
                    <a:pt x="162" y="208"/>
                  </a:cubicBezTo>
                  <a:cubicBezTo>
                    <a:pt x="159" y="214"/>
                    <a:pt x="153" y="221"/>
                    <a:pt x="145" y="225"/>
                  </a:cubicBezTo>
                  <a:cubicBezTo>
                    <a:pt x="138" y="229"/>
                    <a:pt x="131" y="230"/>
                    <a:pt x="124" y="230"/>
                  </a:cubicBezTo>
                  <a:cubicBezTo>
                    <a:pt x="112" y="230"/>
                    <a:pt x="103" y="227"/>
                    <a:pt x="95" y="224"/>
                  </a:cubicBezTo>
                  <a:cubicBezTo>
                    <a:pt x="86" y="221"/>
                    <a:pt x="79" y="217"/>
                    <a:pt x="72" y="213"/>
                  </a:cubicBezTo>
                  <a:cubicBezTo>
                    <a:pt x="44" y="197"/>
                    <a:pt x="22" y="177"/>
                    <a:pt x="0" y="155"/>
                  </a:cubicBezTo>
                  <a:cubicBezTo>
                    <a:pt x="18" y="135"/>
                    <a:pt x="18" y="135"/>
                    <a:pt x="18" y="135"/>
                  </a:cubicBezTo>
                  <a:cubicBezTo>
                    <a:pt x="24" y="139"/>
                    <a:pt x="30" y="143"/>
                    <a:pt x="36" y="146"/>
                  </a:cubicBezTo>
                  <a:cubicBezTo>
                    <a:pt x="42" y="150"/>
                    <a:pt x="48" y="154"/>
                    <a:pt x="54" y="157"/>
                  </a:cubicBezTo>
                  <a:cubicBezTo>
                    <a:pt x="66" y="164"/>
                    <a:pt x="79" y="171"/>
                    <a:pt x="91" y="176"/>
                  </a:cubicBezTo>
                  <a:cubicBezTo>
                    <a:pt x="97" y="179"/>
                    <a:pt x="103" y="181"/>
                    <a:pt x="109" y="182"/>
                  </a:cubicBezTo>
                  <a:cubicBezTo>
                    <a:pt x="114" y="184"/>
                    <a:pt x="120" y="184"/>
                    <a:pt x="122" y="184"/>
                  </a:cubicBezTo>
                  <a:cubicBezTo>
                    <a:pt x="123" y="184"/>
                    <a:pt x="123" y="183"/>
                    <a:pt x="122" y="184"/>
                  </a:cubicBezTo>
                  <a:cubicBezTo>
                    <a:pt x="121" y="184"/>
                    <a:pt x="120" y="185"/>
                    <a:pt x="120" y="185"/>
                  </a:cubicBezTo>
                  <a:cubicBezTo>
                    <a:pt x="120" y="185"/>
                    <a:pt x="120" y="185"/>
                    <a:pt x="120" y="185"/>
                  </a:cubicBezTo>
                  <a:cubicBezTo>
                    <a:pt x="120" y="184"/>
                    <a:pt x="120" y="184"/>
                    <a:pt x="120" y="184"/>
                  </a:cubicBezTo>
                  <a:cubicBezTo>
                    <a:pt x="120" y="183"/>
                    <a:pt x="120" y="183"/>
                    <a:pt x="120" y="183"/>
                  </a:cubicBezTo>
                  <a:cubicBezTo>
                    <a:pt x="122" y="178"/>
                    <a:pt x="122" y="178"/>
                    <a:pt x="122" y="178"/>
                  </a:cubicBezTo>
                  <a:cubicBezTo>
                    <a:pt x="125" y="168"/>
                    <a:pt x="125" y="168"/>
                    <a:pt x="125" y="168"/>
                  </a:cubicBezTo>
                  <a:cubicBezTo>
                    <a:pt x="149" y="84"/>
                    <a:pt x="149" y="84"/>
                    <a:pt x="149" y="84"/>
                  </a:cubicBezTo>
                  <a:cubicBezTo>
                    <a:pt x="157" y="56"/>
                    <a:pt x="166" y="28"/>
                    <a:pt x="175" y="0"/>
                  </a:cubicBezTo>
                  <a:cubicBezTo>
                    <a:pt x="226" y="16"/>
                    <a:pt x="226" y="16"/>
                    <a:pt x="226" y="16"/>
                  </a:cubicBezTo>
                </a:path>
              </a:pathLst>
            </a:custGeom>
            <a:solidFill>
              <a:srgbClr val="B65B5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66" name="Google Shape;1566;p38"/>
            <p:cNvSpPr/>
            <p:nvPr/>
          </p:nvSpPr>
          <p:spPr>
            <a:xfrm>
              <a:off x="8950325" y="4130676"/>
              <a:ext cx="311150" cy="261938"/>
            </a:xfrm>
            <a:custGeom>
              <a:rect b="b" l="l" r="r" t="t"/>
              <a:pathLst>
                <a:path extrusionOk="0" h="54" w="64">
                  <a:moveTo>
                    <a:pt x="46" y="17"/>
                  </a:moveTo>
                  <a:cubicBezTo>
                    <a:pt x="0" y="0"/>
                    <a:pt x="0" y="0"/>
                    <a:pt x="0" y="0"/>
                  </a:cubicBezTo>
                  <a:cubicBezTo>
                    <a:pt x="19" y="49"/>
                    <a:pt x="19" y="49"/>
                    <a:pt x="19" y="49"/>
                  </a:cubicBezTo>
                  <a:cubicBezTo>
                    <a:pt x="19" y="49"/>
                    <a:pt x="51" y="54"/>
                    <a:pt x="64" y="37"/>
                  </a:cubicBezTo>
                  <a:cubicBezTo>
                    <a:pt x="54" y="23"/>
                    <a:pt x="54" y="23"/>
                    <a:pt x="54" y="23"/>
                  </a:cubicBezTo>
                  <a:cubicBezTo>
                    <a:pt x="52" y="20"/>
                    <a:pt x="49" y="18"/>
                    <a:pt x="46" y="17"/>
                  </a:cubicBezTo>
                  <a:close/>
                </a:path>
              </a:pathLst>
            </a:custGeom>
            <a:solidFill>
              <a:srgbClr val="B55B5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67" name="Google Shape;1567;p38"/>
            <p:cNvSpPr/>
            <p:nvPr/>
          </p:nvSpPr>
          <p:spPr>
            <a:xfrm>
              <a:off x="8751888" y="4130676"/>
              <a:ext cx="292100" cy="266700"/>
            </a:xfrm>
            <a:custGeom>
              <a:rect b="b" l="l" r="r" t="t"/>
              <a:pathLst>
                <a:path extrusionOk="0" h="168" w="184">
                  <a:moveTo>
                    <a:pt x="0" y="43"/>
                  </a:moveTo>
                  <a:lnTo>
                    <a:pt x="55" y="168"/>
                  </a:lnTo>
                  <a:lnTo>
                    <a:pt x="184" y="150"/>
                  </a:lnTo>
                  <a:lnTo>
                    <a:pt x="125" y="0"/>
                  </a:lnTo>
                  <a:lnTo>
                    <a:pt x="0" y="43"/>
                  </a:lnTo>
                  <a:close/>
                </a:path>
              </a:pathLst>
            </a:custGeom>
            <a:solidFill>
              <a:srgbClr val="B55B5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68" name="Google Shape;1568;p38"/>
            <p:cNvSpPr/>
            <p:nvPr/>
          </p:nvSpPr>
          <p:spPr>
            <a:xfrm>
              <a:off x="9855200" y="3246438"/>
              <a:ext cx="558800" cy="685800"/>
            </a:xfrm>
            <a:custGeom>
              <a:rect b="b" l="l" r="r" t="t"/>
              <a:pathLst>
                <a:path extrusionOk="0" h="141" w="115">
                  <a:moveTo>
                    <a:pt x="36" y="8"/>
                  </a:moveTo>
                  <a:cubicBezTo>
                    <a:pt x="15" y="14"/>
                    <a:pt x="0" y="101"/>
                    <a:pt x="0" y="101"/>
                  </a:cubicBezTo>
                  <a:cubicBezTo>
                    <a:pt x="59" y="141"/>
                    <a:pt x="59" y="141"/>
                    <a:pt x="59" y="141"/>
                  </a:cubicBezTo>
                  <a:cubicBezTo>
                    <a:pt x="59" y="141"/>
                    <a:pt x="115" y="53"/>
                    <a:pt x="99" y="29"/>
                  </a:cubicBezTo>
                  <a:cubicBezTo>
                    <a:pt x="82" y="5"/>
                    <a:pt x="67" y="0"/>
                    <a:pt x="36" y="8"/>
                  </a:cubicBezTo>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69" name="Google Shape;1569;p38"/>
            <p:cNvSpPr/>
            <p:nvPr/>
          </p:nvSpPr>
          <p:spPr>
            <a:xfrm>
              <a:off x="9855200" y="3270251"/>
              <a:ext cx="257175" cy="544513"/>
            </a:xfrm>
            <a:custGeom>
              <a:rect b="b" l="l" r="r" t="t"/>
              <a:pathLst>
                <a:path extrusionOk="0" h="112" w="53">
                  <a:moveTo>
                    <a:pt x="36" y="3"/>
                  </a:moveTo>
                  <a:cubicBezTo>
                    <a:pt x="15" y="9"/>
                    <a:pt x="0" y="96"/>
                    <a:pt x="0" y="96"/>
                  </a:cubicBezTo>
                  <a:cubicBezTo>
                    <a:pt x="23" y="112"/>
                    <a:pt x="23" y="112"/>
                    <a:pt x="23" y="112"/>
                  </a:cubicBezTo>
                  <a:cubicBezTo>
                    <a:pt x="24" y="97"/>
                    <a:pt x="27" y="70"/>
                    <a:pt x="30" y="51"/>
                  </a:cubicBezTo>
                  <a:cubicBezTo>
                    <a:pt x="30" y="49"/>
                    <a:pt x="30" y="47"/>
                    <a:pt x="30" y="45"/>
                  </a:cubicBezTo>
                  <a:cubicBezTo>
                    <a:pt x="30" y="5"/>
                    <a:pt x="36" y="3"/>
                    <a:pt x="36" y="3"/>
                  </a:cubicBezTo>
                  <a:moveTo>
                    <a:pt x="53" y="0"/>
                  </a:moveTo>
                  <a:cubicBezTo>
                    <a:pt x="48" y="1"/>
                    <a:pt x="42" y="2"/>
                    <a:pt x="36" y="3"/>
                  </a:cubicBezTo>
                  <a:cubicBezTo>
                    <a:pt x="36" y="3"/>
                    <a:pt x="43" y="2"/>
                    <a:pt x="53" y="0"/>
                  </a:cubicBezTo>
                </a:path>
              </a:pathLst>
            </a:custGeom>
            <a:solidFill>
              <a:srgbClr val="A0BD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70" name="Google Shape;1570;p38"/>
            <p:cNvSpPr/>
            <p:nvPr/>
          </p:nvSpPr>
          <p:spPr>
            <a:xfrm>
              <a:off x="9966325" y="3814763"/>
              <a:ext cx="53975" cy="33338"/>
            </a:xfrm>
            <a:custGeom>
              <a:rect b="b" l="l" r="r" t="t"/>
              <a:pathLst>
                <a:path extrusionOk="0" h="7" w="11">
                  <a:moveTo>
                    <a:pt x="0" y="0"/>
                  </a:moveTo>
                  <a:cubicBezTo>
                    <a:pt x="0" y="0"/>
                    <a:pt x="0" y="0"/>
                    <a:pt x="0" y="0"/>
                  </a:cubicBezTo>
                  <a:cubicBezTo>
                    <a:pt x="11" y="7"/>
                    <a:pt x="11" y="7"/>
                    <a:pt x="11" y="7"/>
                  </a:cubicBezTo>
                  <a:cubicBezTo>
                    <a:pt x="11" y="7"/>
                    <a:pt x="11" y="7"/>
                    <a:pt x="11" y="7"/>
                  </a:cubicBezTo>
                  <a:cubicBezTo>
                    <a:pt x="0" y="0"/>
                    <a:pt x="0" y="0"/>
                    <a:pt x="0" y="0"/>
                  </a:cubicBezTo>
                </a:path>
              </a:pathLst>
            </a:custGeom>
            <a:solidFill>
              <a:srgbClr val="92494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71" name="Google Shape;1571;p38"/>
            <p:cNvSpPr/>
            <p:nvPr/>
          </p:nvSpPr>
          <p:spPr>
            <a:xfrm>
              <a:off x="9966325" y="3517901"/>
              <a:ext cx="53975" cy="330200"/>
            </a:xfrm>
            <a:custGeom>
              <a:rect b="b" l="l" r="r" t="t"/>
              <a:pathLst>
                <a:path extrusionOk="0" h="68" w="11">
                  <a:moveTo>
                    <a:pt x="7" y="0"/>
                  </a:moveTo>
                  <a:cubicBezTo>
                    <a:pt x="4" y="19"/>
                    <a:pt x="1" y="46"/>
                    <a:pt x="0" y="61"/>
                  </a:cubicBezTo>
                  <a:cubicBezTo>
                    <a:pt x="11" y="68"/>
                    <a:pt x="11" y="68"/>
                    <a:pt x="11" y="68"/>
                  </a:cubicBezTo>
                  <a:cubicBezTo>
                    <a:pt x="9" y="39"/>
                    <a:pt x="7" y="16"/>
                    <a:pt x="7" y="0"/>
                  </a:cubicBezTo>
                </a:path>
              </a:pathLst>
            </a:custGeom>
            <a:solidFill>
              <a:srgbClr val="8097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72" name="Google Shape;1572;p38"/>
            <p:cNvSpPr/>
            <p:nvPr/>
          </p:nvSpPr>
          <p:spPr>
            <a:xfrm>
              <a:off x="9913938" y="3206751"/>
              <a:ext cx="1438275" cy="1589088"/>
            </a:xfrm>
            <a:custGeom>
              <a:rect b="b" l="l" r="r" t="t"/>
              <a:pathLst>
                <a:path extrusionOk="0" h="327" w="296">
                  <a:moveTo>
                    <a:pt x="24" y="16"/>
                  </a:moveTo>
                  <a:cubicBezTo>
                    <a:pt x="24" y="16"/>
                    <a:pt x="0" y="25"/>
                    <a:pt x="49" y="327"/>
                  </a:cubicBezTo>
                  <a:cubicBezTo>
                    <a:pt x="132" y="327"/>
                    <a:pt x="218" y="327"/>
                    <a:pt x="258" y="327"/>
                  </a:cubicBezTo>
                  <a:cubicBezTo>
                    <a:pt x="255" y="242"/>
                    <a:pt x="255" y="190"/>
                    <a:pt x="296" y="15"/>
                  </a:cubicBezTo>
                  <a:cubicBezTo>
                    <a:pt x="296" y="15"/>
                    <a:pt x="252" y="5"/>
                    <a:pt x="207" y="3"/>
                  </a:cubicBezTo>
                  <a:cubicBezTo>
                    <a:pt x="171" y="1"/>
                    <a:pt x="142" y="0"/>
                    <a:pt x="111" y="3"/>
                  </a:cubicBezTo>
                  <a:cubicBezTo>
                    <a:pt x="71" y="7"/>
                    <a:pt x="24" y="16"/>
                    <a:pt x="24" y="16"/>
                  </a:cubicBezTo>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73" name="Google Shape;1573;p38"/>
            <p:cNvSpPr/>
            <p:nvPr/>
          </p:nvSpPr>
          <p:spPr>
            <a:xfrm>
              <a:off x="10001250" y="3222626"/>
              <a:ext cx="1327150" cy="1511300"/>
            </a:xfrm>
            <a:custGeom>
              <a:rect b="b" l="l" r="r" t="t"/>
              <a:pathLst>
                <a:path extrusionOk="0" h="311" w="273">
                  <a:moveTo>
                    <a:pt x="189" y="0"/>
                  </a:moveTo>
                  <a:cubicBezTo>
                    <a:pt x="189" y="0"/>
                    <a:pt x="169" y="46"/>
                    <a:pt x="116" y="46"/>
                  </a:cubicBezTo>
                  <a:cubicBezTo>
                    <a:pt x="62" y="46"/>
                    <a:pt x="93" y="0"/>
                    <a:pt x="93" y="0"/>
                  </a:cubicBezTo>
                  <a:cubicBezTo>
                    <a:pt x="53" y="4"/>
                    <a:pt x="6" y="13"/>
                    <a:pt x="6" y="13"/>
                  </a:cubicBezTo>
                  <a:cubicBezTo>
                    <a:pt x="6" y="13"/>
                    <a:pt x="0" y="15"/>
                    <a:pt x="0" y="55"/>
                  </a:cubicBezTo>
                  <a:cubicBezTo>
                    <a:pt x="0" y="94"/>
                    <a:pt x="6" y="168"/>
                    <a:pt x="29" y="311"/>
                  </a:cubicBezTo>
                  <a:cubicBezTo>
                    <a:pt x="240" y="311"/>
                    <a:pt x="240" y="311"/>
                    <a:pt x="240" y="311"/>
                  </a:cubicBezTo>
                  <a:cubicBezTo>
                    <a:pt x="239" y="296"/>
                    <a:pt x="239" y="283"/>
                    <a:pt x="239" y="269"/>
                  </a:cubicBezTo>
                  <a:cubicBezTo>
                    <a:pt x="239" y="246"/>
                    <a:pt x="240" y="222"/>
                    <a:pt x="243" y="195"/>
                  </a:cubicBezTo>
                  <a:cubicBezTo>
                    <a:pt x="239" y="177"/>
                    <a:pt x="231" y="135"/>
                    <a:pt x="228" y="110"/>
                  </a:cubicBezTo>
                  <a:cubicBezTo>
                    <a:pt x="224" y="96"/>
                    <a:pt x="220" y="82"/>
                    <a:pt x="220" y="71"/>
                  </a:cubicBezTo>
                  <a:cubicBezTo>
                    <a:pt x="220" y="67"/>
                    <a:pt x="220" y="64"/>
                    <a:pt x="221" y="61"/>
                  </a:cubicBezTo>
                  <a:cubicBezTo>
                    <a:pt x="230" y="36"/>
                    <a:pt x="249" y="11"/>
                    <a:pt x="270" y="11"/>
                  </a:cubicBezTo>
                  <a:cubicBezTo>
                    <a:pt x="271" y="11"/>
                    <a:pt x="272" y="11"/>
                    <a:pt x="273" y="11"/>
                  </a:cubicBezTo>
                  <a:cubicBezTo>
                    <a:pt x="260" y="8"/>
                    <a:pt x="225" y="2"/>
                    <a:pt x="189" y="0"/>
                  </a:cubicBezTo>
                  <a:cubicBezTo>
                    <a:pt x="189" y="0"/>
                    <a:pt x="189" y="0"/>
                    <a:pt x="189" y="0"/>
                  </a:cubicBezTo>
                </a:path>
              </a:pathLst>
            </a:custGeom>
            <a:solidFill>
              <a:srgbClr val="A0BD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74" name="Google Shape;1574;p38"/>
            <p:cNvSpPr/>
            <p:nvPr/>
          </p:nvSpPr>
          <p:spPr>
            <a:xfrm>
              <a:off x="11182350" y="3984626"/>
              <a:ext cx="23812" cy="185738"/>
            </a:xfrm>
            <a:custGeom>
              <a:rect b="b" l="l" r="r" t="t"/>
              <a:pathLst>
                <a:path extrusionOk="0" h="38" w="5">
                  <a:moveTo>
                    <a:pt x="5" y="0"/>
                  </a:moveTo>
                  <a:cubicBezTo>
                    <a:pt x="3" y="13"/>
                    <a:pt x="1" y="26"/>
                    <a:pt x="0" y="38"/>
                  </a:cubicBezTo>
                  <a:cubicBezTo>
                    <a:pt x="0" y="38"/>
                    <a:pt x="0" y="38"/>
                    <a:pt x="0" y="38"/>
                  </a:cubicBezTo>
                  <a:cubicBezTo>
                    <a:pt x="1" y="26"/>
                    <a:pt x="3" y="13"/>
                    <a:pt x="5" y="0"/>
                  </a:cubicBezTo>
                  <a:cubicBezTo>
                    <a:pt x="5" y="0"/>
                    <a:pt x="5" y="0"/>
                    <a:pt x="5" y="0"/>
                  </a:cubicBezTo>
                </a:path>
              </a:pathLst>
            </a:custGeom>
            <a:solidFill>
              <a:srgbClr val="3362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75" name="Google Shape;1575;p38"/>
            <p:cNvSpPr/>
            <p:nvPr/>
          </p:nvSpPr>
          <p:spPr>
            <a:xfrm>
              <a:off x="11109325" y="3756026"/>
              <a:ext cx="96837" cy="414338"/>
            </a:xfrm>
            <a:custGeom>
              <a:rect b="b" l="l" r="r" t="t"/>
              <a:pathLst>
                <a:path extrusionOk="0" h="85" w="20">
                  <a:moveTo>
                    <a:pt x="0" y="0"/>
                  </a:moveTo>
                  <a:cubicBezTo>
                    <a:pt x="3" y="25"/>
                    <a:pt x="11" y="67"/>
                    <a:pt x="15" y="85"/>
                  </a:cubicBezTo>
                  <a:cubicBezTo>
                    <a:pt x="16" y="73"/>
                    <a:pt x="18" y="60"/>
                    <a:pt x="20" y="47"/>
                  </a:cubicBezTo>
                  <a:cubicBezTo>
                    <a:pt x="17" y="40"/>
                    <a:pt x="7" y="21"/>
                    <a:pt x="0" y="0"/>
                  </a:cubicBezTo>
                </a:path>
              </a:pathLst>
            </a:custGeom>
            <a:solidFill>
              <a:srgbClr val="8097C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76" name="Google Shape;1576;p38"/>
            <p:cNvSpPr/>
            <p:nvPr/>
          </p:nvSpPr>
          <p:spPr>
            <a:xfrm>
              <a:off x="10302875" y="2701926"/>
              <a:ext cx="617537" cy="742950"/>
            </a:xfrm>
            <a:custGeom>
              <a:rect b="b" l="l" r="r" t="t"/>
              <a:pathLst>
                <a:path extrusionOk="0" h="153" w="127">
                  <a:moveTo>
                    <a:pt x="117" y="0"/>
                  </a:moveTo>
                  <a:cubicBezTo>
                    <a:pt x="111" y="30"/>
                    <a:pt x="105" y="87"/>
                    <a:pt x="127" y="107"/>
                  </a:cubicBezTo>
                  <a:cubicBezTo>
                    <a:pt x="127" y="107"/>
                    <a:pt x="107" y="153"/>
                    <a:pt x="54" y="153"/>
                  </a:cubicBezTo>
                  <a:cubicBezTo>
                    <a:pt x="0" y="153"/>
                    <a:pt x="31" y="107"/>
                    <a:pt x="31" y="107"/>
                  </a:cubicBezTo>
                  <a:cubicBezTo>
                    <a:pt x="66" y="99"/>
                    <a:pt x="65" y="74"/>
                    <a:pt x="59" y="50"/>
                  </a:cubicBezTo>
                  <a:cubicBezTo>
                    <a:pt x="117" y="0"/>
                    <a:pt x="117" y="0"/>
                    <a:pt x="117" y="0"/>
                  </a:cubicBezTo>
                </a:path>
              </a:pathLst>
            </a:custGeom>
            <a:solidFill>
              <a:srgbClr val="B55B5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77" name="Google Shape;1577;p38"/>
            <p:cNvSpPr/>
            <p:nvPr/>
          </p:nvSpPr>
          <p:spPr>
            <a:xfrm>
              <a:off x="10321925" y="3149601"/>
              <a:ext cx="660400" cy="339725"/>
            </a:xfrm>
            <a:custGeom>
              <a:rect b="b" l="l" r="r" t="t"/>
              <a:pathLst>
                <a:path extrusionOk="0" h="70" w="136">
                  <a:moveTo>
                    <a:pt x="116" y="4"/>
                  </a:moveTo>
                  <a:cubicBezTo>
                    <a:pt x="111" y="14"/>
                    <a:pt x="95" y="37"/>
                    <a:pt x="49" y="45"/>
                  </a:cubicBezTo>
                  <a:cubicBezTo>
                    <a:pt x="48" y="46"/>
                    <a:pt x="47" y="45"/>
                    <a:pt x="46" y="45"/>
                  </a:cubicBezTo>
                  <a:cubicBezTo>
                    <a:pt x="37" y="39"/>
                    <a:pt x="32" y="26"/>
                    <a:pt x="35" y="12"/>
                  </a:cubicBezTo>
                  <a:cubicBezTo>
                    <a:pt x="37" y="8"/>
                    <a:pt x="33" y="4"/>
                    <a:pt x="29" y="6"/>
                  </a:cubicBezTo>
                  <a:cubicBezTo>
                    <a:pt x="24" y="8"/>
                    <a:pt x="21" y="10"/>
                    <a:pt x="19" y="11"/>
                  </a:cubicBezTo>
                  <a:cubicBezTo>
                    <a:pt x="18" y="12"/>
                    <a:pt x="18" y="12"/>
                    <a:pt x="17" y="13"/>
                  </a:cubicBezTo>
                  <a:cubicBezTo>
                    <a:pt x="14" y="19"/>
                    <a:pt x="0" y="50"/>
                    <a:pt x="41" y="69"/>
                  </a:cubicBezTo>
                  <a:cubicBezTo>
                    <a:pt x="42" y="69"/>
                    <a:pt x="42" y="69"/>
                    <a:pt x="43" y="69"/>
                  </a:cubicBezTo>
                  <a:cubicBezTo>
                    <a:pt x="67" y="70"/>
                    <a:pt x="109" y="65"/>
                    <a:pt x="136" y="17"/>
                  </a:cubicBezTo>
                  <a:cubicBezTo>
                    <a:pt x="136" y="15"/>
                    <a:pt x="136" y="13"/>
                    <a:pt x="135" y="11"/>
                  </a:cubicBezTo>
                  <a:cubicBezTo>
                    <a:pt x="132" y="8"/>
                    <a:pt x="127" y="4"/>
                    <a:pt x="123" y="2"/>
                  </a:cubicBezTo>
                  <a:cubicBezTo>
                    <a:pt x="120" y="0"/>
                    <a:pt x="117" y="1"/>
                    <a:pt x="116" y="4"/>
                  </a:cubicBezTo>
                  <a:close/>
                </a:path>
              </a:pathLst>
            </a:custGeom>
            <a:solidFill>
              <a:srgbClr val="FAFAF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78" name="Google Shape;1578;p38"/>
            <p:cNvSpPr/>
            <p:nvPr/>
          </p:nvSpPr>
          <p:spPr>
            <a:xfrm>
              <a:off x="10656888" y="3698876"/>
              <a:ext cx="306387" cy="82550"/>
            </a:xfrm>
            <a:custGeom>
              <a:rect b="b" l="l" r="r" t="t"/>
              <a:pathLst>
                <a:path extrusionOk="0" h="17" w="63">
                  <a:moveTo>
                    <a:pt x="58" y="16"/>
                  </a:moveTo>
                  <a:cubicBezTo>
                    <a:pt x="4" y="15"/>
                    <a:pt x="4" y="15"/>
                    <a:pt x="4" y="15"/>
                  </a:cubicBezTo>
                  <a:cubicBezTo>
                    <a:pt x="2" y="15"/>
                    <a:pt x="0" y="13"/>
                    <a:pt x="0" y="10"/>
                  </a:cubicBezTo>
                  <a:cubicBezTo>
                    <a:pt x="0" y="4"/>
                    <a:pt x="0" y="4"/>
                    <a:pt x="0" y="4"/>
                  </a:cubicBezTo>
                  <a:cubicBezTo>
                    <a:pt x="1" y="1"/>
                    <a:pt x="3" y="0"/>
                    <a:pt x="5" y="0"/>
                  </a:cubicBezTo>
                  <a:cubicBezTo>
                    <a:pt x="59" y="1"/>
                    <a:pt x="59" y="1"/>
                    <a:pt x="59" y="1"/>
                  </a:cubicBezTo>
                  <a:cubicBezTo>
                    <a:pt x="62" y="1"/>
                    <a:pt x="63" y="3"/>
                    <a:pt x="63" y="6"/>
                  </a:cubicBezTo>
                  <a:cubicBezTo>
                    <a:pt x="63" y="12"/>
                    <a:pt x="63" y="12"/>
                    <a:pt x="63" y="12"/>
                  </a:cubicBezTo>
                  <a:cubicBezTo>
                    <a:pt x="62" y="15"/>
                    <a:pt x="60" y="17"/>
                    <a:pt x="58" y="16"/>
                  </a:cubicBezTo>
                  <a:close/>
                </a:path>
              </a:pathLst>
            </a:custGeom>
            <a:solidFill>
              <a:srgbClr val="FAFAF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79" name="Google Shape;1579;p38"/>
            <p:cNvSpPr/>
            <p:nvPr/>
          </p:nvSpPr>
          <p:spPr>
            <a:xfrm>
              <a:off x="10604500" y="3017838"/>
              <a:ext cx="0" cy="9525"/>
            </a:xfrm>
            <a:custGeom>
              <a:rect b="b" l="l" r="r" t="t"/>
              <a:pathLst>
                <a:path extrusionOk="0" h="2" w="120000">
                  <a:moveTo>
                    <a:pt x="0" y="0"/>
                  </a:moveTo>
                  <a:cubicBezTo>
                    <a:pt x="0" y="1"/>
                    <a:pt x="0" y="1"/>
                    <a:pt x="0" y="2"/>
                  </a:cubicBezTo>
                  <a:cubicBezTo>
                    <a:pt x="0" y="2"/>
                    <a:pt x="0" y="2"/>
                    <a:pt x="0" y="2"/>
                  </a:cubicBezTo>
                  <a:cubicBezTo>
                    <a:pt x="0" y="1"/>
                    <a:pt x="0" y="1"/>
                    <a:pt x="0" y="0"/>
                  </a:cubicBezTo>
                </a:path>
              </a:pathLst>
            </a:custGeom>
            <a:solidFill>
              <a:srgbClr val="1E282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80" name="Google Shape;1580;p38"/>
            <p:cNvSpPr/>
            <p:nvPr/>
          </p:nvSpPr>
          <p:spPr>
            <a:xfrm>
              <a:off x="10588625" y="2949576"/>
              <a:ext cx="141287" cy="77788"/>
            </a:xfrm>
            <a:custGeom>
              <a:rect b="b" l="l" r="r" t="t"/>
              <a:pathLst>
                <a:path extrusionOk="0" h="16" w="29">
                  <a:moveTo>
                    <a:pt x="29" y="0"/>
                  </a:moveTo>
                  <a:cubicBezTo>
                    <a:pt x="23" y="1"/>
                    <a:pt x="17" y="2"/>
                    <a:pt x="12" y="2"/>
                  </a:cubicBezTo>
                  <a:cubicBezTo>
                    <a:pt x="8" y="2"/>
                    <a:pt x="4" y="1"/>
                    <a:pt x="0" y="1"/>
                  </a:cubicBezTo>
                  <a:cubicBezTo>
                    <a:pt x="1" y="5"/>
                    <a:pt x="2" y="10"/>
                    <a:pt x="3" y="14"/>
                  </a:cubicBezTo>
                  <a:cubicBezTo>
                    <a:pt x="3" y="15"/>
                    <a:pt x="3" y="15"/>
                    <a:pt x="3" y="16"/>
                  </a:cubicBezTo>
                  <a:cubicBezTo>
                    <a:pt x="11" y="14"/>
                    <a:pt x="22" y="8"/>
                    <a:pt x="29" y="0"/>
                  </a:cubicBezTo>
                </a:path>
              </a:pathLst>
            </a:custGeom>
            <a:solidFill>
              <a:srgbClr val="91494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81" name="Google Shape;1581;p38"/>
            <p:cNvSpPr/>
            <p:nvPr/>
          </p:nvSpPr>
          <p:spPr>
            <a:xfrm>
              <a:off x="10312400" y="1958976"/>
              <a:ext cx="801687" cy="1087438"/>
            </a:xfrm>
            <a:custGeom>
              <a:rect b="b" l="l" r="r" t="t"/>
              <a:pathLst>
                <a:path extrusionOk="0" h="224" w="165">
                  <a:moveTo>
                    <a:pt x="155" y="95"/>
                  </a:moveTo>
                  <a:cubicBezTo>
                    <a:pt x="146" y="145"/>
                    <a:pt x="143" y="167"/>
                    <a:pt x="114" y="190"/>
                  </a:cubicBezTo>
                  <a:cubicBezTo>
                    <a:pt x="70" y="224"/>
                    <a:pt x="11" y="201"/>
                    <a:pt x="5" y="149"/>
                  </a:cubicBezTo>
                  <a:cubicBezTo>
                    <a:pt x="0" y="102"/>
                    <a:pt x="17" y="27"/>
                    <a:pt x="69" y="14"/>
                  </a:cubicBezTo>
                  <a:cubicBezTo>
                    <a:pt x="120" y="0"/>
                    <a:pt x="165" y="45"/>
                    <a:pt x="155" y="95"/>
                  </a:cubicBezTo>
                </a:path>
              </a:pathLst>
            </a:custGeom>
            <a:solidFill>
              <a:srgbClr val="B55B5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82" name="Google Shape;1582;p38"/>
            <p:cNvSpPr/>
            <p:nvPr/>
          </p:nvSpPr>
          <p:spPr>
            <a:xfrm>
              <a:off x="10890250" y="1982788"/>
              <a:ext cx="393700" cy="612775"/>
            </a:xfrm>
            <a:custGeom>
              <a:rect b="b" l="l" r="r" t="t"/>
              <a:pathLst>
                <a:path extrusionOk="0" h="126" w="81">
                  <a:moveTo>
                    <a:pt x="8" y="53"/>
                  </a:moveTo>
                  <a:cubicBezTo>
                    <a:pt x="2" y="84"/>
                    <a:pt x="0" y="126"/>
                    <a:pt x="29" y="126"/>
                  </a:cubicBezTo>
                  <a:cubicBezTo>
                    <a:pt x="58" y="126"/>
                    <a:pt x="81" y="77"/>
                    <a:pt x="56" y="39"/>
                  </a:cubicBezTo>
                  <a:cubicBezTo>
                    <a:pt x="31" y="0"/>
                    <a:pt x="12" y="34"/>
                    <a:pt x="8" y="53"/>
                  </a:cubicBezTo>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83" name="Google Shape;1583;p38"/>
            <p:cNvSpPr/>
            <p:nvPr/>
          </p:nvSpPr>
          <p:spPr>
            <a:xfrm>
              <a:off x="10293350" y="1763713"/>
              <a:ext cx="879475" cy="660400"/>
            </a:xfrm>
            <a:custGeom>
              <a:rect b="b" l="l" r="r" t="t"/>
              <a:pathLst>
                <a:path extrusionOk="0" h="136" w="181">
                  <a:moveTo>
                    <a:pt x="181" y="102"/>
                  </a:moveTo>
                  <a:cubicBezTo>
                    <a:pt x="181" y="136"/>
                    <a:pt x="138" y="119"/>
                    <a:pt x="119" y="104"/>
                  </a:cubicBezTo>
                  <a:cubicBezTo>
                    <a:pt x="99" y="89"/>
                    <a:pt x="98" y="91"/>
                    <a:pt x="63" y="91"/>
                  </a:cubicBezTo>
                  <a:cubicBezTo>
                    <a:pt x="28" y="91"/>
                    <a:pt x="21" y="89"/>
                    <a:pt x="10" y="72"/>
                  </a:cubicBezTo>
                  <a:cubicBezTo>
                    <a:pt x="0" y="55"/>
                    <a:pt x="1" y="44"/>
                    <a:pt x="24" y="47"/>
                  </a:cubicBezTo>
                  <a:cubicBezTo>
                    <a:pt x="48" y="51"/>
                    <a:pt x="28" y="27"/>
                    <a:pt x="46" y="13"/>
                  </a:cubicBezTo>
                  <a:cubicBezTo>
                    <a:pt x="63" y="0"/>
                    <a:pt x="84" y="4"/>
                    <a:pt x="108" y="34"/>
                  </a:cubicBezTo>
                  <a:cubicBezTo>
                    <a:pt x="132" y="64"/>
                    <a:pt x="181" y="42"/>
                    <a:pt x="181" y="102"/>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84" name="Google Shape;1584;p38"/>
            <p:cNvSpPr/>
            <p:nvPr/>
          </p:nvSpPr>
          <p:spPr>
            <a:xfrm>
              <a:off x="10423525" y="2439988"/>
              <a:ext cx="87312" cy="146050"/>
            </a:xfrm>
            <a:custGeom>
              <a:rect b="b" l="l" r="r" t="t"/>
              <a:pathLst>
                <a:path extrusionOk="0" h="30" w="18">
                  <a:moveTo>
                    <a:pt x="18" y="0"/>
                  </a:moveTo>
                  <a:cubicBezTo>
                    <a:pt x="18" y="0"/>
                    <a:pt x="8" y="17"/>
                    <a:pt x="0" y="25"/>
                  </a:cubicBezTo>
                  <a:cubicBezTo>
                    <a:pt x="4" y="30"/>
                    <a:pt x="14" y="29"/>
                    <a:pt x="14" y="29"/>
                  </a:cubicBezTo>
                  <a:lnTo>
                    <a:pt x="18" y="0"/>
                  </a:lnTo>
                  <a:close/>
                </a:path>
              </a:pathLst>
            </a:custGeom>
            <a:solidFill>
              <a:srgbClr val="A0272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85" name="Google Shape;1585;p38"/>
            <p:cNvSpPr/>
            <p:nvPr/>
          </p:nvSpPr>
          <p:spPr>
            <a:xfrm>
              <a:off x="10550525" y="2643188"/>
              <a:ext cx="125412" cy="53975"/>
            </a:xfrm>
            <a:custGeom>
              <a:rect b="b" l="l" r="r" t="t"/>
              <a:pathLst>
                <a:path extrusionOk="0" h="11" w="26">
                  <a:moveTo>
                    <a:pt x="1" y="9"/>
                  </a:moveTo>
                  <a:cubicBezTo>
                    <a:pt x="1" y="9"/>
                    <a:pt x="1" y="9"/>
                    <a:pt x="1" y="9"/>
                  </a:cubicBezTo>
                  <a:cubicBezTo>
                    <a:pt x="15" y="11"/>
                    <a:pt x="26" y="2"/>
                    <a:pt x="26" y="1"/>
                  </a:cubicBezTo>
                  <a:cubicBezTo>
                    <a:pt x="26" y="0"/>
                    <a:pt x="26" y="0"/>
                    <a:pt x="26" y="0"/>
                  </a:cubicBezTo>
                  <a:cubicBezTo>
                    <a:pt x="25" y="0"/>
                    <a:pt x="25" y="0"/>
                    <a:pt x="25" y="0"/>
                  </a:cubicBezTo>
                  <a:cubicBezTo>
                    <a:pt x="25" y="0"/>
                    <a:pt x="14" y="9"/>
                    <a:pt x="1" y="7"/>
                  </a:cubicBezTo>
                  <a:cubicBezTo>
                    <a:pt x="1" y="7"/>
                    <a:pt x="0" y="8"/>
                    <a:pt x="0" y="8"/>
                  </a:cubicBezTo>
                  <a:lnTo>
                    <a:pt x="1" y="9"/>
                  </a:ln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86" name="Google Shape;1586;p38"/>
            <p:cNvSpPr/>
            <p:nvPr/>
          </p:nvSpPr>
          <p:spPr>
            <a:xfrm>
              <a:off x="10687050" y="2279651"/>
              <a:ext cx="101600" cy="68263"/>
            </a:xfrm>
            <a:custGeom>
              <a:rect b="b" l="l" r="r" t="t"/>
              <a:pathLst>
                <a:path extrusionOk="0" h="14" w="21">
                  <a:moveTo>
                    <a:pt x="18" y="13"/>
                  </a:moveTo>
                  <a:cubicBezTo>
                    <a:pt x="19" y="14"/>
                    <a:pt x="19" y="14"/>
                    <a:pt x="20" y="13"/>
                  </a:cubicBezTo>
                  <a:cubicBezTo>
                    <a:pt x="20" y="13"/>
                    <a:pt x="21" y="12"/>
                    <a:pt x="20" y="11"/>
                  </a:cubicBezTo>
                  <a:cubicBezTo>
                    <a:pt x="13" y="0"/>
                    <a:pt x="2" y="0"/>
                    <a:pt x="2" y="0"/>
                  </a:cubicBezTo>
                  <a:cubicBezTo>
                    <a:pt x="1" y="0"/>
                    <a:pt x="0" y="0"/>
                    <a:pt x="0" y="1"/>
                  </a:cubicBezTo>
                  <a:cubicBezTo>
                    <a:pt x="0" y="2"/>
                    <a:pt x="1" y="3"/>
                    <a:pt x="2" y="3"/>
                  </a:cubicBezTo>
                  <a:cubicBezTo>
                    <a:pt x="2" y="3"/>
                    <a:pt x="12" y="3"/>
                    <a:pt x="18" y="13"/>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87" name="Google Shape;1587;p38"/>
            <p:cNvSpPr/>
            <p:nvPr/>
          </p:nvSpPr>
          <p:spPr>
            <a:xfrm>
              <a:off x="10614025" y="2400301"/>
              <a:ext cx="52387" cy="77788"/>
            </a:xfrm>
            <a:custGeom>
              <a:rect b="b" l="l" r="r" t="t"/>
              <a:pathLst>
                <a:path extrusionOk="0" h="16" w="11">
                  <a:moveTo>
                    <a:pt x="10" y="9"/>
                  </a:moveTo>
                  <a:cubicBezTo>
                    <a:pt x="10" y="13"/>
                    <a:pt x="7" y="16"/>
                    <a:pt x="4" y="16"/>
                  </a:cubicBezTo>
                  <a:cubicBezTo>
                    <a:pt x="2" y="15"/>
                    <a:pt x="0" y="11"/>
                    <a:pt x="1" y="7"/>
                  </a:cubicBezTo>
                  <a:cubicBezTo>
                    <a:pt x="1" y="3"/>
                    <a:pt x="4" y="0"/>
                    <a:pt x="7" y="1"/>
                  </a:cubicBezTo>
                  <a:cubicBezTo>
                    <a:pt x="9" y="1"/>
                    <a:pt x="11" y="5"/>
                    <a:pt x="10" y="9"/>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88" name="Google Shape;1588;p38"/>
            <p:cNvSpPr/>
            <p:nvPr/>
          </p:nvSpPr>
          <p:spPr>
            <a:xfrm>
              <a:off x="10385425" y="2362201"/>
              <a:ext cx="52387" cy="77788"/>
            </a:xfrm>
            <a:custGeom>
              <a:rect b="b" l="l" r="r" t="t"/>
              <a:pathLst>
                <a:path extrusionOk="0" h="16" w="11">
                  <a:moveTo>
                    <a:pt x="11" y="9"/>
                  </a:moveTo>
                  <a:cubicBezTo>
                    <a:pt x="10" y="13"/>
                    <a:pt x="7" y="16"/>
                    <a:pt x="5" y="16"/>
                  </a:cubicBezTo>
                  <a:cubicBezTo>
                    <a:pt x="2" y="15"/>
                    <a:pt x="0" y="11"/>
                    <a:pt x="1" y="7"/>
                  </a:cubicBezTo>
                  <a:cubicBezTo>
                    <a:pt x="2" y="3"/>
                    <a:pt x="4" y="0"/>
                    <a:pt x="7" y="1"/>
                  </a:cubicBezTo>
                  <a:cubicBezTo>
                    <a:pt x="10" y="1"/>
                    <a:pt x="11" y="5"/>
                    <a:pt x="11" y="9"/>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89" name="Google Shape;1589;p38"/>
            <p:cNvSpPr/>
            <p:nvPr/>
          </p:nvSpPr>
          <p:spPr>
            <a:xfrm>
              <a:off x="10380663" y="2347913"/>
              <a:ext cx="42862" cy="38100"/>
            </a:xfrm>
            <a:custGeom>
              <a:rect b="b" l="l" r="r" t="t"/>
              <a:pathLst>
                <a:path extrusionOk="0" h="8" w="9">
                  <a:moveTo>
                    <a:pt x="9" y="4"/>
                  </a:moveTo>
                  <a:cubicBezTo>
                    <a:pt x="0" y="0"/>
                    <a:pt x="0" y="0"/>
                    <a:pt x="0" y="0"/>
                  </a:cubicBezTo>
                  <a:cubicBezTo>
                    <a:pt x="0" y="0"/>
                    <a:pt x="4" y="8"/>
                    <a:pt x="9" y="4"/>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90" name="Google Shape;1590;p38"/>
            <p:cNvSpPr/>
            <p:nvPr/>
          </p:nvSpPr>
          <p:spPr>
            <a:xfrm>
              <a:off x="10604500" y="2381251"/>
              <a:ext cx="47625" cy="42863"/>
            </a:xfrm>
            <a:custGeom>
              <a:rect b="b" l="l" r="r" t="t"/>
              <a:pathLst>
                <a:path extrusionOk="0" h="9" w="10">
                  <a:moveTo>
                    <a:pt x="10" y="5"/>
                  </a:moveTo>
                  <a:cubicBezTo>
                    <a:pt x="0" y="0"/>
                    <a:pt x="0" y="0"/>
                    <a:pt x="0" y="0"/>
                  </a:cubicBezTo>
                  <a:cubicBezTo>
                    <a:pt x="0" y="0"/>
                    <a:pt x="4" y="9"/>
                    <a:pt x="10" y="5"/>
                  </a:cubicBez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91" name="Google Shape;1591;p38"/>
            <p:cNvSpPr/>
            <p:nvPr/>
          </p:nvSpPr>
          <p:spPr>
            <a:xfrm>
              <a:off x="10355263" y="2216151"/>
              <a:ext cx="112712" cy="53975"/>
            </a:xfrm>
            <a:custGeom>
              <a:rect b="b" l="l" r="r" t="t"/>
              <a:pathLst>
                <a:path extrusionOk="0" h="11" w="23">
                  <a:moveTo>
                    <a:pt x="1" y="11"/>
                  </a:moveTo>
                  <a:cubicBezTo>
                    <a:pt x="1" y="11"/>
                    <a:pt x="2" y="11"/>
                    <a:pt x="2" y="11"/>
                  </a:cubicBezTo>
                  <a:cubicBezTo>
                    <a:pt x="11" y="4"/>
                    <a:pt x="20" y="7"/>
                    <a:pt x="21" y="7"/>
                  </a:cubicBezTo>
                  <a:cubicBezTo>
                    <a:pt x="21" y="7"/>
                    <a:pt x="22" y="7"/>
                    <a:pt x="23" y="6"/>
                  </a:cubicBezTo>
                  <a:cubicBezTo>
                    <a:pt x="23" y="5"/>
                    <a:pt x="22" y="4"/>
                    <a:pt x="22" y="4"/>
                  </a:cubicBezTo>
                  <a:cubicBezTo>
                    <a:pt x="21" y="4"/>
                    <a:pt x="11" y="0"/>
                    <a:pt x="1" y="8"/>
                  </a:cubicBezTo>
                  <a:cubicBezTo>
                    <a:pt x="0" y="9"/>
                    <a:pt x="0" y="10"/>
                    <a:pt x="0" y="11"/>
                  </a:cubicBezTo>
                  <a:lnTo>
                    <a:pt x="1" y="11"/>
                  </a:lnTo>
                  <a:close/>
                </a:path>
              </a:pathLst>
            </a:custGeom>
            <a:solidFill>
              <a:srgbClr val="263238"/>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92" name="Google Shape;1592;p38"/>
            <p:cNvSpPr/>
            <p:nvPr/>
          </p:nvSpPr>
          <p:spPr>
            <a:xfrm>
              <a:off x="10107613" y="4795838"/>
              <a:ext cx="1176337" cy="249238"/>
            </a:xfrm>
            <a:custGeom>
              <a:rect b="b" l="l" r="r" t="t"/>
              <a:pathLst>
                <a:path extrusionOk="0" h="51" w="242">
                  <a:moveTo>
                    <a:pt x="1" y="51"/>
                  </a:moveTo>
                  <a:cubicBezTo>
                    <a:pt x="1" y="51"/>
                    <a:pt x="0" y="23"/>
                    <a:pt x="9" y="0"/>
                  </a:cubicBezTo>
                  <a:cubicBezTo>
                    <a:pt x="27" y="0"/>
                    <a:pt x="218" y="0"/>
                    <a:pt x="218" y="0"/>
                  </a:cubicBezTo>
                  <a:cubicBezTo>
                    <a:pt x="218" y="0"/>
                    <a:pt x="237" y="31"/>
                    <a:pt x="242" y="51"/>
                  </a:cubicBezTo>
                  <a:cubicBezTo>
                    <a:pt x="219" y="51"/>
                    <a:pt x="1" y="51"/>
                    <a:pt x="1" y="51"/>
                  </a:cubicBezTo>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93" name="Google Shape;1593;p38"/>
            <p:cNvSpPr/>
            <p:nvPr/>
          </p:nvSpPr>
          <p:spPr>
            <a:xfrm>
              <a:off x="10117138" y="4733926"/>
              <a:ext cx="1079500" cy="111125"/>
            </a:xfrm>
            <a:custGeom>
              <a:rect b="b" l="l" r="r" t="t"/>
              <a:pathLst>
                <a:path extrusionOk="0" h="23" w="222">
                  <a:moveTo>
                    <a:pt x="220" y="1"/>
                  </a:moveTo>
                  <a:cubicBezTo>
                    <a:pt x="221" y="20"/>
                    <a:pt x="221" y="20"/>
                    <a:pt x="221" y="20"/>
                  </a:cubicBezTo>
                  <a:cubicBezTo>
                    <a:pt x="222" y="21"/>
                    <a:pt x="220" y="23"/>
                    <a:pt x="218" y="23"/>
                  </a:cubicBezTo>
                  <a:cubicBezTo>
                    <a:pt x="6" y="23"/>
                    <a:pt x="6" y="23"/>
                    <a:pt x="6" y="23"/>
                  </a:cubicBezTo>
                  <a:cubicBezTo>
                    <a:pt x="4" y="23"/>
                    <a:pt x="2" y="22"/>
                    <a:pt x="2" y="21"/>
                  </a:cubicBezTo>
                  <a:cubicBezTo>
                    <a:pt x="0" y="2"/>
                    <a:pt x="0" y="2"/>
                    <a:pt x="0" y="2"/>
                  </a:cubicBezTo>
                  <a:cubicBezTo>
                    <a:pt x="0" y="1"/>
                    <a:pt x="2" y="0"/>
                    <a:pt x="4" y="0"/>
                  </a:cubicBezTo>
                  <a:cubicBezTo>
                    <a:pt x="216" y="0"/>
                    <a:pt x="216" y="0"/>
                    <a:pt x="216" y="0"/>
                  </a:cubicBezTo>
                  <a:cubicBezTo>
                    <a:pt x="218" y="0"/>
                    <a:pt x="219" y="0"/>
                    <a:pt x="220" y="1"/>
                  </a:cubicBezTo>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94" name="Google Shape;1594;p38"/>
            <p:cNvSpPr/>
            <p:nvPr/>
          </p:nvSpPr>
          <p:spPr>
            <a:xfrm>
              <a:off x="10117138" y="4733926"/>
              <a:ext cx="1074737" cy="111125"/>
            </a:xfrm>
            <a:custGeom>
              <a:rect b="b" l="l" r="r" t="t"/>
              <a:pathLst>
                <a:path extrusionOk="0" h="23" w="221">
                  <a:moveTo>
                    <a:pt x="216" y="0"/>
                  </a:moveTo>
                  <a:cubicBezTo>
                    <a:pt x="216" y="0"/>
                    <a:pt x="216" y="0"/>
                    <a:pt x="216" y="0"/>
                  </a:cubicBezTo>
                  <a:cubicBezTo>
                    <a:pt x="5" y="0"/>
                    <a:pt x="5" y="0"/>
                    <a:pt x="5" y="0"/>
                  </a:cubicBezTo>
                  <a:cubicBezTo>
                    <a:pt x="4" y="0"/>
                    <a:pt x="4" y="0"/>
                    <a:pt x="4" y="0"/>
                  </a:cubicBezTo>
                  <a:cubicBezTo>
                    <a:pt x="2" y="0"/>
                    <a:pt x="0" y="1"/>
                    <a:pt x="0" y="2"/>
                  </a:cubicBezTo>
                  <a:cubicBezTo>
                    <a:pt x="0" y="2"/>
                    <a:pt x="0" y="2"/>
                    <a:pt x="0" y="2"/>
                  </a:cubicBezTo>
                  <a:cubicBezTo>
                    <a:pt x="2" y="21"/>
                    <a:pt x="2" y="21"/>
                    <a:pt x="2" y="21"/>
                  </a:cubicBezTo>
                  <a:cubicBezTo>
                    <a:pt x="2" y="22"/>
                    <a:pt x="4" y="23"/>
                    <a:pt x="6" y="23"/>
                  </a:cubicBezTo>
                  <a:cubicBezTo>
                    <a:pt x="218" y="23"/>
                    <a:pt x="218" y="23"/>
                    <a:pt x="218" y="23"/>
                  </a:cubicBezTo>
                  <a:cubicBezTo>
                    <a:pt x="220" y="23"/>
                    <a:pt x="221" y="22"/>
                    <a:pt x="221" y="21"/>
                  </a:cubicBezTo>
                  <a:cubicBezTo>
                    <a:pt x="221" y="20"/>
                    <a:pt x="221" y="20"/>
                    <a:pt x="221" y="20"/>
                  </a:cubicBezTo>
                  <a:cubicBezTo>
                    <a:pt x="220" y="1"/>
                    <a:pt x="220" y="1"/>
                    <a:pt x="220" y="1"/>
                  </a:cubicBezTo>
                  <a:cubicBezTo>
                    <a:pt x="219" y="0"/>
                    <a:pt x="218" y="0"/>
                    <a:pt x="216" y="0"/>
                  </a:cubicBezTo>
                </a:path>
              </a:pathLst>
            </a:custGeom>
            <a:solidFill>
              <a:srgbClr val="78A1FD"/>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95" name="Google Shape;1595;p38"/>
            <p:cNvSpPr/>
            <p:nvPr/>
          </p:nvSpPr>
          <p:spPr>
            <a:xfrm>
              <a:off x="11022013" y="4724401"/>
              <a:ext cx="63500" cy="130175"/>
            </a:xfrm>
            <a:custGeom>
              <a:rect b="b" l="l" r="r" t="t"/>
              <a:pathLst>
                <a:path extrusionOk="0" h="27" w="13">
                  <a:moveTo>
                    <a:pt x="5" y="27"/>
                  </a:moveTo>
                  <a:cubicBezTo>
                    <a:pt x="11" y="27"/>
                    <a:pt x="11" y="27"/>
                    <a:pt x="11" y="27"/>
                  </a:cubicBezTo>
                  <a:cubicBezTo>
                    <a:pt x="12" y="27"/>
                    <a:pt x="13" y="26"/>
                    <a:pt x="13" y="26"/>
                  </a:cubicBezTo>
                  <a:cubicBezTo>
                    <a:pt x="10" y="1"/>
                    <a:pt x="10" y="1"/>
                    <a:pt x="10" y="1"/>
                  </a:cubicBezTo>
                  <a:cubicBezTo>
                    <a:pt x="10" y="1"/>
                    <a:pt x="9" y="0"/>
                    <a:pt x="8" y="0"/>
                  </a:cubicBezTo>
                  <a:cubicBezTo>
                    <a:pt x="2" y="0"/>
                    <a:pt x="2" y="0"/>
                    <a:pt x="2" y="0"/>
                  </a:cubicBezTo>
                  <a:cubicBezTo>
                    <a:pt x="1" y="0"/>
                    <a:pt x="0" y="1"/>
                    <a:pt x="0" y="1"/>
                  </a:cubicBezTo>
                  <a:cubicBezTo>
                    <a:pt x="3" y="26"/>
                    <a:pt x="3" y="26"/>
                    <a:pt x="3" y="26"/>
                  </a:cubicBezTo>
                  <a:cubicBezTo>
                    <a:pt x="3" y="26"/>
                    <a:pt x="4" y="27"/>
                    <a:pt x="5" y="27"/>
                  </a:cubicBez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96" name="Google Shape;1596;p38"/>
            <p:cNvSpPr/>
            <p:nvPr/>
          </p:nvSpPr>
          <p:spPr>
            <a:xfrm>
              <a:off x="10199688" y="4724401"/>
              <a:ext cx="63500" cy="130175"/>
            </a:xfrm>
            <a:custGeom>
              <a:rect b="b" l="l" r="r" t="t"/>
              <a:pathLst>
                <a:path extrusionOk="0" h="27" w="13">
                  <a:moveTo>
                    <a:pt x="5" y="27"/>
                  </a:moveTo>
                  <a:cubicBezTo>
                    <a:pt x="11" y="27"/>
                    <a:pt x="11" y="27"/>
                    <a:pt x="11" y="27"/>
                  </a:cubicBezTo>
                  <a:cubicBezTo>
                    <a:pt x="12" y="27"/>
                    <a:pt x="13" y="26"/>
                    <a:pt x="12" y="26"/>
                  </a:cubicBezTo>
                  <a:cubicBezTo>
                    <a:pt x="10" y="1"/>
                    <a:pt x="10" y="1"/>
                    <a:pt x="10" y="1"/>
                  </a:cubicBezTo>
                  <a:cubicBezTo>
                    <a:pt x="10" y="1"/>
                    <a:pt x="9" y="0"/>
                    <a:pt x="8" y="0"/>
                  </a:cubicBezTo>
                  <a:cubicBezTo>
                    <a:pt x="2" y="0"/>
                    <a:pt x="2" y="0"/>
                    <a:pt x="2" y="0"/>
                  </a:cubicBezTo>
                  <a:cubicBezTo>
                    <a:pt x="1" y="0"/>
                    <a:pt x="0" y="1"/>
                    <a:pt x="0" y="1"/>
                  </a:cubicBezTo>
                  <a:cubicBezTo>
                    <a:pt x="3" y="26"/>
                    <a:pt x="3" y="26"/>
                    <a:pt x="3" y="26"/>
                  </a:cubicBezTo>
                  <a:cubicBezTo>
                    <a:pt x="3" y="26"/>
                    <a:pt x="4" y="27"/>
                    <a:pt x="5" y="27"/>
                  </a:cubicBez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97" name="Google Shape;1597;p38"/>
            <p:cNvSpPr/>
            <p:nvPr/>
          </p:nvSpPr>
          <p:spPr>
            <a:xfrm>
              <a:off x="10614025" y="4724401"/>
              <a:ext cx="57150" cy="130175"/>
            </a:xfrm>
            <a:custGeom>
              <a:rect b="b" l="l" r="r" t="t"/>
              <a:pathLst>
                <a:path extrusionOk="0" h="27" w="12">
                  <a:moveTo>
                    <a:pt x="4" y="27"/>
                  </a:moveTo>
                  <a:cubicBezTo>
                    <a:pt x="10" y="27"/>
                    <a:pt x="10" y="27"/>
                    <a:pt x="10" y="27"/>
                  </a:cubicBezTo>
                  <a:cubicBezTo>
                    <a:pt x="11" y="27"/>
                    <a:pt x="12" y="26"/>
                    <a:pt x="12" y="26"/>
                  </a:cubicBezTo>
                  <a:cubicBezTo>
                    <a:pt x="9" y="1"/>
                    <a:pt x="9" y="1"/>
                    <a:pt x="9" y="1"/>
                  </a:cubicBezTo>
                  <a:cubicBezTo>
                    <a:pt x="9" y="1"/>
                    <a:pt x="8" y="0"/>
                    <a:pt x="7" y="0"/>
                  </a:cubicBezTo>
                  <a:cubicBezTo>
                    <a:pt x="2" y="0"/>
                    <a:pt x="2" y="0"/>
                    <a:pt x="2" y="0"/>
                  </a:cubicBezTo>
                  <a:cubicBezTo>
                    <a:pt x="0" y="0"/>
                    <a:pt x="0" y="1"/>
                    <a:pt x="0" y="1"/>
                  </a:cubicBezTo>
                  <a:cubicBezTo>
                    <a:pt x="2" y="26"/>
                    <a:pt x="2" y="26"/>
                    <a:pt x="2" y="26"/>
                  </a:cubicBezTo>
                  <a:cubicBezTo>
                    <a:pt x="2" y="26"/>
                    <a:pt x="3" y="27"/>
                    <a:pt x="4" y="27"/>
                  </a:cubicBez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98" name="Google Shape;1598;p38"/>
            <p:cNvSpPr/>
            <p:nvPr/>
          </p:nvSpPr>
          <p:spPr>
            <a:xfrm>
              <a:off x="11187113" y="3567113"/>
              <a:ext cx="831850" cy="1001713"/>
            </a:xfrm>
            <a:custGeom>
              <a:rect b="b" l="l" r="r" t="t"/>
              <a:pathLst>
                <a:path extrusionOk="0" h="206" w="171">
                  <a:moveTo>
                    <a:pt x="51" y="0"/>
                  </a:moveTo>
                  <a:cubicBezTo>
                    <a:pt x="61" y="30"/>
                    <a:pt x="69" y="60"/>
                    <a:pt x="78" y="90"/>
                  </a:cubicBezTo>
                  <a:cubicBezTo>
                    <a:pt x="91" y="135"/>
                    <a:pt x="91" y="135"/>
                    <a:pt x="91" y="135"/>
                  </a:cubicBezTo>
                  <a:cubicBezTo>
                    <a:pt x="97" y="157"/>
                    <a:pt x="97" y="157"/>
                    <a:pt x="97" y="157"/>
                  </a:cubicBezTo>
                  <a:cubicBezTo>
                    <a:pt x="99" y="163"/>
                    <a:pt x="99" y="163"/>
                    <a:pt x="99" y="163"/>
                  </a:cubicBezTo>
                  <a:cubicBezTo>
                    <a:pt x="99" y="166"/>
                    <a:pt x="99" y="166"/>
                    <a:pt x="99" y="166"/>
                  </a:cubicBezTo>
                  <a:cubicBezTo>
                    <a:pt x="100" y="166"/>
                    <a:pt x="100" y="166"/>
                    <a:pt x="100" y="166"/>
                  </a:cubicBezTo>
                  <a:cubicBezTo>
                    <a:pt x="100" y="166"/>
                    <a:pt x="100" y="166"/>
                    <a:pt x="100" y="166"/>
                  </a:cubicBezTo>
                  <a:cubicBezTo>
                    <a:pt x="100" y="167"/>
                    <a:pt x="100" y="167"/>
                    <a:pt x="100" y="167"/>
                  </a:cubicBezTo>
                  <a:cubicBezTo>
                    <a:pt x="99" y="166"/>
                    <a:pt x="99" y="166"/>
                    <a:pt x="99" y="166"/>
                  </a:cubicBezTo>
                  <a:cubicBezTo>
                    <a:pt x="99" y="165"/>
                    <a:pt x="98" y="164"/>
                    <a:pt x="95" y="162"/>
                  </a:cubicBezTo>
                  <a:cubicBezTo>
                    <a:pt x="93" y="160"/>
                    <a:pt x="89" y="158"/>
                    <a:pt x="85" y="158"/>
                  </a:cubicBezTo>
                  <a:cubicBezTo>
                    <a:pt x="81" y="158"/>
                    <a:pt x="78" y="159"/>
                    <a:pt x="76" y="160"/>
                  </a:cubicBezTo>
                  <a:cubicBezTo>
                    <a:pt x="73" y="161"/>
                    <a:pt x="74" y="162"/>
                    <a:pt x="74" y="161"/>
                  </a:cubicBezTo>
                  <a:cubicBezTo>
                    <a:pt x="74" y="161"/>
                    <a:pt x="75" y="160"/>
                    <a:pt x="76" y="159"/>
                  </a:cubicBezTo>
                  <a:cubicBezTo>
                    <a:pt x="77" y="157"/>
                    <a:pt x="79" y="155"/>
                    <a:pt x="81" y="152"/>
                  </a:cubicBezTo>
                  <a:cubicBezTo>
                    <a:pt x="84" y="146"/>
                    <a:pt x="88" y="140"/>
                    <a:pt x="91" y="133"/>
                  </a:cubicBezTo>
                  <a:cubicBezTo>
                    <a:pt x="98" y="120"/>
                    <a:pt x="104" y="106"/>
                    <a:pt x="110" y="92"/>
                  </a:cubicBezTo>
                  <a:cubicBezTo>
                    <a:pt x="116" y="77"/>
                    <a:pt x="122" y="63"/>
                    <a:pt x="128" y="49"/>
                  </a:cubicBezTo>
                  <a:cubicBezTo>
                    <a:pt x="134" y="34"/>
                    <a:pt x="140" y="20"/>
                    <a:pt x="146" y="5"/>
                  </a:cubicBezTo>
                  <a:cubicBezTo>
                    <a:pt x="171" y="13"/>
                    <a:pt x="171" y="13"/>
                    <a:pt x="171" y="13"/>
                  </a:cubicBezTo>
                  <a:cubicBezTo>
                    <a:pt x="165" y="44"/>
                    <a:pt x="157" y="75"/>
                    <a:pt x="148" y="105"/>
                  </a:cubicBezTo>
                  <a:cubicBezTo>
                    <a:pt x="143" y="121"/>
                    <a:pt x="138" y="136"/>
                    <a:pt x="132" y="151"/>
                  </a:cubicBezTo>
                  <a:cubicBezTo>
                    <a:pt x="128" y="159"/>
                    <a:pt x="125" y="167"/>
                    <a:pt x="121" y="174"/>
                  </a:cubicBezTo>
                  <a:cubicBezTo>
                    <a:pt x="119" y="178"/>
                    <a:pt x="117" y="183"/>
                    <a:pt x="114" y="187"/>
                  </a:cubicBezTo>
                  <a:cubicBezTo>
                    <a:pt x="112" y="189"/>
                    <a:pt x="110" y="192"/>
                    <a:pt x="108" y="194"/>
                  </a:cubicBezTo>
                  <a:cubicBezTo>
                    <a:pt x="106" y="197"/>
                    <a:pt x="103" y="200"/>
                    <a:pt x="96" y="203"/>
                  </a:cubicBezTo>
                  <a:cubicBezTo>
                    <a:pt x="93" y="204"/>
                    <a:pt x="88" y="206"/>
                    <a:pt x="82" y="206"/>
                  </a:cubicBezTo>
                  <a:cubicBezTo>
                    <a:pt x="76" y="206"/>
                    <a:pt x="70" y="203"/>
                    <a:pt x="66" y="200"/>
                  </a:cubicBezTo>
                  <a:cubicBezTo>
                    <a:pt x="62" y="197"/>
                    <a:pt x="60" y="194"/>
                    <a:pt x="59" y="192"/>
                  </a:cubicBezTo>
                  <a:cubicBezTo>
                    <a:pt x="57" y="189"/>
                    <a:pt x="56" y="188"/>
                    <a:pt x="55" y="186"/>
                  </a:cubicBezTo>
                  <a:cubicBezTo>
                    <a:pt x="55" y="185"/>
                    <a:pt x="54" y="184"/>
                    <a:pt x="54" y="183"/>
                  </a:cubicBezTo>
                  <a:cubicBezTo>
                    <a:pt x="53" y="181"/>
                    <a:pt x="53" y="181"/>
                    <a:pt x="53" y="181"/>
                  </a:cubicBezTo>
                  <a:cubicBezTo>
                    <a:pt x="52" y="178"/>
                    <a:pt x="52" y="178"/>
                    <a:pt x="52" y="178"/>
                  </a:cubicBezTo>
                  <a:cubicBezTo>
                    <a:pt x="50" y="173"/>
                    <a:pt x="50" y="173"/>
                    <a:pt x="50" y="173"/>
                  </a:cubicBezTo>
                  <a:cubicBezTo>
                    <a:pt x="48" y="165"/>
                    <a:pt x="45" y="158"/>
                    <a:pt x="42" y="150"/>
                  </a:cubicBezTo>
                  <a:cubicBezTo>
                    <a:pt x="37" y="135"/>
                    <a:pt x="32" y="120"/>
                    <a:pt x="27" y="105"/>
                  </a:cubicBezTo>
                  <a:cubicBezTo>
                    <a:pt x="17" y="75"/>
                    <a:pt x="8" y="45"/>
                    <a:pt x="0" y="15"/>
                  </a:cubicBezTo>
                  <a:cubicBezTo>
                    <a:pt x="51" y="0"/>
                    <a:pt x="51" y="0"/>
                    <a:pt x="51" y="0"/>
                  </a:cubicBezTo>
                </a:path>
              </a:pathLst>
            </a:custGeom>
            <a:solidFill>
              <a:srgbClr val="B65B5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599" name="Google Shape;1599;p38"/>
            <p:cNvSpPr/>
            <p:nvPr/>
          </p:nvSpPr>
          <p:spPr>
            <a:xfrm>
              <a:off x="11036300" y="3241676"/>
              <a:ext cx="573087" cy="752475"/>
            </a:xfrm>
            <a:custGeom>
              <a:rect b="b" l="l" r="r" t="t"/>
              <a:pathLst>
                <a:path extrusionOk="0" h="155" w="118">
                  <a:moveTo>
                    <a:pt x="65" y="8"/>
                  </a:moveTo>
                  <a:cubicBezTo>
                    <a:pt x="86" y="14"/>
                    <a:pt x="118" y="96"/>
                    <a:pt x="118" y="96"/>
                  </a:cubicBezTo>
                  <a:cubicBezTo>
                    <a:pt x="36" y="155"/>
                    <a:pt x="36" y="155"/>
                    <a:pt x="36" y="155"/>
                  </a:cubicBezTo>
                  <a:cubicBezTo>
                    <a:pt x="36" y="155"/>
                    <a:pt x="0" y="84"/>
                    <a:pt x="8" y="57"/>
                  </a:cubicBezTo>
                  <a:cubicBezTo>
                    <a:pt x="18" y="29"/>
                    <a:pt x="41" y="0"/>
                    <a:pt x="65" y="8"/>
                  </a:cubicBezTo>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600" name="Google Shape;1600;p38"/>
            <p:cNvSpPr/>
            <p:nvPr/>
          </p:nvSpPr>
          <p:spPr>
            <a:xfrm>
              <a:off x="11069638" y="3275013"/>
              <a:ext cx="539750" cy="719138"/>
            </a:xfrm>
            <a:custGeom>
              <a:rect b="b" l="l" r="r" t="t"/>
              <a:pathLst>
                <a:path extrusionOk="0" h="148" w="111">
                  <a:moveTo>
                    <a:pt x="50" y="0"/>
                  </a:moveTo>
                  <a:cubicBezTo>
                    <a:pt x="29" y="0"/>
                    <a:pt x="10" y="25"/>
                    <a:pt x="1" y="50"/>
                  </a:cubicBezTo>
                  <a:cubicBezTo>
                    <a:pt x="0" y="53"/>
                    <a:pt x="0" y="56"/>
                    <a:pt x="0" y="60"/>
                  </a:cubicBezTo>
                  <a:cubicBezTo>
                    <a:pt x="0" y="92"/>
                    <a:pt x="29" y="148"/>
                    <a:pt x="29" y="148"/>
                  </a:cubicBezTo>
                  <a:cubicBezTo>
                    <a:pt x="111" y="89"/>
                    <a:pt x="111" y="89"/>
                    <a:pt x="111" y="89"/>
                  </a:cubicBezTo>
                  <a:cubicBezTo>
                    <a:pt x="111" y="89"/>
                    <a:pt x="110" y="87"/>
                    <a:pt x="108" y="84"/>
                  </a:cubicBezTo>
                  <a:cubicBezTo>
                    <a:pt x="104" y="73"/>
                    <a:pt x="93" y="46"/>
                    <a:pt x="80" y="26"/>
                  </a:cubicBezTo>
                  <a:cubicBezTo>
                    <a:pt x="73" y="13"/>
                    <a:pt x="64" y="3"/>
                    <a:pt x="58" y="1"/>
                  </a:cubicBezTo>
                  <a:cubicBezTo>
                    <a:pt x="55" y="0"/>
                    <a:pt x="52" y="0"/>
                    <a:pt x="50" y="0"/>
                  </a:cubicBezTo>
                </a:path>
              </a:pathLst>
            </a:custGeom>
            <a:solidFill>
              <a:srgbClr val="A0BD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601" name="Google Shape;1601;p38"/>
            <p:cNvSpPr/>
            <p:nvPr/>
          </p:nvSpPr>
          <p:spPr>
            <a:xfrm>
              <a:off x="11847513" y="3406776"/>
              <a:ext cx="228600" cy="330200"/>
            </a:xfrm>
            <a:custGeom>
              <a:rect b="b" l="l" r="r" t="t"/>
              <a:pathLst>
                <a:path extrusionOk="0" h="68" w="47">
                  <a:moveTo>
                    <a:pt x="11" y="49"/>
                  </a:moveTo>
                  <a:cubicBezTo>
                    <a:pt x="0" y="0"/>
                    <a:pt x="0" y="0"/>
                    <a:pt x="0" y="0"/>
                  </a:cubicBezTo>
                  <a:cubicBezTo>
                    <a:pt x="46" y="24"/>
                    <a:pt x="46" y="24"/>
                    <a:pt x="46" y="24"/>
                  </a:cubicBezTo>
                  <a:cubicBezTo>
                    <a:pt x="46" y="24"/>
                    <a:pt x="47" y="58"/>
                    <a:pt x="28" y="68"/>
                  </a:cubicBezTo>
                  <a:lnTo>
                    <a:pt x="11" y="49"/>
                  </a:lnTo>
                  <a:close/>
                </a:path>
              </a:pathLst>
            </a:custGeom>
            <a:solidFill>
              <a:srgbClr val="B55B5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602" name="Google Shape;1602;p38"/>
            <p:cNvSpPr/>
            <p:nvPr/>
          </p:nvSpPr>
          <p:spPr>
            <a:xfrm>
              <a:off x="11847513" y="3216276"/>
              <a:ext cx="238125" cy="306388"/>
            </a:xfrm>
            <a:custGeom>
              <a:rect b="b" l="l" r="r" t="t"/>
              <a:pathLst>
                <a:path extrusionOk="0" h="193" w="150">
                  <a:moveTo>
                    <a:pt x="59" y="0"/>
                  </a:moveTo>
                  <a:lnTo>
                    <a:pt x="150" y="65"/>
                  </a:lnTo>
                  <a:lnTo>
                    <a:pt x="141" y="193"/>
                  </a:lnTo>
                  <a:lnTo>
                    <a:pt x="0" y="120"/>
                  </a:lnTo>
                  <a:lnTo>
                    <a:pt x="59" y="0"/>
                  </a:lnTo>
                  <a:close/>
                </a:path>
              </a:pathLst>
            </a:custGeom>
            <a:solidFill>
              <a:srgbClr val="B55B5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sp>
          <p:nvSpPr>
            <p:cNvPr id="1603" name="Google Shape;1603;p38"/>
            <p:cNvSpPr/>
            <p:nvPr/>
          </p:nvSpPr>
          <p:spPr>
            <a:xfrm>
              <a:off x="7599363" y="2011363"/>
              <a:ext cx="2105025" cy="1423988"/>
            </a:xfrm>
            <a:custGeom>
              <a:rect b="b" l="l" r="r" t="t"/>
              <a:pathLst>
                <a:path extrusionOk="0" h="293" w="433">
                  <a:moveTo>
                    <a:pt x="62" y="0"/>
                  </a:moveTo>
                  <a:cubicBezTo>
                    <a:pt x="386" y="0"/>
                    <a:pt x="386" y="0"/>
                    <a:pt x="386" y="0"/>
                  </a:cubicBezTo>
                  <a:cubicBezTo>
                    <a:pt x="412" y="0"/>
                    <a:pt x="433" y="22"/>
                    <a:pt x="431" y="48"/>
                  </a:cubicBezTo>
                  <a:cubicBezTo>
                    <a:pt x="422" y="195"/>
                    <a:pt x="422" y="195"/>
                    <a:pt x="422" y="195"/>
                  </a:cubicBezTo>
                  <a:cubicBezTo>
                    <a:pt x="420" y="221"/>
                    <a:pt x="398" y="243"/>
                    <a:pt x="371" y="243"/>
                  </a:cubicBezTo>
                  <a:cubicBezTo>
                    <a:pt x="334" y="243"/>
                    <a:pt x="334" y="243"/>
                    <a:pt x="334" y="243"/>
                  </a:cubicBezTo>
                  <a:cubicBezTo>
                    <a:pt x="349" y="293"/>
                    <a:pt x="349" y="293"/>
                    <a:pt x="349" y="293"/>
                  </a:cubicBezTo>
                  <a:cubicBezTo>
                    <a:pt x="276" y="243"/>
                    <a:pt x="276" y="243"/>
                    <a:pt x="276" y="243"/>
                  </a:cubicBezTo>
                  <a:cubicBezTo>
                    <a:pt x="47" y="243"/>
                    <a:pt x="47" y="243"/>
                    <a:pt x="47" y="243"/>
                  </a:cubicBezTo>
                  <a:cubicBezTo>
                    <a:pt x="21" y="243"/>
                    <a:pt x="0" y="221"/>
                    <a:pt x="2" y="195"/>
                  </a:cubicBezTo>
                  <a:cubicBezTo>
                    <a:pt x="11" y="48"/>
                    <a:pt x="11" y="48"/>
                    <a:pt x="11" y="48"/>
                  </a:cubicBezTo>
                  <a:cubicBezTo>
                    <a:pt x="13" y="22"/>
                    <a:pt x="36" y="0"/>
                    <a:pt x="62" y="0"/>
                  </a:cubicBezTo>
                  <a:close/>
                </a:path>
              </a:pathLst>
            </a:custGeom>
            <a:solidFill>
              <a:srgbClr val="407B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Poppins"/>
                <a:ea typeface="Poppins"/>
                <a:cs typeface="Poppins"/>
                <a:sym typeface="Poppins"/>
              </a:endParaRPr>
            </a:p>
          </p:txBody>
        </p:sp>
      </p:grpSp>
      <p:sp>
        <p:nvSpPr>
          <p:cNvPr id="1604" name="Google Shape;1604;p38"/>
          <p:cNvSpPr/>
          <p:nvPr/>
        </p:nvSpPr>
        <p:spPr>
          <a:xfrm>
            <a:off x="1016210" y="2298701"/>
            <a:ext cx="6300577" cy="3708400"/>
          </a:xfrm>
          <a:prstGeom prst="roundRect">
            <a:avLst>
              <a:gd fmla="val 7853" name="adj"/>
            </a:avLst>
          </a:prstGeom>
          <a:solidFill>
            <a:srgbClr val="FFFFFF"/>
          </a:solidFill>
          <a:ln>
            <a:noFill/>
          </a:ln>
        </p:spPr>
        <p:txBody>
          <a:bodyPr anchorCtr="0" anchor="ctr" bIns="0" lIns="504000" spcFirstLastPara="1" rIns="274300" wrap="square" tIns="0">
            <a:noAutofit/>
          </a:bodyPr>
          <a:lstStyle/>
          <a:p>
            <a:pPr indent="0" lvl="0" marL="0" marR="0" rtl="0" algn="l">
              <a:lnSpc>
                <a:spcPct val="120000"/>
              </a:lnSpc>
              <a:spcBef>
                <a:spcPts val="0"/>
              </a:spcBef>
              <a:spcAft>
                <a:spcPts val="0"/>
              </a:spcAft>
              <a:buClr>
                <a:srgbClr val="000000"/>
              </a:buClr>
              <a:buSzPts val="2400"/>
              <a:buFont typeface="Arial"/>
              <a:buNone/>
            </a:pPr>
            <a:r>
              <a:rPr b="1" i="0" lang="es-CL" sz="2400" u="none" cap="none" strike="noStrike">
                <a:solidFill>
                  <a:schemeClr val="accent1"/>
                </a:solidFill>
                <a:latin typeface="Poppins"/>
                <a:ea typeface="Poppins"/>
                <a:cs typeface="Poppins"/>
                <a:sym typeface="Poppins"/>
              </a:rPr>
              <a:t>¿Qué es una matriz?</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1000"/>
              </a:spcBef>
              <a:spcAft>
                <a:spcPts val="0"/>
              </a:spcAft>
              <a:buClr>
                <a:srgbClr val="000000"/>
              </a:buClr>
              <a:buSzPts val="2400"/>
              <a:buFont typeface="Arial"/>
              <a:buNone/>
            </a:pPr>
            <a:r>
              <a:rPr b="0" i="0" lang="es-CL" sz="2400" u="none" cap="none" strike="noStrike">
                <a:solidFill>
                  <a:schemeClr val="dk1"/>
                </a:solidFill>
                <a:latin typeface="Poppins"/>
                <a:ea typeface="Poppins"/>
                <a:cs typeface="Poppins"/>
                <a:sym typeface="Poppins"/>
              </a:rPr>
              <a:t>Un arreglo de tipo </a:t>
            </a:r>
            <a:r>
              <a:rPr b="1" i="0" lang="es-CL" sz="2400" u="none" cap="none" strike="noStrike">
                <a:solidFill>
                  <a:schemeClr val="dk1"/>
                </a:solidFill>
                <a:latin typeface="Poppins"/>
                <a:ea typeface="Poppins"/>
                <a:cs typeface="Poppins"/>
                <a:sym typeface="Poppins"/>
              </a:rPr>
              <a:t>bidimensional</a:t>
            </a:r>
            <a:r>
              <a:rPr b="0" i="0" lang="es-CL" sz="2400" u="none" cap="none" strike="noStrike">
                <a:solidFill>
                  <a:schemeClr val="dk1"/>
                </a:solidFill>
                <a:latin typeface="Poppins"/>
                <a:ea typeface="Poppins"/>
                <a:cs typeface="Poppins"/>
                <a:sym typeface="Poppins"/>
              </a:rPr>
              <a:t> que nos permite almacenar datos de manera estructurada.</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1000"/>
              </a:spcBef>
              <a:spcAft>
                <a:spcPts val="0"/>
              </a:spcAft>
              <a:buClr>
                <a:srgbClr val="000000"/>
              </a:buClr>
              <a:buSzPts val="2400"/>
              <a:buFont typeface="Arial"/>
              <a:buNone/>
            </a:pPr>
            <a:r>
              <a:rPr b="1" i="0" lang="es-CL" sz="2400" u="none" cap="none" strike="noStrike">
                <a:solidFill>
                  <a:schemeClr val="accent1"/>
                </a:solidFill>
                <a:latin typeface="Poppins"/>
                <a:ea typeface="Poppins"/>
                <a:cs typeface="Poppins"/>
                <a:sym typeface="Poppins"/>
              </a:rPr>
              <a:t>¿De qué nos sirve utilizarlas por sobre las listas?</a:t>
            </a:r>
            <a:endParaRPr b="0" i="0" sz="1400" u="none" cap="none" strike="noStrike">
              <a:solidFill>
                <a:srgbClr val="000000"/>
              </a:solidFill>
              <a:latin typeface="Arial"/>
              <a:ea typeface="Arial"/>
              <a:cs typeface="Arial"/>
              <a:sym typeface="Arial"/>
            </a:endParaRPr>
          </a:p>
        </p:txBody>
      </p:sp>
      <p:sp>
        <p:nvSpPr>
          <p:cNvPr id="1605" name="Google Shape;1605;p38"/>
          <p:cNvSpPr txBox="1"/>
          <p:nvPr/>
        </p:nvSpPr>
        <p:spPr>
          <a:xfrm>
            <a:off x="8265748" y="2091839"/>
            <a:ext cx="1000897" cy="144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8800"/>
              <a:buFont typeface="Arial"/>
              <a:buNone/>
            </a:pPr>
            <a:r>
              <a:rPr b="1" i="1" lang="es-CL" sz="8800" u="none" cap="none" strike="noStrike">
                <a:solidFill>
                  <a:schemeClr val="lt1"/>
                </a:solidFill>
                <a:latin typeface="Poppins"/>
                <a:ea typeface="Poppins"/>
                <a:cs typeface="Poppins"/>
                <a:sym typeface="Poppins"/>
              </a:rPr>
              <a:t>?</a:t>
            </a:r>
            <a:endParaRPr b="1" i="1" sz="8800" u="none" cap="none" strike="noStrike">
              <a:solidFill>
                <a:schemeClr val="lt1"/>
              </a:solidFill>
              <a:latin typeface="Poppins"/>
              <a:ea typeface="Poppins"/>
              <a:cs typeface="Poppins"/>
              <a:sym typeface="Poppins"/>
            </a:endParaRPr>
          </a:p>
        </p:txBody>
      </p:sp>
    </p:spTree>
  </p:cSld>
  <p:clrMapOvr>
    <a:masterClrMapping/>
  </p:clrMapOvr>
  <mc:AlternateContent>
    <mc:Choice Requires="p14">
      <p:transition>
        <p14:reveal dir="l"/>
      </p:transition>
    </mc:Choice>
    <mc:Fallback>
      <p:transition spd="med">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604"/>
                                        </p:tgtEl>
                                        <p:attrNameLst>
                                          <p:attrName>style.visibility</p:attrName>
                                        </p:attrNameLst>
                                      </p:cBhvr>
                                      <p:to>
                                        <p:strVal val="visible"/>
                                      </p:to>
                                    </p:set>
                                    <p:anim calcmode="lin" valueType="num">
                                      <p:cBhvr additive="base">
                                        <p:cTn dur="500"/>
                                        <p:tgtEl>
                                          <p:spTgt spid="1604"/>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604">
                                            <p:txEl>
                                              <p:pRg end="0" st="0"/>
                                            </p:txEl>
                                          </p:spTgt>
                                        </p:tgtEl>
                                        <p:attrNameLst>
                                          <p:attrName>style.visibility</p:attrName>
                                        </p:attrNameLst>
                                      </p:cBhvr>
                                      <p:to>
                                        <p:strVal val="visible"/>
                                      </p:to>
                                    </p:set>
                                    <p:anim calcmode="lin" valueType="num">
                                      <p:cBhvr additive="base">
                                        <p:cTn dur="500"/>
                                        <p:tgtEl>
                                          <p:spTgt spid="1604">
                                            <p:txEl>
                                              <p:pRg end="0" st="0"/>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604">
                                            <p:txEl>
                                              <p:pRg end="1" st="1"/>
                                            </p:txEl>
                                          </p:spTgt>
                                        </p:tgtEl>
                                        <p:attrNameLst>
                                          <p:attrName>style.visibility</p:attrName>
                                        </p:attrNameLst>
                                      </p:cBhvr>
                                      <p:to>
                                        <p:strVal val="visible"/>
                                      </p:to>
                                    </p:set>
                                    <p:anim calcmode="lin" valueType="num">
                                      <p:cBhvr additive="base">
                                        <p:cTn dur="500"/>
                                        <p:tgtEl>
                                          <p:spTgt spid="1604">
                                            <p:txEl>
                                              <p:pRg end="1" st="1"/>
                                            </p:txEl>
                                          </p:spTgt>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1604">
                                            <p:txEl>
                                              <p:pRg end="2" st="2"/>
                                            </p:txEl>
                                          </p:spTgt>
                                        </p:tgtEl>
                                        <p:attrNameLst>
                                          <p:attrName>style.visibility</p:attrName>
                                        </p:attrNameLst>
                                      </p:cBhvr>
                                      <p:to>
                                        <p:strVal val="visible"/>
                                      </p:to>
                                    </p:set>
                                    <p:anim calcmode="lin" valueType="num">
                                      <p:cBhvr additive="base">
                                        <p:cTn dur="500"/>
                                        <p:tgtEl>
                                          <p:spTgt spid="1604">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9" name="Shape 1609"/>
        <p:cNvGrpSpPr/>
        <p:nvPr/>
      </p:nvGrpSpPr>
      <p:grpSpPr>
        <a:xfrm>
          <a:off x="0" y="0"/>
          <a:ext cx="0" cy="0"/>
          <a:chOff x="0" y="0"/>
          <a:chExt cx="0" cy="0"/>
        </a:xfrm>
      </p:grpSpPr>
      <p:sp>
        <p:nvSpPr>
          <p:cNvPr id="1610" name="Google Shape;1610;p39"/>
          <p:cNvSpPr txBox="1"/>
          <p:nvPr>
            <p:ph type="title"/>
          </p:nvPr>
        </p:nvSpPr>
        <p:spPr>
          <a:xfrm>
            <a:off x="1104900" y="917575"/>
            <a:ext cx="9925050" cy="682625"/>
          </a:xfrm>
          <a:prstGeom prst="rect">
            <a:avLst/>
          </a:prstGeom>
          <a:noFill/>
          <a:ln>
            <a:noFill/>
          </a:ln>
        </p:spPr>
        <p:txBody>
          <a:bodyPr anchorCtr="0" anchor="ctr" bIns="45700" lIns="0" spcFirstLastPara="1" rIns="91425" wrap="square" tIns="91425">
            <a:normAutofit/>
          </a:bodyPr>
          <a:lstStyle/>
          <a:p>
            <a:pPr indent="0" lvl="0" marL="0" rtl="0" algn="l">
              <a:lnSpc>
                <a:spcPct val="90000"/>
              </a:lnSpc>
              <a:spcBef>
                <a:spcPts val="0"/>
              </a:spcBef>
              <a:spcAft>
                <a:spcPts val="0"/>
              </a:spcAft>
              <a:buClr>
                <a:schemeClr val="dk1"/>
              </a:buClr>
              <a:buSzPts val="3200"/>
              <a:buFont typeface="Poppins"/>
              <a:buNone/>
            </a:pPr>
            <a:r>
              <a:rPr lang="es-CL"/>
              <a:t>Trabajo autónomo mínimo</a:t>
            </a:r>
            <a:endParaRPr/>
          </a:p>
        </p:txBody>
      </p:sp>
      <p:sp>
        <p:nvSpPr>
          <p:cNvPr id="1611" name="Google Shape;1611;p39"/>
          <p:cNvSpPr txBox="1"/>
          <p:nvPr/>
        </p:nvSpPr>
        <p:spPr>
          <a:xfrm>
            <a:off x="1112989" y="615954"/>
            <a:ext cx="1496564" cy="313932"/>
          </a:xfrm>
          <a:prstGeom prst="rect">
            <a:avLst/>
          </a:prstGeom>
          <a:noFill/>
          <a:ln>
            <a:noFill/>
          </a:ln>
        </p:spPr>
        <p:txBody>
          <a:bodyPr anchorCtr="0" anchor="t" bIns="45700" lIns="0" spcFirstLastPara="1" rIns="91425" wrap="square" tIns="45700">
            <a:spAutoFit/>
          </a:bodyPr>
          <a:lstStyle/>
          <a:p>
            <a:pPr indent="0" lvl="0" marL="0" marR="0" rtl="0" algn="l">
              <a:lnSpc>
                <a:spcPct val="120000"/>
              </a:lnSpc>
              <a:spcBef>
                <a:spcPts val="0"/>
              </a:spcBef>
              <a:spcAft>
                <a:spcPts val="0"/>
              </a:spcAft>
              <a:buClr>
                <a:srgbClr val="000000"/>
              </a:buClr>
              <a:buSzPts val="1200"/>
              <a:buFont typeface="Arial"/>
              <a:buNone/>
            </a:pPr>
            <a:r>
              <a:rPr b="0" i="0" lang="es-CL" sz="1200" u="none" cap="none" strike="noStrike">
                <a:solidFill>
                  <a:schemeClr val="accent1"/>
                </a:solidFill>
                <a:latin typeface="Poppins"/>
                <a:ea typeface="Poppins"/>
                <a:cs typeface="Poppins"/>
                <a:sym typeface="Poppins"/>
              </a:rPr>
              <a:t>Clase 10: Matrices</a:t>
            </a:r>
            <a:endParaRPr b="0" i="0" sz="1400" u="none" cap="none" strike="noStrike">
              <a:solidFill>
                <a:srgbClr val="000000"/>
              </a:solidFill>
              <a:latin typeface="Arial"/>
              <a:ea typeface="Arial"/>
              <a:cs typeface="Arial"/>
              <a:sym typeface="Arial"/>
            </a:endParaRPr>
          </a:p>
        </p:txBody>
      </p:sp>
      <p:sp>
        <p:nvSpPr>
          <p:cNvPr id="1612" name="Google Shape;1612;p39"/>
          <p:cNvSpPr/>
          <p:nvPr/>
        </p:nvSpPr>
        <p:spPr>
          <a:xfrm>
            <a:off x="1104899" y="1702676"/>
            <a:ext cx="9982202" cy="1418029"/>
          </a:xfrm>
          <a:prstGeom prst="roundRect">
            <a:avLst>
              <a:gd fmla="val 7853" name="adj"/>
            </a:avLst>
          </a:prstGeom>
          <a:solidFill>
            <a:srgbClr val="FFFFFF"/>
          </a:solidFill>
          <a:ln>
            <a:noFill/>
          </a:ln>
        </p:spPr>
        <p:txBody>
          <a:bodyPr anchorCtr="0" anchor="ctr" bIns="0" lIns="504000" spcFirstLastPara="1" rIns="274300" wrap="square" tIns="0">
            <a:noAutofit/>
          </a:bodyPr>
          <a:lstStyle/>
          <a:p>
            <a:pPr indent="0" lvl="0" marL="0" marR="0" rtl="0" algn="l">
              <a:lnSpc>
                <a:spcPct val="120000"/>
              </a:lnSpc>
              <a:spcBef>
                <a:spcPts val="0"/>
              </a:spcBef>
              <a:spcAft>
                <a:spcPts val="0"/>
              </a:spcAft>
              <a:buClr>
                <a:srgbClr val="000000"/>
              </a:buClr>
              <a:buSzPts val="2400"/>
              <a:buFont typeface="Arial"/>
              <a:buNone/>
            </a:pPr>
            <a:r>
              <a:rPr b="0" i="0" lang="es-CL" sz="2400" u="none" cap="none" strike="noStrike">
                <a:solidFill>
                  <a:schemeClr val="dk1"/>
                </a:solidFill>
                <a:latin typeface="Poppins"/>
                <a:ea typeface="Poppins"/>
                <a:cs typeface="Poppins"/>
                <a:sym typeface="Poppins"/>
              </a:rPr>
              <a:t>Revisar capítulo 9 libro guía.</a:t>
            </a:r>
            <a:endParaRPr b="0" i="0" sz="1400" u="none" cap="none" strike="noStrike">
              <a:solidFill>
                <a:srgbClr val="000000"/>
              </a:solidFill>
              <a:latin typeface="Arial"/>
              <a:ea typeface="Arial"/>
              <a:cs typeface="Arial"/>
              <a:sym typeface="Arial"/>
            </a:endParaRPr>
          </a:p>
          <a:p>
            <a:pPr indent="0" lvl="0" marL="0" marR="0" rtl="0" algn="l">
              <a:lnSpc>
                <a:spcPct val="120000"/>
              </a:lnSpc>
              <a:spcBef>
                <a:spcPts val="1000"/>
              </a:spcBef>
              <a:spcAft>
                <a:spcPts val="0"/>
              </a:spcAft>
              <a:buClr>
                <a:srgbClr val="000000"/>
              </a:buClr>
              <a:buSzPts val="2400"/>
              <a:buFont typeface="Arial"/>
              <a:buNone/>
            </a:pPr>
            <a:r>
              <a:rPr b="0" i="0" lang="es-CL" sz="2400" u="none" cap="none" strike="noStrike">
                <a:solidFill>
                  <a:schemeClr val="dk1"/>
                </a:solidFill>
                <a:latin typeface="Poppins"/>
                <a:ea typeface="Poppins"/>
                <a:cs typeface="Poppins"/>
                <a:sym typeface="Poppins"/>
              </a:rPr>
              <a:t>Resolver ejercicios 6, 7, 8, 9.</a:t>
            </a:r>
            <a:endParaRPr b="0" i="0" sz="2400" u="none" cap="none" strike="noStrike">
              <a:solidFill>
                <a:schemeClr val="dk1"/>
              </a:solidFill>
              <a:latin typeface="Poppins"/>
              <a:ea typeface="Poppins"/>
              <a:cs typeface="Poppins"/>
              <a:sym typeface="Poppins"/>
            </a:endParaRPr>
          </a:p>
        </p:txBody>
      </p:sp>
    </p:spTree>
  </p:cSld>
  <p:clrMapOvr>
    <a:masterClrMapping/>
  </p:clrMapOvr>
  <mc:AlternateContent>
    <mc:Choice Requires="p14">
      <p:transition>
        <p14:reveal dir="l"/>
      </p:transition>
    </mc:Choice>
    <mc:Fallback>
      <p:transition spd="med">
        <p:fade/>
      </p:transition>
    </mc:Fallback>
  </mc:AlternateContent>
</p:sld>
</file>

<file path=ppt/theme/theme1.xml><?xml version="1.0" encoding="utf-8"?>
<a:theme xmlns:a="http://schemas.openxmlformats.org/drawingml/2006/main" xmlns:r="http://schemas.openxmlformats.org/officeDocument/2006/relationships" name="Office Theme">
  <a:themeElements>
    <a:clrScheme name="STARTUP">
      <a:dk1>
        <a:srgbClr val="000000"/>
      </a:dk1>
      <a:lt1>
        <a:srgbClr val="FFFFFF"/>
      </a:lt1>
      <a:dk2>
        <a:srgbClr val="2C2C2C"/>
      </a:dk2>
      <a:lt2>
        <a:srgbClr val="E7E7E9"/>
      </a:lt2>
      <a:accent1>
        <a:srgbClr val="005FF9"/>
      </a:accent1>
      <a:accent2>
        <a:srgbClr val="FC2C38"/>
      </a:accent2>
      <a:accent3>
        <a:srgbClr val="FF9E00"/>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2020-12-19T16:12:24Z</dcterms:created>
  <dc:creator>Munkhuu</dc:creator>
</cp:coreProperties>
</file>