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3"/>
  </p:handoutMasterIdLst>
  <p:sldIdLst>
    <p:sldId id="479" r:id="rId2"/>
    <p:sldId id="483" r:id="rId3"/>
    <p:sldId id="494" r:id="rId4"/>
    <p:sldId id="495" r:id="rId5"/>
    <p:sldId id="485" r:id="rId6"/>
    <p:sldId id="486" r:id="rId7"/>
    <p:sldId id="490" r:id="rId8"/>
    <p:sldId id="482" r:id="rId9"/>
    <p:sldId id="491" r:id="rId10"/>
    <p:sldId id="492" r:id="rId11"/>
    <p:sldId id="49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3BA"/>
    <a:srgbClr val="005FF9"/>
    <a:srgbClr val="004DCE"/>
    <a:srgbClr val="FFFFFF"/>
    <a:srgbClr val="000000"/>
    <a:srgbClr val="A0AEFB"/>
    <a:srgbClr val="FFC8D1"/>
    <a:srgbClr val="FFF6F7"/>
    <a:srgbClr val="FD3A84"/>
    <a:srgbClr val="FFE5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27268-873C-4672-A5F2-F3A5F7BE7FEF}" v="1" dt="2022-04-04T05:55:30.8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63" autoAdjust="0"/>
    <p:restoredTop sz="96416" autoAdjust="0"/>
  </p:normalViewPr>
  <p:slideViewPr>
    <p:cSldViewPr snapToGrid="0">
      <p:cViewPr varScale="1">
        <p:scale>
          <a:sx n="161" d="100"/>
          <a:sy n="161" d="100"/>
        </p:scale>
        <p:origin x="296" y="76"/>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8" d="100"/>
          <a:sy n="88" d="100"/>
        </p:scale>
        <p:origin x="296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o Paolini Godoy" userId="c3a6e11a-e51d-46b0-a788-b09d2b3af6f8" providerId="ADAL" clId="{1AB27268-873C-4672-A5F2-F3A5F7BE7FEF}"/>
    <pc:docChg chg="undo custSel addSld delSld modSld">
      <pc:chgData name="Alejandro Paolini Godoy" userId="c3a6e11a-e51d-46b0-a788-b09d2b3af6f8" providerId="ADAL" clId="{1AB27268-873C-4672-A5F2-F3A5F7BE7FEF}" dt="2022-04-04T06:00:40.539" v="51"/>
      <pc:docMkLst>
        <pc:docMk/>
      </pc:docMkLst>
      <pc:sldChg chg="modSp mod">
        <pc:chgData name="Alejandro Paolini Godoy" userId="c3a6e11a-e51d-46b0-a788-b09d2b3af6f8" providerId="ADAL" clId="{1AB27268-873C-4672-A5F2-F3A5F7BE7FEF}" dt="2022-04-04T06:00:14.955" v="44" actId="20577"/>
        <pc:sldMkLst>
          <pc:docMk/>
          <pc:sldMk cId="1216792060" sldId="479"/>
        </pc:sldMkLst>
        <pc:spChg chg="mod">
          <ac:chgData name="Alejandro Paolini Godoy" userId="c3a6e11a-e51d-46b0-a788-b09d2b3af6f8" providerId="ADAL" clId="{1AB27268-873C-4672-A5F2-F3A5F7BE7FEF}" dt="2022-04-04T06:00:14.955" v="44" actId="20577"/>
          <ac:spMkLst>
            <pc:docMk/>
            <pc:sldMk cId="1216792060" sldId="479"/>
            <ac:spMk id="4" creationId="{6522D129-816B-4FA8-9399-1DEEC8379173}"/>
          </ac:spMkLst>
        </pc:spChg>
      </pc:sldChg>
      <pc:sldChg chg="modSp mod">
        <pc:chgData name="Alejandro Paolini Godoy" userId="c3a6e11a-e51d-46b0-a788-b09d2b3af6f8" providerId="ADAL" clId="{1AB27268-873C-4672-A5F2-F3A5F7BE7FEF}" dt="2022-04-04T06:00:24.822" v="46" actId="20577"/>
        <pc:sldMkLst>
          <pc:docMk/>
          <pc:sldMk cId="628169496" sldId="480"/>
        </pc:sldMkLst>
        <pc:spChg chg="mod">
          <ac:chgData name="Alejandro Paolini Godoy" userId="c3a6e11a-e51d-46b0-a788-b09d2b3af6f8" providerId="ADAL" clId="{1AB27268-873C-4672-A5F2-F3A5F7BE7FEF}" dt="2022-04-04T06:00:24.822" v="46" actId="20577"/>
          <ac:spMkLst>
            <pc:docMk/>
            <pc:sldMk cId="628169496" sldId="480"/>
            <ac:spMk id="58" creationId="{3370AFA0-83F3-4A79-B770-1A9B44B042F4}"/>
          </ac:spMkLst>
        </pc:spChg>
        <pc:spChg chg="mod">
          <ac:chgData name="Alejandro Paolini Godoy" userId="c3a6e11a-e51d-46b0-a788-b09d2b3af6f8" providerId="ADAL" clId="{1AB27268-873C-4672-A5F2-F3A5F7BE7FEF}" dt="2022-04-04T05:54:17.211" v="0"/>
          <ac:spMkLst>
            <pc:docMk/>
            <pc:sldMk cId="628169496" sldId="480"/>
            <ac:spMk id="59" creationId="{53109DF1-D188-4026-8BDD-C3289BBC0A39}"/>
          </ac:spMkLst>
        </pc:spChg>
      </pc:sldChg>
      <pc:sldChg chg="modSp mod">
        <pc:chgData name="Alejandro Paolini Godoy" userId="c3a6e11a-e51d-46b0-a788-b09d2b3af6f8" providerId="ADAL" clId="{1AB27268-873C-4672-A5F2-F3A5F7BE7FEF}" dt="2022-04-04T06:00:29.320" v="47"/>
        <pc:sldMkLst>
          <pc:docMk/>
          <pc:sldMk cId="3114984838" sldId="481"/>
        </pc:sldMkLst>
        <pc:spChg chg="mod">
          <ac:chgData name="Alejandro Paolini Godoy" userId="c3a6e11a-e51d-46b0-a788-b09d2b3af6f8" providerId="ADAL" clId="{1AB27268-873C-4672-A5F2-F3A5F7BE7FEF}" dt="2022-04-04T06:00:29.320" v="47"/>
          <ac:spMkLst>
            <pc:docMk/>
            <pc:sldMk cId="3114984838" sldId="481"/>
            <ac:spMk id="58" creationId="{3370AFA0-83F3-4A79-B770-1A9B44B042F4}"/>
          </ac:spMkLst>
        </pc:spChg>
        <pc:spChg chg="mod">
          <ac:chgData name="Alejandro Paolini Godoy" userId="c3a6e11a-e51d-46b0-a788-b09d2b3af6f8" providerId="ADAL" clId="{1AB27268-873C-4672-A5F2-F3A5F7BE7FEF}" dt="2022-04-04T05:54:59.242" v="2" actId="113"/>
          <ac:spMkLst>
            <pc:docMk/>
            <pc:sldMk cId="3114984838" sldId="481"/>
            <ac:spMk id="59" creationId="{53109DF1-D188-4026-8BDD-C3289BBC0A39}"/>
          </ac:spMkLst>
        </pc:spChg>
      </pc:sldChg>
      <pc:sldChg chg="addSp modSp mod">
        <pc:chgData name="Alejandro Paolini Godoy" userId="c3a6e11a-e51d-46b0-a788-b09d2b3af6f8" providerId="ADAL" clId="{1AB27268-873C-4672-A5F2-F3A5F7BE7FEF}" dt="2022-04-04T06:00:32.728" v="48"/>
        <pc:sldMkLst>
          <pc:docMk/>
          <pc:sldMk cId="2893348967" sldId="482"/>
        </pc:sldMkLst>
        <pc:spChg chg="add mod">
          <ac:chgData name="Alejandro Paolini Godoy" userId="c3a6e11a-e51d-46b0-a788-b09d2b3af6f8" providerId="ADAL" clId="{1AB27268-873C-4672-A5F2-F3A5F7BE7FEF}" dt="2022-04-04T05:56:18.977" v="20" actId="14100"/>
          <ac:spMkLst>
            <pc:docMk/>
            <pc:sldMk cId="2893348967" sldId="482"/>
            <ac:spMk id="5" creationId="{DCCBDFD6-EBE7-4B4C-9443-53514FF022DC}"/>
          </ac:spMkLst>
        </pc:spChg>
        <pc:spChg chg="mod">
          <ac:chgData name="Alejandro Paolini Godoy" userId="c3a6e11a-e51d-46b0-a788-b09d2b3af6f8" providerId="ADAL" clId="{1AB27268-873C-4672-A5F2-F3A5F7BE7FEF}" dt="2022-04-04T06:00:32.728" v="48"/>
          <ac:spMkLst>
            <pc:docMk/>
            <pc:sldMk cId="2893348967" sldId="482"/>
            <ac:spMk id="58" creationId="{3370AFA0-83F3-4A79-B770-1A9B44B042F4}"/>
          </ac:spMkLst>
        </pc:spChg>
        <pc:spChg chg="mod">
          <ac:chgData name="Alejandro Paolini Godoy" userId="c3a6e11a-e51d-46b0-a788-b09d2b3af6f8" providerId="ADAL" clId="{1AB27268-873C-4672-A5F2-F3A5F7BE7FEF}" dt="2022-04-04T05:56:05.520" v="18" actId="14100"/>
          <ac:spMkLst>
            <pc:docMk/>
            <pc:sldMk cId="2893348967" sldId="482"/>
            <ac:spMk id="59" creationId="{53109DF1-D188-4026-8BDD-C3289BBC0A39}"/>
          </ac:spMkLst>
        </pc:spChg>
      </pc:sldChg>
      <pc:sldChg chg="modSp mod">
        <pc:chgData name="Alejandro Paolini Godoy" userId="c3a6e11a-e51d-46b0-a788-b09d2b3af6f8" providerId="ADAL" clId="{1AB27268-873C-4672-A5F2-F3A5F7BE7FEF}" dt="2022-04-04T06:00:35.126" v="49"/>
        <pc:sldMkLst>
          <pc:docMk/>
          <pc:sldMk cId="783968871" sldId="483"/>
        </pc:sldMkLst>
        <pc:spChg chg="mod">
          <ac:chgData name="Alejandro Paolini Godoy" userId="c3a6e11a-e51d-46b0-a788-b09d2b3af6f8" providerId="ADAL" clId="{1AB27268-873C-4672-A5F2-F3A5F7BE7FEF}" dt="2022-04-04T06:00:35.126" v="49"/>
          <ac:spMkLst>
            <pc:docMk/>
            <pc:sldMk cId="783968871" sldId="483"/>
            <ac:spMk id="58" creationId="{3370AFA0-83F3-4A79-B770-1A9B44B042F4}"/>
          </ac:spMkLst>
        </pc:spChg>
        <pc:spChg chg="mod">
          <ac:chgData name="Alejandro Paolini Godoy" userId="c3a6e11a-e51d-46b0-a788-b09d2b3af6f8" providerId="ADAL" clId="{1AB27268-873C-4672-A5F2-F3A5F7BE7FEF}" dt="2022-04-04T05:58:07.534" v="25" actId="113"/>
          <ac:spMkLst>
            <pc:docMk/>
            <pc:sldMk cId="783968871" sldId="483"/>
            <ac:spMk id="59" creationId="{53109DF1-D188-4026-8BDD-C3289BBC0A39}"/>
          </ac:spMkLst>
        </pc:spChg>
      </pc:sldChg>
      <pc:sldChg chg="del">
        <pc:chgData name="Alejandro Paolini Godoy" userId="c3a6e11a-e51d-46b0-a788-b09d2b3af6f8" providerId="ADAL" clId="{1AB27268-873C-4672-A5F2-F3A5F7BE7FEF}" dt="2022-04-04T05:58:31.244" v="28" actId="47"/>
        <pc:sldMkLst>
          <pc:docMk/>
          <pc:sldMk cId="589524425" sldId="484"/>
        </pc:sldMkLst>
      </pc:sldChg>
      <pc:sldChg chg="modSp mod">
        <pc:chgData name="Alejandro Paolini Godoy" userId="c3a6e11a-e51d-46b0-a788-b09d2b3af6f8" providerId="ADAL" clId="{1AB27268-873C-4672-A5F2-F3A5F7BE7FEF}" dt="2022-04-04T06:00:37.761" v="50"/>
        <pc:sldMkLst>
          <pc:docMk/>
          <pc:sldMk cId="1952717414" sldId="485"/>
        </pc:sldMkLst>
        <pc:spChg chg="mod">
          <ac:chgData name="Alejandro Paolini Godoy" userId="c3a6e11a-e51d-46b0-a788-b09d2b3af6f8" providerId="ADAL" clId="{1AB27268-873C-4672-A5F2-F3A5F7BE7FEF}" dt="2022-04-04T06:00:37.761" v="50"/>
          <ac:spMkLst>
            <pc:docMk/>
            <pc:sldMk cId="1952717414" sldId="485"/>
            <ac:spMk id="58" creationId="{3370AFA0-83F3-4A79-B770-1A9B44B042F4}"/>
          </ac:spMkLst>
        </pc:spChg>
        <pc:spChg chg="mod">
          <ac:chgData name="Alejandro Paolini Godoy" userId="c3a6e11a-e51d-46b0-a788-b09d2b3af6f8" providerId="ADAL" clId="{1AB27268-873C-4672-A5F2-F3A5F7BE7FEF}" dt="2022-04-04T05:59:11.068" v="36" actId="12"/>
          <ac:spMkLst>
            <pc:docMk/>
            <pc:sldMk cId="1952717414" sldId="485"/>
            <ac:spMk id="59" creationId="{53109DF1-D188-4026-8BDD-C3289BBC0A39}"/>
          </ac:spMkLst>
        </pc:spChg>
      </pc:sldChg>
      <pc:sldChg chg="modSp add mod">
        <pc:chgData name="Alejandro Paolini Godoy" userId="c3a6e11a-e51d-46b0-a788-b09d2b3af6f8" providerId="ADAL" clId="{1AB27268-873C-4672-A5F2-F3A5F7BE7FEF}" dt="2022-04-04T06:00:40.539" v="51"/>
        <pc:sldMkLst>
          <pc:docMk/>
          <pc:sldMk cId="332612039" sldId="486"/>
        </pc:sldMkLst>
        <pc:spChg chg="mod">
          <ac:chgData name="Alejandro Paolini Godoy" userId="c3a6e11a-e51d-46b0-a788-b09d2b3af6f8" providerId="ADAL" clId="{1AB27268-873C-4672-A5F2-F3A5F7BE7FEF}" dt="2022-04-04T05:59:27.855" v="38" actId="20577"/>
          <ac:spMkLst>
            <pc:docMk/>
            <pc:sldMk cId="332612039" sldId="486"/>
            <ac:spMk id="6" creationId="{F0ACAD3D-6F09-4D90-A5CF-7C56DC976CC4}"/>
          </ac:spMkLst>
        </pc:spChg>
        <pc:spChg chg="mod">
          <ac:chgData name="Alejandro Paolini Godoy" userId="c3a6e11a-e51d-46b0-a788-b09d2b3af6f8" providerId="ADAL" clId="{1AB27268-873C-4672-A5F2-F3A5F7BE7FEF}" dt="2022-04-04T06:00:40.539" v="51"/>
          <ac:spMkLst>
            <pc:docMk/>
            <pc:sldMk cId="332612039" sldId="486"/>
            <ac:spMk id="58" creationId="{3370AFA0-83F3-4A79-B770-1A9B44B042F4}"/>
          </ac:spMkLst>
        </pc:spChg>
        <pc:spChg chg="mod">
          <ac:chgData name="Alejandro Paolini Godoy" userId="c3a6e11a-e51d-46b0-a788-b09d2b3af6f8" providerId="ADAL" clId="{1AB27268-873C-4672-A5F2-F3A5F7BE7FEF}" dt="2022-04-04T05:59:39.922" v="42" actId="403"/>
          <ac:spMkLst>
            <pc:docMk/>
            <pc:sldMk cId="332612039" sldId="486"/>
            <ac:spMk id="59" creationId="{53109DF1-D188-4026-8BDD-C3289BBC0A39}"/>
          </ac:spMkLst>
        </pc:spChg>
      </pc:sldChg>
      <pc:sldChg chg="add del">
        <pc:chgData name="Alejandro Paolini Godoy" userId="c3a6e11a-e51d-46b0-a788-b09d2b3af6f8" providerId="ADAL" clId="{1AB27268-873C-4672-A5F2-F3A5F7BE7FEF}" dt="2022-04-04T05:58:29.380" v="27" actId="2890"/>
        <pc:sldMkLst>
          <pc:docMk/>
          <pc:sldMk cId="2108990645" sldId="486"/>
        </pc:sldMkLst>
      </pc:sldChg>
    </pc:docChg>
  </pc:docChgLst>
  <pc:docChgLst>
    <pc:chgData name="Alejandro Paolini Godoy" userId="c3a6e11a-e51d-46b0-a788-b09d2b3af6f8" providerId="ADAL" clId="{32975FC4-60DC-4260-AB6A-73CF78679369}"/>
    <pc:docChg chg="undo redo custSel addSld delSld modSld sldOrd modMainMaster delSection modSection">
      <pc:chgData name="Alejandro Paolini Godoy" userId="c3a6e11a-e51d-46b0-a788-b09d2b3af6f8" providerId="ADAL" clId="{32975FC4-60DC-4260-AB6A-73CF78679369}" dt="2022-03-28T05:06:19.967" v="5673" actId="17853"/>
      <pc:docMkLst>
        <pc:docMk/>
      </pc:docMkLst>
      <pc:sldChg chg="del">
        <pc:chgData name="Alejandro Paolini Godoy" userId="c3a6e11a-e51d-46b0-a788-b09d2b3af6f8" providerId="ADAL" clId="{32975FC4-60DC-4260-AB6A-73CF78679369}" dt="2022-03-28T04:59:19.546" v="5666" actId="47"/>
        <pc:sldMkLst>
          <pc:docMk/>
          <pc:sldMk cId="297752617" sldId="258"/>
        </pc:sldMkLst>
      </pc:sldChg>
      <pc:sldChg chg="del">
        <pc:chgData name="Alejandro Paolini Godoy" userId="c3a6e11a-e51d-46b0-a788-b09d2b3af6f8" providerId="ADAL" clId="{32975FC4-60DC-4260-AB6A-73CF78679369}" dt="2022-03-28T04:59:19.546" v="5666" actId="47"/>
        <pc:sldMkLst>
          <pc:docMk/>
          <pc:sldMk cId="1372335091" sldId="259"/>
        </pc:sldMkLst>
      </pc:sldChg>
      <pc:sldChg chg="del">
        <pc:chgData name="Alejandro Paolini Godoy" userId="c3a6e11a-e51d-46b0-a788-b09d2b3af6f8" providerId="ADAL" clId="{32975FC4-60DC-4260-AB6A-73CF78679369}" dt="2022-03-28T04:59:19.546" v="5666" actId="47"/>
        <pc:sldMkLst>
          <pc:docMk/>
          <pc:sldMk cId="3898444873" sldId="262"/>
        </pc:sldMkLst>
      </pc:sldChg>
      <pc:sldChg chg="del">
        <pc:chgData name="Alejandro Paolini Godoy" userId="c3a6e11a-e51d-46b0-a788-b09d2b3af6f8" providerId="ADAL" clId="{32975FC4-60DC-4260-AB6A-73CF78679369}" dt="2022-03-28T04:59:19.546" v="5666" actId="47"/>
        <pc:sldMkLst>
          <pc:docMk/>
          <pc:sldMk cId="395139193" sldId="265"/>
        </pc:sldMkLst>
      </pc:sldChg>
      <pc:sldChg chg="modSp del mod">
        <pc:chgData name="Alejandro Paolini Godoy" userId="c3a6e11a-e51d-46b0-a788-b09d2b3af6f8" providerId="ADAL" clId="{32975FC4-60DC-4260-AB6A-73CF78679369}" dt="2022-03-28T04:59:19.546" v="5666" actId="47"/>
        <pc:sldMkLst>
          <pc:docMk/>
          <pc:sldMk cId="479584663" sldId="266"/>
        </pc:sldMkLst>
        <pc:spChg chg="mod">
          <ac:chgData name="Alejandro Paolini Godoy" userId="c3a6e11a-e51d-46b0-a788-b09d2b3af6f8" providerId="ADAL" clId="{32975FC4-60DC-4260-AB6A-73CF78679369}" dt="2022-03-17T20:27:23.698" v="1772" actId="1076"/>
          <ac:spMkLst>
            <pc:docMk/>
            <pc:sldMk cId="479584663" sldId="266"/>
            <ac:spMk id="13" creationId="{513EE8DA-728A-4831-AEC6-B7DAB84D2C60}"/>
          </ac:spMkLst>
        </pc:spChg>
      </pc:sldChg>
      <pc:sldChg chg="del">
        <pc:chgData name="Alejandro Paolini Godoy" userId="c3a6e11a-e51d-46b0-a788-b09d2b3af6f8" providerId="ADAL" clId="{32975FC4-60DC-4260-AB6A-73CF78679369}" dt="2022-03-28T04:59:19.546" v="5666" actId="47"/>
        <pc:sldMkLst>
          <pc:docMk/>
          <pc:sldMk cId="3316891318" sldId="267"/>
        </pc:sldMkLst>
      </pc:sldChg>
      <pc:sldChg chg="del">
        <pc:chgData name="Alejandro Paolini Godoy" userId="c3a6e11a-e51d-46b0-a788-b09d2b3af6f8" providerId="ADAL" clId="{32975FC4-60DC-4260-AB6A-73CF78679369}" dt="2022-03-28T04:59:19.546" v="5666" actId="47"/>
        <pc:sldMkLst>
          <pc:docMk/>
          <pc:sldMk cId="3128461325" sldId="268"/>
        </pc:sldMkLst>
      </pc:sldChg>
      <pc:sldChg chg="del">
        <pc:chgData name="Alejandro Paolini Godoy" userId="c3a6e11a-e51d-46b0-a788-b09d2b3af6f8" providerId="ADAL" clId="{32975FC4-60DC-4260-AB6A-73CF78679369}" dt="2022-03-28T04:59:19.546" v="5666" actId="47"/>
        <pc:sldMkLst>
          <pc:docMk/>
          <pc:sldMk cId="4039104814" sldId="269"/>
        </pc:sldMkLst>
      </pc:sldChg>
      <pc:sldChg chg="del">
        <pc:chgData name="Alejandro Paolini Godoy" userId="c3a6e11a-e51d-46b0-a788-b09d2b3af6f8" providerId="ADAL" clId="{32975FC4-60DC-4260-AB6A-73CF78679369}" dt="2022-03-28T04:59:19.546" v="5666" actId="47"/>
        <pc:sldMkLst>
          <pc:docMk/>
          <pc:sldMk cId="4068698361" sldId="270"/>
        </pc:sldMkLst>
      </pc:sldChg>
      <pc:sldChg chg="del">
        <pc:chgData name="Alejandro Paolini Godoy" userId="c3a6e11a-e51d-46b0-a788-b09d2b3af6f8" providerId="ADAL" clId="{32975FC4-60DC-4260-AB6A-73CF78679369}" dt="2022-03-28T04:59:19.546" v="5666" actId="47"/>
        <pc:sldMkLst>
          <pc:docMk/>
          <pc:sldMk cId="3195321068" sldId="271"/>
        </pc:sldMkLst>
      </pc:sldChg>
      <pc:sldChg chg="del">
        <pc:chgData name="Alejandro Paolini Godoy" userId="c3a6e11a-e51d-46b0-a788-b09d2b3af6f8" providerId="ADAL" clId="{32975FC4-60DC-4260-AB6A-73CF78679369}" dt="2022-03-28T04:59:19.546" v="5666" actId="47"/>
        <pc:sldMkLst>
          <pc:docMk/>
          <pc:sldMk cId="1570905663" sldId="272"/>
        </pc:sldMkLst>
      </pc:sldChg>
      <pc:sldChg chg="del">
        <pc:chgData name="Alejandro Paolini Godoy" userId="c3a6e11a-e51d-46b0-a788-b09d2b3af6f8" providerId="ADAL" clId="{32975FC4-60DC-4260-AB6A-73CF78679369}" dt="2022-03-28T04:59:19.546" v="5666" actId="47"/>
        <pc:sldMkLst>
          <pc:docMk/>
          <pc:sldMk cId="3198669918" sldId="273"/>
        </pc:sldMkLst>
      </pc:sldChg>
      <pc:sldChg chg="del">
        <pc:chgData name="Alejandro Paolini Godoy" userId="c3a6e11a-e51d-46b0-a788-b09d2b3af6f8" providerId="ADAL" clId="{32975FC4-60DC-4260-AB6A-73CF78679369}" dt="2022-03-28T04:59:19.546" v="5666" actId="47"/>
        <pc:sldMkLst>
          <pc:docMk/>
          <pc:sldMk cId="2007161131" sldId="274"/>
        </pc:sldMkLst>
      </pc:sldChg>
      <pc:sldChg chg="del">
        <pc:chgData name="Alejandro Paolini Godoy" userId="c3a6e11a-e51d-46b0-a788-b09d2b3af6f8" providerId="ADAL" clId="{32975FC4-60DC-4260-AB6A-73CF78679369}" dt="2022-03-28T04:59:19.546" v="5666" actId="47"/>
        <pc:sldMkLst>
          <pc:docMk/>
          <pc:sldMk cId="1006752805" sldId="275"/>
        </pc:sldMkLst>
      </pc:sldChg>
      <pc:sldChg chg="del">
        <pc:chgData name="Alejandro Paolini Godoy" userId="c3a6e11a-e51d-46b0-a788-b09d2b3af6f8" providerId="ADAL" clId="{32975FC4-60DC-4260-AB6A-73CF78679369}" dt="2022-03-28T04:59:19.546" v="5666" actId="47"/>
        <pc:sldMkLst>
          <pc:docMk/>
          <pc:sldMk cId="3454854179" sldId="276"/>
        </pc:sldMkLst>
      </pc:sldChg>
      <pc:sldChg chg="del">
        <pc:chgData name="Alejandro Paolini Godoy" userId="c3a6e11a-e51d-46b0-a788-b09d2b3af6f8" providerId="ADAL" clId="{32975FC4-60DC-4260-AB6A-73CF78679369}" dt="2022-03-28T04:59:19.546" v="5666" actId="47"/>
        <pc:sldMkLst>
          <pc:docMk/>
          <pc:sldMk cId="2226911262" sldId="277"/>
        </pc:sldMkLst>
      </pc:sldChg>
      <pc:sldChg chg="del modAnim">
        <pc:chgData name="Alejandro Paolini Godoy" userId="c3a6e11a-e51d-46b0-a788-b09d2b3af6f8" providerId="ADAL" clId="{32975FC4-60DC-4260-AB6A-73CF78679369}" dt="2022-03-28T04:59:19.546" v="5666" actId="47"/>
        <pc:sldMkLst>
          <pc:docMk/>
          <pc:sldMk cId="4207268205" sldId="278"/>
        </pc:sldMkLst>
      </pc:sldChg>
      <pc:sldChg chg="del modAnim">
        <pc:chgData name="Alejandro Paolini Godoy" userId="c3a6e11a-e51d-46b0-a788-b09d2b3af6f8" providerId="ADAL" clId="{32975FC4-60DC-4260-AB6A-73CF78679369}" dt="2022-03-28T04:59:19.546" v="5666" actId="47"/>
        <pc:sldMkLst>
          <pc:docMk/>
          <pc:sldMk cId="2552979851" sldId="280"/>
        </pc:sldMkLst>
      </pc:sldChg>
      <pc:sldChg chg="del">
        <pc:chgData name="Alejandro Paolini Godoy" userId="c3a6e11a-e51d-46b0-a788-b09d2b3af6f8" providerId="ADAL" clId="{32975FC4-60DC-4260-AB6A-73CF78679369}" dt="2022-03-28T04:59:19.546" v="5666" actId="47"/>
        <pc:sldMkLst>
          <pc:docMk/>
          <pc:sldMk cId="4289689050" sldId="281"/>
        </pc:sldMkLst>
      </pc:sldChg>
      <pc:sldChg chg="del">
        <pc:chgData name="Alejandro Paolini Godoy" userId="c3a6e11a-e51d-46b0-a788-b09d2b3af6f8" providerId="ADAL" clId="{32975FC4-60DC-4260-AB6A-73CF78679369}" dt="2022-03-28T04:59:19.546" v="5666" actId="47"/>
        <pc:sldMkLst>
          <pc:docMk/>
          <pc:sldMk cId="2868412185" sldId="282"/>
        </pc:sldMkLst>
      </pc:sldChg>
      <pc:sldChg chg="del">
        <pc:chgData name="Alejandro Paolini Godoy" userId="c3a6e11a-e51d-46b0-a788-b09d2b3af6f8" providerId="ADAL" clId="{32975FC4-60DC-4260-AB6A-73CF78679369}" dt="2022-03-28T04:59:19.546" v="5666" actId="47"/>
        <pc:sldMkLst>
          <pc:docMk/>
          <pc:sldMk cId="3193143284" sldId="283"/>
        </pc:sldMkLst>
      </pc:sldChg>
      <pc:sldChg chg="del">
        <pc:chgData name="Alejandro Paolini Godoy" userId="c3a6e11a-e51d-46b0-a788-b09d2b3af6f8" providerId="ADAL" clId="{32975FC4-60DC-4260-AB6A-73CF78679369}" dt="2022-03-28T04:59:19.546" v="5666" actId="47"/>
        <pc:sldMkLst>
          <pc:docMk/>
          <pc:sldMk cId="1760781280" sldId="284"/>
        </pc:sldMkLst>
      </pc:sldChg>
      <pc:sldChg chg="del">
        <pc:chgData name="Alejandro Paolini Godoy" userId="c3a6e11a-e51d-46b0-a788-b09d2b3af6f8" providerId="ADAL" clId="{32975FC4-60DC-4260-AB6A-73CF78679369}" dt="2022-03-28T04:59:19.546" v="5666" actId="47"/>
        <pc:sldMkLst>
          <pc:docMk/>
          <pc:sldMk cId="997343206" sldId="285"/>
        </pc:sldMkLst>
      </pc:sldChg>
      <pc:sldChg chg="del">
        <pc:chgData name="Alejandro Paolini Godoy" userId="c3a6e11a-e51d-46b0-a788-b09d2b3af6f8" providerId="ADAL" clId="{32975FC4-60DC-4260-AB6A-73CF78679369}" dt="2022-03-28T04:59:19.546" v="5666" actId="47"/>
        <pc:sldMkLst>
          <pc:docMk/>
          <pc:sldMk cId="90024600" sldId="287"/>
        </pc:sldMkLst>
      </pc:sldChg>
      <pc:sldChg chg="del modAnim">
        <pc:chgData name="Alejandro Paolini Godoy" userId="c3a6e11a-e51d-46b0-a788-b09d2b3af6f8" providerId="ADAL" clId="{32975FC4-60DC-4260-AB6A-73CF78679369}" dt="2022-03-28T04:59:19.546" v="5666" actId="47"/>
        <pc:sldMkLst>
          <pc:docMk/>
          <pc:sldMk cId="1834372745" sldId="290"/>
        </pc:sldMkLst>
      </pc:sldChg>
      <pc:sldChg chg="del">
        <pc:chgData name="Alejandro Paolini Godoy" userId="c3a6e11a-e51d-46b0-a788-b09d2b3af6f8" providerId="ADAL" clId="{32975FC4-60DC-4260-AB6A-73CF78679369}" dt="2022-03-28T04:59:19.546" v="5666" actId="47"/>
        <pc:sldMkLst>
          <pc:docMk/>
          <pc:sldMk cId="1004877230" sldId="291"/>
        </pc:sldMkLst>
      </pc:sldChg>
      <pc:sldChg chg="modSp del">
        <pc:chgData name="Alejandro Paolini Godoy" userId="c3a6e11a-e51d-46b0-a788-b09d2b3af6f8" providerId="ADAL" clId="{32975FC4-60DC-4260-AB6A-73CF78679369}" dt="2022-03-28T04:59:19.546" v="5666" actId="47"/>
        <pc:sldMkLst>
          <pc:docMk/>
          <pc:sldMk cId="3679041359" sldId="292"/>
        </pc:sldMkLst>
        <pc:spChg chg="mod">
          <ac:chgData name="Alejandro Paolini Godoy" userId="c3a6e11a-e51d-46b0-a788-b09d2b3af6f8" providerId="ADAL" clId="{32975FC4-60DC-4260-AB6A-73CF78679369}" dt="2022-03-16T01:21:20.288" v="838" actId="1076"/>
          <ac:spMkLst>
            <pc:docMk/>
            <pc:sldMk cId="3679041359" sldId="292"/>
            <ac:spMk id="11" creationId="{9CB06707-0C7B-4DCF-B36B-71B6BA0822DA}"/>
          </ac:spMkLst>
        </pc:spChg>
        <pc:spChg chg="mod">
          <ac:chgData name="Alejandro Paolini Godoy" userId="c3a6e11a-e51d-46b0-a788-b09d2b3af6f8" providerId="ADAL" clId="{32975FC4-60DC-4260-AB6A-73CF78679369}" dt="2022-03-16T01:21:20.288" v="838" actId="1076"/>
          <ac:spMkLst>
            <pc:docMk/>
            <pc:sldMk cId="3679041359" sldId="292"/>
            <ac:spMk id="13" creationId="{67E31B06-CCD3-4B65-BB43-3088EE66E41F}"/>
          </ac:spMkLst>
        </pc:spChg>
        <pc:spChg chg="mod">
          <ac:chgData name="Alejandro Paolini Godoy" userId="c3a6e11a-e51d-46b0-a788-b09d2b3af6f8" providerId="ADAL" clId="{32975FC4-60DC-4260-AB6A-73CF78679369}" dt="2022-03-16T01:21:20.288" v="838" actId="1076"/>
          <ac:spMkLst>
            <pc:docMk/>
            <pc:sldMk cId="3679041359" sldId="292"/>
            <ac:spMk id="15" creationId="{80F19415-0830-45E4-820F-5157B4E2793F}"/>
          </ac:spMkLst>
        </pc:spChg>
        <pc:spChg chg="mod">
          <ac:chgData name="Alejandro Paolini Godoy" userId="c3a6e11a-e51d-46b0-a788-b09d2b3af6f8" providerId="ADAL" clId="{32975FC4-60DC-4260-AB6A-73CF78679369}" dt="2022-03-16T01:21:20.288" v="838" actId="1076"/>
          <ac:spMkLst>
            <pc:docMk/>
            <pc:sldMk cId="3679041359" sldId="292"/>
            <ac:spMk id="16" creationId="{5B964161-B4BD-467C-9E49-BB1AE6B357FD}"/>
          </ac:spMkLst>
        </pc:spChg>
        <pc:spChg chg="mod">
          <ac:chgData name="Alejandro Paolini Godoy" userId="c3a6e11a-e51d-46b0-a788-b09d2b3af6f8" providerId="ADAL" clId="{32975FC4-60DC-4260-AB6A-73CF78679369}" dt="2022-03-16T01:21:20.288" v="838" actId="1076"/>
          <ac:spMkLst>
            <pc:docMk/>
            <pc:sldMk cId="3679041359" sldId="292"/>
            <ac:spMk id="17" creationId="{3B7CE78E-7F05-4FB9-93C3-25051372E0A8}"/>
          </ac:spMkLst>
        </pc:spChg>
        <pc:spChg chg="mod">
          <ac:chgData name="Alejandro Paolini Godoy" userId="c3a6e11a-e51d-46b0-a788-b09d2b3af6f8" providerId="ADAL" clId="{32975FC4-60DC-4260-AB6A-73CF78679369}" dt="2022-03-16T01:21:20.288" v="838" actId="1076"/>
          <ac:spMkLst>
            <pc:docMk/>
            <pc:sldMk cId="3679041359" sldId="292"/>
            <ac:spMk id="19" creationId="{3C87E3F9-F01D-4B2B-BDF5-83A065B11205}"/>
          </ac:spMkLst>
        </pc:spChg>
        <pc:spChg chg="mod">
          <ac:chgData name="Alejandro Paolini Godoy" userId="c3a6e11a-e51d-46b0-a788-b09d2b3af6f8" providerId="ADAL" clId="{32975FC4-60DC-4260-AB6A-73CF78679369}" dt="2022-03-16T01:21:20.288" v="838" actId="1076"/>
          <ac:spMkLst>
            <pc:docMk/>
            <pc:sldMk cId="3679041359" sldId="292"/>
            <ac:spMk id="20" creationId="{49991683-C6E7-4739-B299-1577838EA95D}"/>
          </ac:spMkLst>
        </pc:spChg>
        <pc:spChg chg="mod">
          <ac:chgData name="Alejandro Paolini Godoy" userId="c3a6e11a-e51d-46b0-a788-b09d2b3af6f8" providerId="ADAL" clId="{32975FC4-60DC-4260-AB6A-73CF78679369}" dt="2022-03-16T01:21:20.288" v="838" actId="1076"/>
          <ac:spMkLst>
            <pc:docMk/>
            <pc:sldMk cId="3679041359" sldId="292"/>
            <ac:spMk id="21" creationId="{BDC583B8-46F0-442A-B57E-3676CCCC729F}"/>
          </ac:spMkLst>
        </pc:spChg>
        <pc:spChg chg="mod">
          <ac:chgData name="Alejandro Paolini Godoy" userId="c3a6e11a-e51d-46b0-a788-b09d2b3af6f8" providerId="ADAL" clId="{32975FC4-60DC-4260-AB6A-73CF78679369}" dt="2022-03-16T01:21:20.288" v="838" actId="1076"/>
          <ac:spMkLst>
            <pc:docMk/>
            <pc:sldMk cId="3679041359" sldId="292"/>
            <ac:spMk id="22" creationId="{5AF72C62-CF88-4D99-BEE1-28314733671D}"/>
          </ac:spMkLst>
        </pc:spChg>
        <pc:spChg chg="mod">
          <ac:chgData name="Alejandro Paolini Godoy" userId="c3a6e11a-e51d-46b0-a788-b09d2b3af6f8" providerId="ADAL" clId="{32975FC4-60DC-4260-AB6A-73CF78679369}" dt="2022-03-16T01:21:20.288" v="838" actId="1076"/>
          <ac:spMkLst>
            <pc:docMk/>
            <pc:sldMk cId="3679041359" sldId="292"/>
            <ac:spMk id="26" creationId="{1738F774-CF3C-4C67-BFDF-9CFFED4C5A00}"/>
          </ac:spMkLst>
        </pc:spChg>
        <pc:spChg chg="mod">
          <ac:chgData name="Alejandro Paolini Godoy" userId="c3a6e11a-e51d-46b0-a788-b09d2b3af6f8" providerId="ADAL" clId="{32975FC4-60DC-4260-AB6A-73CF78679369}" dt="2022-03-16T01:21:20.288" v="838" actId="1076"/>
          <ac:spMkLst>
            <pc:docMk/>
            <pc:sldMk cId="3679041359" sldId="292"/>
            <ac:spMk id="27" creationId="{2C2CC49A-307B-4229-AD5F-50855047FAD0}"/>
          </ac:spMkLst>
        </pc:spChg>
        <pc:spChg chg="mod">
          <ac:chgData name="Alejandro Paolini Godoy" userId="c3a6e11a-e51d-46b0-a788-b09d2b3af6f8" providerId="ADAL" clId="{32975FC4-60DC-4260-AB6A-73CF78679369}" dt="2022-03-16T01:21:20.288" v="838" actId="1076"/>
          <ac:spMkLst>
            <pc:docMk/>
            <pc:sldMk cId="3679041359" sldId="292"/>
            <ac:spMk id="28" creationId="{93EA2D8D-1EC5-4BA6-A078-9D2FD993A684}"/>
          </ac:spMkLst>
        </pc:spChg>
        <pc:spChg chg="mod">
          <ac:chgData name="Alejandro Paolini Godoy" userId="c3a6e11a-e51d-46b0-a788-b09d2b3af6f8" providerId="ADAL" clId="{32975FC4-60DC-4260-AB6A-73CF78679369}" dt="2022-03-16T01:21:20.288" v="838" actId="1076"/>
          <ac:spMkLst>
            <pc:docMk/>
            <pc:sldMk cId="3679041359" sldId="292"/>
            <ac:spMk id="29" creationId="{D456C0E4-3216-4376-AC9C-48C5C94EF3DA}"/>
          </ac:spMkLst>
        </pc:spChg>
        <pc:spChg chg="mod">
          <ac:chgData name="Alejandro Paolini Godoy" userId="c3a6e11a-e51d-46b0-a788-b09d2b3af6f8" providerId="ADAL" clId="{32975FC4-60DC-4260-AB6A-73CF78679369}" dt="2022-03-16T01:21:20.288" v="838" actId="1076"/>
          <ac:spMkLst>
            <pc:docMk/>
            <pc:sldMk cId="3679041359" sldId="292"/>
            <ac:spMk id="30" creationId="{058089F1-85DA-438F-9747-6BFF2576D204}"/>
          </ac:spMkLst>
        </pc:spChg>
        <pc:spChg chg="mod">
          <ac:chgData name="Alejandro Paolini Godoy" userId="c3a6e11a-e51d-46b0-a788-b09d2b3af6f8" providerId="ADAL" clId="{32975FC4-60DC-4260-AB6A-73CF78679369}" dt="2022-03-16T01:21:20.288" v="838" actId="1076"/>
          <ac:spMkLst>
            <pc:docMk/>
            <pc:sldMk cId="3679041359" sldId="292"/>
            <ac:spMk id="31" creationId="{D5DB7F26-5C4C-449D-B8EA-194F5A9822F5}"/>
          </ac:spMkLst>
        </pc:spChg>
        <pc:spChg chg="mod">
          <ac:chgData name="Alejandro Paolini Godoy" userId="c3a6e11a-e51d-46b0-a788-b09d2b3af6f8" providerId="ADAL" clId="{32975FC4-60DC-4260-AB6A-73CF78679369}" dt="2022-03-16T01:21:20.288" v="838" actId="1076"/>
          <ac:spMkLst>
            <pc:docMk/>
            <pc:sldMk cId="3679041359" sldId="292"/>
            <ac:spMk id="32" creationId="{9CB95F6C-2047-482C-ACF5-C6C769149568}"/>
          </ac:spMkLst>
        </pc:spChg>
        <pc:spChg chg="mod">
          <ac:chgData name="Alejandro Paolini Godoy" userId="c3a6e11a-e51d-46b0-a788-b09d2b3af6f8" providerId="ADAL" clId="{32975FC4-60DC-4260-AB6A-73CF78679369}" dt="2022-03-16T01:21:20.288" v="838" actId="1076"/>
          <ac:spMkLst>
            <pc:docMk/>
            <pc:sldMk cId="3679041359" sldId="292"/>
            <ac:spMk id="33" creationId="{372E217B-17C1-413A-A4E8-60BF94D92C22}"/>
          </ac:spMkLst>
        </pc:spChg>
        <pc:spChg chg="mod">
          <ac:chgData name="Alejandro Paolini Godoy" userId="c3a6e11a-e51d-46b0-a788-b09d2b3af6f8" providerId="ADAL" clId="{32975FC4-60DC-4260-AB6A-73CF78679369}" dt="2022-03-16T01:21:20.288" v="838" actId="1076"/>
          <ac:spMkLst>
            <pc:docMk/>
            <pc:sldMk cId="3679041359" sldId="292"/>
            <ac:spMk id="34" creationId="{4020E188-DAFF-4AA9-8ABE-1B63792BE6B0}"/>
          </ac:spMkLst>
        </pc:spChg>
        <pc:spChg chg="mod">
          <ac:chgData name="Alejandro Paolini Godoy" userId="c3a6e11a-e51d-46b0-a788-b09d2b3af6f8" providerId="ADAL" clId="{32975FC4-60DC-4260-AB6A-73CF78679369}" dt="2022-03-16T01:21:20.288" v="838" actId="1076"/>
          <ac:spMkLst>
            <pc:docMk/>
            <pc:sldMk cId="3679041359" sldId="292"/>
            <ac:spMk id="35" creationId="{0F3B8112-F57F-4AB7-AC75-26F5DA9B7A26}"/>
          </ac:spMkLst>
        </pc:spChg>
        <pc:spChg chg="mod">
          <ac:chgData name="Alejandro Paolini Godoy" userId="c3a6e11a-e51d-46b0-a788-b09d2b3af6f8" providerId="ADAL" clId="{32975FC4-60DC-4260-AB6A-73CF78679369}" dt="2022-03-16T01:21:20.288" v="838" actId="1076"/>
          <ac:spMkLst>
            <pc:docMk/>
            <pc:sldMk cId="3679041359" sldId="292"/>
            <ac:spMk id="36" creationId="{CD9B1514-5585-46D4-942A-45B5570C9518}"/>
          </ac:spMkLst>
        </pc:spChg>
        <pc:spChg chg="mod">
          <ac:chgData name="Alejandro Paolini Godoy" userId="c3a6e11a-e51d-46b0-a788-b09d2b3af6f8" providerId="ADAL" clId="{32975FC4-60DC-4260-AB6A-73CF78679369}" dt="2022-03-16T01:21:20.288" v="838" actId="1076"/>
          <ac:spMkLst>
            <pc:docMk/>
            <pc:sldMk cId="3679041359" sldId="292"/>
            <ac:spMk id="37" creationId="{1D494340-9F78-437A-B2FC-9FE564FA40BA}"/>
          </ac:spMkLst>
        </pc:spChg>
        <pc:spChg chg="mod">
          <ac:chgData name="Alejandro Paolini Godoy" userId="c3a6e11a-e51d-46b0-a788-b09d2b3af6f8" providerId="ADAL" clId="{32975FC4-60DC-4260-AB6A-73CF78679369}" dt="2022-03-16T01:21:20.288" v="838" actId="1076"/>
          <ac:spMkLst>
            <pc:docMk/>
            <pc:sldMk cId="3679041359" sldId="292"/>
            <ac:spMk id="38" creationId="{416A117C-E540-47DB-A577-FBC278D916DC}"/>
          </ac:spMkLst>
        </pc:spChg>
        <pc:spChg chg="mod">
          <ac:chgData name="Alejandro Paolini Godoy" userId="c3a6e11a-e51d-46b0-a788-b09d2b3af6f8" providerId="ADAL" clId="{32975FC4-60DC-4260-AB6A-73CF78679369}" dt="2022-03-16T01:21:20.288" v="838" actId="1076"/>
          <ac:spMkLst>
            <pc:docMk/>
            <pc:sldMk cId="3679041359" sldId="292"/>
            <ac:spMk id="41" creationId="{375C3103-6C7C-468D-92C7-CEB5DF9CC854}"/>
          </ac:spMkLst>
        </pc:spChg>
        <pc:spChg chg="mod">
          <ac:chgData name="Alejandro Paolini Godoy" userId="c3a6e11a-e51d-46b0-a788-b09d2b3af6f8" providerId="ADAL" clId="{32975FC4-60DC-4260-AB6A-73CF78679369}" dt="2022-03-16T01:21:20.288" v="838" actId="1076"/>
          <ac:spMkLst>
            <pc:docMk/>
            <pc:sldMk cId="3679041359" sldId="292"/>
            <ac:spMk id="42" creationId="{EE31B9C4-3FC1-458A-B776-BA1D740776E9}"/>
          </ac:spMkLst>
        </pc:spChg>
        <pc:spChg chg="mod">
          <ac:chgData name="Alejandro Paolini Godoy" userId="c3a6e11a-e51d-46b0-a788-b09d2b3af6f8" providerId="ADAL" clId="{32975FC4-60DC-4260-AB6A-73CF78679369}" dt="2022-03-16T01:21:20.288" v="838" actId="1076"/>
          <ac:spMkLst>
            <pc:docMk/>
            <pc:sldMk cId="3679041359" sldId="292"/>
            <ac:spMk id="43" creationId="{9C21AB86-97FA-4CBA-8F15-D4F6A4ED8ADB}"/>
          </ac:spMkLst>
        </pc:spChg>
        <pc:spChg chg="mod">
          <ac:chgData name="Alejandro Paolini Godoy" userId="c3a6e11a-e51d-46b0-a788-b09d2b3af6f8" providerId="ADAL" clId="{32975FC4-60DC-4260-AB6A-73CF78679369}" dt="2022-03-16T01:21:20.288" v="838" actId="1076"/>
          <ac:spMkLst>
            <pc:docMk/>
            <pc:sldMk cId="3679041359" sldId="292"/>
            <ac:spMk id="44" creationId="{9A22EC5D-4639-441A-9F3D-22E2441B44AE}"/>
          </ac:spMkLst>
        </pc:spChg>
        <pc:spChg chg="mod">
          <ac:chgData name="Alejandro Paolini Godoy" userId="c3a6e11a-e51d-46b0-a788-b09d2b3af6f8" providerId="ADAL" clId="{32975FC4-60DC-4260-AB6A-73CF78679369}" dt="2022-03-16T01:21:20.288" v="838" actId="1076"/>
          <ac:spMkLst>
            <pc:docMk/>
            <pc:sldMk cId="3679041359" sldId="292"/>
            <ac:spMk id="45" creationId="{78D627BD-3A4D-416E-A5A5-5457A0CA8F8D}"/>
          </ac:spMkLst>
        </pc:spChg>
        <pc:spChg chg="mod">
          <ac:chgData name="Alejandro Paolini Godoy" userId="c3a6e11a-e51d-46b0-a788-b09d2b3af6f8" providerId="ADAL" clId="{32975FC4-60DC-4260-AB6A-73CF78679369}" dt="2022-03-16T01:21:20.288" v="838" actId="1076"/>
          <ac:spMkLst>
            <pc:docMk/>
            <pc:sldMk cId="3679041359" sldId="292"/>
            <ac:spMk id="46" creationId="{3306A0CE-089D-46BD-A5BC-753EF7F6ACA9}"/>
          </ac:spMkLst>
        </pc:spChg>
        <pc:spChg chg="mod">
          <ac:chgData name="Alejandro Paolini Godoy" userId="c3a6e11a-e51d-46b0-a788-b09d2b3af6f8" providerId="ADAL" clId="{32975FC4-60DC-4260-AB6A-73CF78679369}" dt="2022-03-16T01:21:20.288" v="838" actId="1076"/>
          <ac:spMkLst>
            <pc:docMk/>
            <pc:sldMk cId="3679041359" sldId="292"/>
            <ac:spMk id="47" creationId="{C616EAF5-D5E5-4966-89ED-4AAB955D467A}"/>
          </ac:spMkLst>
        </pc:spChg>
        <pc:spChg chg="mod">
          <ac:chgData name="Alejandro Paolini Godoy" userId="c3a6e11a-e51d-46b0-a788-b09d2b3af6f8" providerId="ADAL" clId="{32975FC4-60DC-4260-AB6A-73CF78679369}" dt="2022-03-16T01:21:20.288" v="838" actId="1076"/>
          <ac:spMkLst>
            <pc:docMk/>
            <pc:sldMk cId="3679041359" sldId="292"/>
            <ac:spMk id="48" creationId="{605A348A-3768-474C-A88A-49A9BB13A126}"/>
          </ac:spMkLst>
        </pc:spChg>
        <pc:spChg chg="mod">
          <ac:chgData name="Alejandro Paolini Godoy" userId="c3a6e11a-e51d-46b0-a788-b09d2b3af6f8" providerId="ADAL" clId="{32975FC4-60DC-4260-AB6A-73CF78679369}" dt="2022-03-16T01:21:20.288" v="838" actId="1076"/>
          <ac:spMkLst>
            <pc:docMk/>
            <pc:sldMk cId="3679041359" sldId="292"/>
            <ac:spMk id="49" creationId="{DE9AA539-7B3B-4F6C-AF4C-A54EFA5DE7EF}"/>
          </ac:spMkLst>
        </pc:spChg>
        <pc:spChg chg="mod">
          <ac:chgData name="Alejandro Paolini Godoy" userId="c3a6e11a-e51d-46b0-a788-b09d2b3af6f8" providerId="ADAL" clId="{32975FC4-60DC-4260-AB6A-73CF78679369}" dt="2022-03-16T01:21:20.288" v="838" actId="1076"/>
          <ac:spMkLst>
            <pc:docMk/>
            <pc:sldMk cId="3679041359" sldId="292"/>
            <ac:spMk id="50" creationId="{DED1A10B-2B49-46B3-9D5F-8B9EA7CB802B}"/>
          </ac:spMkLst>
        </pc:spChg>
        <pc:spChg chg="mod">
          <ac:chgData name="Alejandro Paolini Godoy" userId="c3a6e11a-e51d-46b0-a788-b09d2b3af6f8" providerId="ADAL" clId="{32975FC4-60DC-4260-AB6A-73CF78679369}" dt="2022-03-16T01:21:20.288" v="838" actId="1076"/>
          <ac:spMkLst>
            <pc:docMk/>
            <pc:sldMk cId="3679041359" sldId="292"/>
            <ac:spMk id="51" creationId="{255E9E45-9A63-4A2B-92D9-0ED5B1000820}"/>
          </ac:spMkLst>
        </pc:spChg>
        <pc:spChg chg="mod">
          <ac:chgData name="Alejandro Paolini Godoy" userId="c3a6e11a-e51d-46b0-a788-b09d2b3af6f8" providerId="ADAL" clId="{32975FC4-60DC-4260-AB6A-73CF78679369}" dt="2022-03-16T01:21:20.288" v="838" actId="1076"/>
          <ac:spMkLst>
            <pc:docMk/>
            <pc:sldMk cId="3679041359" sldId="292"/>
            <ac:spMk id="52" creationId="{608F0093-4D78-4714-8487-DC8F4E96826E}"/>
          </ac:spMkLst>
        </pc:spChg>
        <pc:spChg chg="mod">
          <ac:chgData name="Alejandro Paolini Godoy" userId="c3a6e11a-e51d-46b0-a788-b09d2b3af6f8" providerId="ADAL" clId="{32975FC4-60DC-4260-AB6A-73CF78679369}" dt="2022-03-16T01:21:20.288" v="838" actId="1076"/>
          <ac:spMkLst>
            <pc:docMk/>
            <pc:sldMk cId="3679041359" sldId="292"/>
            <ac:spMk id="53" creationId="{94498365-F5F0-4EE4-AA09-5F52DF5A0311}"/>
          </ac:spMkLst>
        </pc:spChg>
        <pc:spChg chg="mod">
          <ac:chgData name="Alejandro Paolini Godoy" userId="c3a6e11a-e51d-46b0-a788-b09d2b3af6f8" providerId="ADAL" clId="{32975FC4-60DC-4260-AB6A-73CF78679369}" dt="2022-03-16T01:21:20.288" v="838" actId="1076"/>
          <ac:spMkLst>
            <pc:docMk/>
            <pc:sldMk cId="3679041359" sldId="292"/>
            <ac:spMk id="56" creationId="{12634E12-E1B5-45FF-8C3C-CF9A3C0B15E8}"/>
          </ac:spMkLst>
        </pc:spChg>
        <pc:spChg chg="mod">
          <ac:chgData name="Alejandro Paolini Godoy" userId="c3a6e11a-e51d-46b0-a788-b09d2b3af6f8" providerId="ADAL" clId="{32975FC4-60DC-4260-AB6A-73CF78679369}" dt="2022-03-16T01:21:20.288" v="838" actId="1076"/>
          <ac:spMkLst>
            <pc:docMk/>
            <pc:sldMk cId="3679041359" sldId="292"/>
            <ac:spMk id="57" creationId="{A293CD0A-F741-4792-8C52-50DB59C6C1DD}"/>
          </ac:spMkLst>
        </pc:spChg>
        <pc:spChg chg="mod">
          <ac:chgData name="Alejandro Paolini Godoy" userId="c3a6e11a-e51d-46b0-a788-b09d2b3af6f8" providerId="ADAL" clId="{32975FC4-60DC-4260-AB6A-73CF78679369}" dt="2022-03-16T01:21:20.288" v="838" actId="1076"/>
          <ac:spMkLst>
            <pc:docMk/>
            <pc:sldMk cId="3679041359" sldId="292"/>
            <ac:spMk id="58" creationId="{0CCD2258-EB80-4083-9311-ED1E74FB075F}"/>
          </ac:spMkLst>
        </pc:spChg>
        <pc:spChg chg="mod">
          <ac:chgData name="Alejandro Paolini Godoy" userId="c3a6e11a-e51d-46b0-a788-b09d2b3af6f8" providerId="ADAL" clId="{32975FC4-60DC-4260-AB6A-73CF78679369}" dt="2022-03-16T01:21:20.288" v="838" actId="1076"/>
          <ac:spMkLst>
            <pc:docMk/>
            <pc:sldMk cId="3679041359" sldId="292"/>
            <ac:spMk id="59" creationId="{2EAFB78C-9BA3-497E-9DC9-F1BF56AB3DB7}"/>
          </ac:spMkLst>
        </pc:spChg>
        <pc:spChg chg="mod">
          <ac:chgData name="Alejandro Paolini Godoy" userId="c3a6e11a-e51d-46b0-a788-b09d2b3af6f8" providerId="ADAL" clId="{32975FC4-60DC-4260-AB6A-73CF78679369}" dt="2022-03-16T01:21:20.288" v="838" actId="1076"/>
          <ac:spMkLst>
            <pc:docMk/>
            <pc:sldMk cId="3679041359" sldId="292"/>
            <ac:spMk id="60" creationId="{2C1C73F4-F298-4151-BCDB-F0BCEEBF7C2D}"/>
          </ac:spMkLst>
        </pc:spChg>
        <pc:spChg chg="mod">
          <ac:chgData name="Alejandro Paolini Godoy" userId="c3a6e11a-e51d-46b0-a788-b09d2b3af6f8" providerId="ADAL" clId="{32975FC4-60DC-4260-AB6A-73CF78679369}" dt="2022-03-16T01:21:20.288" v="838" actId="1076"/>
          <ac:spMkLst>
            <pc:docMk/>
            <pc:sldMk cId="3679041359" sldId="292"/>
            <ac:spMk id="61" creationId="{1E45CE19-D71A-408A-8751-852F5819F8CA}"/>
          </ac:spMkLst>
        </pc:spChg>
        <pc:spChg chg="mod">
          <ac:chgData name="Alejandro Paolini Godoy" userId="c3a6e11a-e51d-46b0-a788-b09d2b3af6f8" providerId="ADAL" clId="{32975FC4-60DC-4260-AB6A-73CF78679369}" dt="2022-03-16T01:21:20.288" v="838" actId="1076"/>
          <ac:spMkLst>
            <pc:docMk/>
            <pc:sldMk cId="3679041359" sldId="292"/>
            <ac:spMk id="62" creationId="{9D8DA3F2-4E0F-4AFC-9354-2E107E6CC426}"/>
          </ac:spMkLst>
        </pc:spChg>
        <pc:spChg chg="mod">
          <ac:chgData name="Alejandro Paolini Godoy" userId="c3a6e11a-e51d-46b0-a788-b09d2b3af6f8" providerId="ADAL" clId="{32975FC4-60DC-4260-AB6A-73CF78679369}" dt="2022-03-16T01:21:20.288" v="838" actId="1076"/>
          <ac:spMkLst>
            <pc:docMk/>
            <pc:sldMk cId="3679041359" sldId="292"/>
            <ac:spMk id="63" creationId="{71F3808B-CA9E-49B5-A7FB-FDA6E11F9605}"/>
          </ac:spMkLst>
        </pc:spChg>
        <pc:spChg chg="mod">
          <ac:chgData name="Alejandro Paolini Godoy" userId="c3a6e11a-e51d-46b0-a788-b09d2b3af6f8" providerId="ADAL" clId="{32975FC4-60DC-4260-AB6A-73CF78679369}" dt="2022-03-16T01:21:20.288" v="838" actId="1076"/>
          <ac:spMkLst>
            <pc:docMk/>
            <pc:sldMk cId="3679041359" sldId="292"/>
            <ac:spMk id="64" creationId="{02FC3F18-5301-4C0E-8838-E83E7431B338}"/>
          </ac:spMkLst>
        </pc:spChg>
        <pc:spChg chg="mod">
          <ac:chgData name="Alejandro Paolini Godoy" userId="c3a6e11a-e51d-46b0-a788-b09d2b3af6f8" providerId="ADAL" clId="{32975FC4-60DC-4260-AB6A-73CF78679369}" dt="2022-03-16T01:21:20.288" v="838" actId="1076"/>
          <ac:spMkLst>
            <pc:docMk/>
            <pc:sldMk cId="3679041359" sldId="292"/>
            <ac:spMk id="65" creationId="{0431B6E1-6815-44BF-A13E-552CF47BD4C3}"/>
          </ac:spMkLst>
        </pc:spChg>
        <pc:spChg chg="mod">
          <ac:chgData name="Alejandro Paolini Godoy" userId="c3a6e11a-e51d-46b0-a788-b09d2b3af6f8" providerId="ADAL" clId="{32975FC4-60DC-4260-AB6A-73CF78679369}" dt="2022-03-16T01:21:20.288" v="838" actId="1076"/>
          <ac:spMkLst>
            <pc:docMk/>
            <pc:sldMk cId="3679041359" sldId="292"/>
            <ac:spMk id="66" creationId="{C4C5CEA4-A7E6-4F67-9E25-EA2E85DE0EEB}"/>
          </ac:spMkLst>
        </pc:spChg>
        <pc:spChg chg="mod">
          <ac:chgData name="Alejandro Paolini Godoy" userId="c3a6e11a-e51d-46b0-a788-b09d2b3af6f8" providerId="ADAL" clId="{32975FC4-60DC-4260-AB6A-73CF78679369}" dt="2022-03-16T01:21:20.288" v="838" actId="1076"/>
          <ac:spMkLst>
            <pc:docMk/>
            <pc:sldMk cId="3679041359" sldId="292"/>
            <ac:spMk id="67" creationId="{675C3D71-2355-4A42-A387-26E1420D2D51}"/>
          </ac:spMkLst>
        </pc:spChg>
        <pc:spChg chg="mod">
          <ac:chgData name="Alejandro Paolini Godoy" userId="c3a6e11a-e51d-46b0-a788-b09d2b3af6f8" providerId="ADAL" clId="{32975FC4-60DC-4260-AB6A-73CF78679369}" dt="2022-03-16T01:21:20.288" v="838" actId="1076"/>
          <ac:spMkLst>
            <pc:docMk/>
            <pc:sldMk cId="3679041359" sldId="292"/>
            <ac:spMk id="68" creationId="{AAD14218-A427-474F-94AB-2056AB0C65DD}"/>
          </ac:spMkLst>
        </pc:spChg>
        <pc:spChg chg="mod">
          <ac:chgData name="Alejandro Paolini Godoy" userId="c3a6e11a-e51d-46b0-a788-b09d2b3af6f8" providerId="ADAL" clId="{32975FC4-60DC-4260-AB6A-73CF78679369}" dt="2022-03-16T01:21:20.288" v="838" actId="1076"/>
          <ac:spMkLst>
            <pc:docMk/>
            <pc:sldMk cId="3679041359" sldId="292"/>
            <ac:spMk id="69" creationId="{1CD02131-4145-4AF4-A458-3F9553831E48}"/>
          </ac:spMkLst>
        </pc:spChg>
        <pc:spChg chg="mod">
          <ac:chgData name="Alejandro Paolini Godoy" userId="c3a6e11a-e51d-46b0-a788-b09d2b3af6f8" providerId="ADAL" clId="{32975FC4-60DC-4260-AB6A-73CF78679369}" dt="2022-03-16T01:21:20.288" v="838" actId="1076"/>
          <ac:spMkLst>
            <pc:docMk/>
            <pc:sldMk cId="3679041359" sldId="292"/>
            <ac:spMk id="70" creationId="{F51DDB48-B67F-4C71-988C-D51C26321AA6}"/>
          </ac:spMkLst>
        </pc:spChg>
        <pc:spChg chg="mod">
          <ac:chgData name="Alejandro Paolini Godoy" userId="c3a6e11a-e51d-46b0-a788-b09d2b3af6f8" providerId="ADAL" clId="{32975FC4-60DC-4260-AB6A-73CF78679369}" dt="2022-03-16T01:21:20.288" v="838" actId="1076"/>
          <ac:spMkLst>
            <pc:docMk/>
            <pc:sldMk cId="3679041359" sldId="292"/>
            <ac:spMk id="71" creationId="{F2ED6902-475F-4052-A273-F8F248F33C1D}"/>
          </ac:spMkLst>
        </pc:spChg>
        <pc:spChg chg="mod">
          <ac:chgData name="Alejandro Paolini Godoy" userId="c3a6e11a-e51d-46b0-a788-b09d2b3af6f8" providerId="ADAL" clId="{32975FC4-60DC-4260-AB6A-73CF78679369}" dt="2022-03-16T01:21:20.288" v="838" actId="1076"/>
          <ac:spMkLst>
            <pc:docMk/>
            <pc:sldMk cId="3679041359" sldId="292"/>
            <ac:spMk id="72" creationId="{F7B82B07-5F03-4593-8A1F-4BB3CF06579B}"/>
          </ac:spMkLst>
        </pc:spChg>
        <pc:spChg chg="mod">
          <ac:chgData name="Alejandro Paolini Godoy" userId="c3a6e11a-e51d-46b0-a788-b09d2b3af6f8" providerId="ADAL" clId="{32975FC4-60DC-4260-AB6A-73CF78679369}" dt="2022-03-16T01:21:20.288" v="838" actId="1076"/>
          <ac:spMkLst>
            <pc:docMk/>
            <pc:sldMk cId="3679041359" sldId="292"/>
            <ac:spMk id="73" creationId="{EA777D2E-AB12-4F2A-9023-1044AB50F26E}"/>
          </ac:spMkLst>
        </pc:spChg>
        <pc:spChg chg="mod">
          <ac:chgData name="Alejandro Paolini Godoy" userId="c3a6e11a-e51d-46b0-a788-b09d2b3af6f8" providerId="ADAL" clId="{32975FC4-60DC-4260-AB6A-73CF78679369}" dt="2022-03-16T01:21:20.288" v="838" actId="1076"/>
          <ac:spMkLst>
            <pc:docMk/>
            <pc:sldMk cId="3679041359" sldId="292"/>
            <ac:spMk id="74" creationId="{DE4EDDF6-F286-4EA7-A690-628DD9D6D5C7}"/>
          </ac:spMkLst>
        </pc:spChg>
        <pc:spChg chg="mod">
          <ac:chgData name="Alejandro Paolini Godoy" userId="c3a6e11a-e51d-46b0-a788-b09d2b3af6f8" providerId="ADAL" clId="{32975FC4-60DC-4260-AB6A-73CF78679369}" dt="2022-03-16T01:21:20.288" v="838" actId="1076"/>
          <ac:spMkLst>
            <pc:docMk/>
            <pc:sldMk cId="3679041359" sldId="292"/>
            <ac:spMk id="75" creationId="{71F633B6-BDBE-4732-991C-2B5D6602E23C}"/>
          </ac:spMkLst>
        </pc:spChg>
        <pc:spChg chg="mod">
          <ac:chgData name="Alejandro Paolini Godoy" userId="c3a6e11a-e51d-46b0-a788-b09d2b3af6f8" providerId="ADAL" clId="{32975FC4-60DC-4260-AB6A-73CF78679369}" dt="2022-03-16T01:21:20.288" v="838" actId="1076"/>
          <ac:spMkLst>
            <pc:docMk/>
            <pc:sldMk cId="3679041359" sldId="292"/>
            <ac:spMk id="76" creationId="{5383E4E9-B53B-4872-BCF6-FD81B0410DA5}"/>
          </ac:spMkLst>
        </pc:spChg>
        <pc:spChg chg="mod">
          <ac:chgData name="Alejandro Paolini Godoy" userId="c3a6e11a-e51d-46b0-a788-b09d2b3af6f8" providerId="ADAL" clId="{32975FC4-60DC-4260-AB6A-73CF78679369}" dt="2022-03-16T01:21:20.288" v="838" actId="1076"/>
          <ac:spMkLst>
            <pc:docMk/>
            <pc:sldMk cId="3679041359" sldId="292"/>
            <ac:spMk id="77" creationId="{5307711C-E39C-439C-966C-CC8FA90DBBFF}"/>
          </ac:spMkLst>
        </pc:spChg>
        <pc:spChg chg="mod">
          <ac:chgData name="Alejandro Paolini Godoy" userId="c3a6e11a-e51d-46b0-a788-b09d2b3af6f8" providerId="ADAL" clId="{32975FC4-60DC-4260-AB6A-73CF78679369}" dt="2022-03-16T01:21:20.288" v="838" actId="1076"/>
          <ac:spMkLst>
            <pc:docMk/>
            <pc:sldMk cId="3679041359" sldId="292"/>
            <ac:spMk id="78" creationId="{A80ACF05-745A-47A2-A0BE-7B6AFA97BE19}"/>
          </ac:spMkLst>
        </pc:spChg>
        <pc:spChg chg="mod">
          <ac:chgData name="Alejandro Paolini Godoy" userId="c3a6e11a-e51d-46b0-a788-b09d2b3af6f8" providerId="ADAL" clId="{32975FC4-60DC-4260-AB6A-73CF78679369}" dt="2022-03-16T01:21:20.288" v="838" actId="1076"/>
          <ac:spMkLst>
            <pc:docMk/>
            <pc:sldMk cId="3679041359" sldId="292"/>
            <ac:spMk id="79" creationId="{76D5D750-D200-45AB-B711-94703D4A7215}"/>
          </ac:spMkLst>
        </pc:spChg>
        <pc:spChg chg="mod">
          <ac:chgData name="Alejandro Paolini Godoy" userId="c3a6e11a-e51d-46b0-a788-b09d2b3af6f8" providerId="ADAL" clId="{32975FC4-60DC-4260-AB6A-73CF78679369}" dt="2022-03-16T01:21:20.288" v="838" actId="1076"/>
          <ac:spMkLst>
            <pc:docMk/>
            <pc:sldMk cId="3679041359" sldId="292"/>
            <ac:spMk id="80" creationId="{8B340DDE-B3DF-4D9E-835B-6A3A9C4C1821}"/>
          </ac:spMkLst>
        </pc:spChg>
        <pc:spChg chg="mod">
          <ac:chgData name="Alejandro Paolini Godoy" userId="c3a6e11a-e51d-46b0-a788-b09d2b3af6f8" providerId="ADAL" clId="{32975FC4-60DC-4260-AB6A-73CF78679369}" dt="2022-03-16T01:21:20.288" v="838" actId="1076"/>
          <ac:spMkLst>
            <pc:docMk/>
            <pc:sldMk cId="3679041359" sldId="292"/>
            <ac:spMk id="81" creationId="{CB930676-848D-4C58-AA2D-EA44B46F2D07}"/>
          </ac:spMkLst>
        </pc:spChg>
        <pc:spChg chg="mod">
          <ac:chgData name="Alejandro Paolini Godoy" userId="c3a6e11a-e51d-46b0-a788-b09d2b3af6f8" providerId="ADAL" clId="{32975FC4-60DC-4260-AB6A-73CF78679369}" dt="2022-03-16T01:21:20.288" v="838" actId="1076"/>
          <ac:spMkLst>
            <pc:docMk/>
            <pc:sldMk cId="3679041359" sldId="292"/>
            <ac:spMk id="82" creationId="{518D99F7-FC0B-4727-A98F-80E9EB8342E7}"/>
          </ac:spMkLst>
        </pc:spChg>
        <pc:spChg chg="mod">
          <ac:chgData name="Alejandro Paolini Godoy" userId="c3a6e11a-e51d-46b0-a788-b09d2b3af6f8" providerId="ADAL" clId="{32975FC4-60DC-4260-AB6A-73CF78679369}" dt="2022-03-16T01:21:20.288" v="838" actId="1076"/>
          <ac:spMkLst>
            <pc:docMk/>
            <pc:sldMk cId="3679041359" sldId="292"/>
            <ac:spMk id="83" creationId="{9AF492A4-972C-4A55-ABB5-4660FEB95814}"/>
          </ac:spMkLst>
        </pc:spChg>
        <pc:spChg chg="mod">
          <ac:chgData name="Alejandro Paolini Godoy" userId="c3a6e11a-e51d-46b0-a788-b09d2b3af6f8" providerId="ADAL" clId="{32975FC4-60DC-4260-AB6A-73CF78679369}" dt="2022-03-16T01:21:20.288" v="838" actId="1076"/>
          <ac:spMkLst>
            <pc:docMk/>
            <pc:sldMk cId="3679041359" sldId="292"/>
            <ac:spMk id="84" creationId="{98A981B5-188F-4F9C-883E-67CA962D0940}"/>
          </ac:spMkLst>
        </pc:spChg>
        <pc:spChg chg="mod">
          <ac:chgData name="Alejandro Paolini Godoy" userId="c3a6e11a-e51d-46b0-a788-b09d2b3af6f8" providerId="ADAL" clId="{32975FC4-60DC-4260-AB6A-73CF78679369}" dt="2022-03-16T01:21:20.288" v="838" actId="1076"/>
          <ac:spMkLst>
            <pc:docMk/>
            <pc:sldMk cId="3679041359" sldId="292"/>
            <ac:spMk id="85" creationId="{CFFF4B0C-2AC3-41ED-BCC2-6E98A9C6993A}"/>
          </ac:spMkLst>
        </pc:spChg>
        <pc:spChg chg="mod">
          <ac:chgData name="Alejandro Paolini Godoy" userId="c3a6e11a-e51d-46b0-a788-b09d2b3af6f8" providerId="ADAL" clId="{32975FC4-60DC-4260-AB6A-73CF78679369}" dt="2022-03-16T01:21:20.288" v="838" actId="1076"/>
          <ac:spMkLst>
            <pc:docMk/>
            <pc:sldMk cId="3679041359" sldId="292"/>
            <ac:spMk id="86" creationId="{83C41583-0172-4A34-BCAF-C5E365ECFF04}"/>
          </ac:spMkLst>
        </pc:spChg>
        <pc:spChg chg="mod">
          <ac:chgData name="Alejandro Paolini Godoy" userId="c3a6e11a-e51d-46b0-a788-b09d2b3af6f8" providerId="ADAL" clId="{32975FC4-60DC-4260-AB6A-73CF78679369}" dt="2022-03-16T01:21:20.288" v="838" actId="1076"/>
          <ac:spMkLst>
            <pc:docMk/>
            <pc:sldMk cId="3679041359" sldId="292"/>
            <ac:spMk id="87" creationId="{6DDFA6A4-ADBD-465B-A20E-7B61563A32D7}"/>
          </ac:spMkLst>
        </pc:spChg>
        <pc:spChg chg="mod">
          <ac:chgData name="Alejandro Paolini Godoy" userId="c3a6e11a-e51d-46b0-a788-b09d2b3af6f8" providerId="ADAL" clId="{32975FC4-60DC-4260-AB6A-73CF78679369}" dt="2022-03-16T01:21:20.288" v="838" actId="1076"/>
          <ac:spMkLst>
            <pc:docMk/>
            <pc:sldMk cId="3679041359" sldId="292"/>
            <ac:spMk id="88" creationId="{79424DB2-DC52-40F1-99C7-D9E33B0D5D29}"/>
          </ac:spMkLst>
        </pc:spChg>
        <pc:spChg chg="mod">
          <ac:chgData name="Alejandro Paolini Godoy" userId="c3a6e11a-e51d-46b0-a788-b09d2b3af6f8" providerId="ADAL" clId="{32975FC4-60DC-4260-AB6A-73CF78679369}" dt="2022-03-16T01:21:20.288" v="838" actId="1076"/>
          <ac:spMkLst>
            <pc:docMk/>
            <pc:sldMk cId="3679041359" sldId="292"/>
            <ac:spMk id="89" creationId="{3A259882-C2A8-4698-9B65-6BDBE6340B99}"/>
          </ac:spMkLst>
        </pc:spChg>
        <pc:spChg chg="mod">
          <ac:chgData name="Alejandro Paolini Godoy" userId="c3a6e11a-e51d-46b0-a788-b09d2b3af6f8" providerId="ADAL" clId="{32975FC4-60DC-4260-AB6A-73CF78679369}" dt="2022-03-16T01:21:20.288" v="838" actId="1076"/>
          <ac:spMkLst>
            <pc:docMk/>
            <pc:sldMk cId="3679041359" sldId="292"/>
            <ac:spMk id="90" creationId="{C161EABF-50BF-481F-BC53-8E35040F7E6F}"/>
          </ac:spMkLst>
        </pc:spChg>
        <pc:spChg chg="mod">
          <ac:chgData name="Alejandro Paolini Godoy" userId="c3a6e11a-e51d-46b0-a788-b09d2b3af6f8" providerId="ADAL" clId="{32975FC4-60DC-4260-AB6A-73CF78679369}" dt="2022-03-16T01:21:20.288" v="838" actId="1076"/>
          <ac:spMkLst>
            <pc:docMk/>
            <pc:sldMk cId="3679041359" sldId="292"/>
            <ac:spMk id="91" creationId="{4F704A00-ED4E-4F44-8539-4F8D3D1D5ACC}"/>
          </ac:spMkLst>
        </pc:spChg>
        <pc:spChg chg="mod">
          <ac:chgData name="Alejandro Paolini Godoy" userId="c3a6e11a-e51d-46b0-a788-b09d2b3af6f8" providerId="ADAL" clId="{32975FC4-60DC-4260-AB6A-73CF78679369}" dt="2022-03-16T01:21:20.288" v="838" actId="1076"/>
          <ac:spMkLst>
            <pc:docMk/>
            <pc:sldMk cId="3679041359" sldId="292"/>
            <ac:spMk id="92" creationId="{60929F9E-078A-402A-A9CE-D3AB830689DD}"/>
          </ac:spMkLst>
        </pc:spChg>
        <pc:spChg chg="mod">
          <ac:chgData name="Alejandro Paolini Godoy" userId="c3a6e11a-e51d-46b0-a788-b09d2b3af6f8" providerId="ADAL" clId="{32975FC4-60DC-4260-AB6A-73CF78679369}" dt="2022-03-16T01:21:20.288" v="838" actId="1076"/>
          <ac:spMkLst>
            <pc:docMk/>
            <pc:sldMk cId="3679041359" sldId="292"/>
            <ac:spMk id="93" creationId="{39B1F5F7-6C13-4EEB-BAC1-532A55A09108}"/>
          </ac:spMkLst>
        </pc:spChg>
        <pc:spChg chg="mod">
          <ac:chgData name="Alejandro Paolini Godoy" userId="c3a6e11a-e51d-46b0-a788-b09d2b3af6f8" providerId="ADAL" clId="{32975FC4-60DC-4260-AB6A-73CF78679369}" dt="2022-03-16T01:21:20.288" v="838" actId="1076"/>
          <ac:spMkLst>
            <pc:docMk/>
            <pc:sldMk cId="3679041359" sldId="292"/>
            <ac:spMk id="94" creationId="{D8AA4D23-D1FE-4D9A-A859-143B1A886804}"/>
          </ac:spMkLst>
        </pc:spChg>
        <pc:spChg chg="mod">
          <ac:chgData name="Alejandro Paolini Godoy" userId="c3a6e11a-e51d-46b0-a788-b09d2b3af6f8" providerId="ADAL" clId="{32975FC4-60DC-4260-AB6A-73CF78679369}" dt="2022-03-16T01:21:20.288" v="838" actId="1076"/>
          <ac:spMkLst>
            <pc:docMk/>
            <pc:sldMk cId="3679041359" sldId="292"/>
            <ac:spMk id="95" creationId="{3429D3CB-5E56-43C0-B09C-7BE9BA6D615A}"/>
          </ac:spMkLst>
        </pc:spChg>
        <pc:spChg chg="mod">
          <ac:chgData name="Alejandro Paolini Godoy" userId="c3a6e11a-e51d-46b0-a788-b09d2b3af6f8" providerId="ADAL" clId="{32975FC4-60DC-4260-AB6A-73CF78679369}" dt="2022-03-16T01:21:20.288" v="838" actId="1076"/>
          <ac:spMkLst>
            <pc:docMk/>
            <pc:sldMk cId="3679041359" sldId="292"/>
            <ac:spMk id="96" creationId="{92D88D86-2782-4785-B624-6D55ABE6B165}"/>
          </ac:spMkLst>
        </pc:spChg>
        <pc:spChg chg="mod">
          <ac:chgData name="Alejandro Paolini Godoy" userId="c3a6e11a-e51d-46b0-a788-b09d2b3af6f8" providerId="ADAL" clId="{32975FC4-60DC-4260-AB6A-73CF78679369}" dt="2022-03-16T01:21:20.288" v="838" actId="1076"/>
          <ac:spMkLst>
            <pc:docMk/>
            <pc:sldMk cId="3679041359" sldId="292"/>
            <ac:spMk id="97" creationId="{38888DAA-835D-4C13-868E-8BCD394588FC}"/>
          </ac:spMkLst>
        </pc:spChg>
        <pc:spChg chg="mod">
          <ac:chgData name="Alejandro Paolini Godoy" userId="c3a6e11a-e51d-46b0-a788-b09d2b3af6f8" providerId="ADAL" clId="{32975FC4-60DC-4260-AB6A-73CF78679369}" dt="2022-03-16T01:21:20.288" v="838" actId="1076"/>
          <ac:spMkLst>
            <pc:docMk/>
            <pc:sldMk cId="3679041359" sldId="292"/>
            <ac:spMk id="98" creationId="{B7F0DEC5-B292-48A7-8D70-8EF55AC16D63}"/>
          </ac:spMkLst>
        </pc:spChg>
        <pc:spChg chg="mod">
          <ac:chgData name="Alejandro Paolini Godoy" userId="c3a6e11a-e51d-46b0-a788-b09d2b3af6f8" providerId="ADAL" clId="{32975FC4-60DC-4260-AB6A-73CF78679369}" dt="2022-03-16T01:21:20.288" v="838" actId="1076"/>
          <ac:spMkLst>
            <pc:docMk/>
            <pc:sldMk cId="3679041359" sldId="292"/>
            <ac:spMk id="99" creationId="{B5AF2255-8ED7-4589-879D-09381A48B29D}"/>
          </ac:spMkLst>
        </pc:spChg>
        <pc:spChg chg="mod">
          <ac:chgData name="Alejandro Paolini Godoy" userId="c3a6e11a-e51d-46b0-a788-b09d2b3af6f8" providerId="ADAL" clId="{32975FC4-60DC-4260-AB6A-73CF78679369}" dt="2022-03-16T01:21:20.288" v="838" actId="1076"/>
          <ac:spMkLst>
            <pc:docMk/>
            <pc:sldMk cId="3679041359" sldId="292"/>
            <ac:spMk id="100" creationId="{4A2E4C72-969F-440A-972F-60592E51A848}"/>
          </ac:spMkLst>
        </pc:spChg>
        <pc:spChg chg="mod">
          <ac:chgData name="Alejandro Paolini Godoy" userId="c3a6e11a-e51d-46b0-a788-b09d2b3af6f8" providerId="ADAL" clId="{32975FC4-60DC-4260-AB6A-73CF78679369}" dt="2022-03-16T01:21:20.288" v="838" actId="1076"/>
          <ac:spMkLst>
            <pc:docMk/>
            <pc:sldMk cId="3679041359" sldId="292"/>
            <ac:spMk id="101" creationId="{81B82B9A-2D9E-4672-BF8F-637C80880F66}"/>
          </ac:spMkLst>
        </pc:spChg>
        <pc:spChg chg="mod">
          <ac:chgData name="Alejandro Paolini Godoy" userId="c3a6e11a-e51d-46b0-a788-b09d2b3af6f8" providerId="ADAL" clId="{32975FC4-60DC-4260-AB6A-73CF78679369}" dt="2022-03-16T01:21:20.288" v="838" actId="1076"/>
          <ac:spMkLst>
            <pc:docMk/>
            <pc:sldMk cId="3679041359" sldId="292"/>
            <ac:spMk id="102" creationId="{814C672F-80BD-4672-B97A-0F1672D352BD}"/>
          </ac:spMkLst>
        </pc:spChg>
        <pc:spChg chg="mod">
          <ac:chgData name="Alejandro Paolini Godoy" userId="c3a6e11a-e51d-46b0-a788-b09d2b3af6f8" providerId="ADAL" clId="{32975FC4-60DC-4260-AB6A-73CF78679369}" dt="2022-03-16T01:21:20.288" v="838" actId="1076"/>
          <ac:spMkLst>
            <pc:docMk/>
            <pc:sldMk cId="3679041359" sldId="292"/>
            <ac:spMk id="103" creationId="{343A904A-3F4E-471E-86EF-CD12A8FC806C}"/>
          </ac:spMkLst>
        </pc:spChg>
        <pc:spChg chg="mod">
          <ac:chgData name="Alejandro Paolini Godoy" userId="c3a6e11a-e51d-46b0-a788-b09d2b3af6f8" providerId="ADAL" clId="{32975FC4-60DC-4260-AB6A-73CF78679369}" dt="2022-03-16T01:21:20.288" v="838" actId="1076"/>
          <ac:spMkLst>
            <pc:docMk/>
            <pc:sldMk cId="3679041359" sldId="292"/>
            <ac:spMk id="104" creationId="{F84D3A9D-CE86-4FA0-89B3-84A9882DBDA9}"/>
          </ac:spMkLst>
        </pc:spChg>
        <pc:spChg chg="mod">
          <ac:chgData name="Alejandro Paolini Godoy" userId="c3a6e11a-e51d-46b0-a788-b09d2b3af6f8" providerId="ADAL" clId="{32975FC4-60DC-4260-AB6A-73CF78679369}" dt="2022-03-16T01:21:20.288" v="838" actId="1076"/>
          <ac:spMkLst>
            <pc:docMk/>
            <pc:sldMk cId="3679041359" sldId="292"/>
            <ac:spMk id="105" creationId="{37326431-7BF6-4951-AEFF-FCAB284DB2B2}"/>
          </ac:spMkLst>
        </pc:spChg>
        <pc:spChg chg="mod">
          <ac:chgData name="Alejandro Paolini Godoy" userId="c3a6e11a-e51d-46b0-a788-b09d2b3af6f8" providerId="ADAL" clId="{32975FC4-60DC-4260-AB6A-73CF78679369}" dt="2022-03-16T01:21:20.288" v="838" actId="1076"/>
          <ac:spMkLst>
            <pc:docMk/>
            <pc:sldMk cId="3679041359" sldId="292"/>
            <ac:spMk id="106" creationId="{1315EC8F-3DFD-4EEA-A0D8-0981B4557658}"/>
          </ac:spMkLst>
        </pc:spChg>
        <pc:spChg chg="mod">
          <ac:chgData name="Alejandro Paolini Godoy" userId="c3a6e11a-e51d-46b0-a788-b09d2b3af6f8" providerId="ADAL" clId="{32975FC4-60DC-4260-AB6A-73CF78679369}" dt="2022-03-16T01:21:20.288" v="838" actId="1076"/>
          <ac:spMkLst>
            <pc:docMk/>
            <pc:sldMk cId="3679041359" sldId="292"/>
            <ac:spMk id="107" creationId="{12FDFD72-7D30-4802-AF01-5966D72EC0EF}"/>
          </ac:spMkLst>
        </pc:spChg>
        <pc:spChg chg="mod">
          <ac:chgData name="Alejandro Paolini Godoy" userId="c3a6e11a-e51d-46b0-a788-b09d2b3af6f8" providerId="ADAL" clId="{32975FC4-60DC-4260-AB6A-73CF78679369}" dt="2022-03-16T01:21:20.288" v="838" actId="1076"/>
          <ac:spMkLst>
            <pc:docMk/>
            <pc:sldMk cId="3679041359" sldId="292"/>
            <ac:spMk id="108" creationId="{A5E9D436-908C-4237-BFD6-9F092C44990A}"/>
          </ac:spMkLst>
        </pc:spChg>
        <pc:spChg chg="mod">
          <ac:chgData name="Alejandro Paolini Godoy" userId="c3a6e11a-e51d-46b0-a788-b09d2b3af6f8" providerId="ADAL" clId="{32975FC4-60DC-4260-AB6A-73CF78679369}" dt="2022-03-16T01:21:20.288" v="838" actId="1076"/>
          <ac:spMkLst>
            <pc:docMk/>
            <pc:sldMk cId="3679041359" sldId="292"/>
            <ac:spMk id="109" creationId="{BE83DE03-98AA-465D-AC38-54BFC6ABB9D0}"/>
          </ac:spMkLst>
        </pc:spChg>
        <pc:spChg chg="mod">
          <ac:chgData name="Alejandro Paolini Godoy" userId="c3a6e11a-e51d-46b0-a788-b09d2b3af6f8" providerId="ADAL" clId="{32975FC4-60DC-4260-AB6A-73CF78679369}" dt="2022-03-16T01:21:20.288" v="838" actId="1076"/>
          <ac:spMkLst>
            <pc:docMk/>
            <pc:sldMk cId="3679041359" sldId="292"/>
            <ac:spMk id="110" creationId="{6E9DA704-8C60-4C5F-A356-D91EC7EB1BC0}"/>
          </ac:spMkLst>
        </pc:spChg>
        <pc:spChg chg="mod">
          <ac:chgData name="Alejandro Paolini Godoy" userId="c3a6e11a-e51d-46b0-a788-b09d2b3af6f8" providerId="ADAL" clId="{32975FC4-60DC-4260-AB6A-73CF78679369}" dt="2022-03-16T01:21:20.288" v="838" actId="1076"/>
          <ac:spMkLst>
            <pc:docMk/>
            <pc:sldMk cId="3679041359" sldId="292"/>
            <ac:spMk id="111" creationId="{007040F6-9777-4DC7-BD7A-BED9366EE075}"/>
          </ac:spMkLst>
        </pc:spChg>
        <pc:spChg chg="mod">
          <ac:chgData name="Alejandro Paolini Godoy" userId="c3a6e11a-e51d-46b0-a788-b09d2b3af6f8" providerId="ADAL" clId="{32975FC4-60DC-4260-AB6A-73CF78679369}" dt="2022-03-16T01:21:20.288" v="838" actId="1076"/>
          <ac:spMkLst>
            <pc:docMk/>
            <pc:sldMk cId="3679041359" sldId="292"/>
            <ac:spMk id="112" creationId="{FC5C8896-5C0D-448D-A14C-EAB49A9EEDCD}"/>
          </ac:spMkLst>
        </pc:spChg>
        <pc:spChg chg="mod">
          <ac:chgData name="Alejandro Paolini Godoy" userId="c3a6e11a-e51d-46b0-a788-b09d2b3af6f8" providerId="ADAL" clId="{32975FC4-60DC-4260-AB6A-73CF78679369}" dt="2022-03-16T01:21:20.288" v="838" actId="1076"/>
          <ac:spMkLst>
            <pc:docMk/>
            <pc:sldMk cId="3679041359" sldId="292"/>
            <ac:spMk id="113" creationId="{1B91DC99-FFAB-46CB-A289-1CC8A0F60A4F}"/>
          </ac:spMkLst>
        </pc:spChg>
        <pc:spChg chg="mod">
          <ac:chgData name="Alejandro Paolini Godoy" userId="c3a6e11a-e51d-46b0-a788-b09d2b3af6f8" providerId="ADAL" clId="{32975FC4-60DC-4260-AB6A-73CF78679369}" dt="2022-03-16T01:21:20.288" v="838" actId="1076"/>
          <ac:spMkLst>
            <pc:docMk/>
            <pc:sldMk cId="3679041359" sldId="292"/>
            <ac:spMk id="114" creationId="{6EE1273B-8370-4B06-9174-F2F9D05B680F}"/>
          </ac:spMkLst>
        </pc:spChg>
        <pc:spChg chg="mod">
          <ac:chgData name="Alejandro Paolini Godoy" userId="c3a6e11a-e51d-46b0-a788-b09d2b3af6f8" providerId="ADAL" clId="{32975FC4-60DC-4260-AB6A-73CF78679369}" dt="2022-03-16T01:21:20.288" v="838" actId="1076"/>
          <ac:spMkLst>
            <pc:docMk/>
            <pc:sldMk cId="3679041359" sldId="292"/>
            <ac:spMk id="115" creationId="{497C9919-A075-4AB4-87C8-9AC5CF1FF425}"/>
          </ac:spMkLst>
        </pc:spChg>
        <pc:grpChg chg="mod">
          <ac:chgData name="Alejandro Paolini Godoy" userId="c3a6e11a-e51d-46b0-a788-b09d2b3af6f8" providerId="ADAL" clId="{32975FC4-60DC-4260-AB6A-73CF78679369}" dt="2022-03-16T01:21:20.288" v="838" actId="1076"/>
          <ac:grpSpMkLst>
            <pc:docMk/>
            <pc:sldMk cId="3679041359" sldId="292"/>
            <ac:grpSpMk id="116" creationId="{1896D618-0009-4D03-86CC-161B175EECE9}"/>
          </ac:grpSpMkLst>
        </pc:grpChg>
      </pc:sldChg>
      <pc:sldChg chg="del">
        <pc:chgData name="Alejandro Paolini Godoy" userId="c3a6e11a-e51d-46b0-a788-b09d2b3af6f8" providerId="ADAL" clId="{32975FC4-60DC-4260-AB6A-73CF78679369}" dt="2022-03-28T04:59:19.546" v="5666" actId="47"/>
        <pc:sldMkLst>
          <pc:docMk/>
          <pc:sldMk cId="3004558361" sldId="293"/>
        </pc:sldMkLst>
      </pc:sldChg>
      <pc:sldChg chg="del">
        <pc:chgData name="Alejandro Paolini Godoy" userId="c3a6e11a-e51d-46b0-a788-b09d2b3af6f8" providerId="ADAL" clId="{32975FC4-60DC-4260-AB6A-73CF78679369}" dt="2022-03-28T04:59:19.546" v="5666" actId="47"/>
        <pc:sldMkLst>
          <pc:docMk/>
          <pc:sldMk cId="719950788" sldId="294"/>
        </pc:sldMkLst>
      </pc:sldChg>
      <pc:sldChg chg="del">
        <pc:chgData name="Alejandro Paolini Godoy" userId="c3a6e11a-e51d-46b0-a788-b09d2b3af6f8" providerId="ADAL" clId="{32975FC4-60DC-4260-AB6A-73CF78679369}" dt="2022-03-28T04:59:19.546" v="5666" actId="47"/>
        <pc:sldMkLst>
          <pc:docMk/>
          <pc:sldMk cId="3988857448" sldId="365"/>
        </pc:sldMkLst>
      </pc:sldChg>
      <pc:sldChg chg="del">
        <pc:chgData name="Alejandro Paolini Godoy" userId="c3a6e11a-e51d-46b0-a788-b09d2b3af6f8" providerId="ADAL" clId="{32975FC4-60DC-4260-AB6A-73CF78679369}" dt="2022-03-28T04:59:19.546" v="5666" actId="47"/>
        <pc:sldMkLst>
          <pc:docMk/>
          <pc:sldMk cId="3849543688" sldId="381"/>
        </pc:sldMkLst>
      </pc:sldChg>
      <pc:sldChg chg="del">
        <pc:chgData name="Alejandro Paolini Godoy" userId="c3a6e11a-e51d-46b0-a788-b09d2b3af6f8" providerId="ADAL" clId="{32975FC4-60DC-4260-AB6A-73CF78679369}" dt="2022-03-28T04:59:19.546" v="5666" actId="47"/>
        <pc:sldMkLst>
          <pc:docMk/>
          <pc:sldMk cId="3072240565" sldId="393"/>
        </pc:sldMkLst>
      </pc:sldChg>
      <pc:sldChg chg="del">
        <pc:chgData name="Alejandro Paolini Godoy" userId="c3a6e11a-e51d-46b0-a788-b09d2b3af6f8" providerId="ADAL" clId="{32975FC4-60DC-4260-AB6A-73CF78679369}" dt="2022-03-28T04:59:19.546" v="5666" actId="47"/>
        <pc:sldMkLst>
          <pc:docMk/>
          <pc:sldMk cId="1023424638" sldId="439"/>
        </pc:sldMkLst>
      </pc:sldChg>
      <pc:sldChg chg="del">
        <pc:chgData name="Alejandro Paolini Godoy" userId="c3a6e11a-e51d-46b0-a788-b09d2b3af6f8" providerId="ADAL" clId="{32975FC4-60DC-4260-AB6A-73CF78679369}" dt="2022-03-28T04:59:19.546" v="5666" actId="47"/>
        <pc:sldMkLst>
          <pc:docMk/>
          <pc:sldMk cId="3064710556" sldId="440"/>
        </pc:sldMkLst>
      </pc:sldChg>
      <pc:sldChg chg="del">
        <pc:chgData name="Alejandro Paolini Godoy" userId="c3a6e11a-e51d-46b0-a788-b09d2b3af6f8" providerId="ADAL" clId="{32975FC4-60DC-4260-AB6A-73CF78679369}" dt="2022-03-28T04:59:19.546" v="5666" actId="47"/>
        <pc:sldMkLst>
          <pc:docMk/>
          <pc:sldMk cId="552665061" sldId="441"/>
        </pc:sldMkLst>
      </pc:sldChg>
      <pc:sldChg chg="del">
        <pc:chgData name="Alejandro Paolini Godoy" userId="c3a6e11a-e51d-46b0-a788-b09d2b3af6f8" providerId="ADAL" clId="{32975FC4-60DC-4260-AB6A-73CF78679369}" dt="2022-03-28T04:59:19.546" v="5666" actId="47"/>
        <pc:sldMkLst>
          <pc:docMk/>
          <pc:sldMk cId="3747369628" sldId="442"/>
        </pc:sldMkLst>
      </pc:sldChg>
      <pc:sldChg chg="del">
        <pc:chgData name="Alejandro Paolini Godoy" userId="c3a6e11a-e51d-46b0-a788-b09d2b3af6f8" providerId="ADAL" clId="{32975FC4-60DC-4260-AB6A-73CF78679369}" dt="2022-03-28T04:59:19.546" v="5666" actId="47"/>
        <pc:sldMkLst>
          <pc:docMk/>
          <pc:sldMk cId="580210828" sldId="443"/>
        </pc:sldMkLst>
      </pc:sldChg>
      <pc:sldChg chg="del">
        <pc:chgData name="Alejandro Paolini Godoy" userId="c3a6e11a-e51d-46b0-a788-b09d2b3af6f8" providerId="ADAL" clId="{32975FC4-60DC-4260-AB6A-73CF78679369}" dt="2022-03-28T04:59:19.546" v="5666" actId="47"/>
        <pc:sldMkLst>
          <pc:docMk/>
          <pc:sldMk cId="2904718742" sldId="444"/>
        </pc:sldMkLst>
      </pc:sldChg>
      <pc:sldChg chg="del">
        <pc:chgData name="Alejandro Paolini Godoy" userId="c3a6e11a-e51d-46b0-a788-b09d2b3af6f8" providerId="ADAL" clId="{32975FC4-60DC-4260-AB6A-73CF78679369}" dt="2022-03-28T04:59:19.546" v="5666" actId="47"/>
        <pc:sldMkLst>
          <pc:docMk/>
          <pc:sldMk cId="2062809449" sldId="445"/>
        </pc:sldMkLst>
      </pc:sldChg>
      <pc:sldChg chg="del">
        <pc:chgData name="Alejandro Paolini Godoy" userId="c3a6e11a-e51d-46b0-a788-b09d2b3af6f8" providerId="ADAL" clId="{32975FC4-60DC-4260-AB6A-73CF78679369}" dt="2022-03-28T04:59:19.546" v="5666" actId="47"/>
        <pc:sldMkLst>
          <pc:docMk/>
          <pc:sldMk cId="4150594077" sldId="446"/>
        </pc:sldMkLst>
      </pc:sldChg>
      <pc:sldChg chg="del">
        <pc:chgData name="Alejandro Paolini Godoy" userId="c3a6e11a-e51d-46b0-a788-b09d2b3af6f8" providerId="ADAL" clId="{32975FC4-60DC-4260-AB6A-73CF78679369}" dt="2022-03-28T04:59:19.546" v="5666" actId="47"/>
        <pc:sldMkLst>
          <pc:docMk/>
          <pc:sldMk cId="2023950230" sldId="447"/>
        </pc:sldMkLst>
      </pc:sldChg>
      <pc:sldChg chg="del">
        <pc:chgData name="Alejandro Paolini Godoy" userId="c3a6e11a-e51d-46b0-a788-b09d2b3af6f8" providerId="ADAL" clId="{32975FC4-60DC-4260-AB6A-73CF78679369}" dt="2022-03-28T04:59:19.546" v="5666" actId="47"/>
        <pc:sldMkLst>
          <pc:docMk/>
          <pc:sldMk cId="1606601373" sldId="448"/>
        </pc:sldMkLst>
      </pc:sldChg>
      <pc:sldChg chg="del">
        <pc:chgData name="Alejandro Paolini Godoy" userId="c3a6e11a-e51d-46b0-a788-b09d2b3af6f8" providerId="ADAL" clId="{32975FC4-60DC-4260-AB6A-73CF78679369}" dt="2022-03-28T04:59:19.546" v="5666" actId="47"/>
        <pc:sldMkLst>
          <pc:docMk/>
          <pc:sldMk cId="4209893440" sldId="449"/>
        </pc:sldMkLst>
      </pc:sldChg>
      <pc:sldChg chg="del">
        <pc:chgData name="Alejandro Paolini Godoy" userId="c3a6e11a-e51d-46b0-a788-b09d2b3af6f8" providerId="ADAL" clId="{32975FC4-60DC-4260-AB6A-73CF78679369}" dt="2022-03-28T04:59:19.546" v="5666" actId="47"/>
        <pc:sldMkLst>
          <pc:docMk/>
          <pc:sldMk cId="2236747759" sldId="450"/>
        </pc:sldMkLst>
      </pc:sldChg>
      <pc:sldChg chg="delSp del mod ord delAnim">
        <pc:chgData name="Alejandro Paolini Godoy" userId="c3a6e11a-e51d-46b0-a788-b09d2b3af6f8" providerId="ADAL" clId="{32975FC4-60DC-4260-AB6A-73CF78679369}" dt="2022-03-28T04:59:19.546" v="5666" actId="47"/>
        <pc:sldMkLst>
          <pc:docMk/>
          <pc:sldMk cId="2179648404" sldId="451"/>
        </pc:sldMkLst>
        <pc:grpChg chg="del">
          <ac:chgData name="Alejandro Paolini Godoy" userId="c3a6e11a-e51d-46b0-a788-b09d2b3af6f8" providerId="ADAL" clId="{32975FC4-60DC-4260-AB6A-73CF78679369}" dt="2022-03-16T05:23:52.190" v="1350" actId="478"/>
          <ac:grpSpMkLst>
            <pc:docMk/>
            <pc:sldMk cId="2179648404" sldId="451"/>
            <ac:grpSpMk id="54" creationId="{E2108247-7F3B-4C37-A106-2CA5DF4E8967}"/>
          </ac:grpSpMkLst>
        </pc:grpChg>
      </pc:sldChg>
      <pc:sldChg chg="del">
        <pc:chgData name="Alejandro Paolini Godoy" userId="c3a6e11a-e51d-46b0-a788-b09d2b3af6f8" providerId="ADAL" clId="{32975FC4-60DC-4260-AB6A-73CF78679369}" dt="2022-03-28T04:59:19.546" v="5666" actId="47"/>
        <pc:sldMkLst>
          <pc:docMk/>
          <pc:sldMk cId="3549435295" sldId="452"/>
        </pc:sldMkLst>
      </pc:sldChg>
      <pc:sldChg chg="del">
        <pc:chgData name="Alejandro Paolini Godoy" userId="c3a6e11a-e51d-46b0-a788-b09d2b3af6f8" providerId="ADAL" clId="{32975FC4-60DC-4260-AB6A-73CF78679369}" dt="2022-03-28T04:59:19.546" v="5666" actId="47"/>
        <pc:sldMkLst>
          <pc:docMk/>
          <pc:sldMk cId="593857462" sldId="453"/>
        </pc:sldMkLst>
      </pc:sldChg>
      <pc:sldChg chg="del">
        <pc:chgData name="Alejandro Paolini Godoy" userId="c3a6e11a-e51d-46b0-a788-b09d2b3af6f8" providerId="ADAL" clId="{32975FC4-60DC-4260-AB6A-73CF78679369}" dt="2022-03-28T04:59:19.546" v="5666" actId="47"/>
        <pc:sldMkLst>
          <pc:docMk/>
          <pc:sldMk cId="1184092528" sldId="454"/>
        </pc:sldMkLst>
      </pc:sldChg>
      <pc:sldChg chg="del">
        <pc:chgData name="Alejandro Paolini Godoy" userId="c3a6e11a-e51d-46b0-a788-b09d2b3af6f8" providerId="ADAL" clId="{32975FC4-60DC-4260-AB6A-73CF78679369}" dt="2022-03-28T04:59:19.546" v="5666" actId="47"/>
        <pc:sldMkLst>
          <pc:docMk/>
          <pc:sldMk cId="2831857453" sldId="455"/>
        </pc:sldMkLst>
      </pc:sldChg>
      <pc:sldChg chg="del">
        <pc:chgData name="Alejandro Paolini Godoy" userId="c3a6e11a-e51d-46b0-a788-b09d2b3af6f8" providerId="ADAL" clId="{32975FC4-60DC-4260-AB6A-73CF78679369}" dt="2022-03-28T04:59:19.546" v="5666" actId="47"/>
        <pc:sldMkLst>
          <pc:docMk/>
          <pc:sldMk cId="400943424" sldId="456"/>
        </pc:sldMkLst>
      </pc:sldChg>
      <pc:sldChg chg="del">
        <pc:chgData name="Alejandro Paolini Godoy" userId="c3a6e11a-e51d-46b0-a788-b09d2b3af6f8" providerId="ADAL" clId="{32975FC4-60DC-4260-AB6A-73CF78679369}" dt="2022-03-28T04:59:19.546" v="5666" actId="47"/>
        <pc:sldMkLst>
          <pc:docMk/>
          <pc:sldMk cId="2338662379" sldId="457"/>
        </pc:sldMkLst>
      </pc:sldChg>
      <pc:sldChg chg="del">
        <pc:chgData name="Alejandro Paolini Godoy" userId="c3a6e11a-e51d-46b0-a788-b09d2b3af6f8" providerId="ADAL" clId="{32975FC4-60DC-4260-AB6A-73CF78679369}" dt="2022-03-28T04:59:19.546" v="5666" actId="47"/>
        <pc:sldMkLst>
          <pc:docMk/>
          <pc:sldMk cId="3029167206" sldId="458"/>
        </pc:sldMkLst>
      </pc:sldChg>
      <pc:sldChg chg="del">
        <pc:chgData name="Alejandro Paolini Godoy" userId="c3a6e11a-e51d-46b0-a788-b09d2b3af6f8" providerId="ADAL" clId="{32975FC4-60DC-4260-AB6A-73CF78679369}" dt="2022-03-28T04:59:19.546" v="5666" actId="47"/>
        <pc:sldMkLst>
          <pc:docMk/>
          <pc:sldMk cId="3978815426" sldId="459"/>
        </pc:sldMkLst>
      </pc:sldChg>
      <pc:sldChg chg="del">
        <pc:chgData name="Alejandro Paolini Godoy" userId="c3a6e11a-e51d-46b0-a788-b09d2b3af6f8" providerId="ADAL" clId="{32975FC4-60DC-4260-AB6A-73CF78679369}" dt="2022-03-28T04:59:19.546" v="5666" actId="47"/>
        <pc:sldMkLst>
          <pc:docMk/>
          <pc:sldMk cId="3781221685" sldId="460"/>
        </pc:sldMkLst>
      </pc:sldChg>
      <pc:sldChg chg="del">
        <pc:chgData name="Alejandro Paolini Godoy" userId="c3a6e11a-e51d-46b0-a788-b09d2b3af6f8" providerId="ADAL" clId="{32975FC4-60DC-4260-AB6A-73CF78679369}" dt="2022-03-28T04:59:19.546" v="5666" actId="47"/>
        <pc:sldMkLst>
          <pc:docMk/>
          <pc:sldMk cId="783486992" sldId="461"/>
        </pc:sldMkLst>
      </pc:sldChg>
      <pc:sldChg chg="del">
        <pc:chgData name="Alejandro Paolini Godoy" userId="c3a6e11a-e51d-46b0-a788-b09d2b3af6f8" providerId="ADAL" clId="{32975FC4-60DC-4260-AB6A-73CF78679369}" dt="2022-03-28T04:59:19.546" v="5666" actId="47"/>
        <pc:sldMkLst>
          <pc:docMk/>
          <pc:sldMk cId="212602641" sldId="463"/>
        </pc:sldMkLst>
      </pc:sldChg>
      <pc:sldChg chg="del">
        <pc:chgData name="Alejandro Paolini Godoy" userId="c3a6e11a-e51d-46b0-a788-b09d2b3af6f8" providerId="ADAL" clId="{32975FC4-60DC-4260-AB6A-73CF78679369}" dt="2022-03-28T04:59:19.546" v="5666" actId="47"/>
        <pc:sldMkLst>
          <pc:docMk/>
          <pc:sldMk cId="3705884988" sldId="464"/>
        </pc:sldMkLst>
      </pc:sldChg>
      <pc:sldChg chg="del">
        <pc:chgData name="Alejandro Paolini Godoy" userId="c3a6e11a-e51d-46b0-a788-b09d2b3af6f8" providerId="ADAL" clId="{32975FC4-60DC-4260-AB6A-73CF78679369}" dt="2022-03-28T04:59:19.546" v="5666" actId="47"/>
        <pc:sldMkLst>
          <pc:docMk/>
          <pc:sldMk cId="1658384983" sldId="465"/>
        </pc:sldMkLst>
      </pc:sldChg>
      <pc:sldChg chg="del">
        <pc:chgData name="Alejandro Paolini Godoy" userId="c3a6e11a-e51d-46b0-a788-b09d2b3af6f8" providerId="ADAL" clId="{32975FC4-60DC-4260-AB6A-73CF78679369}" dt="2022-03-28T04:59:19.546" v="5666" actId="47"/>
        <pc:sldMkLst>
          <pc:docMk/>
          <pc:sldMk cId="3842904962" sldId="466"/>
        </pc:sldMkLst>
      </pc:sldChg>
      <pc:sldChg chg="del">
        <pc:chgData name="Alejandro Paolini Godoy" userId="c3a6e11a-e51d-46b0-a788-b09d2b3af6f8" providerId="ADAL" clId="{32975FC4-60DC-4260-AB6A-73CF78679369}" dt="2022-03-28T04:59:19.546" v="5666" actId="47"/>
        <pc:sldMkLst>
          <pc:docMk/>
          <pc:sldMk cId="1168730702" sldId="467"/>
        </pc:sldMkLst>
      </pc:sldChg>
      <pc:sldChg chg="del">
        <pc:chgData name="Alejandro Paolini Godoy" userId="c3a6e11a-e51d-46b0-a788-b09d2b3af6f8" providerId="ADAL" clId="{32975FC4-60DC-4260-AB6A-73CF78679369}" dt="2022-03-28T04:59:19.546" v="5666" actId="47"/>
        <pc:sldMkLst>
          <pc:docMk/>
          <pc:sldMk cId="2732369179" sldId="468"/>
        </pc:sldMkLst>
      </pc:sldChg>
      <pc:sldChg chg="del">
        <pc:chgData name="Alejandro Paolini Godoy" userId="c3a6e11a-e51d-46b0-a788-b09d2b3af6f8" providerId="ADAL" clId="{32975FC4-60DC-4260-AB6A-73CF78679369}" dt="2022-03-28T04:59:19.546" v="5666" actId="47"/>
        <pc:sldMkLst>
          <pc:docMk/>
          <pc:sldMk cId="408339928" sldId="469"/>
        </pc:sldMkLst>
      </pc:sldChg>
      <pc:sldChg chg="del">
        <pc:chgData name="Alejandro Paolini Godoy" userId="c3a6e11a-e51d-46b0-a788-b09d2b3af6f8" providerId="ADAL" clId="{32975FC4-60DC-4260-AB6A-73CF78679369}" dt="2022-03-28T04:59:19.546" v="5666" actId="47"/>
        <pc:sldMkLst>
          <pc:docMk/>
          <pc:sldMk cId="2042441878" sldId="470"/>
        </pc:sldMkLst>
      </pc:sldChg>
      <pc:sldChg chg="del">
        <pc:chgData name="Alejandro Paolini Godoy" userId="c3a6e11a-e51d-46b0-a788-b09d2b3af6f8" providerId="ADAL" clId="{32975FC4-60DC-4260-AB6A-73CF78679369}" dt="2022-03-28T04:59:19.546" v="5666" actId="47"/>
        <pc:sldMkLst>
          <pc:docMk/>
          <pc:sldMk cId="3592340026" sldId="471"/>
        </pc:sldMkLst>
      </pc:sldChg>
      <pc:sldChg chg="del">
        <pc:chgData name="Alejandro Paolini Godoy" userId="c3a6e11a-e51d-46b0-a788-b09d2b3af6f8" providerId="ADAL" clId="{32975FC4-60DC-4260-AB6A-73CF78679369}" dt="2022-03-28T04:59:19.546" v="5666" actId="47"/>
        <pc:sldMkLst>
          <pc:docMk/>
          <pc:sldMk cId="3500788536" sldId="472"/>
        </pc:sldMkLst>
      </pc:sldChg>
      <pc:sldChg chg="del">
        <pc:chgData name="Alejandro Paolini Godoy" userId="c3a6e11a-e51d-46b0-a788-b09d2b3af6f8" providerId="ADAL" clId="{32975FC4-60DC-4260-AB6A-73CF78679369}" dt="2022-03-28T04:59:19.546" v="5666" actId="47"/>
        <pc:sldMkLst>
          <pc:docMk/>
          <pc:sldMk cId="2593605897" sldId="473"/>
        </pc:sldMkLst>
      </pc:sldChg>
      <pc:sldChg chg="del">
        <pc:chgData name="Alejandro Paolini Godoy" userId="c3a6e11a-e51d-46b0-a788-b09d2b3af6f8" providerId="ADAL" clId="{32975FC4-60DC-4260-AB6A-73CF78679369}" dt="2022-03-28T04:59:19.546" v="5666" actId="47"/>
        <pc:sldMkLst>
          <pc:docMk/>
          <pc:sldMk cId="2148960042" sldId="474"/>
        </pc:sldMkLst>
      </pc:sldChg>
      <pc:sldChg chg="del">
        <pc:chgData name="Alejandro Paolini Godoy" userId="c3a6e11a-e51d-46b0-a788-b09d2b3af6f8" providerId="ADAL" clId="{32975FC4-60DC-4260-AB6A-73CF78679369}" dt="2022-03-28T04:59:19.546" v="5666" actId="47"/>
        <pc:sldMkLst>
          <pc:docMk/>
          <pc:sldMk cId="375541840" sldId="475"/>
        </pc:sldMkLst>
      </pc:sldChg>
      <pc:sldChg chg="del">
        <pc:chgData name="Alejandro Paolini Godoy" userId="c3a6e11a-e51d-46b0-a788-b09d2b3af6f8" providerId="ADAL" clId="{32975FC4-60DC-4260-AB6A-73CF78679369}" dt="2022-03-28T04:59:19.546" v="5666" actId="47"/>
        <pc:sldMkLst>
          <pc:docMk/>
          <pc:sldMk cId="3990221515" sldId="476"/>
        </pc:sldMkLst>
      </pc:sldChg>
      <pc:sldChg chg="addSp delSp modSp mod ord delAnim modAnim">
        <pc:chgData name="Alejandro Paolini Godoy" userId="c3a6e11a-e51d-46b0-a788-b09d2b3af6f8" providerId="ADAL" clId="{32975FC4-60DC-4260-AB6A-73CF78679369}" dt="2022-03-28T02:49:38.853" v="4315" actId="14100"/>
        <pc:sldMkLst>
          <pc:docMk/>
          <pc:sldMk cId="3045625610" sldId="477"/>
        </pc:sldMkLst>
        <pc:spChg chg="mod">
          <ac:chgData name="Alejandro Paolini Godoy" userId="c3a6e11a-e51d-46b0-a788-b09d2b3af6f8" providerId="ADAL" clId="{32975FC4-60DC-4260-AB6A-73CF78679369}" dt="2022-03-28T02:36:18.998" v="4001" actId="20577"/>
          <ac:spMkLst>
            <pc:docMk/>
            <pc:sldMk cId="3045625610" sldId="477"/>
            <ac:spMk id="6" creationId="{5D5D8DF2-946F-4CA1-AE4E-4F306F503796}"/>
          </ac:spMkLst>
        </pc:spChg>
        <pc:spChg chg="mod">
          <ac:chgData name="Alejandro Paolini Godoy" userId="c3a6e11a-e51d-46b0-a788-b09d2b3af6f8" providerId="ADAL" clId="{32975FC4-60DC-4260-AB6A-73CF78679369}" dt="2022-03-28T02:36:10.018" v="3978"/>
          <ac:spMkLst>
            <pc:docMk/>
            <pc:sldMk cId="3045625610" sldId="477"/>
            <ac:spMk id="7" creationId="{09213D55-8C34-4BF9-BA89-3E74C5160CB8}"/>
          </ac:spMkLst>
        </pc:spChg>
        <pc:spChg chg="del">
          <ac:chgData name="Alejandro Paolini Godoy" userId="c3a6e11a-e51d-46b0-a788-b09d2b3af6f8" providerId="ADAL" clId="{32975FC4-60DC-4260-AB6A-73CF78679369}" dt="2022-03-28T02:36:24.678" v="4002" actId="478"/>
          <ac:spMkLst>
            <pc:docMk/>
            <pc:sldMk cId="3045625610" sldId="477"/>
            <ac:spMk id="8" creationId="{29658571-7032-4FF1-854D-EF9375F38016}"/>
          </ac:spMkLst>
        </pc:spChg>
        <pc:spChg chg="del">
          <ac:chgData name="Alejandro Paolini Godoy" userId="c3a6e11a-e51d-46b0-a788-b09d2b3af6f8" providerId="ADAL" clId="{32975FC4-60DC-4260-AB6A-73CF78679369}" dt="2022-03-28T02:36:24.678" v="4002" actId="478"/>
          <ac:spMkLst>
            <pc:docMk/>
            <pc:sldMk cId="3045625610" sldId="477"/>
            <ac:spMk id="12" creationId="{F8E3F032-612B-4F8E-9F63-BC389C425571}"/>
          </ac:spMkLst>
        </pc:spChg>
        <pc:spChg chg="del">
          <ac:chgData name="Alejandro Paolini Godoy" userId="c3a6e11a-e51d-46b0-a788-b09d2b3af6f8" providerId="ADAL" clId="{32975FC4-60DC-4260-AB6A-73CF78679369}" dt="2022-03-28T02:36:24.678" v="4002" actId="478"/>
          <ac:spMkLst>
            <pc:docMk/>
            <pc:sldMk cId="3045625610" sldId="477"/>
            <ac:spMk id="14" creationId="{0E935865-1577-4D7E-94E0-0769599299EC}"/>
          </ac:spMkLst>
        </pc:spChg>
        <pc:spChg chg="del">
          <ac:chgData name="Alejandro Paolini Godoy" userId="c3a6e11a-e51d-46b0-a788-b09d2b3af6f8" providerId="ADAL" clId="{32975FC4-60DC-4260-AB6A-73CF78679369}" dt="2022-03-28T02:36:24.678" v="4002" actId="478"/>
          <ac:spMkLst>
            <pc:docMk/>
            <pc:sldMk cId="3045625610" sldId="477"/>
            <ac:spMk id="15" creationId="{2F0275D5-B49A-4892-B852-4D1314204A22}"/>
          </ac:spMkLst>
        </pc:spChg>
        <pc:spChg chg="del">
          <ac:chgData name="Alejandro Paolini Godoy" userId="c3a6e11a-e51d-46b0-a788-b09d2b3af6f8" providerId="ADAL" clId="{32975FC4-60DC-4260-AB6A-73CF78679369}" dt="2022-03-28T02:36:24.678" v="4002" actId="478"/>
          <ac:spMkLst>
            <pc:docMk/>
            <pc:sldMk cId="3045625610" sldId="477"/>
            <ac:spMk id="19" creationId="{EBD82E75-6303-4FF2-8EA0-261FBB2E9195}"/>
          </ac:spMkLst>
        </pc:spChg>
        <pc:spChg chg="del">
          <ac:chgData name="Alejandro Paolini Godoy" userId="c3a6e11a-e51d-46b0-a788-b09d2b3af6f8" providerId="ADAL" clId="{32975FC4-60DC-4260-AB6A-73CF78679369}" dt="2022-03-28T02:36:24.678" v="4002" actId="478"/>
          <ac:spMkLst>
            <pc:docMk/>
            <pc:sldMk cId="3045625610" sldId="477"/>
            <ac:spMk id="20" creationId="{9DCED768-3E6F-4CAD-A2B2-FBBD62996F2A}"/>
          </ac:spMkLst>
        </pc:spChg>
        <pc:spChg chg="del">
          <ac:chgData name="Alejandro Paolini Godoy" userId="c3a6e11a-e51d-46b0-a788-b09d2b3af6f8" providerId="ADAL" clId="{32975FC4-60DC-4260-AB6A-73CF78679369}" dt="2022-03-28T02:36:24.678" v="4002" actId="478"/>
          <ac:spMkLst>
            <pc:docMk/>
            <pc:sldMk cId="3045625610" sldId="477"/>
            <ac:spMk id="21" creationId="{1477BA01-BD45-4AE6-AF6C-28ADBFEC199C}"/>
          </ac:spMkLst>
        </pc:spChg>
        <pc:spChg chg="del">
          <ac:chgData name="Alejandro Paolini Godoy" userId="c3a6e11a-e51d-46b0-a788-b09d2b3af6f8" providerId="ADAL" clId="{32975FC4-60DC-4260-AB6A-73CF78679369}" dt="2022-03-28T02:36:24.678" v="4002" actId="478"/>
          <ac:spMkLst>
            <pc:docMk/>
            <pc:sldMk cId="3045625610" sldId="477"/>
            <ac:spMk id="22" creationId="{4C56984F-449B-43C4-A575-D93016FDED7D}"/>
          </ac:spMkLst>
        </pc:spChg>
        <pc:spChg chg="del mod">
          <ac:chgData name="Alejandro Paolini Godoy" userId="c3a6e11a-e51d-46b0-a788-b09d2b3af6f8" providerId="ADAL" clId="{32975FC4-60DC-4260-AB6A-73CF78679369}" dt="2022-03-28T02:36:51.017" v="4009" actId="478"/>
          <ac:spMkLst>
            <pc:docMk/>
            <pc:sldMk cId="3045625610" sldId="477"/>
            <ac:spMk id="27" creationId="{50DFEF8B-9822-4495-BE35-6BA8A7FBC0C7}"/>
          </ac:spMkLst>
        </pc:spChg>
        <pc:spChg chg="mod topLvl">
          <ac:chgData name="Alejandro Paolini Godoy" userId="c3a6e11a-e51d-46b0-a788-b09d2b3af6f8" providerId="ADAL" clId="{32975FC4-60DC-4260-AB6A-73CF78679369}" dt="2022-03-28T02:48:13.562" v="4305" actId="1076"/>
          <ac:spMkLst>
            <pc:docMk/>
            <pc:sldMk cId="3045625610" sldId="477"/>
            <ac:spMk id="28" creationId="{549B236D-3A24-45CA-AEA8-E918E5B8DAE2}"/>
          </ac:spMkLst>
        </pc:spChg>
        <pc:spChg chg="del mod topLvl">
          <ac:chgData name="Alejandro Paolini Godoy" userId="c3a6e11a-e51d-46b0-a788-b09d2b3af6f8" providerId="ADAL" clId="{32975FC4-60DC-4260-AB6A-73CF78679369}" dt="2022-03-28T02:40:57.158" v="4073" actId="478"/>
          <ac:spMkLst>
            <pc:docMk/>
            <pc:sldMk cId="3045625610" sldId="477"/>
            <ac:spMk id="30" creationId="{9C2BFCDE-6AE5-432E-97AE-CFD0F76B5887}"/>
          </ac:spMkLst>
        </pc:spChg>
        <pc:spChg chg="del mod">
          <ac:chgData name="Alejandro Paolini Godoy" userId="c3a6e11a-e51d-46b0-a788-b09d2b3af6f8" providerId="ADAL" clId="{32975FC4-60DC-4260-AB6A-73CF78679369}" dt="2022-03-28T02:36:59.135" v="4014" actId="478"/>
          <ac:spMkLst>
            <pc:docMk/>
            <pc:sldMk cId="3045625610" sldId="477"/>
            <ac:spMk id="31" creationId="{BB54EF41-3FE7-48E3-B069-54919481884F}"/>
          </ac:spMkLst>
        </pc:spChg>
        <pc:spChg chg="del mod topLvl">
          <ac:chgData name="Alejandro Paolini Godoy" userId="c3a6e11a-e51d-46b0-a788-b09d2b3af6f8" providerId="ADAL" clId="{32975FC4-60DC-4260-AB6A-73CF78679369}" dt="2022-03-28T02:37:25.362" v="4019" actId="478"/>
          <ac:spMkLst>
            <pc:docMk/>
            <pc:sldMk cId="3045625610" sldId="477"/>
            <ac:spMk id="32" creationId="{A714BD24-B8C7-4C50-BAEE-C0E3423B5805}"/>
          </ac:spMkLst>
        </pc:spChg>
        <pc:spChg chg="del mod">
          <ac:chgData name="Alejandro Paolini Godoy" userId="c3a6e11a-e51d-46b0-a788-b09d2b3af6f8" providerId="ADAL" clId="{32975FC4-60DC-4260-AB6A-73CF78679369}" dt="2022-03-28T02:36:59.135" v="4014" actId="478"/>
          <ac:spMkLst>
            <pc:docMk/>
            <pc:sldMk cId="3045625610" sldId="477"/>
            <ac:spMk id="33" creationId="{51C7F6A4-AB7B-491B-997B-36A368302276}"/>
          </ac:spMkLst>
        </pc:spChg>
        <pc:spChg chg="del mod topLvl">
          <ac:chgData name="Alejandro Paolini Godoy" userId="c3a6e11a-e51d-46b0-a788-b09d2b3af6f8" providerId="ADAL" clId="{32975FC4-60DC-4260-AB6A-73CF78679369}" dt="2022-03-28T02:37:25.362" v="4019" actId="478"/>
          <ac:spMkLst>
            <pc:docMk/>
            <pc:sldMk cId="3045625610" sldId="477"/>
            <ac:spMk id="34" creationId="{CD98640A-F577-4DF7-A9C8-7D806832E935}"/>
          </ac:spMkLst>
        </pc:spChg>
        <pc:spChg chg="del mod topLvl">
          <ac:chgData name="Alejandro Paolini Godoy" userId="c3a6e11a-e51d-46b0-a788-b09d2b3af6f8" providerId="ADAL" clId="{32975FC4-60DC-4260-AB6A-73CF78679369}" dt="2022-03-28T02:37:25.362" v="4019" actId="478"/>
          <ac:spMkLst>
            <pc:docMk/>
            <pc:sldMk cId="3045625610" sldId="477"/>
            <ac:spMk id="36" creationId="{2F9BD863-6AF5-428A-8500-B794349D842C}"/>
          </ac:spMkLst>
        </pc:spChg>
        <pc:spChg chg="del mod topLvl">
          <ac:chgData name="Alejandro Paolini Godoy" userId="c3a6e11a-e51d-46b0-a788-b09d2b3af6f8" providerId="ADAL" clId="{32975FC4-60DC-4260-AB6A-73CF78679369}" dt="2022-03-28T02:37:25.362" v="4019" actId="478"/>
          <ac:spMkLst>
            <pc:docMk/>
            <pc:sldMk cId="3045625610" sldId="477"/>
            <ac:spMk id="38" creationId="{DA1AB170-2217-4330-A710-0586F50FE8D2}"/>
          </ac:spMkLst>
        </pc:spChg>
        <pc:spChg chg="del mod">
          <ac:chgData name="Alejandro Paolini Godoy" userId="c3a6e11a-e51d-46b0-a788-b09d2b3af6f8" providerId="ADAL" clId="{32975FC4-60DC-4260-AB6A-73CF78679369}" dt="2022-03-28T02:37:01.961" v="4015" actId="478"/>
          <ac:spMkLst>
            <pc:docMk/>
            <pc:sldMk cId="3045625610" sldId="477"/>
            <ac:spMk id="41" creationId="{0E50BA9E-A0BE-4DB4-8A94-DFFB548FCE09}"/>
          </ac:spMkLst>
        </pc:spChg>
        <pc:spChg chg="del mod topLvl">
          <ac:chgData name="Alejandro Paolini Godoy" userId="c3a6e11a-e51d-46b0-a788-b09d2b3af6f8" providerId="ADAL" clId="{32975FC4-60DC-4260-AB6A-73CF78679369}" dt="2022-03-28T02:37:25.362" v="4019" actId="478"/>
          <ac:spMkLst>
            <pc:docMk/>
            <pc:sldMk cId="3045625610" sldId="477"/>
            <ac:spMk id="42" creationId="{2E0F2EFC-0765-445D-B611-A25FD0FB9516}"/>
          </ac:spMkLst>
        </pc:spChg>
        <pc:spChg chg="del mod">
          <ac:chgData name="Alejandro Paolini Godoy" userId="c3a6e11a-e51d-46b0-a788-b09d2b3af6f8" providerId="ADAL" clId="{32975FC4-60DC-4260-AB6A-73CF78679369}" dt="2022-03-28T02:37:01.961" v="4015" actId="478"/>
          <ac:spMkLst>
            <pc:docMk/>
            <pc:sldMk cId="3045625610" sldId="477"/>
            <ac:spMk id="43" creationId="{8C5C8D99-05EE-4DC7-8209-58232E846B78}"/>
          </ac:spMkLst>
        </pc:spChg>
        <pc:spChg chg="del mod topLvl">
          <ac:chgData name="Alejandro Paolini Godoy" userId="c3a6e11a-e51d-46b0-a788-b09d2b3af6f8" providerId="ADAL" clId="{32975FC4-60DC-4260-AB6A-73CF78679369}" dt="2022-03-28T02:37:25.362" v="4019" actId="478"/>
          <ac:spMkLst>
            <pc:docMk/>
            <pc:sldMk cId="3045625610" sldId="477"/>
            <ac:spMk id="44" creationId="{28EBC356-AAB3-428C-A01F-C1A9AE2F0DFD}"/>
          </ac:spMkLst>
        </pc:spChg>
        <pc:spChg chg="del mod">
          <ac:chgData name="Alejandro Paolini Godoy" userId="c3a6e11a-e51d-46b0-a788-b09d2b3af6f8" providerId="ADAL" clId="{32975FC4-60DC-4260-AB6A-73CF78679369}" dt="2022-03-28T02:36:55.813" v="4013" actId="478"/>
          <ac:spMkLst>
            <pc:docMk/>
            <pc:sldMk cId="3045625610" sldId="477"/>
            <ac:spMk id="45" creationId="{6D5737EA-02A1-439B-AA78-0FE0792F9216}"/>
          </ac:spMkLst>
        </pc:spChg>
        <pc:spChg chg="del mod topLvl">
          <ac:chgData name="Alejandro Paolini Godoy" userId="c3a6e11a-e51d-46b0-a788-b09d2b3af6f8" providerId="ADAL" clId="{32975FC4-60DC-4260-AB6A-73CF78679369}" dt="2022-03-28T02:37:25.362" v="4019" actId="478"/>
          <ac:spMkLst>
            <pc:docMk/>
            <pc:sldMk cId="3045625610" sldId="477"/>
            <ac:spMk id="46" creationId="{37B8D115-45CA-410C-8C0C-51D0FB814176}"/>
          </ac:spMkLst>
        </pc:spChg>
        <pc:spChg chg="del mod topLvl">
          <ac:chgData name="Alejandro Paolini Godoy" userId="c3a6e11a-e51d-46b0-a788-b09d2b3af6f8" providerId="ADAL" clId="{32975FC4-60DC-4260-AB6A-73CF78679369}" dt="2022-03-28T02:37:25.362" v="4019" actId="478"/>
          <ac:spMkLst>
            <pc:docMk/>
            <pc:sldMk cId="3045625610" sldId="477"/>
            <ac:spMk id="48" creationId="{F5F96EC6-4285-47B5-8D16-FE1182B0D488}"/>
          </ac:spMkLst>
        </pc:spChg>
        <pc:spChg chg="del mod">
          <ac:chgData name="Alejandro Paolini Godoy" userId="c3a6e11a-e51d-46b0-a788-b09d2b3af6f8" providerId="ADAL" clId="{32975FC4-60DC-4260-AB6A-73CF78679369}" dt="2022-03-28T02:36:52.619" v="4010" actId="478"/>
          <ac:spMkLst>
            <pc:docMk/>
            <pc:sldMk cId="3045625610" sldId="477"/>
            <ac:spMk id="49" creationId="{459EF2C9-D226-4B45-8F31-DF62364801D7}"/>
          </ac:spMkLst>
        </pc:spChg>
        <pc:spChg chg="del mod topLvl">
          <ac:chgData name="Alejandro Paolini Godoy" userId="c3a6e11a-e51d-46b0-a788-b09d2b3af6f8" providerId="ADAL" clId="{32975FC4-60DC-4260-AB6A-73CF78679369}" dt="2022-03-28T02:37:25.362" v="4019" actId="478"/>
          <ac:spMkLst>
            <pc:docMk/>
            <pc:sldMk cId="3045625610" sldId="477"/>
            <ac:spMk id="50" creationId="{30A699E7-06E7-427D-AF3C-3EBC4FA66111}"/>
          </ac:spMkLst>
        </pc:spChg>
        <pc:spChg chg="del mod topLvl">
          <ac:chgData name="Alejandro Paolini Godoy" userId="c3a6e11a-e51d-46b0-a788-b09d2b3af6f8" providerId="ADAL" clId="{32975FC4-60DC-4260-AB6A-73CF78679369}" dt="2022-03-28T02:40:48.446" v="4066" actId="478"/>
          <ac:spMkLst>
            <pc:docMk/>
            <pc:sldMk cId="3045625610" sldId="477"/>
            <ac:spMk id="51" creationId="{459A51DA-A796-4A7F-BEF6-E948C0F6FD3E}"/>
          </ac:spMkLst>
        </pc:spChg>
        <pc:spChg chg="del mod topLvl">
          <ac:chgData name="Alejandro Paolini Godoy" userId="c3a6e11a-e51d-46b0-a788-b09d2b3af6f8" providerId="ADAL" clId="{32975FC4-60DC-4260-AB6A-73CF78679369}" dt="2022-03-28T02:40:51.391" v="4068" actId="478"/>
          <ac:spMkLst>
            <pc:docMk/>
            <pc:sldMk cId="3045625610" sldId="477"/>
            <ac:spMk id="52" creationId="{88ABC7A3-3C81-4C36-BDB1-8A356ACFA750}"/>
          </ac:spMkLst>
        </pc:spChg>
        <pc:spChg chg="del mod topLvl">
          <ac:chgData name="Alejandro Paolini Godoy" userId="c3a6e11a-e51d-46b0-a788-b09d2b3af6f8" providerId="ADAL" clId="{32975FC4-60DC-4260-AB6A-73CF78679369}" dt="2022-03-28T02:40:46.357" v="4065" actId="478"/>
          <ac:spMkLst>
            <pc:docMk/>
            <pc:sldMk cId="3045625610" sldId="477"/>
            <ac:spMk id="53" creationId="{232A101D-3E48-4219-86E3-5CE1BEBEC1C4}"/>
          </ac:spMkLst>
        </pc:spChg>
        <pc:spChg chg="del mod topLvl">
          <ac:chgData name="Alejandro Paolini Godoy" userId="c3a6e11a-e51d-46b0-a788-b09d2b3af6f8" providerId="ADAL" clId="{32975FC4-60DC-4260-AB6A-73CF78679369}" dt="2022-03-28T02:40:50.146" v="4067" actId="478"/>
          <ac:spMkLst>
            <pc:docMk/>
            <pc:sldMk cId="3045625610" sldId="477"/>
            <ac:spMk id="54" creationId="{54B09D46-84DA-41F0-8C81-B069E4D52791}"/>
          </ac:spMkLst>
        </pc:spChg>
        <pc:spChg chg="del mod topLvl">
          <ac:chgData name="Alejandro Paolini Godoy" userId="c3a6e11a-e51d-46b0-a788-b09d2b3af6f8" providerId="ADAL" clId="{32975FC4-60DC-4260-AB6A-73CF78679369}" dt="2022-03-28T02:40:53.340" v="4070" actId="478"/>
          <ac:spMkLst>
            <pc:docMk/>
            <pc:sldMk cId="3045625610" sldId="477"/>
            <ac:spMk id="55" creationId="{A1640878-28B2-46EC-A668-7FF0562D88BB}"/>
          </ac:spMkLst>
        </pc:spChg>
        <pc:spChg chg="del mod topLvl">
          <ac:chgData name="Alejandro Paolini Godoy" userId="c3a6e11a-e51d-46b0-a788-b09d2b3af6f8" providerId="ADAL" clId="{32975FC4-60DC-4260-AB6A-73CF78679369}" dt="2022-03-28T02:40:54.318" v="4071" actId="478"/>
          <ac:spMkLst>
            <pc:docMk/>
            <pc:sldMk cId="3045625610" sldId="477"/>
            <ac:spMk id="56" creationId="{4E9543CC-9D0C-4895-BFAC-6765A48C68EB}"/>
          </ac:spMkLst>
        </pc:spChg>
        <pc:spChg chg="del mod topLvl">
          <ac:chgData name="Alejandro Paolini Godoy" userId="c3a6e11a-e51d-46b0-a788-b09d2b3af6f8" providerId="ADAL" clId="{32975FC4-60DC-4260-AB6A-73CF78679369}" dt="2022-03-28T02:40:55.205" v="4072" actId="478"/>
          <ac:spMkLst>
            <pc:docMk/>
            <pc:sldMk cId="3045625610" sldId="477"/>
            <ac:spMk id="57" creationId="{2A75A6F6-B694-4D55-8080-BD3E1A6DBDFE}"/>
          </ac:spMkLst>
        </pc:spChg>
        <pc:spChg chg="del mod topLvl">
          <ac:chgData name="Alejandro Paolini Godoy" userId="c3a6e11a-e51d-46b0-a788-b09d2b3af6f8" providerId="ADAL" clId="{32975FC4-60DC-4260-AB6A-73CF78679369}" dt="2022-03-28T02:40:52.433" v="4069" actId="478"/>
          <ac:spMkLst>
            <pc:docMk/>
            <pc:sldMk cId="3045625610" sldId="477"/>
            <ac:spMk id="58" creationId="{5968B4C1-7D2E-43E7-A9CD-9A5C3F5B2B5C}"/>
          </ac:spMkLst>
        </pc:spChg>
        <pc:spChg chg="del mod topLvl">
          <ac:chgData name="Alejandro Paolini Godoy" userId="c3a6e11a-e51d-46b0-a788-b09d2b3af6f8" providerId="ADAL" clId="{32975FC4-60DC-4260-AB6A-73CF78679369}" dt="2022-03-28T02:40:40.873" v="4061" actId="478"/>
          <ac:spMkLst>
            <pc:docMk/>
            <pc:sldMk cId="3045625610" sldId="477"/>
            <ac:spMk id="59" creationId="{D18BEBCC-5BF0-42D4-8C0E-2D1EA2D85746}"/>
          </ac:spMkLst>
        </pc:spChg>
        <pc:spChg chg="del mod topLvl">
          <ac:chgData name="Alejandro Paolini Godoy" userId="c3a6e11a-e51d-46b0-a788-b09d2b3af6f8" providerId="ADAL" clId="{32975FC4-60DC-4260-AB6A-73CF78679369}" dt="2022-03-28T02:40:44.870" v="4064" actId="478"/>
          <ac:spMkLst>
            <pc:docMk/>
            <pc:sldMk cId="3045625610" sldId="477"/>
            <ac:spMk id="60" creationId="{E321073E-D64F-492A-BDB5-BA86D312F61E}"/>
          </ac:spMkLst>
        </pc:spChg>
        <pc:spChg chg="del mod topLvl">
          <ac:chgData name="Alejandro Paolini Godoy" userId="c3a6e11a-e51d-46b0-a788-b09d2b3af6f8" providerId="ADAL" clId="{32975FC4-60DC-4260-AB6A-73CF78679369}" dt="2022-03-28T02:40:41.775" v="4062" actId="478"/>
          <ac:spMkLst>
            <pc:docMk/>
            <pc:sldMk cId="3045625610" sldId="477"/>
            <ac:spMk id="61" creationId="{036DCD6E-CAA7-4B50-A06F-A35A4686034E}"/>
          </ac:spMkLst>
        </pc:spChg>
        <pc:spChg chg="mod topLvl">
          <ac:chgData name="Alejandro Paolini Godoy" userId="c3a6e11a-e51d-46b0-a788-b09d2b3af6f8" providerId="ADAL" clId="{32975FC4-60DC-4260-AB6A-73CF78679369}" dt="2022-03-28T02:48:13.562" v="4305" actId="1076"/>
          <ac:spMkLst>
            <pc:docMk/>
            <pc:sldMk cId="3045625610" sldId="477"/>
            <ac:spMk id="62" creationId="{F1CC38A8-788E-426E-AF1D-2C9F735F1DAD}"/>
          </ac:spMkLst>
        </pc:spChg>
        <pc:spChg chg="del mod topLvl">
          <ac:chgData name="Alejandro Paolini Godoy" userId="c3a6e11a-e51d-46b0-a788-b09d2b3af6f8" providerId="ADAL" clId="{32975FC4-60DC-4260-AB6A-73CF78679369}" dt="2022-03-28T02:40:43.279" v="4063" actId="478"/>
          <ac:spMkLst>
            <pc:docMk/>
            <pc:sldMk cId="3045625610" sldId="477"/>
            <ac:spMk id="63" creationId="{E82F783F-DFAB-4BC1-9733-CA2761E8465A}"/>
          </ac:spMkLst>
        </pc:spChg>
        <pc:spChg chg="mod topLvl">
          <ac:chgData name="Alejandro Paolini Godoy" userId="c3a6e11a-e51d-46b0-a788-b09d2b3af6f8" providerId="ADAL" clId="{32975FC4-60DC-4260-AB6A-73CF78679369}" dt="2022-03-28T02:48:13.562" v="4305" actId="1076"/>
          <ac:spMkLst>
            <pc:docMk/>
            <pc:sldMk cId="3045625610" sldId="477"/>
            <ac:spMk id="64" creationId="{35FA71E6-692A-4E92-BA3B-04101EF48358}"/>
          </ac:spMkLst>
        </pc:spChg>
        <pc:spChg chg="mod topLvl">
          <ac:chgData name="Alejandro Paolini Godoy" userId="c3a6e11a-e51d-46b0-a788-b09d2b3af6f8" providerId="ADAL" clId="{32975FC4-60DC-4260-AB6A-73CF78679369}" dt="2022-03-28T02:48:13.562" v="4305" actId="1076"/>
          <ac:spMkLst>
            <pc:docMk/>
            <pc:sldMk cId="3045625610" sldId="477"/>
            <ac:spMk id="65" creationId="{C69FE716-5A26-4D4C-AB39-D8FC0B995615}"/>
          </ac:spMkLst>
        </pc:spChg>
        <pc:spChg chg="mod topLvl">
          <ac:chgData name="Alejandro Paolini Godoy" userId="c3a6e11a-e51d-46b0-a788-b09d2b3af6f8" providerId="ADAL" clId="{32975FC4-60DC-4260-AB6A-73CF78679369}" dt="2022-03-28T02:48:13.562" v="4305" actId="1076"/>
          <ac:spMkLst>
            <pc:docMk/>
            <pc:sldMk cId="3045625610" sldId="477"/>
            <ac:spMk id="66" creationId="{5CFCC66F-5887-4775-ADC0-CCA1654044AF}"/>
          </ac:spMkLst>
        </pc:spChg>
        <pc:spChg chg="mod topLvl">
          <ac:chgData name="Alejandro Paolini Godoy" userId="c3a6e11a-e51d-46b0-a788-b09d2b3af6f8" providerId="ADAL" clId="{32975FC4-60DC-4260-AB6A-73CF78679369}" dt="2022-03-28T02:48:13.562" v="4305" actId="1076"/>
          <ac:spMkLst>
            <pc:docMk/>
            <pc:sldMk cId="3045625610" sldId="477"/>
            <ac:spMk id="67" creationId="{3ACBBCC3-5E3E-4068-80EB-FC632CD871AA}"/>
          </ac:spMkLst>
        </pc:spChg>
        <pc:spChg chg="mod topLvl">
          <ac:chgData name="Alejandro Paolini Godoy" userId="c3a6e11a-e51d-46b0-a788-b09d2b3af6f8" providerId="ADAL" clId="{32975FC4-60DC-4260-AB6A-73CF78679369}" dt="2022-03-28T02:48:13.562" v="4305" actId="1076"/>
          <ac:spMkLst>
            <pc:docMk/>
            <pc:sldMk cId="3045625610" sldId="477"/>
            <ac:spMk id="68" creationId="{E85A30F1-4C40-40A9-AD00-477997A7673A}"/>
          </ac:spMkLst>
        </pc:spChg>
        <pc:spChg chg="mod topLvl">
          <ac:chgData name="Alejandro Paolini Godoy" userId="c3a6e11a-e51d-46b0-a788-b09d2b3af6f8" providerId="ADAL" clId="{32975FC4-60DC-4260-AB6A-73CF78679369}" dt="2022-03-28T02:48:13.562" v="4305" actId="1076"/>
          <ac:spMkLst>
            <pc:docMk/>
            <pc:sldMk cId="3045625610" sldId="477"/>
            <ac:spMk id="69" creationId="{EC044155-2488-411D-B50E-174FB5FB4E1B}"/>
          </ac:spMkLst>
        </pc:spChg>
        <pc:spChg chg="mod topLvl">
          <ac:chgData name="Alejandro Paolini Godoy" userId="c3a6e11a-e51d-46b0-a788-b09d2b3af6f8" providerId="ADAL" clId="{32975FC4-60DC-4260-AB6A-73CF78679369}" dt="2022-03-28T02:48:13.562" v="4305" actId="1076"/>
          <ac:spMkLst>
            <pc:docMk/>
            <pc:sldMk cId="3045625610" sldId="477"/>
            <ac:spMk id="70" creationId="{65599BA6-CD90-4F17-9C13-78C2188621A9}"/>
          </ac:spMkLst>
        </pc:spChg>
        <pc:spChg chg="mod topLvl">
          <ac:chgData name="Alejandro Paolini Godoy" userId="c3a6e11a-e51d-46b0-a788-b09d2b3af6f8" providerId="ADAL" clId="{32975FC4-60DC-4260-AB6A-73CF78679369}" dt="2022-03-28T02:48:13.562" v="4305" actId="1076"/>
          <ac:spMkLst>
            <pc:docMk/>
            <pc:sldMk cId="3045625610" sldId="477"/>
            <ac:spMk id="71" creationId="{DFC82449-F64B-4AC6-897C-2018248D46FC}"/>
          </ac:spMkLst>
        </pc:spChg>
        <pc:spChg chg="mod topLvl">
          <ac:chgData name="Alejandro Paolini Godoy" userId="c3a6e11a-e51d-46b0-a788-b09d2b3af6f8" providerId="ADAL" clId="{32975FC4-60DC-4260-AB6A-73CF78679369}" dt="2022-03-28T02:48:13.562" v="4305" actId="1076"/>
          <ac:spMkLst>
            <pc:docMk/>
            <pc:sldMk cId="3045625610" sldId="477"/>
            <ac:spMk id="72" creationId="{5BDF5015-C512-4CA7-BA47-A3D422DCCDAC}"/>
          </ac:spMkLst>
        </pc:spChg>
        <pc:spChg chg="mod topLvl">
          <ac:chgData name="Alejandro Paolini Godoy" userId="c3a6e11a-e51d-46b0-a788-b09d2b3af6f8" providerId="ADAL" clId="{32975FC4-60DC-4260-AB6A-73CF78679369}" dt="2022-03-28T02:48:13.562" v="4305" actId="1076"/>
          <ac:spMkLst>
            <pc:docMk/>
            <pc:sldMk cId="3045625610" sldId="477"/>
            <ac:spMk id="73" creationId="{EBD1617B-E41C-47B6-B49F-76BA47706A97}"/>
          </ac:spMkLst>
        </pc:spChg>
        <pc:spChg chg="mod topLvl">
          <ac:chgData name="Alejandro Paolini Godoy" userId="c3a6e11a-e51d-46b0-a788-b09d2b3af6f8" providerId="ADAL" clId="{32975FC4-60DC-4260-AB6A-73CF78679369}" dt="2022-03-28T02:48:13.562" v="4305" actId="1076"/>
          <ac:spMkLst>
            <pc:docMk/>
            <pc:sldMk cId="3045625610" sldId="477"/>
            <ac:spMk id="74" creationId="{C57A457B-8886-4F49-9995-8B79294611A5}"/>
          </ac:spMkLst>
        </pc:spChg>
        <pc:spChg chg="mod topLvl">
          <ac:chgData name="Alejandro Paolini Godoy" userId="c3a6e11a-e51d-46b0-a788-b09d2b3af6f8" providerId="ADAL" clId="{32975FC4-60DC-4260-AB6A-73CF78679369}" dt="2022-03-28T02:48:13.562" v="4305" actId="1076"/>
          <ac:spMkLst>
            <pc:docMk/>
            <pc:sldMk cId="3045625610" sldId="477"/>
            <ac:spMk id="75" creationId="{11F96C95-D68B-4D18-B20F-FCC9B1387059}"/>
          </ac:spMkLst>
        </pc:spChg>
        <pc:spChg chg="mod topLvl">
          <ac:chgData name="Alejandro Paolini Godoy" userId="c3a6e11a-e51d-46b0-a788-b09d2b3af6f8" providerId="ADAL" clId="{32975FC4-60DC-4260-AB6A-73CF78679369}" dt="2022-03-28T02:48:13.562" v="4305" actId="1076"/>
          <ac:spMkLst>
            <pc:docMk/>
            <pc:sldMk cId="3045625610" sldId="477"/>
            <ac:spMk id="76" creationId="{81355EE5-BE32-41B2-A693-D25F1B781CFC}"/>
          </ac:spMkLst>
        </pc:spChg>
        <pc:spChg chg="mod topLvl">
          <ac:chgData name="Alejandro Paolini Godoy" userId="c3a6e11a-e51d-46b0-a788-b09d2b3af6f8" providerId="ADAL" clId="{32975FC4-60DC-4260-AB6A-73CF78679369}" dt="2022-03-28T02:48:13.562" v="4305" actId="1076"/>
          <ac:spMkLst>
            <pc:docMk/>
            <pc:sldMk cId="3045625610" sldId="477"/>
            <ac:spMk id="77" creationId="{E7AEED8C-A47B-4EA4-9CF1-C0DD56FBA75E}"/>
          </ac:spMkLst>
        </pc:spChg>
        <pc:spChg chg="mod topLvl">
          <ac:chgData name="Alejandro Paolini Godoy" userId="c3a6e11a-e51d-46b0-a788-b09d2b3af6f8" providerId="ADAL" clId="{32975FC4-60DC-4260-AB6A-73CF78679369}" dt="2022-03-28T02:48:13.562" v="4305" actId="1076"/>
          <ac:spMkLst>
            <pc:docMk/>
            <pc:sldMk cId="3045625610" sldId="477"/>
            <ac:spMk id="78" creationId="{72934D7C-C447-4095-B8AA-940DECA41CA8}"/>
          </ac:spMkLst>
        </pc:spChg>
        <pc:spChg chg="mod topLvl">
          <ac:chgData name="Alejandro Paolini Godoy" userId="c3a6e11a-e51d-46b0-a788-b09d2b3af6f8" providerId="ADAL" clId="{32975FC4-60DC-4260-AB6A-73CF78679369}" dt="2022-03-28T02:48:13.562" v="4305" actId="1076"/>
          <ac:spMkLst>
            <pc:docMk/>
            <pc:sldMk cId="3045625610" sldId="477"/>
            <ac:spMk id="79" creationId="{0C6BDD20-BDDB-4026-95CC-7F6D6D5750D8}"/>
          </ac:spMkLst>
        </pc:spChg>
        <pc:spChg chg="mod topLvl">
          <ac:chgData name="Alejandro Paolini Godoy" userId="c3a6e11a-e51d-46b0-a788-b09d2b3af6f8" providerId="ADAL" clId="{32975FC4-60DC-4260-AB6A-73CF78679369}" dt="2022-03-28T02:48:13.562" v="4305" actId="1076"/>
          <ac:spMkLst>
            <pc:docMk/>
            <pc:sldMk cId="3045625610" sldId="477"/>
            <ac:spMk id="80" creationId="{03ED950C-DEDB-4B53-B142-807C76783248}"/>
          </ac:spMkLst>
        </pc:spChg>
        <pc:spChg chg="mod topLvl">
          <ac:chgData name="Alejandro Paolini Godoy" userId="c3a6e11a-e51d-46b0-a788-b09d2b3af6f8" providerId="ADAL" clId="{32975FC4-60DC-4260-AB6A-73CF78679369}" dt="2022-03-28T02:48:13.562" v="4305" actId="1076"/>
          <ac:spMkLst>
            <pc:docMk/>
            <pc:sldMk cId="3045625610" sldId="477"/>
            <ac:spMk id="81" creationId="{C344C460-8689-4D8F-A242-771FC18EC681}"/>
          </ac:spMkLst>
        </pc:spChg>
        <pc:spChg chg="mod topLvl">
          <ac:chgData name="Alejandro Paolini Godoy" userId="c3a6e11a-e51d-46b0-a788-b09d2b3af6f8" providerId="ADAL" clId="{32975FC4-60DC-4260-AB6A-73CF78679369}" dt="2022-03-28T02:48:13.562" v="4305" actId="1076"/>
          <ac:spMkLst>
            <pc:docMk/>
            <pc:sldMk cId="3045625610" sldId="477"/>
            <ac:spMk id="82" creationId="{F9CD7D11-4846-4E39-8891-07782BBB2F7F}"/>
          </ac:spMkLst>
        </pc:spChg>
        <pc:spChg chg="mod topLvl">
          <ac:chgData name="Alejandro Paolini Godoy" userId="c3a6e11a-e51d-46b0-a788-b09d2b3af6f8" providerId="ADAL" clId="{32975FC4-60DC-4260-AB6A-73CF78679369}" dt="2022-03-28T02:48:13.562" v="4305" actId="1076"/>
          <ac:spMkLst>
            <pc:docMk/>
            <pc:sldMk cId="3045625610" sldId="477"/>
            <ac:spMk id="83" creationId="{C78B9F0C-DFE5-4D69-9577-0944505B9367}"/>
          </ac:spMkLst>
        </pc:spChg>
        <pc:spChg chg="del mod topLvl">
          <ac:chgData name="Alejandro Paolini Godoy" userId="c3a6e11a-e51d-46b0-a788-b09d2b3af6f8" providerId="ADAL" clId="{32975FC4-60DC-4260-AB6A-73CF78679369}" dt="2022-03-28T02:37:57.581" v="4024" actId="478"/>
          <ac:spMkLst>
            <pc:docMk/>
            <pc:sldMk cId="3045625610" sldId="477"/>
            <ac:spMk id="84" creationId="{B67956C7-D7BB-4194-A9B0-F02AECAFC7F5}"/>
          </ac:spMkLst>
        </pc:spChg>
        <pc:spChg chg="del mod topLvl">
          <ac:chgData name="Alejandro Paolini Godoy" userId="c3a6e11a-e51d-46b0-a788-b09d2b3af6f8" providerId="ADAL" clId="{32975FC4-60DC-4260-AB6A-73CF78679369}" dt="2022-03-28T02:38:04.558" v="4027" actId="478"/>
          <ac:spMkLst>
            <pc:docMk/>
            <pc:sldMk cId="3045625610" sldId="477"/>
            <ac:spMk id="85" creationId="{1AEC2FB9-50E0-4559-89B1-03494B8324BE}"/>
          </ac:spMkLst>
        </pc:spChg>
        <pc:spChg chg="del mod topLvl">
          <ac:chgData name="Alejandro Paolini Godoy" userId="c3a6e11a-e51d-46b0-a788-b09d2b3af6f8" providerId="ADAL" clId="{32975FC4-60DC-4260-AB6A-73CF78679369}" dt="2022-03-28T02:37:58.975" v="4025" actId="478"/>
          <ac:spMkLst>
            <pc:docMk/>
            <pc:sldMk cId="3045625610" sldId="477"/>
            <ac:spMk id="86" creationId="{B63D362E-46F6-41D1-8205-4C8A194DDD1D}"/>
          </ac:spMkLst>
        </pc:spChg>
        <pc:spChg chg="del mod topLvl">
          <ac:chgData name="Alejandro Paolini Godoy" userId="c3a6e11a-e51d-46b0-a788-b09d2b3af6f8" providerId="ADAL" clId="{32975FC4-60DC-4260-AB6A-73CF78679369}" dt="2022-03-28T02:38:07.259" v="4028" actId="478"/>
          <ac:spMkLst>
            <pc:docMk/>
            <pc:sldMk cId="3045625610" sldId="477"/>
            <ac:spMk id="87" creationId="{1C88712F-9A83-4E1C-B664-F464476FD5D5}"/>
          </ac:spMkLst>
        </pc:spChg>
        <pc:spChg chg="del mod topLvl">
          <ac:chgData name="Alejandro Paolini Godoy" userId="c3a6e11a-e51d-46b0-a788-b09d2b3af6f8" providerId="ADAL" clId="{32975FC4-60DC-4260-AB6A-73CF78679369}" dt="2022-03-28T02:38:01.006" v="4026" actId="478"/>
          <ac:spMkLst>
            <pc:docMk/>
            <pc:sldMk cId="3045625610" sldId="477"/>
            <ac:spMk id="88" creationId="{37926CB9-DFCB-4F4A-AACA-9C30CAA63F8F}"/>
          </ac:spMkLst>
        </pc:spChg>
        <pc:spChg chg="mod topLvl">
          <ac:chgData name="Alejandro Paolini Godoy" userId="c3a6e11a-e51d-46b0-a788-b09d2b3af6f8" providerId="ADAL" clId="{32975FC4-60DC-4260-AB6A-73CF78679369}" dt="2022-03-28T02:48:13.562" v="4305" actId="1076"/>
          <ac:spMkLst>
            <pc:docMk/>
            <pc:sldMk cId="3045625610" sldId="477"/>
            <ac:spMk id="89" creationId="{E0A97423-033E-4E96-82F8-44E1D5A6E716}"/>
          </ac:spMkLst>
        </pc:spChg>
        <pc:spChg chg="mod topLvl">
          <ac:chgData name="Alejandro Paolini Godoy" userId="c3a6e11a-e51d-46b0-a788-b09d2b3af6f8" providerId="ADAL" clId="{32975FC4-60DC-4260-AB6A-73CF78679369}" dt="2022-03-28T02:48:13.562" v="4305" actId="1076"/>
          <ac:spMkLst>
            <pc:docMk/>
            <pc:sldMk cId="3045625610" sldId="477"/>
            <ac:spMk id="90" creationId="{7779A386-46A3-4144-8B58-8438BBC64779}"/>
          </ac:spMkLst>
        </pc:spChg>
        <pc:spChg chg="mod topLvl">
          <ac:chgData name="Alejandro Paolini Godoy" userId="c3a6e11a-e51d-46b0-a788-b09d2b3af6f8" providerId="ADAL" clId="{32975FC4-60DC-4260-AB6A-73CF78679369}" dt="2022-03-28T02:48:13.562" v="4305" actId="1076"/>
          <ac:spMkLst>
            <pc:docMk/>
            <pc:sldMk cId="3045625610" sldId="477"/>
            <ac:spMk id="91" creationId="{89011A44-F3B8-4BA2-9022-1ED524C885B7}"/>
          </ac:spMkLst>
        </pc:spChg>
        <pc:spChg chg="mod topLvl">
          <ac:chgData name="Alejandro Paolini Godoy" userId="c3a6e11a-e51d-46b0-a788-b09d2b3af6f8" providerId="ADAL" clId="{32975FC4-60DC-4260-AB6A-73CF78679369}" dt="2022-03-28T02:48:13.562" v="4305" actId="1076"/>
          <ac:spMkLst>
            <pc:docMk/>
            <pc:sldMk cId="3045625610" sldId="477"/>
            <ac:spMk id="92" creationId="{7D83C5CF-75EE-46CB-9831-DC1799FE0FCE}"/>
          </ac:spMkLst>
        </pc:spChg>
        <pc:spChg chg="mod topLvl">
          <ac:chgData name="Alejandro Paolini Godoy" userId="c3a6e11a-e51d-46b0-a788-b09d2b3af6f8" providerId="ADAL" clId="{32975FC4-60DC-4260-AB6A-73CF78679369}" dt="2022-03-28T02:48:13.562" v="4305" actId="1076"/>
          <ac:spMkLst>
            <pc:docMk/>
            <pc:sldMk cId="3045625610" sldId="477"/>
            <ac:spMk id="93" creationId="{01607476-FFB7-4E92-82C4-68615F298D28}"/>
          </ac:spMkLst>
        </pc:spChg>
        <pc:spChg chg="mod topLvl">
          <ac:chgData name="Alejandro Paolini Godoy" userId="c3a6e11a-e51d-46b0-a788-b09d2b3af6f8" providerId="ADAL" clId="{32975FC4-60DC-4260-AB6A-73CF78679369}" dt="2022-03-28T02:48:13.562" v="4305" actId="1076"/>
          <ac:spMkLst>
            <pc:docMk/>
            <pc:sldMk cId="3045625610" sldId="477"/>
            <ac:spMk id="94" creationId="{050C23B2-7306-4081-9C9B-E885BBC8968E}"/>
          </ac:spMkLst>
        </pc:spChg>
        <pc:spChg chg="mod topLvl">
          <ac:chgData name="Alejandro Paolini Godoy" userId="c3a6e11a-e51d-46b0-a788-b09d2b3af6f8" providerId="ADAL" clId="{32975FC4-60DC-4260-AB6A-73CF78679369}" dt="2022-03-28T02:48:13.562" v="4305" actId="1076"/>
          <ac:spMkLst>
            <pc:docMk/>
            <pc:sldMk cId="3045625610" sldId="477"/>
            <ac:spMk id="95" creationId="{6D52AAA8-5354-4108-8AD0-C6AB576747FA}"/>
          </ac:spMkLst>
        </pc:spChg>
        <pc:spChg chg="mod topLvl">
          <ac:chgData name="Alejandro Paolini Godoy" userId="c3a6e11a-e51d-46b0-a788-b09d2b3af6f8" providerId="ADAL" clId="{32975FC4-60DC-4260-AB6A-73CF78679369}" dt="2022-03-28T02:48:13.562" v="4305" actId="1076"/>
          <ac:spMkLst>
            <pc:docMk/>
            <pc:sldMk cId="3045625610" sldId="477"/>
            <ac:spMk id="96" creationId="{61A507F0-E3BE-47DB-B752-1375B397B792}"/>
          </ac:spMkLst>
        </pc:spChg>
        <pc:spChg chg="mod topLvl">
          <ac:chgData name="Alejandro Paolini Godoy" userId="c3a6e11a-e51d-46b0-a788-b09d2b3af6f8" providerId="ADAL" clId="{32975FC4-60DC-4260-AB6A-73CF78679369}" dt="2022-03-28T02:48:13.562" v="4305" actId="1076"/>
          <ac:spMkLst>
            <pc:docMk/>
            <pc:sldMk cId="3045625610" sldId="477"/>
            <ac:spMk id="97" creationId="{0C9F93BB-8709-4976-879E-FC984F953442}"/>
          </ac:spMkLst>
        </pc:spChg>
        <pc:spChg chg="mod topLvl">
          <ac:chgData name="Alejandro Paolini Godoy" userId="c3a6e11a-e51d-46b0-a788-b09d2b3af6f8" providerId="ADAL" clId="{32975FC4-60DC-4260-AB6A-73CF78679369}" dt="2022-03-28T02:48:13.562" v="4305" actId="1076"/>
          <ac:spMkLst>
            <pc:docMk/>
            <pc:sldMk cId="3045625610" sldId="477"/>
            <ac:spMk id="98" creationId="{D5E05552-7CF2-4C33-84CF-BD911762B522}"/>
          </ac:spMkLst>
        </pc:spChg>
        <pc:spChg chg="mod topLvl">
          <ac:chgData name="Alejandro Paolini Godoy" userId="c3a6e11a-e51d-46b0-a788-b09d2b3af6f8" providerId="ADAL" clId="{32975FC4-60DC-4260-AB6A-73CF78679369}" dt="2022-03-28T02:48:13.562" v="4305" actId="1076"/>
          <ac:spMkLst>
            <pc:docMk/>
            <pc:sldMk cId="3045625610" sldId="477"/>
            <ac:spMk id="99" creationId="{EF50FF9E-34CE-4896-BDD9-1925F9820E94}"/>
          </ac:spMkLst>
        </pc:spChg>
        <pc:spChg chg="mod topLvl">
          <ac:chgData name="Alejandro Paolini Godoy" userId="c3a6e11a-e51d-46b0-a788-b09d2b3af6f8" providerId="ADAL" clId="{32975FC4-60DC-4260-AB6A-73CF78679369}" dt="2022-03-28T02:48:13.562" v="4305" actId="1076"/>
          <ac:spMkLst>
            <pc:docMk/>
            <pc:sldMk cId="3045625610" sldId="477"/>
            <ac:spMk id="100" creationId="{EA187C6E-F0E2-4355-B8E1-3F4A2A1A6003}"/>
          </ac:spMkLst>
        </pc:spChg>
        <pc:spChg chg="mod topLvl">
          <ac:chgData name="Alejandro Paolini Godoy" userId="c3a6e11a-e51d-46b0-a788-b09d2b3af6f8" providerId="ADAL" clId="{32975FC4-60DC-4260-AB6A-73CF78679369}" dt="2022-03-28T02:48:13.562" v="4305" actId="1076"/>
          <ac:spMkLst>
            <pc:docMk/>
            <pc:sldMk cId="3045625610" sldId="477"/>
            <ac:spMk id="101" creationId="{ACFA4A27-2179-426F-823C-CCDC307D3661}"/>
          </ac:spMkLst>
        </pc:spChg>
        <pc:spChg chg="mod topLvl">
          <ac:chgData name="Alejandro Paolini Godoy" userId="c3a6e11a-e51d-46b0-a788-b09d2b3af6f8" providerId="ADAL" clId="{32975FC4-60DC-4260-AB6A-73CF78679369}" dt="2022-03-28T02:48:13.562" v="4305" actId="1076"/>
          <ac:spMkLst>
            <pc:docMk/>
            <pc:sldMk cId="3045625610" sldId="477"/>
            <ac:spMk id="102" creationId="{E2A1614F-4D0B-491D-938E-FD57D179A180}"/>
          </ac:spMkLst>
        </pc:spChg>
        <pc:spChg chg="mod topLvl">
          <ac:chgData name="Alejandro Paolini Godoy" userId="c3a6e11a-e51d-46b0-a788-b09d2b3af6f8" providerId="ADAL" clId="{32975FC4-60DC-4260-AB6A-73CF78679369}" dt="2022-03-28T02:48:13.562" v="4305" actId="1076"/>
          <ac:spMkLst>
            <pc:docMk/>
            <pc:sldMk cId="3045625610" sldId="477"/>
            <ac:spMk id="103" creationId="{278A8CF0-319E-4BAD-8534-311888A1188F}"/>
          </ac:spMkLst>
        </pc:spChg>
        <pc:spChg chg="mod topLvl">
          <ac:chgData name="Alejandro Paolini Godoy" userId="c3a6e11a-e51d-46b0-a788-b09d2b3af6f8" providerId="ADAL" clId="{32975FC4-60DC-4260-AB6A-73CF78679369}" dt="2022-03-28T02:48:13.562" v="4305" actId="1076"/>
          <ac:spMkLst>
            <pc:docMk/>
            <pc:sldMk cId="3045625610" sldId="477"/>
            <ac:spMk id="104" creationId="{B1E57FE4-9F83-4FF3-9BBF-1A8B9ED09152}"/>
          </ac:spMkLst>
        </pc:spChg>
        <pc:spChg chg="mod topLvl">
          <ac:chgData name="Alejandro Paolini Godoy" userId="c3a6e11a-e51d-46b0-a788-b09d2b3af6f8" providerId="ADAL" clId="{32975FC4-60DC-4260-AB6A-73CF78679369}" dt="2022-03-28T02:48:13.562" v="4305" actId="1076"/>
          <ac:spMkLst>
            <pc:docMk/>
            <pc:sldMk cId="3045625610" sldId="477"/>
            <ac:spMk id="105" creationId="{012FD4E2-8F3B-4A07-B65F-BE33D90AE3AC}"/>
          </ac:spMkLst>
        </pc:spChg>
        <pc:spChg chg="mod topLvl">
          <ac:chgData name="Alejandro Paolini Godoy" userId="c3a6e11a-e51d-46b0-a788-b09d2b3af6f8" providerId="ADAL" clId="{32975FC4-60DC-4260-AB6A-73CF78679369}" dt="2022-03-28T02:48:13.562" v="4305" actId="1076"/>
          <ac:spMkLst>
            <pc:docMk/>
            <pc:sldMk cId="3045625610" sldId="477"/>
            <ac:spMk id="106" creationId="{956F5B26-428E-40B1-A650-905EA7067D70}"/>
          </ac:spMkLst>
        </pc:spChg>
        <pc:spChg chg="mod topLvl">
          <ac:chgData name="Alejandro Paolini Godoy" userId="c3a6e11a-e51d-46b0-a788-b09d2b3af6f8" providerId="ADAL" clId="{32975FC4-60DC-4260-AB6A-73CF78679369}" dt="2022-03-28T02:48:13.562" v="4305" actId="1076"/>
          <ac:spMkLst>
            <pc:docMk/>
            <pc:sldMk cId="3045625610" sldId="477"/>
            <ac:spMk id="107" creationId="{63EE6A0F-CF3F-48CC-8E73-6D99F842F091}"/>
          </ac:spMkLst>
        </pc:spChg>
        <pc:spChg chg="del">
          <ac:chgData name="Alejandro Paolini Godoy" userId="c3a6e11a-e51d-46b0-a788-b09d2b3af6f8" providerId="ADAL" clId="{32975FC4-60DC-4260-AB6A-73CF78679369}" dt="2022-03-28T02:36:41.452" v="4007" actId="478"/>
          <ac:spMkLst>
            <pc:docMk/>
            <pc:sldMk cId="3045625610" sldId="477"/>
            <ac:spMk id="108" creationId="{03CFEC1D-285A-491B-B8CE-B68F5F9A4969}"/>
          </ac:spMkLst>
        </pc:spChg>
        <pc:spChg chg="del mod">
          <ac:chgData name="Alejandro Paolini Godoy" userId="c3a6e11a-e51d-46b0-a788-b09d2b3af6f8" providerId="ADAL" clId="{32975FC4-60DC-4260-AB6A-73CF78679369}" dt="2022-03-28T02:36:46.304" v="4008" actId="478"/>
          <ac:spMkLst>
            <pc:docMk/>
            <pc:sldMk cId="3045625610" sldId="477"/>
            <ac:spMk id="109" creationId="{674A80A1-5724-4C3C-863E-872AA5CBA764}"/>
          </ac:spMkLst>
        </pc:spChg>
        <pc:spChg chg="del mod">
          <ac:chgData name="Alejandro Paolini Godoy" userId="c3a6e11a-e51d-46b0-a788-b09d2b3af6f8" providerId="ADAL" clId="{32975FC4-60DC-4260-AB6A-73CF78679369}" dt="2022-03-28T02:36:46.304" v="4008" actId="478"/>
          <ac:spMkLst>
            <pc:docMk/>
            <pc:sldMk cId="3045625610" sldId="477"/>
            <ac:spMk id="110" creationId="{0940718B-6545-4A7F-A219-3D002D0A565C}"/>
          </ac:spMkLst>
        </pc:spChg>
        <pc:spChg chg="del mod">
          <ac:chgData name="Alejandro Paolini Godoy" userId="c3a6e11a-e51d-46b0-a788-b09d2b3af6f8" providerId="ADAL" clId="{32975FC4-60DC-4260-AB6A-73CF78679369}" dt="2022-03-28T02:36:46.304" v="4008" actId="478"/>
          <ac:spMkLst>
            <pc:docMk/>
            <pc:sldMk cId="3045625610" sldId="477"/>
            <ac:spMk id="111" creationId="{A71468ED-FBE9-499F-9B5E-B77A39262F19}"/>
          </ac:spMkLst>
        </pc:spChg>
        <pc:spChg chg="del mod">
          <ac:chgData name="Alejandro Paolini Godoy" userId="c3a6e11a-e51d-46b0-a788-b09d2b3af6f8" providerId="ADAL" clId="{32975FC4-60DC-4260-AB6A-73CF78679369}" dt="2022-03-28T02:36:46.304" v="4008" actId="478"/>
          <ac:spMkLst>
            <pc:docMk/>
            <pc:sldMk cId="3045625610" sldId="477"/>
            <ac:spMk id="112" creationId="{BF7540D7-7710-433E-B64F-95FE79C778CD}"/>
          </ac:spMkLst>
        </pc:spChg>
        <pc:spChg chg="mod topLvl">
          <ac:chgData name="Alejandro Paolini Godoy" userId="c3a6e11a-e51d-46b0-a788-b09d2b3af6f8" providerId="ADAL" clId="{32975FC4-60DC-4260-AB6A-73CF78679369}" dt="2022-03-28T02:48:13.562" v="4305" actId="1076"/>
          <ac:spMkLst>
            <pc:docMk/>
            <pc:sldMk cId="3045625610" sldId="477"/>
            <ac:spMk id="113" creationId="{43B9A0C8-0358-47B1-A8D7-0C84FE7748D1}"/>
          </ac:spMkLst>
        </pc:spChg>
        <pc:spChg chg="add mod">
          <ac:chgData name="Alejandro Paolini Godoy" userId="c3a6e11a-e51d-46b0-a788-b09d2b3af6f8" providerId="ADAL" clId="{32975FC4-60DC-4260-AB6A-73CF78679369}" dt="2022-03-28T02:49:29.480" v="4312" actId="1076"/>
          <ac:spMkLst>
            <pc:docMk/>
            <pc:sldMk cId="3045625610" sldId="477"/>
            <ac:spMk id="114" creationId="{766DC94B-594D-455B-BE5F-D70D02C4CAA3}"/>
          </ac:spMkLst>
        </pc:spChg>
        <pc:spChg chg="del mod topLvl">
          <ac:chgData name="Alejandro Paolini Godoy" userId="c3a6e11a-e51d-46b0-a788-b09d2b3af6f8" providerId="ADAL" clId="{32975FC4-60DC-4260-AB6A-73CF78679369}" dt="2022-03-28T02:37:47.909" v="4023" actId="478"/>
          <ac:spMkLst>
            <pc:docMk/>
            <pc:sldMk cId="3045625610" sldId="477"/>
            <ac:spMk id="115" creationId="{DC95621D-D2DD-4218-9C99-9C838BF2F9EC}"/>
          </ac:spMkLst>
        </pc:spChg>
        <pc:spChg chg="add del mod">
          <ac:chgData name="Alejandro Paolini Godoy" userId="c3a6e11a-e51d-46b0-a788-b09d2b3af6f8" providerId="ADAL" clId="{32975FC4-60DC-4260-AB6A-73CF78679369}" dt="2022-03-28T02:47:12.646" v="4291" actId="478"/>
          <ac:spMkLst>
            <pc:docMk/>
            <pc:sldMk cId="3045625610" sldId="477"/>
            <ac:spMk id="116" creationId="{0E1285ED-D5E8-46A7-87C0-6CB695EF01BD}"/>
          </ac:spMkLst>
        </pc:spChg>
        <pc:spChg chg="add mod">
          <ac:chgData name="Alejandro Paolini Godoy" userId="c3a6e11a-e51d-46b0-a788-b09d2b3af6f8" providerId="ADAL" clId="{32975FC4-60DC-4260-AB6A-73CF78679369}" dt="2022-03-28T02:49:38.853" v="4315" actId="14100"/>
          <ac:spMkLst>
            <pc:docMk/>
            <pc:sldMk cId="3045625610" sldId="477"/>
            <ac:spMk id="118" creationId="{B2EBD6B0-53CE-4AD4-949B-9414FC7A47E0}"/>
          </ac:spMkLst>
        </pc:spChg>
        <pc:spChg chg="add mod">
          <ac:chgData name="Alejandro Paolini Godoy" userId="c3a6e11a-e51d-46b0-a788-b09d2b3af6f8" providerId="ADAL" clId="{32975FC4-60DC-4260-AB6A-73CF78679369}" dt="2022-03-28T02:49:36.875" v="4314" actId="14100"/>
          <ac:spMkLst>
            <pc:docMk/>
            <pc:sldMk cId="3045625610" sldId="477"/>
            <ac:spMk id="119" creationId="{FCA116C1-23E2-4A5F-8542-7324A9DA0453}"/>
          </ac:spMkLst>
        </pc:spChg>
        <pc:spChg chg="add del mod">
          <ac:chgData name="Alejandro Paolini Godoy" userId="c3a6e11a-e51d-46b0-a788-b09d2b3af6f8" providerId="ADAL" clId="{32975FC4-60DC-4260-AB6A-73CF78679369}" dt="2022-03-28T02:47:14.514" v="4292" actId="478"/>
          <ac:spMkLst>
            <pc:docMk/>
            <pc:sldMk cId="3045625610" sldId="477"/>
            <ac:spMk id="120" creationId="{A10A612E-3621-41C8-9706-CEDCA5D76F3C}"/>
          </ac:spMkLst>
        </pc:spChg>
        <pc:spChg chg="add mod">
          <ac:chgData name="Alejandro Paolini Godoy" userId="c3a6e11a-e51d-46b0-a788-b09d2b3af6f8" providerId="ADAL" clId="{32975FC4-60DC-4260-AB6A-73CF78679369}" dt="2022-03-28T02:47:57.336" v="4302" actId="1076"/>
          <ac:spMkLst>
            <pc:docMk/>
            <pc:sldMk cId="3045625610" sldId="477"/>
            <ac:spMk id="121" creationId="{A60EE22D-EC62-4777-AF26-90075403A2C3}"/>
          </ac:spMkLst>
        </pc:spChg>
        <pc:spChg chg="add mod ord">
          <ac:chgData name="Alejandro Paolini Godoy" userId="c3a6e11a-e51d-46b0-a788-b09d2b3af6f8" providerId="ADAL" clId="{32975FC4-60DC-4260-AB6A-73CF78679369}" dt="2022-03-28T02:48:01.658" v="4303" actId="1076"/>
          <ac:spMkLst>
            <pc:docMk/>
            <pc:sldMk cId="3045625610" sldId="477"/>
            <ac:spMk id="122" creationId="{FFE310A5-D98D-4844-9147-6B3F792CAD3C}"/>
          </ac:spMkLst>
        </pc:spChg>
        <pc:grpChg chg="add mod">
          <ac:chgData name="Alejandro Paolini Godoy" userId="c3a6e11a-e51d-46b0-a788-b09d2b3af6f8" providerId="ADAL" clId="{32975FC4-60DC-4260-AB6A-73CF78679369}" dt="2022-03-28T02:48:13.562" v="4305" actId="1076"/>
          <ac:grpSpMkLst>
            <pc:docMk/>
            <pc:sldMk cId="3045625610" sldId="477"/>
            <ac:grpSpMk id="2" creationId="{871A8E91-F8D8-41F7-B2B2-F8EA092871DF}"/>
          </ac:grpSpMkLst>
        </pc:grpChg>
        <pc:grpChg chg="add del mod">
          <ac:chgData name="Alejandro Paolini Godoy" userId="c3a6e11a-e51d-46b0-a788-b09d2b3af6f8" providerId="ADAL" clId="{32975FC4-60DC-4260-AB6A-73CF78679369}" dt="2022-03-28T02:37:16.517" v="4018" actId="165"/>
          <ac:grpSpMkLst>
            <pc:docMk/>
            <pc:sldMk cId="3045625610" sldId="477"/>
            <ac:grpSpMk id="117" creationId="{5FA25CCC-C99C-4E46-AB78-22206A4D3227}"/>
          </ac:grpSpMkLst>
        </pc:grpChg>
      </pc:sldChg>
      <pc:sldChg chg="del">
        <pc:chgData name="Alejandro Paolini Godoy" userId="c3a6e11a-e51d-46b0-a788-b09d2b3af6f8" providerId="ADAL" clId="{32975FC4-60DC-4260-AB6A-73CF78679369}" dt="2022-03-28T04:59:19.546" v="5666" actId="47"/>
        <pc:sldMkLst>
          <pc:docMk/>
          <pc:sldMk cId="2416856800" sldId="478"/>
        </pc:sldMkLst>
      </pc:sldChg>
      <pc:sldChg chg="addSp delSp modSp add mod ord addAnim delAnim modAnim">
        <pc:chgData name="Alejandro Paolini Godoy" userId="c3a6e11a-e51d-46b0-a788-b09d2b3af6f8" providerId="ADAL" clId="{32975FC4-60DC-4260-AB6A-73CF78679369}" dt="2022-03-13T04:31:25.525" v="759" actId="20577"/>
        <pc:sldMkLst>
          <pc:docMk/>
          <pc:sldMk cId="1216792060" sldId="479"/>
        </pc:sldMkLst>
        <pc:spChg chg="mod">
          <ac:chgData name="Alejandro Paolini Godoy" userId="c3a6e11a-e51d-46b0-a788-b09d2b3af6f8" providerId="ADAL" clId="{32975FC4-60DC-4260-AB6A-73CF78679369}" dt="2022-03-13T04:31:25.525" v="759" actId="20577"/>
          <ac:spMkLst>
            <pc:docMk/>
            <pc:sldMk cId="1216792060" sldId="479"/>
            <ac:spMk id="4" creationId="{6522D129-816B-4FA8-9399-1DEEC8379173}"/>
          </ac:spMkLst>
        </pc:spChg>
        <pc:spChg chg="mod topLvl">
          <ac:chgData name="Alejandro Paolini Godoy" userId="c3a6e11a-e51d-46b0-a788-b09d2b3af6f8" providerId="ADAL" clId="{32975FC4-60DC-4260-AB6A-73CF78679369}" dt="2022-03-13T03:30:18.953" v="152" actId="164"/>
          <ac:spMkLst>
            <pc:docMk/>
            <pc:sldMk cId="1216792060" sldId="479"/>
            <ac:spMk id="6" creationId="{64C74DA4-5CCB-4E44-991D-DAD3253CB00B}"/>
          </ac:spMkLst>
        </pc:spChg>
        <pc:spChg chg="del">
          <ac:chgData name="Alejandro Paolini Godoy" userId="c3a6e11a-e51d-46b0-a788-b09d2b3af6f8" providerId="ADAL" clId="{32975FC4-60DC-4260-AB6A-73CF78679369}" dt="2022-03-13T03:27:02.057" v="109" actId="478"/>
          <ac:spMkLst>
            <pc:docMk/>
            <pc:sldMk cId="1216792060" sldId="479"/>
            <ac:spMk id="8" creationId="{D422C931-25C7-459D-A63C-BC25ECC614B1}"/>
          </ac:spMkLst>
        </pc:spChg>
        <pc:spChg chg="del">
          <ac:chgData name="Alejandro Paolini Godoy" userId="c3a6e11a-e51d-46b0-a788-b09d2b3af6f8" providerId="ADAL" clId="{32975FC4-60DC-4260-AB6A-73CF78679369}" dt="2022-03-13T03:26:58.157" v="106" actId="478"/>
          <ac:spMkLst>
            <pc:docMk/>
            <pc:sldMk cId="1216792060" sldId="479"/>
            <ac:spMk id="9" creationId="{1BDD988D-0C26-4E6A-98CE-B0739A689266}"/>
          </ac:spMkLst>
        </pc:spChg>
        <pc:spChg chg="del">
          <ac:chgData name="Alejandro Paolini Godoy" userId="c3a6e11a-e51d-46b0-a788-b09d2b3af6f8" providerId="ADAL" clId="{32975FC4-60DC-4260-AB6A-73CF78679369}" dt="2022-03-13T03:26:56.704" v="105" actId="478"/>
          <ac:spMkLst>
            <pc:docMk/>
            <pc:sldMk cId="1216792060" sldId="479"/>
            <ac:spMk id="10" creationId="{87F264F8-5F19-42AD-BD98-1E2A725CA081}"/>
          </ac:spMkLst>
        </pc:spChg>
        <pc:spChg chg="del">
          <ac:chgData name="Alejandro Paolini Godoy" userId="c3a6e11a-e51d-46b0-a788-b09d2b3af6f8" providerId="ADAL" clId="{32975FC4-60DC-4260-AB6A-73CF78679369}" dt="2022-03-13T03:27:04.102" v="110" actId="478"/>
          <ac:spMkLst>
            <pc:docMk/>
            <pc:sldMk cId="1216792060" sldId="479"/>
            <ac:spMk id="11" creationId="{C2BF7FA7-079B-4643-A9C7-BD8B99899DAF}"/>
          </ac:spMkLst>
        </pc:spChg>
        <pc:spChg chg="del topLvl">
          <ac:chgData name="Alejandro Paolini Godoy" userId="c3a6e11a-e51d-46b0-a788-b09d2b3af6f8" providerId="ADAL" clId="{32975FC4-60DC-4260-AB6A-73CF78679369}" dt="2022-03-13T03:27:05.908" v="111" actId="478"/>
          <ac:spMkLst>
            <pc:docMk/>
            <pc:sldMk cId="1216792060" sldId="479"/>
            <ac:spMk id="12" creationId="{486F530E-42BA-48CE-8E2A-0BC7A8398162}"/>
          </ac:spMkLst>
        </pc:spChg>
        <pc:spChg chg="del">
          <ac:chgData name="Alejandro Paolini Godoy" userId="c3a6e11a-e51d-46b0-a788-b09d2b3af6f8" providerId="ADAL" clId="{32975FC4-60DC-4260-AB6A-73CF78679369}" dt="2022-03-13T03:26:42.831" v="103" actId="478"/>
          <ac:spMkLst>
            <pc:docMk/>
            <pc:sldMk cId="1216792060" sldId="479"/>
            <ac:spMk id="14" creationId="{41F8EDD1-E469-43B2-8CA9-AC2E06992B12}"/>
          </ac:spMkLst>
        </pc:spChg>
        <pc:spChg chg="del">
          <ac:chgData name="Alejandro Paolini Godoy" userId="c3a6e11a-e51d-46b0-a788-b09d2b3af6f8" providerId="ADAL" clId="{32975FC4-60DC-4260-AB6A-73CF78679369}" dt="2022-03-13T03:26:44.984" v="104" actId="478"/>
          <ac:spMkLst>
            <pc:docMk/>
            <pc:sldMk cId="1216792060" sldId="479"/>
            <ac:spMk id="15" creationId="{B19E3BAE-A128-4E85-8DF1-07557EC33860}"/>
          </ac:spMkLst>
        </pc:spChg>
        <pc:spChg chg="mod">
          <ac:chgData name="Alejandro Paolini Godoy" userId="c3a6e11a-e51d-46b0-a788-b09d2b3af6f8" providerId="ADAL" clId="{32975FC4-60DC-4260-AB6A-73CF78679369}" dt="2022-03-13T03:23:24.487" v="27" actId="20577"/>
          <ac:spMkLst>
            <pc:docMk/>
            <pc:sldMk cId="1216792060" sldId="479"/>
            <ac:spMk id="51" creationId="{9DC816C3-20B1-48BA-877D-160482FAF9AC}"/>
          </ac:spMkLst>
        </pc:spChg>
        <pc:spChg chg="add mod">
          <ac:chgData name="Alejandro Paolini Godoy" userId="c3a6e11a-e51d-46b0-a788-b09d2b3af6f8" providerId="ADAL" clId="{32975FC4-60DC-4260-AB6A-73CF78679369}" dt="2022-03-13T03:30:18.953" v="152" actId="164"/>
          <ac:spMkLst>
            <pc:docMk/>
            <pc:sldMk cId="1216792060" sldId="479"/>
            <ac:spMk id="187" creationId="{CFFCFB31-14BE-4A48-A5C6-43F99CAA4509}"/>
          </ac:spMkLst>
        </pc:spChg>
        <pc:grpChg chg="add mod">
          <ac:chgData name="Alejandro Paolini Godoy" userId="c3a6e11a-e51d-46b0-a788-b09d2b3af6f8" providerId="ADAL" clId="{32975FC4-60DC-4260-AB6A-73CF78679369}" dt="2022-03-13T03:30:18.953" v="152" actId="164"/>
          <ac:grpSpMkLst>
            <pc:docMk/>
            <pc:sldMk cId="1216792060" sldId="479"/>
            <ac:grpSpMk id="2" creationId="{37F4EC2A-3FFD-4132-8142-BAB92037B1E4}"/>
          </ac:grpSpMkLst>
        </pc:grpChg>
        <pc:grpChg chg="del">
          <ac:chgData name="Alejandro Paolini Godoy" userId="c3a6e11a-e51d-46b0-a788-b09d2b3af6f8" providerId="ADAL" clId="{32975FC4-60DC-4260-AB6A-73CF78679369}" dt="2022-03-13T03:27:04.102" v="110" actId="478"/>
          <ac:grpSpMkLst>
            <pc:docMk/>
            <pc:sldMk cId="1216792060" sldId="479"/>
            <ac:grpSpMk id="7" creationId="{B8A5DE1E-1DB1-4463-B1EE-2247F780C0F7}"/>
          </ac:grpSpMkLst>
        </pc:grpChg>
        <pc:grpChg chg="del">
          <ac:chgData name="Alejandro Paolini Godoy" userId="c3a6e11a-e51d-46b0-a788-b09d2b3af6f8" providerId="ADAL" clId="{32975FC4-60DC-4260-AB6A-73CF78679369}" dt="2022-03-13T03:26:42.831" v="103" actId="478"/>
          <ac:grpSpMkLst>
            <pc:docMk/>
            <pc:sldMk cId="1216792060" sldId="479"/>
            <ac:grpSpMk id="13" creationId="{D584E6B4-A4AF-462B-B356-FB64EFB31E3C}"/>
          </ac:grpSpMkLst>
        </pc:grpChg>
        <pc:grpChg chg="add del mod">
          <ac:chgData name="Alejandro Paolini Godoy" userId="c3a6e11a-e51d-46b0-a788-b09d2b3af6f8" providerId="ADAL" clId="{32975FC4-60DC-4260-AB6A-73CF78679369}" dt="2022-03-13T03:27:05.908" v="111" actId="478"/>
          <ac:grpSpMkLst>
            <pc:docMk/>
            <pc:sldMk cId="1216792060" sldId="479"/>
            <ac:grpSpMk id="16" creationId="{6CA4B785-924E-43AF-833A-3CDF5B171496}"/>
          </ac:grpSpMkLst>
        </pc:grpChg>
        <pc:grpChg chg="del">
          <ac:chgData name="Alejandro Paolini Godoy" userId="c3a6e11a-e51d-46b0-a788-b09d2b3af6f8" providerId="ADAL" clId="{32975FC4-60DC-4260-AB6A-73CF78679369}" dt="2022-03-13T03:24:02.245" v="53" actId="478"/>
          <ac:grpSpMkLst>
            <pc:docMk/>
            <pc:sldMk cId="1216792060" sldId="479"/>
            <ac:grpSpMk id="17" creationId="{204B3A08-E23E-4D07-BBF4-DEEA0C46C3D4}"/>
          </ac:grpSpMkLst>
        </pc:grpChg>
        <pc:grpChg chg="del">
          <ac:chgData name="Alejandro Paolini Godoy" userId="c3a6e11a-e51d-46b0-a788-b09d2b3af6f8" providerId="ADAL" clId="{32975FC4-60DC-4260-AB6A-73CF78679369}" dt="2022-03-13T03:23:55.169" v="51" actId="478"/>
          <ac:grpSpMkLst>
            <pc:docMk/>
            <pc:sldMk cId="1216792060" sldId="479"/>
            <ac:grpSpMk id="29" creationId="{89EDA42B-77F4-4BAE-AC7C-D88BAC3195F6}"/>
          </ac:grpSpMkLst>
        </pc:grpChg>
        <pc:grpChg chg="del">
          <ac:chgData name="Alejandro Paolini Godoy" userId="c3a6e11a-e51d-46b0-a788-b09d2b3af6f8" providerId="ADAL" clId="{32975FC4-60DC-4260-AB6A-73CF78679369}" dt="2022-03-13T03:23:52.725" v="50" actId="478"/>
          <ac:grpSpMkLst>
            <pc:docMk/>
            <pc:sldMk cId="1216792060" sldId="479"/>
            <ac:grpSpMk id="40" creationId="{6B649F41-ED96-439D-BF85-D046743305D0}"/>
          </ac:grpSpMkLst>
        </pc:grpChg>
      </pc:sldChg>
      <pc:sldChg chg="addSp delSp modSp add mod ord delAnim modAnim">
        <pc:chgData name="Alejandro Paolini Godoy" userId="c3a6e11a-e51d-46b0-a788-b09d2b3af6f8" providerId="ADAL" clId="{32975FC4-60DC-4260-AB6A-73CF78679369}" dt="2022-03-28T05:00:00.869" v="5672"/>
        <pc:sldMkLst>
          <pc:docMk/>
          <pc:sldMk cId="628169496" sldId="480"/>
        </pc:sldMkLst>
        <pc:spChg chg="add del mod">
          <ac:chgData name="Alejandro Paolini Godoy" userId="c3a6e11a-e51d-46b0-a788-b09d2b3af6f8" providerId="ADAL" clId="{32975FC4-60DC-4260-AB6A-73CF78679369}" dt="2022-03-13T03:36:20.265" v="174"/>
          <ac:spMkLst>
            <pc:docMk/>
            <pc:sldMk cId="628169496" sldId="480"/>
            <ac:spMk id="3" creationId="{D0C5854C-6D0E-432E-B51C-B0F9C3EC7D03}"/>
          </ac:spMkLst>
        </pc:spChg>
        <pc:spChg chg="mod">
          <ac:chgData name="Alejandro Paolini Godoy" userId="c3a6e11a-e51d-46b0-a788-b09d2b3af6f8" providerId="ADAL" clId="{32975FC4-60DC-4260-AB6A-73CF78679369}" dt="2022-03-13T03:37:47.942" v="211" actId="20577"/>
          <ac:spMkLst>
            <pc:docMk/>
            <pc:sldMk cId="628169496" sldId="480"/>
            <ac:spMk id="6" creationId="{F0ACAD3D-6F09-4D90-A5CF-7C56DC976CC4}"/>
          </ac:spMkLst>
        </pc:spChg>
        <pc:spChg chg="add mod">
          <ac:chgData name="Alejandro Paolini Godoy" userId="c3a6e11a-e51d-46b0-a788-b09d2b3af6f8" providerId="ADAL" clId="{32975FC4-60DC-4260-AB6A-73CF78679369}" dt="2022-03-13T04:00:36.044" v="302" actId="1076"/>
          <ac:spMkLst>
            <pc:docMk/>
            <pc:sldMk cId="628169496" sldId="480"/>
            <ac:spMk id="24" creationId="{6129F882-8B83-4690-BAB6-A773F849B4F9}"/>
          </ac:spMkLst>
        </pc:spChg>
        <pc:spChg chg="add mod">
          <ac:chgData name="Alejandro Paolini Godoy" userId="c3a6e11a-e51d-46b0-a788-b09d2b3af6f8" providerId="ADAL" clId="{32975FC4-60DC-4260-AB6A-73CF78679369}" dt="2022-03-13T04:02:44.710" v="310" actId="1076"/>
          <ac:spMkLst>
            <pc:docMk/>
            <pc:sldMk cId="628169496" sldId="480"/>
            <ac:spMk id="25" creationId="{EEB02F87-6651-428B-BF72-E98AA829CBDF}"/>
          </ac:spMkLst>
        </pc:spChg>
        <pc:spChg chg="mod">
          <ac:chgData name="Alejandro Paolini Godoy" userId="c3a6e11a-e51d-46b0-a788-b09d2b3af6f8" providerId="ADAL" clId="{32975FC4-60DC-4260-AB6A-73CF78679369}" dt="2022-03-13T04:31:33.099" v="761" actId="20577"/>
          <ac:spMkLst>
            <pc:docMk/>
            <pc:sldMk cId="628169496" sldId="480"/>
            <ac:spMk id="58" creationId="{3370AFA0-83F3-4A79-B770-1A9B44B042F4}"/>
          </ac:spMkLst>
        </pc:spChg>
        <pc:spChg chg="mod">
          <ac:chgData name="Alejandro Paolini Godoy" userId="c3a6e11a-e51d-46b0-a788-b09d2b3af6f8" providerId="ADAL" clId="{32975FC4-60DC-4260-AB6A-73CF78679369}" dt="2022-03-13T04:00:15.350" v="301" actId="1076"/>
          <ac:spMkLst>
            <pc:docMk/>
            <pc:sldMk cId="628169496" sldId="480"/>
            <ac:spMk id="59" creationId="{53109DF1-D188-4026-8BDD-C3289BBC0A39}"/>
          </ac:spMkLst>
        </pc:spChg>
        <pc:spChg chg="del">
          <ac:chgData name="Alejandro Paolini Godoy" userId="c3a6e11a-e51d-46b0-a788-b09d2b3af6f8" providerId="ADAL" clId="{32975FC4-60DC-4260-AB6A-73CF78679369}" dt="2022-03-13T03:38:23.533" v="215" actId="478"/>
          <ac:spMkLst>
            <pc:docMk/>
            <pc:sldMk cId="628169496" sldId="480"/>
            <ac:spMk id="60" creationId="{02E4F07C-BD00-4F6F-B294-27E86B16776E}"/>
          </ac:spMkLst>
        </pc:spChg>
        <pc:spChg chg="mod">
          <ac:chgData name="Alejandro Paolini Godoy" userId="c3a6e11a-e51d-46b0-a788-b09d2b3af6f8" providerId="ADAL" clId="{32975FC4-60DC-4260-AB6A-73CF78679369}" dt="2022-03-13T03:41:55.007" v="292" actId="403"/>
          <ac:spMkLst>
            <pc:docMk/>
            <pc:sldMk cId="628169496" sldId="480"/>
            <ac:spMk id="62" creationId="{99CE2C45-D20A-4E6D-8637-298D43E92994}"/>
          </ac:spMkLst>
        </pc:spChg>
        <pc:grpChg chg="del">
          <ac:chgData name="Alejandro Paolini Godoy" userId="c3a6e11a-e51d-46b0-a788-b09d2b3af6f8" providerId="ADAL" clId="{32975FC4-60DC-4260-AB6A-73CF78679369}" dt="2022-03-13T03:38:21.330" v="214" actId="478"/>
          <ac:grpSpMkLst>
            <pc:docMk/>
            <pc:sldMk cId="628169496" sldId="480"/>
            <ac:grpSpMk id="84" creationId="{373E65E4-F57D-484A-B144-15A49DE85825}"/>
          </ac:grpSpMkLst>
        </pc:grpChg>
        <pc:grpChg chg="del">
          <ac:chgData name="Alejandro Paolini Godoy" userId="c3a6e11a-e51d-46b0-a788-b09d2b3af6f8" providerId="ADAL" clId="{32975FC4-60DC-4260-AB6A-73CF78679369}" dt="2022-03-13T04:02:40.265" v="309" actId="478"/>
          <ac:grpSpMkLst>
            <pc:docMk/>
            <pc:sldMk cId="628169496" sldId="480"/>
            <ac:grpSpMk id="87" creationId="{D44F1DC2-C372-4828-80B6-BDB1F34C24AE}"/>
          </ac:grpSpMkLst>
        </pc:grpChg>
        <pc:grpChg chg="del">
          <ac:chgData name="Alejandro Paolini Godoy" userId="c3a6e11a-e51d-46b0-a788-b09d2b3af6f8" providerId="ADAL" clId="{32975FC4-60DC-4260-AB6A-73CF78679369}" dt="2022-03-13T03:38:12.076" v="213" actId="478"/>
          <ac:grpSpMkLst>
            <pc:docMk/>
            <pc:sldMk cId="628169496" sldId="480"/>
            <ac:grpSpMk id="91" creationId="{B445066A-B523-429D-A832-FD2DFF064BCB}"/>
          </ac:grpSpMkLst>
        </pc:grpChg>
        <pc:picChg chg="add del mod">
          <ac:chgData name="Alejandro Paolini Godoy" userId="c3a6e11a-e51d-46b0-a788-b09d2b3af6f8" providerId="ADAL" clId="{32975FC4-60DC-4260-AB6A-73CF78679369}" dt="2022-03-13T03:35:50.685" v="166"/>
          <ac:picMkLst>
            <pc:docMk/>
            <pc:sldMk cId="628169496" sldId="480"/>
            <ac:picMk id="4" creationId="{A555878E-CDF1-447F-9CE7-85B87138BBEB}"/>
          </ac:picMkLst>
        </pc:picChg>
        <pc:picChg chg="add del mod">
          <ac:chgData name="Alejandro Paolini Godoy" userId="c3a6e11a-e51d-46b0-a788-b09d2b3af6f8" providerId="ADAL" clId="{32975FC4-60DC-4260-AB6A-73CF78679369}" dt="2022-03-13T03:36:12.164" v="172"/>
          <ac:picMkLst>
            <pc:docMk/>
            <pc:sldMk cId="628169496" sldId="480"/>
            <ac:picMk id="7" creationId="{0899F413-ADB6-47FB-9CBB-B77B1A95A3D2}"/>
          </ac:picMkLst>
        </pc:picChg>
        <pc:picChg chg="add mod">
          <ac:chgData name="Alejandro Paolini Godoy" userId="c3a6e11a-e51d-46b0-a788-b09d2b3af6f8" providerId="ADAL" clId="{32975FC4-60DC-4260-AB6A-73CF78679369}" dt="2022-03-13T03:36:56.598" v="179" actId="14100"/>
          <ac:picMkLst>
            <pc:docMk/>
            <pc:sldMk cId="628169496" sldId="480"/>
            <ac:picMk id="9" creationId="{4181929E-FA6D-432E-B470-27D0C78DBA55}"/>
          </ac:picMkLst>
        </pc:picChg>
      </pc:sldChg>
      <pc:sldChg chg="addSp delSp modSp add mod ord delAnim modAnim">
        <pc:chgData name="Alejandro Paolini Godoy" userId="c3a6e11a-e51d-46b0-a788-b09d2b3af6f8" providerId="ADAL" clId="{32975FC4-60DC-4260-AB6A-73CF78679369}" dt="2022-03-28T04:55:34.249" v="5604"/>
        <pc:sldMkLst>
          <pc:docMk/>
          <pc:sldMk cId="2817384956" sldId="481"/>
        </pc:sldMkLst>
        <pc:spChg chg="mod">
          <ac:chgData name="Alejandro Paolini Godoy" userId="c3a6e11a-e51d-46b0-a788-b09d2b3af6f8" providerId="ADAL" clId="{32975FC4-60DC-4260-AB6A-73CF78679369}" dt="2022-03-13T04:31:37.825" v="763" actId="20577"/>
          <ac:spMkLst>
            <pc:docMk/>
            <pc:sldMk cId="2817384956" sldId="481"/>
            <ac:spMk id="3" creationId="{43D28349-7E23-4252-8C38-89221E45D5E5}"/>
          </ac:spMkLst>
        </pc:spChg>
        <pc:spChg chg="mod">
          <ac:chgData name="Alejandro Paolini Godoy" userId="c3a6e11a-e51d-46b0-a788-b09d2b3af6f8" providerId="ADAL" clId="{32975FC4-60DC-4260-AB6A-73CF78679369}" dt="2022-03-13T04:04:07.471" v="365" actId="20577"/>
          <ac:spMkLst>
            <pc:docMk/>
            <pc:sldMk cId="2817384956" sldId="481"/>
            <ac:spMk id="8" creationId="{284E07A5-451A-4795-9785-6E3202A8C05C}"/>
          </ac:spMkLst>
        </pc:spChg>
        <pc:spChg chg="mod">
          <ac:chgData name="Alejandro Paolini Godoy" userId="c3a6e11a-e51d-46b0-a788-b09d2b3af6f8" providerId="ADAL" clId="{32975FC4-60DC-4260-AB6A-73CF78679369}" dt="2022-03-13T04:06:13.986" v="373" actId="6549"/>
          <ac:spMkLst>
            <pc:docMk/>
            <pc:sldMk cId="2817384956" sldId="481"/>
            <ac:spMk id="9" creationId="{37C37EE3-38BF-4E12-BC20-4B6E982B461F}"/>
          </ac:spMkLst>
        </pc:spChg>
        <pc:spChg chg="mod">
          <ac:chgData name="Alejandro Paolini Godoy" userId="c3a6e11a-e51d-46b0-a788-b09d2b3af6f8" providerId="ADAL" clId="{32975FC4-60DC-4260-AB6A-73CF78679369}" dt="2022-03-13T04:08:44.835" v="553" actId="3064"/>
          <ac:spMkLst>
            <pc:docMk/>
            <pc:sldMk cId="2817384956" sldId="481"/>
            <ac:spMk id="10" creationId="{C21E0F12-EB63-4E4D-9F2B-210AD3F3FD20}"/>
          </ac:spMkLst>
        </pc:spChg>
        <pc:spChg chg="mod">
          <ac:chgData name="Alejandro Paolini Godoy" userId="c3a6e11a-e51d-46b0-a788-b09d2b3af6f8" providerId="ADAL" clId="{32975FC4-60DC-4260-AB6A-73CF78679369}" dt="2022-03-13T04:08:35.176" v="549" actId="403"/>
          <ac:spMkLst>
            <pc:docMk/>
            <pc:sldMk cId="2817384956" sldId="481"/>
            <ac:spMk id="17" creationId="{453C1A76-7017-41C8-9B89-F34F9AD82B82}"/>
          </ac:spMkLst>
        </pc:spChg>
        <pc:spChg chg="mod">
          <ac:chgData name="Alejandro Paolini Godoy" userId="c3a6e11a-e51d-46b0-a788-b09d2b3af6f8" providerId="ADAL" clId="{32975FC4-60DC-4260-AB6A-73CF78679369}" dt="2022-03-13T04:08:18.839" v="546" actId="403"/>
          <ac:spMkLst>
            <pc:docMk/>
            <pc:sldMk cId="2817384956" sldId="481"/>
            <ac:spMk id="18" creationId="{0F678799-8C40-4D3D-9DC9-470029335E46}"/>
          </ac:spMkLst>
        </pc:spChg>
        <pc:spChg chg="mod">
          <ac:chgData name="Alejandro Paolini Godoy" userId="c3a6e11a-e51d-46b0-a788-b09d2b3af6f8" providerId="ADAL" clId="{32975FC4-60DC-4260-AB6A-73CF78679369}" dt="2022-03-13T04:08:31.548" v="548" actId="403"/>
          <ac:spMkLst>
            <pc:docMk/>
            <pc:sldMk cId="2817384956" sldId="481"/>
            <ac:spMk id="19" creationId="{4446D072-F0C5-459C-B976-5BF82467A30D}"/>
          </ac:spMkLst>
        </pc:spChg>
        <pc:spChg chg="mod">
          <ac:chgData name="Alejandro Paolini Godoy" userId="c3a6e11a-e51d-46b0-a788-b09d2b3af6f8" providerId="ADAL" clId="{32975FC4-60DC-4260-AB6A-73CF78679369}" dt="2022-03-13T04:08:27.448" v="547" actId="403"/>
          <ac:spMkLst>
            <pc:docMk/>
            <pc:sldMk cId="2817384956" sldId="481"/>
            <ac:spMk id="26" creationId="{06E98EA3-B2BF-40B1-9C06-2531DB67E172}"/>
          </ac:spMkLst>
        </pc:spChg>
        <pc:spChg chg="mod">
          <ac:chgData name="Alejandro Paolini Godoy" userId="c3a6e11a-e51d-46b0-a788-b09d2b3af6f8" providerId="ADAL" clId="{32975FC4-60DC-4260-AB6A-73CF78679369}" dt="2022-03-13T04:08:18.839" v="546" actId="403"/>
          <ac:spMkLst>
            <pc:docMk/>
            <pc:sldMk cId="2817384956" sldId="481"/>
            <ac:spMk id="28" creationId="{6E04AEF3-7B4D-4939-BBF2-9B9CA1073672}"/>
          </ac:spMkLst>
        </pc:spChg>
        <pc:spChg chg="mod">
          <ac:chgData name="Alejandro Paolini Godoy" userId="c3a6e11a-e51d-46b0-a788-b09d2b3af6f8" providerId="ADAL" clId="{32975FC4-60DC-4260-AB6A-73CF78679369}" dt="2022-03-13T04:08:18.839" v="546" actId="403"/>
          <ac:spMkLst>
            <pc:docMk/>
            <pc:sldMk cId="2817384956" sldId="481"/>
            <ac:spMk id="30" creationId="{B70D102C-073D-4269-B307-0517A045AFB5}"/>
          </ac:spMkLst>
        </pc:spChg>
        <pc:spChg chg="mod">
          <ac:chgData name="Alejandro Paolini Godoy" userId="c3a6e11a-e51d-46b0-a788-b09d2b3af6f8" providerId="ADAL" clId="{32975FC4-60DC-4260-AB6A-73CF78679369}" dt="2022-03-13T04:08:18.839" v="546" actId="403"/>
          <ac:spMkLst>
            <pc:docMk/>
            <pc:sldMk cId="2817384956" sldId="481"/>
            <ac:spMk id="32" creationId="{F6203DC9-0057-45B7-B862-CABF24F797BA}"/>
          </ac:spMkLst>
        </pc:spChg>
        <pc:grpChg chg="del">
          <ac:chgData name="Alejandro Paolini Godoy" userId="c3a6e11a-e51d-46b0-a788-b09d2b3af6f8" providerId="ADAL" clId="{32975FC4-60DC-4260-AB6A-73CF78679369}" dt="2022-03-13T04:06:15.279" v="374" actId="478"/>
          <ac:grpSpMkLst>
            <pc:docMk/>
            <pc:sldMk cId="2817384956" sldId="481"/>
            <ac:grpSpMk id="5" creationId="{478E46AD-25D2-4CED-B62C-149FA792CBC6}"/>
          </ac:grpSpMkLst>
        </pc:grpChg>
        <pc:grpChg chg="add mod">
          <ac:chgData name="Alejandro Paolini Godoy" userId="c3a6e11a-e51d-46b0-a788-b09d2b3af6f8" providerId="ADAL" clId="{32975FC4-60DC-4260-AB6A-73CF78679369}" dt="2022-03-13T04:06:22.332" v="376" actId="1076"/>
          <ac:grpSpMkLst>
            <pc:docMk/>
            <pc:sldMk cId="2817384956" sldId="481"/>
            <ac:grpSpMk id="16" creationId="{D59D3E54-9B9E-4A09-ACC4-D5CD333DA8D6}"/>
          </ac:grpSpMkLst>
        </pc:grpChg>
      </pc:sldChg>
      <pc:sldChg chg="addSp delSp modSp add mod ord delAnim modAnim">
        <pc:chgData name="Alejandro Paolini Godoy" userId="c3a6e11a-e51d-46b0-a788-b09d2b3af6f8" providerId="ADAL" clId="{32975FC4-60DC-4260-AB6A-73CF78679369}" dt="2022-03-28T05:00:00.869" v="5672"/>
        <pc:sldMkLst>
          <pc:docMk/>
          <pc:sldMk cId="951486451" sldId="482"/>
        </pc:sldMkLst>
        <pc:spChg chg="add del mod">
          <ac:chgData name="Alejandro Paolini Godoy" userId="c3a6e11a-e51d-46b0-a788-b09d2b3af6f8" providerId="ADAL" clId="{32975FC4-60DC-4260-AB6A-73CF78679369}" dt="2022-03-13T04:30:14.874" v="754"/>
          <ac:spMkLst>
            <pc:docMk/>
            <pc:sldMk cId="951486451" sldId="482"/>
            <ac:spMk id="3" creationId="{D0C5854C-6D0E-432E-B51C-B0F9C3EC7D03}"/>
          </ac:spMkLst>
        </pc:spChg>
        <pc:spChg chg="mod">
          <ac:chgData name="Alejandro Paolini Godoy" userId="c3a6e11a-e51d-46b0-a788-b09d2b3af6f8" providerId="ADAL" clId="{32975FC4-60DC-4260-AB6A-73CF78679369}" dt="2022-03-13T04:13:10.747" v="625" actId="20577"/>
          <ac:spMkLst>
            <pc:docMk/>
            <pc:sldMk cId="951486451" sldId="482"/>
            <ac:spMk id="6" creationId="{F0ACAD3D-6F09-4D90-A5CF-7C56DC976CC4}"/>
          </ac:spMkLst>
        </pc:spChg>
        <pc:spChg chg="mod">
          <ac:chgData name="Alejandro Paolini Godoy" userId="c3a6e11a-e51d-46b0-a788-b09d2b3af6f8" providerId="ADAL" clId="{32975FC4-60DC-4260-AB6A-73CF78679369}" dt="2022-03-13T04:31:41.984" v="765" actId="20577"/>
          <ac:spMkLst>
            <pc:docMk/>
            <pc:sldMk cId="951486451" sldId="482"/>
            <ac:spMk id="58" creationId="{3370AFA0-83F3-4A79-B770-1A9B44B042F4}"/>
          </ac:spMkLst>
        </pc:spChg>
        <pc:spChg chg="mod">
          <ac:chgData name="Alejandro Paolini Godoy" userId="c3a6e11a-e51d-46b0-a788-b09d2b3af6f8" providerId="ADAL" clId="{32975FC4-60DC-4260-AB6A-73CF78679369}" dt="2022-03-13T04:18:48.595" v="728" actId="207"/>
          <ac:spMkLst>
            <pc:docMk/>
            <pc:sldMk cId="951486451" sldId="482"/>
            <ac:spMk id="59" creationId="{53109DF1-D188-4026-8BDD-C3289BBC0A39}"/>
          </ac:spMkLst>
        </pc:spChg>
        <pc:spChg chg="mod">
          <ac:chgData name="Alejandro Paolini Godoy" userId="c3a6e11a-e51d-46b0-a788-b09d2b3af6f8" providerId="ADAL" clId="{32975FC4-60DC-4260-AB6A-73CF78679369}" dt="2022-03-13T04:18:31.738" v="717" actId="207"/>
          <ac:spMkLst>
            <pc:docMk/>
            <pc:sldMk cId="951486451" sldId="482"/>
            <ac:spMk id="60" creationId="{02E4F07C-BD00-4F6F-B294-27E86B16776E}"/>
          </ac:spMkLst>
        </pc:spChg>
        <pc:spChg chg="mod">
          <ac:chgData name="Alejandro Paolini Godoy" userId="c3a6e11a-e51d-46b0-a788-b09d2b3af6f8" providerId="ADAL" clId="{32975FC4-60DC-4260-AB6A-73CF78679369}" dt="2022-03-13T04:18:37.204" v="727" actId="207"/>
          <ac:spMkLst>
            <pc:docMk/>
            <pc:sldMk cId="951486451" sldId="482"/>
            <ac:spMk id="62" creationId="{99CE2C45-D20A-4E6D-8637-298D43E92994}"/>
          </ac:spMkLst>
        </pc:spChg>
        <pc:grpChg chg="del">
          <ac:chgData name="Alejandro Paolini Godoy" userId="c3a6e11a-e51d-46b0-a788-b09d2b3af6f8" providerId="ADAL" clId="{32975FC4-60DC-4260-AB6A-73CF78679369}" dt="2022-03-13T04:11:19.802" v="559" actId="478"/>
          <ac:grpSpMkLst>
            <pc:docMk/>
            <pc:sldMk cId="951486451" sldId="482"/>
            <ac:grpSpMk id="84" creationId="{373E65E4-F57D-484A-B144-15A49DE85825}"/>
          </ac:grpSpMkLst>
        </pc:grpChg>
        <pc:grpChg chg="del">
          <ac:chgData name="Alejandro Paolini Godoy" userId="c3a6e11a-e51d-46b0-a788-b09d2b3af6f8" providerId="ADAL" clId="{32975FC4-60DC-4260-AB6A-73CF78679369}" dt="2022-03-13T04:11:21.588" v="560" actId="478"/>
          <ac:grpSpMkLst>
            <pc:docMk/>
            <pc:sldMk cId="951486451" sldId="482"/>
            <ac:grpSpMk id="87" creationId="{D44F1DC2-C372-4828-80B6-BDB1F34C24AE}"/>
          </ac:grpSpMkLst>
        </pc:grpChg>
        <pc:grpChg chg="del">
          <ac:chgData name="Alejandro Paolini Godoy" userId="c3a6e11a-e51d-46b0-a788-b09d2b3af6f8" providerId="ADAL" clId="{32975FC4-60DC-4260-AB6A-73CF78679369}" dt="2022-03-13T04:11:17.292" v="558" actId="478"/>
          <ac:grpSpMkLst>
            <pc:docMk/>
            <pc:sldMk cId="951486451" sldId="482"/>
            <ac:grpSpMk id="91" creationId="{B445066A-B523-429D-A832-FD2DFF064BCB}"/>
          </ac:grpSpMkLst>
        </pc:grpChg>
        <pc:picChg chg="add del mod">
          <ac:chgData name="Alejandro Paolini Godoy" userId="c3a6e11a-e51d-46b0-a788-b09d2b3af6f8" providerId="ADAL" clId="{32975FC4-60DC-4260-AB6A-73CF78679369}" dt="2022-03-13T04:28:58.362" v="736"/>
          <ac:picMkLst>
            <pc:docMk/>
            <pc:sldMk cId="951486451" sldId="482"/>
            <ac:picMk id="2" creationId="{78F8FBFF-7F1A-4EC8-A35A-114611888CC6}"/>
          </ac:picMkLst>
        </pc:picChg>
        <pc:picChg chg="add del mod modCrop">
          <ac:chgData name="Alejandro Paolini Godoy" userId="c3a6e11a-e51d-46b0-a788-b09d2b3af6f8" providerId="ADAL" clId="{32975FC4-60DC-4260-AB6A-73CF78679369}" dt="2022-03-13T04:30:08.408" v="752"/>
          <ac:picMkLst>
            <pc:docMk/>
            <pc:sldMk cId="951486451" sldId="482"/>
            <ac:picMk id="5" creationId="{41876103-0762-4641-8A46-7FA537B20B6C}"/>
          </ac:picMkLst>
        </pc:picChg>
        <pc:picChg chg="add mod">
          <ac:chgData name="Alejandro Paolini Godoy" userId="c3a6e11a-e51d-46b0-a788-b09d2b3af6f8" providerId="ADAL" clId="{32975FC4-60DC-4260-AB6A-73CF78679369}" dt="2022-03-13T04:30:30.009" v="758" actId="1076"/>
          <ac:picMkLst>
            <pc:docMk/>
            <pc:sldMk cId="951486451" sldId="482"/>
            <ac:picMk id="8" creationId="{A684CC22-F9E2-4E12-8640-6B802599B2B8}"/>
          </ac:picMkLst>
        </pc:picChg>
      </pc:sldChg>
      <pc:sldChg chg="addSp delSp modSp add mod delAnim modAnim">
        <pc:chgData name="Alejandro Paolini Godoy" userId="c3a6e11a-e51d-46b0-a788-b09d2b3af6f8" providerId="ADAL" clId="{32975FC4-60DC-4260-AB6A-73CF78679369}" dt="2022-03-28T05:00:00.869" v="5672"/>
        <pc:sldMkLst>
          <pc:docMk/>
          <pc:sldMk cId="3765096600" sldId="483"/>
        </pc:sldMkLst>
        <pc:spChg chg="add del mod">
          <ac:chgData name="Alejandro Paolini Godoy" userId="c3a6e11a-e51d-46b0-a788-b09d2b3af6f8" providerId="ADAL" clId="{32975FC4-60DC-4260-AB6A-73CF78679369}" dt="2022-03-16T01:17:05.348" v="801"/>
          <ac:spMkLst>
            <pc:docMk/>
            <pc:sldMk cId="3765096600" sldId="483"/>
            <ac:spMk id="3" creationId="{68B7C0E7-2193-4DB9-8870-B171AEFA44EC}"/>
          </ac:spMkLst>
        </pc:spChg>
        <pc:spChg chg="mod">
          <ac:chgData name="Alejandro Paolini Godoy" userId="c3a6e11a-e51d-46b0-a788-b09d2b3af6f8" providerId="ADAL" clId="{32975FC4-60DC-4260-AB6A-73CF78679369}" dt="2022-03-16T01:13:21.179" v="772" actId="20577"/>
          <ac:spMkLst>
            <pc:docMk/>
            <pc:sldMk cId="3765096600" sldId="483"/>
            <ac:spMk id="6" creationId="{F0ACAD3D-6F09-4D90-A5CF-7C56DC976CC4}"/>
          </ac:spMkLst>
        </pc:spChg>
        <pc:spChg chg="mod">
          <ac:chgData name="Alejandro Paolini Godoy" userId="c3a6e11a-e51d-46b0-a788-b09d2b3af6f8" providerId="ADAL" clId="{32975FC4-60DC-4260-AB6A-73CF78679369}" dt="2022-03-16T01:14:52.962" v="783" actId="207"/>
          <ac:spMkLst>
            <pc:docMk/>
            <pc:sldMk cId="3765096600" sldId="483"/>
            <ac:spMk id="59" creationId="{53109DF1-D188-4026-8BDD-C3289BBC0A39}"/>
          </ac:spMkLst>
        </pc:spChg>
        <pc:spChg chg="mod">
          <ac:chgData name="Alejandro Paolini Godoy" userId="c3a6e11a-e51d-46b0-a788-b09d2b3af6f8" providerId="ADAL" clId="{32975FC4-60DC-4260-AB6A-73CF78679369}" dt="2022-03-16T01:19:35.760" v="821" actId="20577"/>
          <ac:spMkLst>
            <pc:docMk/>
            <pc:sldMk cId="3765096600" sldId="483"/>
            <ac:spMk id="60" creationId="{02E4F07C-BD00-4F6F-B294-27E86B16776E}"/>
          </ac:spMkLst>
        </pc:spChg>
        <pc:spChg chg="del">
          <ac:chgData name="Alejandro Paolini Godoy" userId="c3a6e11a-e51d-46b0-a788-b09d2b3af6f8" providerId="ADAL" clId="{32975FC4-60DC-4260-AB6A-73CF78679369}" dt="2022-03-16T01:19:23.106" v="819" actId="478"/>
          <ac:spMkLst>
            <pc:docMk/>
            <pc:sldMk cId="3765096600" sldId="483"/>
            <ac:spMk id="62" creationId="{99CE2C45-D20A-4E6D-8637-298D43E92994}"/>
          </ac:spMkLst>
        </pc:spChg>
        <pc:picChg chg="add mod modCrop">
          <ac:chgData name="Alejandro Paolini Godoy" userId="c3a6e11a-e51d-46b0-a788-b09d2b3af6f8" providerId="ADAL" clId="{32975FC4-60DC-4260-AB6A-73CF78679369}" dt="2022-03-16T01:19:03.778" v="817" actId="1076"/>
          <ac:picMkLst>
            <pc:docMk/>
            <pc:sldMk cId="3765096600" sldId="483"/>
            <ac:picMk id="4" creationId="{BADADACC-0FC4-4A3D-ACC3-8FCE66943368}"/>
          </ac:picMkLst>
        </pc:picChg>
        <pc:picChg chg="del">
          <ac:chgData name="Alejandro Paolini Godoy" userId="c3a6e11a-e51d-46b0-a788-b09d2b3af6f8" providerId="ADAL" clId="{32975FC4-60DC-4260-AB6A-73CF78679369}" dt="2022-03-16T01:16:19.525" v="786" actId="478"/>
          <ac:picMkLst>
            <pc:docMk/>
            <pc:sldMk cId="3765096600" sldId="483"/>
            <ac:picMk id="8" creationId="{A684CC22-F9E2-4E12-8640-6B802599B2B8}"/>
          </ac:picMkLst>
        </pc:picChg>
        <pc:picChg chg="add del mod">
          <ac:chgData name="Alejandro Paolini Godoy" userId="c3a6e11a-e51d-46b0-a788-b09d2b3af6f8" providerId="ADAL" clId="{32975FC4-60DC-4260-AB6A-73CF78679369}" dt="2022-03-16T01:16:28.013" v="790"/>
          <ac:picMkLst>
            <pc:docMk/>
            <pc:sldMk cId="3765096600" sldId="483"/>
            <ac:picMk id="11" creationId="{DDEA2458-FA53-4352-AA6E-2D8E2AA31F5C}"/>
          </ac:picMkLst>
        </pc:picChg>
        <pc:picChg chg="add del mod">
          <ac:chgData name="Alejandro Paolini Godoy" userId="c3a6e11a-e51d-46b0-a788-b09d2b3af6f8" providerId="ADAL" clId="{32975FC4-60DC-4260-AB6A-73CF78679369}" dt="2022-03-16T01:16:49.143" v="800"/>
          <ac:picMkLst>
            <pc:docMk/>
            <pc:sldMk cId="3765096600" sldId="483"/>
            <ac:picMk id="12" creationId="{9CFAB706-7446-462B-A458-84440387FB1B}"/>
          </ac:picMkLst>
        </pc:picChg>
        <pc:picChg chg="add mod">
          <ac:chgData name="Alejandro Paolini Godoy" userId="c3a6e11a-e51d-46b0-a788-b09d2b3af6f8" providerId="ADAL" clId="{32975FC4-60DC-4260-AB6A-73CF78679369}" dt="2022-03-16T01:19:03.778" v="817" actId="1076"/>
          <ac:picMkLst>
            <pc:docMk/>
            <pc:sldMk cId="3765096600" sldId="483"/>
            <ac:picMk id="14" creationId="{E7B65DEA-A8D4-4633-9478-CF6EB41ECCDC}"/>
          </ac:picMkLst>
        </pc:picChg>
        <pc:picChg chg="add del mod">
          <ac:chgData name="Alejandro Paolini Godoy" userId="c3a6e11a-e51d-46b0-a788-b09d2b3af6f8" providerId="ADAL" clId="{32975FC4-60DC-4260-AB6A-73CF78679369}" dt="2022-03-16T01:16:23.209" v="788" actId="21"/>
          <ac:picMkLst>
            <pc:docMk/>
            <pc:sldMk cId="3765096600" sldId="483"/>
            <ac:picMk id="1026" creationId="{EB06A45B-A876-46F6-B740-C4FB5D8EFF18}"/>
          </ac:picMkLst>
        </pc:picChg>
      </pc:sldChg>
      <pc:sldChg chg="addSp delSp modSp add mod modAnim">
        <pc:chgData name="Alejandro Paolini Godoy" userId="c3a6e11a-e51d-46b0-a788-b09d2b3af6f8" providerId="ADAL" clId="{32975FC4-60DC-4260-AB6A-73CF78679369}" dt="2022-03-28T05:00:00.869" v="5672"/>
        <pc:sldMkLst>
          <pc:docMk/>
          <pc:sldMk cId="2009872465" sldId="484"/>
        </pc:sldMkLst>
        <pc:spChg chg="add del mod">
          <ac:chgData name="Alejandro Paolini Godoy" userId="c3a6e11a-e51d-46b0-a788-b09d2b3af6f8" providerId="ADAL" clId="{32975FC4-60DC-4260-AB6A-73CF78679369}" dt="2022-03-16T01:21:56.603" v="842" actId="478"/>
          <ac:spMkLst>
            <pc:docMk/>
            <pc:sldMk cId="2009872465" sldId="484"/>
            <ac:spMk id="3" creationId="{E08D0FBE-8C48-4ED6-B3FD-3B9CB93C04DF}"/>
          </ac:spMkLst>
        </pc:spChg>
        <pc:spChg chg="mod">
          <ac:chgData name="Alejandro Paolini Godoy" userId="c3a6e11a-e51d-46b0-a788-b09d2b3af6f8" providerId="ADAL" clId="{32975FC4-60DC-4260-AB6A-73CF78679369}" dt="2022-03-16T01:24:30.807" v="930" actId="20577"/>
          <ac:spMkLst>
            <pc:docMk/>
            <pc:sldMk cId="2009872465" sldId="484"/>
            <ac:spMk id="6" creationId="{F0ACAD3D-6F09-4D90-A5CF-7C56DC976CC4}"/>
          </ac:spMkLst>
        </pc:spChg>
        <pc:spChg chg="del mod topLvl">
          <ac:chgData name="Alejandro Paolini Godoy" userId="c3a6e11a-e51d-46b0-a788-b09d2b3af6f8" providerId="ADAL" clId="{32975FC4-60DC-4260-AB6A-73CF78679369}" dt="2022-03-16T01:23:00.911" v="879" actId="478"/>
          <ac:spMkLst>
            <pc:docMk/>
            <pc:sldMk cId="2009872465" sldId="484"/>
            <ac:spMk id="11" creationId="{E7B25AA2-0B87-4EBD-AFBC-A51386D8767B}"/>
          </ac:spMkLst>
        </pc:spChg>
        <pc:spChg chg="del mod topLvl">
          <ac:chgData name="Alejandro Paolini Godoy" userId="c3a6e11a-e51d-46b0-a788-b09d2b3af6f8" providerId="ADAL" clId="{32975FC4-60DC-4260-AB6A-73CF78679369}" dt="2022-03-16T01:23:00.911" v="879" actId="478"/>
          <ac:spMkLst>
            <pc:docMk/>
            <pc:sldMk cId="2009872465" sldId="484"/>
            <ac:spMk id="12" creationId="{83F9601E-51CE-4EB4-A227-22406FA6134C}"/>
          </ac:spMkLst>
        </pc:spChg>
        <pc:spChg chg="del mod topLvl">
          <ac:chgData name="Alejandro Paolini Godoy" userId="c3a6e11a-e51d-46b0-a788-b09d2b3af6f8" providerId="ADAL" clId="{32975FC4-60DC-4260-AB6A-73CF78679369}" dt="2022-03-16T01:23:03.477" v="881" actId="478"/>
          <ac:spMkLst>
            <pc:docMk/>
            <pc:sldMk cId="2009872465" sldId="484"/>
            <ac:spMk id="13" creationId="{D11AD38D-9C0F-4314-82C7-544990797B06}"/>
          </ac:spMkLst>
        </pc:spChg>
        <pc:spChg chg="del mod topLvl">
          <ac:chgData name="Alejandro Paolini Godoy" userId="c3a6e11a-e51d-46b0-a788-b09d2b3af6f8" providerId="ADAL" clId="{32975FC4-60DC-4260-AB6A-73CF78679369}" dt="2022-03-16T01:22:58.007" v="877" actId="478"/>
          <ac:spMkLst>
            <pc:docMk/>
            <pc:sldMk cId="2009872465" sldId="484"/>
            <ac:spMk id="15" creationId="{15A348D9-C003-41B2-936D-ACCE6911B8FA}"/>
          </ac:spMkLst>
        </pc:spChg>
        <pc:spChg chg="del mod topLvl">
          <ac:chgData name="Alejandro Paolini Godoy" userId="c3a6e11a-e51d-46b0-a788-b09d2b3af6f8" providerId="ADAL" clId="{32975FC4-60DC-4260-AB6A-73CF78679369}" dt="2022-03-16T01:23:00.911" v="879" actId="478"/>
          <ac:spMkLst>
            <pc:docMk/>
            <pc:sldMk cId="2009872465" sldId="484"/>
            <ac:spMk id="16" creationId="{30723804-1163-45E0-81F4-96CACC80E253}"/>
          </ac:spMkLst>
        </pc:spChg>
        <pc:spChg chg="del mod topLvl">
          <ac:chgData name="Alejandro Paolini Godoy" userId="c3a6e11a-e51d-46b0-a788-b09d2b3af6f8" providerId="ADAL" clId="{32975FC4-60DC-4260-AB6A-73CF78679369}" dt="2022-03-16T01:22:59.347" v="878" actId="478"/>
          <ac:spMkLst>
            <pc:docMk/>
            <pc:sldMk cId="2009872465" sldId="484"/>
            <ac:spMk id="17" creationId="{E35BBD84-C777-4583-B586-FA1E8A84A944}"/>
          </ac:spMkLst>
        </pc:spChg>
        <pc:spChg chg="del mod topLvl">
          <ac:chgData name="Alejandro Paolini Godoy" userId="c3a6e11a-e51d-46b0-a788-b09d2b3af6f8" providerId="ADAL" clId="{32975FC4-60DC-4260-AB6A-73CF78679369}" dt="2022-03-16T01:25:06.827" v="935" actId="478"/>
          <ac:spMkLst>
            <pc:docMk/>
            <pc:sldMk cId="2009872465" sldId="484"/>
            <ac:spMk id="18" creationId="{7C870678-DCEF-4DBF-B9EE-B75041656316}"/>
          </ac:spMkLst>
        </pc:spChg>
        <pc:spChg chg="del mod topLvl">
          <ac:chgData name="Alejandro Paolini Godoy" userId="c3a6e11a-e51d-46b0-a788-b09d2b3af6f8" providerId="ADAL" clId="{32975FC4-60DC-4260-AB6A-73CF78679369}" dt="2022-03-16T01:23:04.789" v="882" actId="478"/>
          <ac:spMkLst>
            <pc:docMk/>
            <pc:sldMk cId="2009872465" sldId="484"/>
            <ac:spMk id="19" creationId="{4308A7F7-E1B3-4C94-A9A8-4D641E0693BC}"/>
          </ac:spMkLst>
        </pc:spChg>
        <pc:spChg chg="del mod topLvl">
          <ac:chgData name="Alejandro Paolini Godoy" userId="c3a6e11a-e51d-46b0-a788-b09d2b3af6f8" providerId="ADAL" clId="{32975FC4-60DC-4260-AB6A-73CF78679369}" dt="2022-03-16T01:23:06.146" v="883" actId="478"/>
          <ac:spMkLst>
            <pc:docMk/>
            <pc:sldMk cId="2009872465" sldId="484"/>
            <ac:spMk id="20" creationId="{0E6CF5B1-F834-4C9F-B477-83D473707CB8}"/>
          </ac:spMkLst>
        </pc:spChg>
        <pc:spChg chg="del mod topLvl">
          <ac:chgData name="Alejandro Paolini Godoy" userId="c3a6e11a-e51d-46b0-a788-b09d2b3af6f8" providerId="ADAL" clId="{32975FC4-60DC-4260-AB6A-73CF78679369}" dt="2022-03-16T01:25:10.134" v="937" actId="478"/>
          <ac:spMkLst>
            <pc:docMk/>
            <pc:sldMk cId="2009872465" sldId="484"/>
            <ac:spMk id="21" creationId="{F3455BB3-6DAE-4184-B81A-22E36AC37F99}"/>
          </ac:spMkLst>
        </pc:spChg>
        <pc:spChg chg="del mod topLvl">
          <ac:chgData name="Alejandro Paolini Godoy" userId="c3a6e11a-e51d-46b0-a788-b09d2b3af6f8" providerId="ADAL" clId="{32975FC4-60DC-4260-AB6A-73CF78679369}" dt="2022-03-16T01:25:08.360" v="936" actId="478"/>
          <ac:spMkLst>
            <pc:docMk/>
            <pc:sldMk cId="2009872465" sldId="484"/>
            <ac:spMk id="22" creationId="{EC380BBE-D4A9-4721-B563-36A39BD490DB}"/>
          </ac:spMkLst>
        </pc:spChg>
        <pc:spChg chg="del mod topLvl">
          <ac:chgData name="Alejandro Paolini Godoy" userId="c3a6e11a-e51d-46b0-a788-b09d2b3af6f8" providerId="ADAL" clId="{32975FC4-60DC-4260-AB6A-73CF78679369}" dt="2022-03-16T01:23:10.951" v="886" actId="478"/>
          <ac:spMkLst>
            <pc:docMk/>
            <pc:sldMk cId="2009872465" sldId="484"/>
            <ac:spMk id="23" creationId="{F2F8076D-63D4-4FD0-B2A3-6BE0D6FA81DE}"/>
          </ac:spMkLst>
        </pc:spChg>
        <pc:spChg chg="del mod topLvl">
          <ac:chgData name="Alejandro Paolini Godoy" userId="c3a6e11a-e51d-46b0-a788-b09d2b3af6f8" providerId="ADAL" clId="{32975FC4-60DC-4260-AB6A-73CF78679369}" dt="2022-03-16T01:22:55.197" v="875" actId="478"/>
          <ac:spMkLst>
            <pc:docMk/>
            <pc:sldMk cId="2009872465" sldId="484"/>
            <ac:spMk id="24" creationId="{31964EDA-FC61-46E7-97FE-308EB3739A83}"/>
          </ac:spMkLst>
        </pc:spChg>
        <pc:spChg chg="del mod topLvl">
          <ac:chgData name="Alejandro Paolini Godoy" userId="c3a6e11a-e51d-46b0-a788-b09d2b3af6f8" providerId="ADAL" clId="{32975FC4-60DC-4260-AB6A-73CF78679369}" dt="2022-03-16T01:22:35.801" v="861" actId="478"/>
          <ac:spMkLst>
            <pc:docMk/>
            <pc:sldMk cId="2009872465" sldId="484"/>
            <ac:spMk id="25" creationId="{1CD5762D-33AB-4F35-8D26-34F1BB958C01}"/>
          </ac:spMkLst>
        </pc:spChg>
        <pc:spChg chg="del mod topLvl">
          <ac:chgData name="Alejandro Paolini Godoy" userId="c3a6e11a-e51d-46b0-a788-b09d2b3af6f8" providerId="ADAL" clId="{32975FC4-60DC-4260-AB6A-73CF78679369}" dt="2022-03-16T01:22:38.443" v="863" actId="478"/>
          <ac:spMkLst>
            <pc:docMk/>
            <pc:sldMk cId="2009872465" sldId="484"/>
            <ac:spMk id="26" creationId="{FDA66489-5047-4A36-B328-67A11070F107}"/>
          </ac:spMkLst>
        </pc:spChg>
        <pc:spChg chg="del mod topLvl">
          <ac:chgData name="Alejandro Paolini Godoy" userId="c3a6e11a-e51d-46b0-a788-b09d2b3af6f8" providerId="ADAL" clId="{32975FC4-60DC-4260-AB6A-73CF78679369}" dt="2022-03-16T01:23:09.544" v="885" actId="478"/>
          <ac:spMkLst>
            <pc:docMk/>
            <pc:sldMk cId="2009872465" sldId="484"/>
            <ac:spMk id="27" creationId="{BFE6790A-162F-4C8E-A8A4-3B6F2D741827}"/>
          </ac:spMkLst>
        </pc:spChg>
        <pc:spChg chg="del mod topLvl">
          <ac:chgData name="Alejandro Paolini Godoy" userId="c3a6e11a-e51d-46b0-a788-b09d2b3af6f8" providerId="ADAL" clId="{32975FC4-60DC-4260-AB6A-73CF78679369}" dt="2022-03-16T01:23:12.371" v="887" actId="478"/>
          <ac:spMkLst>
            <pc:docMk/>
            <pc:sldMk cId="2009872465" sldId="484"/>
            <ac:spMk id="28" creationId="{5574EDA5-1A5E-4DF7-868A-16A79E8B972B}"/>
          </ac:spMkLst>
        </pc:spChg>
        <pc:spChg chg="del mod topLvl">
          <ac:chgData name="Alejandro Paolini Godoy" userId="c3a6e11a-e51d-46b0-a788-b09d2b3af6f8" providerId="ADAL" clId="{32975FC4-60DC-4260-AB6A-73CF78679369}" dt="2022-03-16T01:23:08.216" v="884" actId="478"/>
          <ac:spMkLst>
            <pc:docMk/>
            <pc:sldMk cId="2009872465" sldId="484"/>
            <ac:spMk id="29" creationId="{38D9DF44-1738-4F9F-9E5B-5322A668F342}"/>
          </ac:spMkLst>
        </pc:spChg>
        <pc:spChg chg="del mod">
          <ac:chgData name="Alejandro Paolini Godoy" userId="c3a6e11a-e51d-46b0-a788-b09d2b3af6f8" providerId="ADAL" clId="{32975FC4-60DC-4260-AB6A-73CF78679369}" dt="2022-03-16T01:22:23.773" v="856" actId="478"/>
          <ac:spMkLst>
            <pc:docMk/>
            <pc:sldMk cId="2009872465" sldId="484"/>
            <ac:spMk id="30" creationId="{C030DC0D-865B-49C8-B187-689C763FE937}"/>
          </ac:spMkLst>
        </pc:spChg>
        <pc:spChg chg="del mod">
          <ac:chgData name="Alejandro Paolini Godoy" userId="c3a6e11a-e51d-46b0-a788-b09d2b3af6f8" providerId="ADAL" clId="{32975FC4-60DC-4260-AB6A-73CF78679369}" dt="2022-03-16T01:22:19.397" v="851" actId="478"/>
          <ac:spMkLst>
            <pc:docMk/>
            <pc:sldMk cId="2009872465" sldId="484"/>
            <ac:spMk id="31" creationId="{5922EFC8-DFA7-43A8-88DB-BFC29017FF85}"/>
          </ac:spMkLst>
        </pc:spChg>
        <pc:spChg chg="del mod">
          <ac:chgData name="Alejandro Paolini Godoy" userId="c3a6e11a-e51d-46b0-a788-b09d2b3af6f8" providerId="ADAL" clId="{32975FC4-60DC-4260-AB6A-73CF78679369}" dt="2022-03-16T01:22:24.851" v="857" actId="478"/>
          <ac:spMkLst>
            <pc:docMk/>
            <pc:sldMk cId="2009872465" sldId="484"/>
            <ac:spMk id="32" creationId="{61665134-02BF-4F80-963B-B3000AAA5848}"/>
          </ac:spMkLst>
        </pc:spChg>
        <pc:spChg chg="del mod topLvl">
          <ac:chgData name="Alejandro Paolini Godoy" userId="c3a6e11a-e51d-46b0-a788-b09d2b3af6f8" providerId="ADAL" clId="{32975FC4-60DC-4260-AB6A-73CF78679369}" dt="2022-03-16T01:23:02.106" v="880" actId="478"/>
          <ac:spMkLst>
            <pc:docMk/>
            <pc:sldMk cId="2009872465" sldId="484"/>
            <ac:spMk id="33" creationId="{2C37C47F-2B1A-4F3B-B815-6CA34AD696D1}"/>
          </ac:spMkLst>
        </pc:spChg>
        <pc:spChg chg="del mod">
          <ac:chgData name="Alejandro Paolini Godoy" userId="c3a6e11a-e51d-46b0-a788-b09d2b3af6f8" providerId="ADAL" clId="{32975FC4-60DC-4260-AB6A-73CF78679369}" dt="2022-03-16T01:22:12.465" v="848" actId="478"/>
          <ac:spMkLst>
            <pc:docMk/>
            <pc:sldMk cId="2009872465" sldId="484"/>
            <ac:spMk id="34" creationId="{CA76E61F-22C6-4549-8022-2641E2907CAF}"/>
          </ac:spMkLst>
        </pc:spChg>
        <pc:spChg chg="del mod">
          <ac:chgData name="Alejandro Paolini Godoy" userId="c3a6e11a-e51d-46b0-a788-b09d2b3af6f8" providerId="ADAL" clId="{32975FC4-60DC-4260-AB6A-73CF78679369}" dt="2022-03-16T01:22:14.059" v="850" actId="478"/>
          <ac:spMkLst>
            <pc:docMk/>
            <pc:sldMk cId="2009872465" sldId="484"/>
            <ac:spMk id="35" creationId="{28424C59-9780-413C-B478-1334DBD78595}"/>
          </ac:spMkLst>
        </pc:spChg>
        <pc:spChg chg="del mod">
          <ac:chgData name="Alejandro Paolini Godoy" userId="c3a6e11a-e51d-46b0-a788-b09d2b3af6f8" providerId="ADAL" clId="{32975FC4-60DC-4260-AB6A-73CF78679369}" dt="2022-03-16T01:22:13.257" v="849" actId="478"/>
          <ac:spMkLst>
            <pc:docMk/>
            <pc:sldMk cId="2009872465" sldId="484"/>
            <ac:spMk id="36" creationId="{FBB05C69-1E5D-4E8C-9FD5-EDAF094C60C6}"/>
          </ac:spMkLst>
        </pc:spChg>
        <pc:spChg chg="del mod topLvl">
          <ac:chgData name="Alejandro Paolini Godoy" userId="c3a6e11a-e51d-46b0-a788-b09d2b3af6f8" providerId="ADAL" clId="{32975FC4-60DC-4260-AB6A-73CF78679369}" dt="2022-03-16T01:22:37.076" v="862" actId="478"/>
          <ac:spMkLst>
            <pc:docMk/>
            <pc:sldMk cId="2009872465" sldId="484"/>
            <ac:spMk id="37" creationId="{2C9E6E92-DB72-4EFB-9D50-12768186C05D}"/>
          </ac:spMkLst>
        </pc:spChg>
        <pc:spChg chg="del mod">
          <ac:chgData name="Alejandro Paolini Godoy" userId="c3a6e11a-e51d-46b0-a788-b09d2b3af6f8" providerId="ADAL" clId="{32975FC4-60DC-4260-AB6A-73CF78679369}" dt="2022-03-16T01:22:11.706" v="847" actId="478"/>
          <ac:spMkLst>
            <pc:docMk/>
            <pc:sldMk cId="2009872465" sldId="484"/>
            <ac:spMk id="38" creationId="{01614E1B-6755-4102-AAC4-647E1C3324C9}"/>
          </ac:spMkLst>
        </pc:spChg>
        <pc:spChg chg="del mod">
          <ac:chgData name="Alejandro Paolini Godoy" userId="c3a6e11a-e51d-46b0-a788-b09d2b3af6f8" providerId="ADAL" clId="{32975FC4-60DC-4260-AB6A-73CF78679369}" dt="2022-03-16T01:22:10.774" v="846" actId="478"/>
          <ac:spMkLst>
            <pc:docMk/>
            <pc:sldMk cId="2009872465" sldId="484"/>
            <ac:spMk id="39" creationId="{B7F19BD7-25BE-49B5-A22C-813F220EEBD9}"/>
          </ac:spMkLst>
        </pc:spChg>
        <pc:spChg chg="del mod topLvl">
          <ac:chgData name="Alejandro Paolini Godoy" userId="c3a6e11a-e51d-46b0-a788-b09d2b3af6f8" providerId="ADAL" clId="{32975FC4-60DC-4260-AB6A-73CF78679369}" dt="2022-03-16T01:22:40.372" v="865" actId="478"/>
          <ac:spMkLst>
            <pc:docMk/>
            <pc:sldMk cId="2009872465" sldId="484"/>
            <ac:spMk id="40" creationId="{63DDB76C-ABB8-4427-8E4D-B2EE0C220830}"/>
          </ac:spMkLst>
        </pc:spChg>
        <pc:spChg chg="del mod topLvl">
          <ac:chgData name="Alejandro Paolini Godoy" userId="c3a6e11a-e51d-46b0-a788-b09d2b3af6f8" providerId="ADAL" clId="{32975FC4-60DC-4260-AB6A-73CF78679369}" dt="2022-03-16T01:22:49.153" v="871" actId="478"/>
          <ac:spMkLst>
            <pc:docMk/>
            <pc:sldMk cId="2009872465" sldId="484"/>
            <ac:spMk id="41" creationId="{D7BFFAA9-8BE7-4DF4-9739-CF85A5B8B37F}"/>
          </ac:spMkLst>
        </pc:spChg>
        <pc:spChg chg="del mod topLvl">
          <ac:chgData name="Alejandro Paolini Godoy" userId="c3a6e11a-e51d-46b0-a788-b09d2b3af6f8" providerId="ADAL" clId="{32975FC4-60DC-4260-AB6A-73CF78679369}" dt="2022-03-16T01:22:42.990" v="867" actId="478"/>
          <ac:spMkLst>
            <pc:docMk/>
            <pc:sldMk cId="2009872465" sldId="484"/>
            <ac:spMk id="42" creationId="{9117F5BB-4FF0-458C-BDB1-DB65BD1B9EFC}"/>
          </ac:spMkLst>
        </pc:spChg>
        <pc:spChg chg="del mod topLvl">
          <ac:chgData name="Alejandro Paolini Godoy" userId="c3a6e11a-e51d-46b0-a788-b09d2b3af6f8" providerId="ADAL" clId="{32975FC4-60DC-4260-AB6A-73CF78679369}" dt="2022-03-16T01:22:46.707" v="870" actId="478"/>
          <ac:spMkLst>
            <pc:docMk/>
            <pc:sldMk cId="2009872465" sldId="484"/>
            <ac:spMk id="43" creationId="{D4591507-7877-4585-AACA-975D7D9885CA}"/>
          </ac:spMkLst>
        </pc:spChg>
        <pc:spChg chg="del mod topLvl">
          <ac:chgData name="Alejandro Paolini Godoy" userId="c3a6e11a-e51d-46b0-a788-b09d2b3af6f8" providerId="ADAL" clId="{32975FC4-60DC-4260-AB6A-73CF78679369}" dt="2022-03-16T01:22:56.652" v="876" actId="478"/>
          <ac:spMkLst>
            <pc:docMk/>
            <pc:sldMk cId="2009872465" sldId="484"/>
            <ac:spMk id="44" creationId="{679AB80E-5B0A-4B76-9EB3-E801D7DB9B4F}"/>
          </ac:spMkLst>
        </pc:spChg>
        <pc:spChg chg="del mod topLvl">
          <ac:chgData name="Alejandro Paolini Godoy" userId="c3a6e11a-e51d-46b0-a788-b09d2b3af6f8" providerId="ADAL" clId="{32975FC4-60DC-4260-AB6A-73CF78679369}" dt="2022-03-16T01:22:44.294" v="868" actId="478"/>
          <ac:spMkLst>
            <pc:docMk/>
            <pc:sldMk cId="2009872465" sldId="484"/>
            <ac:spMk id="45" creationId="{697D1529-D5FC-4375-B8D2-BAB5D528C26B}"/>
          </ac:spMkLst>
        </pc:spChg>
        <pc:spChg chg="del mod topLvl">
          <ac:chgData name="Alejandro Paolini Godoy" userId="c3a6e11a-e51d-46b0-a788-b09d2b3af6f8" providerId="ADAL" clId="{32975FC4-60DC-4260-AB6A-73CF78679369}" dt="2022-03-16T01:22:41.680" v="866" actId="478"/>
          <ac:spMkLst>
            <pc:docMk/>
            <pc:sldMk cId="2009872465" sldId="484"/>
            <ac:spMk id="46" creationId="{DD024EA9-725D-4DA3-9A2C-EF2458C970AF}"/>
          </ac:spMkLst>
        </pc:spChg>
        <pc:spChg chg="del mod">
          <ac:chgData name="Alejandro Paolini Godoy" userId="c3a6e11a-e51d-46b0-a788-b09d2b3af6f8" providerId="ADAL" clId="{32975FC4-60DC-4260-AB6A-73CF78679369}" dt="2022-03-16T01:22:22.533" v="854" actId="478"/>
          <ac:spMkLst>
            <pc:docMk/>
            <pc:sldMk cId="2009872465" sldId="484"/>
            <ac:spMk id="47" creationId="{D101B9A0-577F-4AED-85B4-77174D2B9605}"/>
          </ac:spMkLst>
        </pc:spChg>
        <pc:spChg chg="del mod">
          <ac:chgData name="Alejandro Paolini Godoy" userId="c3a6e11a-e51d-46b0-a788-b09d2b3af6f8" providerId="ADAL" clId="{32975FC4-60DC-4260-AB6A-73CF78679369}" dt="2022-03-16T01:22:21.752" v="853" actId="478"/>
          <ac:spMkLst>
            <pc:docMk/>
            <pc:sldMk cId="2009872465" sldId="484"/>
            <ac:spMk id="48" creationId="{6B221E15-BDCD-4AEE-870D-C9AB69AB1C7F}"/>
          </ac:spMkLst>
        </pc:spChg>
        <pc:spChg chg="mod topLvl">
          <ac:chgData name="Alejandro Paolini Godoy" userId="c3a6e11a-e51d-46b0-a788-b09d2b3af6f8" providerId="ADAL" clId="{32975FC4-60DC-4260-AB6A-73CF78679369}" dt="2022-03-16T01:22:31.978" v="860" actId="165"/>
          <ac:spMkLst>
            <pc:docMk/>
            <pc:sldMk cId="2009872465" sldId="484"/>
            <ac:spMk id="49" creationId="{BB4ED67C-C64A-4EB2-A35B-743C61676E68}"/>
          </ac:spMkLst>
        </pc:spChg>
        <pc:spChg chg="mod topLvl">
          <ac:chgData name="Alejandro Paolini Godoy" userId="c3a6e11a-e51d-46b0-a788-b09d2b3af6f8" providerId="ADAL" clId="{32975FC4-60DC-4260-AB6A-73CF78679369}" dt="2022-03-16T01:22:31.978" v="860" actId="165"/>
          <ac:spMkLst>
            <pc:docMk/>
            <pc:sldMk cId="2009872465" sldId="484"/>
            <ac:spMk id="50" creationId="{725092CD-C924-4EC6-BCD6-EFD9042E667F}"/>
          </ac:spMkLst>
        </pc:spChg>
        <pc:spChg chg="mod topLvl">
          <ac:chgData name="Alejandro Paolini Godoy" userId="c3a6e11a-e51d-46b0-a788-b09d2b3af6f8" providerId="ADAL" clId="{32975FC4-60DC-4260-AB6A-73CF78679369}" dt="2022-03-16T01:22:31.978" v="860" actId="165"/>
          <ac:spMkLst>
            <pc:docMk/>
            <pc:sldMk cId="2009872465" sldId="484"/>
            <ac:spMk id="51" creationId="{9852F9C8-65A0-4197-91C5-ABCE2B80000C}"/>
          </ac:spMkLst>
        </pc:spChg>
        <pc:spChg chg="del mod">
          <ac:chgData name="Alejandro Paolini Godoy" userId="c3a6e11a-e51d-46b0-a788-b09d2b3af6f8" providerId="ADAL" clId="{32975FC4-60DC-4260-AB6A-73CF78679369}" dt="2022-03-16T01:22:23.113" v="855" actId="478"/>
          <ac:spMkLst>
            <pc:docMk/>
            <pc:sldMk cId="2009872465" sldId="484"/>
            <ac:spMk id="52" creationId="{B872D25C-C063-407A-B3B1-6E7E172F5BBD}"/>
          </ac:spMkLst>
        </pc:spChg>
        <pc:spChg chg="del mod">
          <ac:chgData name="Alejandro Paolini Godoy" userId="c3a6e11a-e51d-46b0-a788-b09d2b3af6f8" providerId="ADAL" clId="{32975FC4-60DC-4260-AB6A-73CF78679369}" dt="2022-03-16T01:22:20.967" v="852" actId="478"/>
          <ac:spMkLst>
            <pc:docMk/>
            <pc:sldMk cId="2009872465" sldId="484"/>
            <ac:spMk id="53" creationId="{135DA91F-2FF4-4B52-B4E3-5974C2482DE2}"/>
          </ac:spMkLst>
        </pc:spChg>
        <pc:spChg chg="mod topLvl">
          <ac:chgData name="Alejandro Paolini Godoy" userId="c3a6e11a-e51d-46b0-a788-b09d2b3af6f8" providerId="ADAL" clId="{32975FC4-60DC-4260-AB6A-73CF78679369}" dt="2022-03-16T01:25:15.259" v="938" actId="1076"/>
          <ac:spMkLst>
            <pc:docMk/>
            <pc:sldMk cId="2009872465" sldId="484"/>
            <ac:spMk id="54" creationId="{3AB3D633-345F-48D8-8299-5E96120CD2BE}"/>
          </ac:spMkLst>
        </pc:spChg>
        <pc:spChg chg="mod topLvl">
          <ac:chgData name="Alejandro Paolini Godoy" userId="c3a6e11a-e51d-46b0-a788-b09d2b3af6f8" providerId="ADAL" clId="{32975FC4-60DC-4260-AB6A-73CF78679369}" dt="2022-03-16T01:25:15.259" v="938" actId="1076"/>
          <ac:spMkLst>
            <pc:docMk/>
            <pc:sldMk cId="2009872465" sldId="484"/>
            <ac:spMk id="55" creationId="{B8AF82D0-9C34-41EF-94C3-DF8CEBFD45E7}"/>
          </ac:spMkLst>
        </pc:spChg>
        <pc:spChg chg="mod topLvl">
          <ac:chgData name="Alejandro Paolini Godoy" userId="c3a6e11a-e51d-46b0-a788-b09d2b3af6f8" providerId="ADAL" clId="{32975FC4-60DC-4260-AB6A-73CF78679369}" dt="2022-03-16T01:25:15.259" v="938" actId="1076"/>
          <ac:spMkLst>
            <pc:docMk/>
            <pc:sldMk cId="2009872465" sldId="484"/>
            <ac:spMk id="56" creationId="{E58A3235-5C16-4728-8ADD-1D7D6B805683}"/>
          </ac:spMkLst>
        </pc:spChg>
        <pc:spChg chg="mod topLvl">
          <ac:chgData name="Alejandro Paolini Godoy" userId="c3a6e11a-e51d-46b0-a788-b09d2b3af6f8" providerId="ADAL" clId="{32975FC4-60DC-4260-AB6A-73CF78679369}" dt="2022-03-16T01:25:15.259" v="938" actId="1076"/>
          <ac:spMkLst>
            <pc:docMk/>
            <pc:sldMk cId="2009872465" sldId="484"/>
            <ac:spMk id="57" creationId="{FF4A92CF-A3C1-4E57-8E99-EF9534AFFF1E}"/>
          </ac:spMkLst>
        </pc:spChg>
        <pc:spChg chg="mod">
          <ac:chgData name="Alejandro Paolini Godoy" userId="c3a6e11a-e51d-46b0-a788-b09d2b3af6f8" providerId="ADAL" clId="{32975FC4-60DC-4260-AB6A-73CF78679369}" dt="2022-03-16T01:53:21.903" v="1043" actId="1076"/>
          <ac:spMkLst>
            <pc:docMk/>
            <pc:sldMk cId="2009872465" sldId="484"/>
            <ac:spMk id="59" creationId="{53109DF1-D188-4026-8BDD-C3289BBC0A39}"/>
          </ac:spMkLst>
        </pc:spChg>
        <pc:spChg chg="mod">
          <ac:chgData name="Alejandro Paolini Godoy" userId="c3a6e11a-e51d-46b0-a788-b09d2b3af6f8" providerId="ADAL" clId="{32975FC4-60DC-4260-AB6A-73CF78679369}" dt="2022-03-16T01:53:21.903" v="1043" actId="1076"/>
          <ac:spMkLst>
            <pc:docMk/>
            <pc:sldMk cId="2009872465" sldId="484"/>
            <ac:spMk id="60" creationId="{02E4F07C-BD00-4F6F-B294-27E86B16776E}"/>
          </ac:spMkLst>
        </pc:spChg>
        <pc:spChg chg="mod topLvl">
          <ac:chgData name="Alejandro Paolini Godoy" userId="c3a6e11a-e51d-46b0-a788-b09d2b3af6f8" providerId="ADAL" clId="{32975FC4-60DC-4260-AB6A-73CF78679369}" dt="2022-03-16T01:25:15.259" v="938" actId="1076"/>
          <ac:spMkLst>
            <pc:docMk/>
            <pc:sldMk cId="2009872465" sldId="484"/>
            <ac:spMk id="61" creationId="{099F29D5-4F63-45FF-9194-64C54CDCA8EA}"/>
          </ac:spMkLst>
        </pc:spChg>
        <pc:spChg chg="mod topLvl">
          <ac:chgData name="Alejandro Paolini Godoy" userId="c3a6e11a-e51d-46b0-a788-b09d2b3af6f8" providerId="ADAL" clId="{32975FC4-60DC-4260-AB6A-73CF78679369}" dt="2022-03-16T01:25:15.259" v="938" actId="1076"/>
          <ac:spMkLst>
            <pc:docMk/>
            <pc:sldMk cId="2009872465" sldId="484"/>
            <ac:spMk id="62" creationId="{19719C2D-0FA0-4BD3-B1B0-A88C1E698F43}"/>
          </ac:spMkLst>
        </pc:spChg>
        <pc:spChg chg="mod topLvl">
          <ac:chgData name="Alejandro Paolini Godoy" userId="c3a6e11a-e51d-46b0-a788-b09d2b3af6f8" providerId="ADAL" clId="{32975FC4-60DC-4260-AB6A-73CF78679369}" dt="2022-03-16T01:25:15.259" v="938" actId="1076"/>
          <ac:spMkLst>
            <pc:docMk/>
            <pc:sldMk cId="2009872465" sldId="484"/>
            <ac:spMk id="63" creationId="{475D1662-941B-47FF-AAF7-82D989FDA3C8}"/>
          </ac:spMkLst>
        </pc:spChg>
        <pc:spChg chg="mod topLvl">
          <ac:chgData name="Alejandro Paolini Godoy" userId="c3a6e11a-e51d-46b0-a788-b09d2b3af6f8" providerId="ADAL" clId="{32975FC4-60DC-4260-AB6A-73CF78679369}" dt="2022-03-16T01:25:15.259" v="938" actId="1076"/>
          <ac:spMkLst>
            <pc:docMk/>
            <pc:sldMk cId="2009872465" sldId="484"/>
            <ac:spMk id="64" creationId="{030D41E7-D3A4-40DA-9D03-EDD1EBC1FA17}"/>
          </ac:spMkLst>
        </pc:spChg>
        <pc:spChg chg="mod topLvl">
          <ac:chgData name="Alejandro Paolini Godoy" userId="c3a6e11a-e51d-46b0-a788-b09d2b3af6f8" providerId="ADAL" clId="{32975FC4-60DC-4260-AB6A-73CF78679369}" dt="2022-03-16T01:25:15.259" v="938" actId="1076"/>
          <ac:spMkLst>
            <pc:docMk/>
            <pc:sldMk cId="2009872465" sldId="484"/>
            <ac:spMk id="65" creationId="{A92EB2BB-144D-4E8D-9791-634CB14D341D}"/>
          </ac:spMkLst>
        </pc:spChg>
        <pc:spChg chg="mod topLvl">
          <ac:chgData name="Alejandro Paolini Godoy" userId="c3a6e11a-e51d-46b0-a788-b09d2b3af6f8" providerId="ADAL" clId="{32975FC4-60DC-4260-AB6A-73CF78679369}" dt="2022-03-16T01:25:15.259" v="938" actId="1076"/>
          <ac:spMkLst>
            <pc:docMk/>
            <pc:sldMk cId="2009872465" sldId="484"/>
            <ac:spMk id="66" creationId="{B0EBF42B-10D5-4B24-BB5E-F606B202893F}"/>
          </ac:spMkLst>
        </pc:spChg>
        <pc:spChg chg="mod topLvl">
          <ac:chgData name="Alejandro Paolini Godoy" userId="c3a6e11a-e51d-46b0-a788-b09d2b3af6f8" providerId="ADAL" clId="{32975FC4-60DC-4260-AB6A-73CF78679369}" dt="2022-03-16T01:25:15.259" v="938" actId="1076"/>
          <ac:spMkLst>
            <pc:docMk/>
            <pc:sldMk cId="2009872465" sldId="484"/>
            <ac:spMk id="67" creationId="{56A0F420-7C5A-44D5-9FCF-519402DB32DE}"/>
          </ac:spMkLst>
        </pc:spChg>
        <pc:spChg chg="mod topLvl">
          <ac:chgData name="Alejandro Paolini Godoy" userId="c3a6e11a-e51d-46b0-a788-b09d2b3af6f8" providerId="ADAL" clId="{32975FC4-60DC-4260-AB6A-73CF78679369}" dt="2022-03-16T01:25:15.259" v="938" actId="1076"/>
          <ac:spMkLst>
            <pc:docMk/>
            <pc:sldMk cId="2009872465" sldId="484"/>
            <ac:spMk id="68" creationId="{00ECE07E-3C9F-4E3F-943D-F2662A0911B2}"/>
          </ac:spMkLst>
        </pc:spChg>
        <pc:spChg chg="mod topLvl">
          <ac:chgData name="Alejandro Paolini Godoy" userId="c3a6e11a-e51d-46b0-a788-b09d2b3af6f8" providerId="ADAL" clId="{32975FC4-60DC-4260-AB6A-73CF78679369}" dt="2022-03-16T01:25:15.259" v="938" actId="1076"/>
          <ac:spMkLst>
            <pc:docMk/>
            <pc:sldMk cId="2009872465" sldId="484"/>
            <ac:spMk id="69" creationId="{1D517803-4B49-4D65-96EA-E176A69783D9}"/>
          </ac:spMkLst>
        </pc:spChg>
        <pc:spChg chg="mod topLvl">
          <ac:chgData name="Alejandro Paolini Godoy" userId="c3a6e11a-e51d-46b0-a788-b09d2b3af6f8" providerId="ADAL" clId="{32975FC4-60DC-4260-AB6A-73CF78679369}" dt="2022-03-16T01:25:15.259" v="938" actId="1076"/>
          <ac:spMkLst>
            <pc:docMk/>
            <pc:sldMk cId="2009872465" sldId="484"/>
            <ac:spMk id="70" creationId="{6A6B98C6-6034-4DF0-B27A-984AD15125F4}"/>
          </ac:spMkLst>
        </pc:spChg>
        <pc:spChg chg="mod topLvl">
          <ac:chgData name="Alejandro Paolini Godoy" userId="c3a6e11a-e51d-46b0-a788-b09d2b3af6f8" providerId="ADAL" clId="{32975FC4-60DC-4260-AB6A-73CF78679369}" dt="2022-03-16T01:25:15.259" v="938" actId="1076"/>
          <ac:spMkLst>
            <pc:docMk/>
            <pc:sldMk cId="2009872465" sldId="484"/>
            <ac:spMk id="71" creationId="{72C482B0-1CA0-42E5-8FC3-DF0662C80BAD}"/>
          </ac:spMkLst>
        </pc:spChg>
        <pc:spChg chg="mod topLvl">
          <ac:chgData name="Alejandro Paolini Godoy" userId="c3a6e11a-e51d-46b0-a788-b09d2b3af6f8" providerId="ADAL" clId="{32975FC4-60DC-4260-AB6A-73CF78679369}" dt="2022-03-16T01:25:15.259" v="938" actId="1076"/>
          <ac:spMkLst>
            <pc:docMk/>
            <pc:sldMk cId="2009872465" sldId="484"/>
            <ac:spMk id="72" creationId="{662B307B-4D7B-4AAC-B15F-D95F11C0C928}"/>
          </ac:spMkLst>
        </pc:spChg>
        <pc:spChg chg="mod topLvl">
          <ac:chgData name="Alejandro Paolini Godoy" userId="c3a6e11a-e51d-46b0-a788-b09d2b3af6f8" providerId="ADAL" clId="{32975FC4-60DC-4260-AB6A-73CF78679369}" dt="2022-03-16T01:25:15.259" v="938" actId="1076"/>
          <ac:spMkLst>
            <pc:docMk/>
            <pc:sldMk cId="2009872465" sldId="484"/>
            <ac:spMk id="73" creationId="{84FED56C-9151-40BA-A749-F782109B4BD3}"/>
          </ac:spMkLst>
        </pc:spChg>
        <pc:spChg chg="mod topLvl">
          <ac:chgData name="Alejandro Paolini Godoy" userId="c3a6e11a-e51d-46b0-a788-b09d2b3af6f8" providerId="ADAL" clId="{32975FC4-60DC-4260-AB6A-73CF78679369}" dt="2022-03-16T01:25:15.259" v="938" actId="1076"/>
          <ac:spMkLst>
            <pc:docMk/>
            <pc:sldMk cId="2009872465" sldId="484"/>
            <ac:spMk id="74" creationId="{2A520729-0D17-4362-9BB9-454DE2EE5DD2}"/>
          </ac:spMkLst>
        </pc:spChg>
        <pc:spChg chg="mod topLvl">
          <ac:chgData name="Alejandro Paolini Godoy" userId="c3a6e11a-e51d-46b0-a788-b09d2b3af6f8" providerId="ADAL" clId="{32975FC4-60DC-4260-AB6A-73CF78679369}" dt="2022-03-16T01:25:15.259" v="938" actId="1076"/>
          <ac:spMkLst>
            <pc:docMk/>
            <pc:sldMk cId="2009872465" sldId="484"/>
            <ac:spMk id="75" creationId="{ED7FEA53-51F7-4AC9-8084-85BF61F0A1A4}"/>
          </ac:spMkLst>
        </pc:spChg>
        <pc:spChg chg="mod topLvl">
          <ac:chgData name="Alejandro Paolini Godoy" userId="c3a6e11a-e51d-46b0-a788-b09d2b3af6f8" providerId="ADAL" clId="{32975FC4-60DC-4260-AB6A-73CF78679369}" dt="2022-03-16T01:25:15.259" v="938" actId="1076"/>
          <ac:spMkLst>
            <pc:docMk/>
            <pc:sldMk cId="2009872465" sldId="484"/>
            <ac:spMk id="76" creationId="{F923DD1E-B822-4932-A333-E8C36A60B47B}"/>
          </ac:spMkLst>
        </pc:spChg>
        <pc:spChg chg="mod topLvl">
          <ac:chgData name="Alejandro Paolini Godoy" userId="c3a6e11a-e51d-46b0-a788-b09d2b3af6f8" providerId="ADAL" clId="{32975FC4-60DC-4260-AB6A-73CF78679369}" dt="2022-03-16T01:25:15.259" v="938" actId="1076"/>
          <ac:spMkLst>
            <pc:docMk/>
            <pc:sldMk cId="2009872465" sldId="484"/>
            <ac:spMk id="77" creationId="{B13EC90C-9F01-4B89-A488-7279A3FDDFAB}"/>
          </ac:spMkLst>
        </pc:spChg>
        <pc:spChg chg="mod topLvl">
          <ac:chgData name="Alejandro Paolini Godoy" userId="c3a6e11a-e51d-46b0-a788-b09d2b3af6f8" providerId="ADAL" clId="{32975FC4-60DC-4260-AB6A-73CF78679369}" dt="2022-03-16T01:25:15.259" v="938" actId="1076"/>
          <ac:spMkLst>
            <pc:docMk/>
            <pc:sldMk cId="2009872465" sldId="484"/>
            <ac:spMk id="78" creationId="{FD336B9B-40FA-4C07-BBEA-F6B1AF59D2A3}"/>
          </ac:spMkLst>
        </pc:spChg>
        <pc:spChg chg="mod topLvl">
          <ac:chgData name="Alejandro Paolini Godoy" userId="c3a6e11a-e51d-46b0-a788-b09d2b3af6f8" providerId="ADAL" clId="{32975FC4-60DC-4260-AB6A-73CF78679369}" dt="2022-03-16T01:25:15.259" v="938" actId="1076"/>
          <ac:spMkLst>
            <pc:docMk/>
            <pc:sldMk cId="2009872465" sldId="484"/>
            <ac:spMk id="79" creationId="{8E449407-0075-4D14-A96A-BE706B3E089E}"/>
          </ac:spMkLst>
        </pc:spChg>
        <pc:spChg chg="mod topLvl">
          <ac:chgData name="Alejandro Paolini Godoy" userId="c3a6e11a-e51d-46b0-a788-b09d2b3af6f8" providerId="ADAL" clId="{32975FC4-60DC-4260-AB6A-73CF78679369}" dt="2022-03-16T01:25:15.259" v="938" actId="1076"/>
          <ac:spMkLst>
            <pc:docMk/>
            <pc:sldMk cId="2009872465" sldId="484"/>
            <ac:spMk id="80" creationId="{28E70C80-8630-4F79-97C7-7D2FD1C9D427}"/>
          </ac:spMkLst>
        </pc:spChg>
        <pc:spChg chg="mod topLvl">
          <ac:chgData name="Alejandro Paolini Godoy" userId="c3a6e11a-e51d-46b0-a788-b09d2b3af6f8" providerId="ADAL" clId="{32975FC4-60DC-4260-AB6A-73CF78679369}" dt="2022-03-16T01:25:15.259" v="938" actId="1076"/>
          <ac:spMkLst>
            <pc:docMk/>
            <pc:sldMk cId="2009872465" sldId="484"/>
            <ac:spMk id="81" creationId="{72144CC5-E035-416B-AE46-EADA572B0437}"/>
          </ac:spMkLst>
        </pc:spChg>
        <pc:spChg chg="mod topLvl">
          <ac:chgData name="Alejandro Paolini Godoy" userId="c3a6e11a-e51d-46b0-a788-b09d2b3af6f8" providerId="ADAL" clId="{32975FC4-60DC-4260-AB6A-73CF78679369}" dt="2022-03-16T01:25:15.259" v="938" actId="1076"/>
          <ac:spMkLst>
            <pc:docMk/>
            <pc:sldMk cId="2009872465" sldId="484"/>
            <ac:spMk id="82" creationId="{0AC10922-740C-41A6-B383-3417543F059C}"/>
          </ac:spMkLst>
        </pc:spChg>
        <pc:spChg chg="mod topLvl">
          <ac:chgData name="Alejandro Paolini Godoy" userId="c3a6e11a-e51d-46b0-a788-b09d2b3af6f8" providerId="ADAL" clId="{32975FC4-60DC-4260-AB6A-73CF78679369}" dt="2022-03-16T01:25:15.259" v="938" actId="1076"/>
          <ac:spMkLst>
            <pc:docMk/>
            <pc:sldMk cId="2009872465" sldId="484"/>
            <ac:spMk id="83" creationId="{F86053E2-54C3-46BD-907A-CC32AFF48CFF}"/>
          </ac:spMkLst>
        </pc:spChg>
        <pc:spChg chg="mod topLvl">
          <ac:chgData name="Alejandro Paolini Godoy" userId="c3a6e11a-e51d-46b0-a788-b09d2b3af6f8" providerId="ADAL" clId="{32975FC4-60DC-4260-AB6A-73CF78679369}" dt="2022-03-16T01:25:15.259" v="938" actId="1076"/>
          <ac:spMkLst>
            <pc:docMk/>
            <pc:sldMk cId="2009872465" sldId="484"/>
            <ac:spMk id="84" creationId="{3141CB51-B827-41B5-99D3-B427E557AEBA}"/>
          </ac:spMkLst>
        </pc:spChg>
        <pc:spChg chg="mod topLvl">
          <ac:chgData name="Alejandro Paolini Godoy" userId="c3a6e11a-e51d-46b0-a788-b09d2b3af6f8" providerId="ADAL" clId="{32975FC4-60DC-4260-AB6A-73CF78679369}" dt="2022-03-16T01:25:15.259" v="938" actId="1076"/>
          <ac:spMkLst>
            <pc:docMk/>
            <pc:sldMk cId="2009872465" sldId="484"/>
            <ac:spMk id="85" creationId="{1C6AA306-B39A-4C7E-8664-E473EBEED438}"/>
          </ac:spMkLst>
        </pc:spChg>
        <pc:spChg chg="mod topLvl">
          <ac:chgData name="Alejandro Paolini Godoy" userId="c3a6e11a-e51d-46b0-a788-b09d2b3af6f8" providerId="ADAL" clId="{32975FC4-60DC-4260-AB6A-73CF78679369}" dt="2022-03-16T01:25:15.259" v="938" actId="1076"/>
          <ac:spMkLst>
            <pc:docMk/>
            <pc:sldMk cId="2009872465" sldId="484"/>
            <ac:spMk id="86" creationId="{05740B29-63AE-4BD4-B65B-81AEDB922216}"/>
          </ac:spMkLst>
        </pc:spChg>
        <pc:spChg chg="mod topLvl">
          <ac:chgData name="Alejandro Paolini Godoy" userId="c3a6e11a-e51d-46b0-a788-b09d2b3af6f8" providerId="ADAL" clId="{32975FC4-60DC-4260-AB6A-73CF78679369}" dt="2022-03-16T01:25:15.259" v="938" actId="1076"/>
          <ac:spMkLst>
            <pc:docMk/>
            <pc:sldMk cId="2009872465" sldId="484"/>
            <ac:spMk id="87" creationId="{F3407C04-4467-4228-99AE-1C6F9A173136}"/>
          </ac:spMkLst>
        </pc:spChg>
        <pc:spChg chg="mod topLvl">
          <ac:chgData name="Alejandro Paolini Godoy" userId="c3a6e11a-e51d-46b0-a788-b09d2b3af6f8" providerId="ADAL" clId="{32975FC4-60DC-4260-AB6A-73CF78679369}" dt="2022-03-16T01:25:15.259" v="938" actId="1076"/>
          <ac:spMkLst>
            <pc:docMk/>
            <pc:sldMk cId="2009872465" sldId="484"/>
            <ac:spMk id="88" creationId="{0D7C6340-CECC-44A1-9402-3425D9553C0C}"/>
          </ac:spMkLst>
        </pc:spChg>
        <pc:spChg chg="mod topLvl">
          <ac:chgData name="Alejandro Paolini Godoy" userId="c3a6e11a-e51d-46b0-a788-b09d2b3af6f8" providerId="ADAL" clId="{32975FC4-60DC-4260-AB6A-73CF78679369}" dt="2022-03-16T01:25:15.259" v="938" actId="1076"/>
          <ac:spMkLst>
            <pc:docMk/>
            <pc:sldMk cId="2009872465" sldId="484"/>
            <ac:spMk id="89" creationId="{485568AD-6C58-4558-AA2B-97EEF1F37ECD}"/>
          </ac:spMkLst>
        </pc:spChg>
        <pc:spChg chg="mod topLvl">
          <ac:chgData name="Alejandro Paolini Godoy" userId="c3a6e11a-e51d-46b0-a788-b09d2b3af6f8" providerId="ADAL" clId="{32975FC4-60DC-4260-AB6A-73CF78679369}" dt="2022-03-16T01:25:15.259" v="938" actId="1076"/>
          <ac:spMkLst>
            <pc:docMk/>
            <pc:sldMk cId="2009872465" sldId="484"/>
            <ac:spMk id="90" creationId="{AB65C4D4-DB75-488F-9F6F-95AC4D674E15}"/>
          </ac:spMkLst>
        </pc:spChg>
        <pc:spChg chg="mod topLvl">
          <ac:chgData name="Alejandro Paolini Godoy" userId="c3a6e11a-e51d-46b0-a788-b09d2b3af6f8" providerId="ADAL" clId="{32975FC4-60DC-4260-AB6A-73CF78679369}" dt="2022-03-16T01:25:15.259" v="938" actId="1076"/>
          <ac:spMkLst>
            <pc:docMk/>
            <pc:sldMk cId="2009872465" sldId="484"/>
            <ac:spMk id="91" creationId="{66F016CC-BF97-427C-8C61-DF864D1ABD71}"/>
          </ac:spMkLst>
        </pc:spChg>
        <pc:spChg chg="mod topLvl">
          <ac:chgData name="Alejandro Paolini Godoy" userId="c3a6e11a-e51d-46b0-a788-b09d2b3af6f8" providerId="ADAL" clId="{32975FC4-60DC-4260-AB6A-73CF78679369}" dt="2022-03-16T01:25:15.259" v="938" actId="1076"/>
          <ac:spMkLst>
            <pc:docMk/>
            <pc:sldMk cId="2009872465" sldId="484"/>
            <ac:spMk id="92" creationId="{ACB7A2EB-0D79-41DE-9E7D-95913BF82B9E}"/>
          </ac:spMkLst>
        </pc:spChg>
        <pc:spChg chg="mod topLvl">
          <ac:chgData name="Alejandro Paolini Godoy" userId="c3a6e11a-e51d-46b0-a788-b09d2b3af6f8" providerId="ADAL" clId="{32975FC4-60DC-4260-AB6A-73CF78679369}" dt="2022-03-16T01:25:15.259" v="938" actId="1076"/>
          <ac:spMkLst>
            <pc:docMk/>
            <pc:sldMk cId="2009872465" sldId="484"/>
            <ac:spMk id="93" creationId="{95214997-CF4E-40C9-B4D2-600162002CC9}"/>
          </ac:spMkLst>
        </pc:spChg>
        <pc:spChg chg="mod topLvl">
          <ac:chgData name="Alejandro Paolini Godoy" userId="c3a6e11a-e51d-46b0-a788-b09d2b3af6f8" providerId="ADAL" clId="{32975FC4-60DC-4260-AB6A-73CF78679369}" dt="2022-03-16T01:25:15.259" v="938" actId="1076"/>
          <ac:spMkLst>
            <pc:docMk/>
            <pc:sldMk cId="2009872465" sldId="484"/>
            <ac:spMk id="94" creationId="{7F1A0C3E-D96C-420E-A357-A109FACB9A9A}"/>
          </ac:spMkLst>
        </pc:spChg>
        <pc:spChg chg="mod topLvl">
          <ac:chgData name="Alejandro Paolini Godoy" userId="c3a6e11a-e51d-46b0-a788-b09d2b3af6f8" providerId="ADAL" clId="{32975FC4-60DC-4260-AB6A-73CF78679369}" dt="2022-03-16T01:25:15.259" v="938" actId="1076"/>
          <ac:spMkLst>
            <pc:docMk/>
            <pc:sldMk cId="2009872465" sldId="484"/>
            <ac:spMk id="95" creationId="{366082D8-6932-452F-8490-81E59B4D1C91}"/>
          </ac:spMkLst>
        </pc:spChg>
        <pc:spChg chg="mod topLvl">
          <ac:chgData name="Alejandro Paolini Godoy" userId="c3a6e11a-e51d-46b0-a788-b09d2b3af6f8" providerId="ADAL" clId="{32975FC4-60DC-4260-AB6A-73CF78679369}" dt="2022-03-16T01:25:15.259" v="938" actId="1076"/>
          <ac:spMkLst>
            <pc:docMk/>
            <pc:sldMk cId="2009872465" sldId="484"/>
            <ac:spMk id="96" creationId="{A771828A-C860-4D3D-99A4-E3CB99293DB3}"/>
          </ac:spMkLst>
        </pc:spChg>
        <pc:spChg chg="mod topLvl">
          <ac:chgData name="Alejandro Paolini Godoy" userId="c3a6e11a-e51d-46b0-a788-b09d2b3af6f8" providerId="ADAL" clId="{32975FC4-60DC-4260-AB6A-73CF78679369}" dt="2022-03-16T01:25:15.259" v="938" actId="1076"/>
          <ac:spMkLst>
            <pc:docMk/>
            <pc:sldMk cId="2009872465" sldId="484"/>
            <ac:spMk id="97" creationId="{CFA04602-BF42-49C1-BE8F-B9506464966F}"/>
          </ac:spMkLst>
        </pc:spChg>
        <pc:spChg chg="mod topLvl">
          <ac:chgData name="Alejandro Paolini Godoy" userId="c3a6e11a-e51d-46b0-a788-b09d2b3af6f8" providerId="ADAL" clId="{32975FC4-60DC-4260-AB6A-73CF78679369}" dt="2022-03-16T01:25:15.259" v="938" actId="1076"/>
          <ac:spMkLst>
            <pc:docMk/>
            <pc:sldMk cId="2009872465" sldId="484"/>
            <ac:spMk id="98" creationId="{07FF2BAB-7BAD-4F90-94EA-E7A352C1A904}"/>
          </ac:spMkLst>
        </pc:spChg>
        <pc:spChg chg="mod topLvl">
          <ac:chgData name="Alejandro Paolini Godoy" userId="c3a6e11a-e51d-46b0-a788-b09d2b3af6f8" providerId="ADAL" clId="{32975FC4-60DC-4260-AB6A-73CF78679369}" dt="2022-03-16T01:25:15.259" v="938" actId="1076"/>
          <ac:spMkLst>
            <pc:docMk/>
            <pc:sldMk cId="2009872465" sldId="484"/>
            <ac:spMk id="99" creationId="{AE1B173C-BD72-4DEA-A72A-B69570151126}"/>
          </ac:spMkLst>
        </pc:spChg>
        <pc:spChg chg="mod topLvl">
          <ac:chgData name="Alejandro Paolini Godoy" userId="c3a6e11a-e51d-46b0-a788-b09d2b3af6f8" providerId="ADAL" clId="{32975FC4-60DC-4260-AB6A-73CF78679369}" dt="2022-03-16T01:25:15.259" v="938" actId="1076"/>
          <ac:spMkLst>
            <pc:docMk/>
            <pc:sldMk cId="2009872465" sldId="484"/>
            <ac:spMk id="100" creationId="{305EF5EE-6192-4238-A44F-4AB4F9FCB5C4}"/>
          </ac:spMkLst>
        </pc:spChg>
        <pc:spChg chg="mod topLvl">
          <ac:chgData name="Alejandro Paolini Godoy" userId="c3a6e11a-e51d-46b0-a788-b09d2b3af6f8" providerId="ADAL" clId="{32975FC4-60DC-4260-AB6A-73CF78679369}" dt="2022-03-16T01:25:15.259" v="938" actId="1076"/>
          <ac:spMkLst>
            <pc:docMk/>
            <pc:sldMk cId="2009872465" sldId="484"/>
            <ac:spMk id="101" creationId="{98B589C9-003E-4D54-AE66-C8C9D69F70A0}"/>
          </ac:spMkLst>
        </pc:spChg>
        <pc:spChg chg="mod topLvl">
          <ac:chgData name="Alejandro Paolini Godoy" userId="c3a6e11a-e51d-46b0-a788-b09d2b3af6f8" providerId="ADAL" clId="{32975FC4-60DC-4260-AB6A-73CF78679369}" dt="2022-03-16T01:25:15.259" v="938" actId="1076"/>
          <ac:spMkLst>
            <pc:docMk/>
            <pc:sldMk cId="2009872465" sldId="484"/>
            <ac:spMk id="102" creationId="{9CCED763-88C0-475D-8526-9B2D896229DD}"/>
          </ac:spMkLst>
        </pc:spChg>
        <pc:spChg chg="mod topLvl">
          <ac:chgData name="Alejandro Paolini Godoy" userId="c3a6e11a-e51d-46b0-a788-b09d2b3af6f8" providerId="ADAL" clId="{32975FC4-60DC-4260-AB6A-73CF78679369}" dt="2022-03-16T01:25:15.259" v="938" actId="1076"/>
          <ac:spMkLst>
            <pc:docMk/>
            <pc:sldMk cId="2009872465" sldId="484"/>
            <ac:spMk id="103" creationId="{8A8969E1-97EC-4844-8072-F51568E46544}"/>
          </ac:spMkLst>
        </pc:spChg>
        <pc:spChg chg="mod topLvl">
          <ac:chgData name="Alejandro Paolini Godoy" userId="c3a6e11a-e51d-46b0-a788-b09d2b3af6f8" providerId="ADAL" clId="{32975FC4-60DC-4260-AB6A-73CF78679369}" dt="2022-03-16T01:25:15.259" v="938" actId="1076"/>
          <ac:spMkLst>
            <pc:docMk/>
            <pc:sldMk cId="2009872465" sldId="484"/>
            <ac:spMk id="104" creationId="{943F02B6-C495-4805-B8E5-320476A8E2BB}"/>
          </ac:spMkLst>
        </pc:spChg>
        <pc:spChg chg="mod topLvl">
          <ac:chgData name="Alejandro Paolini Godoy" userId="c3a6e11a-e51d-46b0-a788-b09d2b3af6f8" providerId="ADAL" clId="{32975FC4-60DC-4260-AB6A-73CF78679369}" dt="2022-03-16T01:25:15.259" v="938" actId="1076"/>
          <ac:spMkLst>
            <pc:docMk/>
            <pc:sldMk cId="2009872465" sldId="484"/>
            <ac:spMk id="105" creationId="{39567521-D956-4F8F-8F79-17E82E69071E}"/>
          </ac:spMkLst>
        </pc:spChg>
        <pc:spChg chg="mod topLvl">
          <ac:chgData name="Alejandro Paolini Godoy" userId="c3a6e11a-e51d-46b0-a788-b09d2b3af6f8" providerId="ADAL" clId="{32975FC4-60DC-4260-AB6A-73CF78679369}" dt="2022-03-16T01:25:15.259" v="938" actId="1076"/>
          <ac:spMkLst>
            <pc:docMk/>
            <pc:sldMk cId="2009872465" sldId="484"/>
            <ac:spMk id="106" creationId="{BFB2EE53-138F-412A-9756-F24734EC35CE}"/>
          </ac:spMkLst>
        </pc:spChg>
        <pc:spChg chg="mod topLvl">
          <ac:chgData name="Alejandro Paolini Godoy" userId="c3a6e11a-e51d-46b0-a788-b09d2b3af6f8" providerId="ADAL" clId="{32975FC4-60DC-4260-AB6A-73CF78679369}" dt="2022-03-16T01:25:15.259" v="938" actId="1076"/>
          <ac:spMkLst>
            <pc:docMk/>
            <pc:sldMk cId="2009872465" sldId="484"/>
            <ac:spMk id="107" creationId="{A7AE7B67-5924-4592-A416-91A5D0B85C61}"/>
          </ac:spMkLst>
        </pc:spChg>
        <pc:spChg chg="mod topLvl">
          <ac:chgData name="Alejandro Paolini Godoy" userId="c3a6e11a-e51d-46b0-a788-b09d2b3af6f8" providerId="ADAL" clId="{32975FC4-60DC-4260-AB6A-73CF78679369}" dt="2022-03-16T01:25:15.259" v="938" actId="1076"/>
          <ac:spMkLst>
            <pc:docMk/>
            <pc:sldMk cId="2009872465" sldId="484"/>
            <ac:spMk id="108" creationId="{5BE00AB4-ADC9-44DF-891C-2150F234D640}"/>
          </ac:spMkLst>
        </pc:spChg>
        <pc:spChg chg="mod topLvl">
          <ac:chgData name="Alejandro Paolini Godoy" userId="c3a6e11a-e51d-46b0-a788-b09d2b3af6f8" providerId="ADAL" clId="{32975FC4-60DC-4260-AB6A-73CF78679369}" dt="2022-03-16T01:25:15.259" v="938" actId="1076"/>
          <ac:spMkLst>
            <pc:docMk/>
            <pc:sldMk cId="2009872465" sldId="484"/>
            <ac:spMk id="109" creationId="{DA10AB6A-CB88-4ECC-98AF-D779CB8A9108}"/>
          </ac:spMkLst>
        </pc:spChg>
        <pc:spChg chg="add mod">
          <ac:chgData name="Alejandro Paolini Godoy" userId="c3a6e11a-e51d-46b0-a788-b09d2b3af6f8" providerId="ADAL" clId="{32975FC4-60DC-4260-AB6A-73CF78679369}" dt="2022-03-16T01:25:23.219" v="942" actId="1076"/>
          <ac:spMkLst>
            <pc:docMk/>
            <pc:sldMk cId="2009872465" sldId="484"/>
            <ac:spMk id="110" creationId="{8C7DED39-EE74-4354-8084-22FF03B590B1}"/>
          </ac:spMkLst>
        </pc:spChg>
        <pc:spChg chg="add mod">
          <ac:chgData name="Alejandro Paolini Godoy" userId="c3a6e11a-e51d-46b0-a788-b09d2b3af6f8" providerId="ADAL" clId="{32975FC4-60DC-4260-AB6A-73CF78679369}" dt="2022-03-16T01:25:23.219" v="942" actId="1076"/>
          <ac:spMkLst>
            <pc:docMk/>
            <pc:sldMk cId="2009872465" sldId="484"/>
            <ac:spMk id="111" creationId="{A054CAE6-F81C-4E49-A667-FE96209976DC}"/>
          </ac:spMkLst>
        </pc:spChg>
        <pc:grpChg chg="add mod">
          <ac:chgData name="Alejandro Paolini Godoy" userId="c3a6e11a-e51d-46b0-a788-b09d2b3af6f8" providerId="ADAL" clId="{32975FC4-60DC-4260-AB6A-73CF78679369}" dt="2022-03-16T01:25:15.259" v="938" actId="1076"/>
          <ac:grpSpMkLst>
            <pc:docMk/>
            <pc:sldMk cId="2009872465" sldId="484"/>
            <ac:grpSpMk id="5" creationId="{BB3CAFC7-91E4-4F6A-A3A4-25485FFDE884}"/>
          </ac:grpSpMkLst>
        </pc:grpChg>
        <pc:grpChg chg="add mod">
          <ac:chgData name="Alejandro Paolini Godoy" userId="c3a6e11a-e51d-46b0-a788-b09d2b3af6f8" providerId="ADAL" clId="{32975FC4-60DC-4260-AB6A-73CF78679369}" dt="2022-03-16T01:25:23.219" v="942" actId="1076"/>
          <ac:grpSpMkLst>
            <pc:docMk/>
            <pc:sldMk cId="2009872465" sldId="484"/>
            <ac:grpSpMk id="7" creationId="{0F2E4D81-EF95-4F88-B337-2684B38A1B8D}"/>
          </ac:grpSpMkLst>
        </pc:grpChg>
        <pc:grpChg chg="add del mod">
          <ac:chgData name="Alejandro Paolini Godoy" userId="c3a6e11a-e51d-46b0-a788-b09d2b3af6f8" providerId="ADAL" clId="{32975FC4-60DC-4260-AB6A-73CF78679369}" dt="2022-03-16T01:22:31.978" v="860" actId="165"/>
          <ac:grpSpMkLst>
            <pc:docMk/>
            <pc:sldMk cId="2009872465" sldId="484"/>
            <ac:grpSpMk id="10" creationId="{D7F9E261-59FE-4F6E-A468-2602A6E46449}"/>
          </ac:grpSpMkLst>
        </pc:grpChg>
        <pc:picChg chg="del">
          <ac:chgData name="Alejandro Paolini Godoy" userId="c3a6e11a-e51d-46b0-a788-b09d2b3af6f8" providerId="ADAL" clId="{32975FC4-60DC-4260-AB6A-73CF78679369}" dt="2022-03-16T01:21:54.720" v="841" actId="478"/>
          <ac:picMkLst>
            <pc:docMk/>
            <pc:sldMk cId="2009872465" sldId="484"/>
            <ac:picMk id="4" creationId="{BADADACC-0FC4-4A3D-ACC3-8FCE66943368}"/>
          </ac:picMkLst>
        </pc:picChg>
        <pc:picChg chg="del">
          <ac:chgData name="Alejandro Paolini Godoy" userId="c3a6e11a-e51d-46b0-a788-b09d2b3af6f8" providerId="ADAL" clId="{32975FC4-60DC-4260-AB6A-73CF78679369}" dt="2022-03-16T01:21:53.558" v="840" actId="478"/>
          <ac:picMkLst>
            <pc:docMk/>
            <pc:sldMk cId="2009872465" sldId="484"/>
            <ac:picMk id="14" creationId="{E7B65DEA-A8D4-4633-9478-CF6EB41ECCDC}"/>
          </ac:picMkLst>
        </pc:picChg>
      </pc:sldChg>
      <pc:sldChg chg="delSp modSp add mod ord modAnim">
        <pc:chgData name="Alejandro Paolini Godoy" userId="c3a6e11a-e51d-46b0-a788-b09d2b3af6f8" providerId="ADAL" clId="{32975FC4-60DC-4260-AB6A-73CF78679369}" dt="2022-03-28T04:55:50.754" v="5626"/>
        <pc:sldMkLst>
          <pc:docMk/>
          <pc:sldMk cId="2339541240" sldId="485"/>
        </pc:sldMkLst>
        <pc:spChg chg="mod">
          <ac:chgData name="Alejandro Paolini Godoy" userId="c3a6e11a-e51d-46b0-a788-b09d2b3af6f8" providerId="ADAL" clId="{32975FC4-60DC-4260-AB6A-73CF78679369}" dt="2022-03-16T01:55:56.777" v="1047"/>
          <ac:spMkLst>
            <pc:docMk/>
            <pc:sldMk cId="2339541240" sldId="485"/>
            <ac:spMk id="3" creationId="{43D28349-7E23-4252-8C38-89221E45D5E5}"/>
          </ac:spMkLst>
        </pc:spChg>
        <pc:spChg chg="mod">
          <ac:chgData name="Alejandro Paolini Godoy" userId="c3a6e11a-e51d-46b0-a788-b09d2b3af6f8" providerId="ADAL" clId="{32975FC4-60DC-4260-AB6A-73CF78679369}" dt="2022-03-16T02:13:22.678" v="1128" actId="20577"/>
          <ac:spMkLst>
            <pc:docMk/>
            <pc:sldMk cId="2339541240" sldId="485"/>
            <ac:spMk id="8" creationId="{284E07A5-451A-4795-9785-6E3202A8C05C}"/>
          </ac:spMkLst>
        </pc:spChg>
        <pc:spChg chg="del">
          <ac:chgData name="Alejandro Paolini Godoy" userId="c3a6e11a-e51d-46b0-a788-b09d2b3af6f8" providerId="ADAL" clId="{32975FC4-60DC-4260-AB6A-73CF78679369}" dt="2022-03-16T01:56:26.951" v="1071" actId="478"/>
          <ac:spMkLst>
            <pc:docMk/>
            <pc:sldMk cId="2339541240" sldId="485"/>
            <ac:spMk id="49" creationId="{D8C89E7F-3731-41FE-9B02-21959CAFB198}"/>
          </ac:spMkLst>
        </pc:spChg>
        <pc:spChg chg="del mod topLvl">
          <ac:chgData name="Alejandro Paolini Godoy" userId="c3a6e11a-e51d-46b0-a788-b09d2b3af6f8" providerId="ADAL" clId="{32975FC4-60DC-4260-AB6A-73CF78679369}" dt="2022-03-16T01:56:48.258" v="1073" actId="478"/>
          <ac:spMkLst>
            <pc:docMk/>
            <pc:sldMk cId="2339541240" sldId="485"/>
            <ac:spMk id="50" creationId="{6669D9E9-CC84-42A6-86F2-C75F51C01AE4}"/>
          </ac:spMkLst>
        </pc:spChg>
        <pc:spChg chg="del mod topLvl">
          <ac:chgData name="Alejandro Paolini Godoy" userId="c3a6e11a-e51d-46b0-a788-b09d2b3af6f8" providerId="ADAL" clId="{32975FC4-60DC-4260-AB6A-73CF78679369}" dt="2022-03-16T01:56:48.258" v="1073" actId="478"/>
          <ac:spMkLst>
            <pc:docMk/>
            <pc:sldMk cId="2339541240" sldId="485"/>
            <ac:spMk id="51" creationId="{255D6E04-1F64-4D3D-BAAF-9CF557BBFA41}"/>
          </ac:spMkLst>
        </pc:spChg>
        <pc:spChg chg="del mod topLvl">
          <ac:chgData name="Alejandro Paolini Godoy" userId="c3a6e11a-e51d-46b0-a788-b09d2b3af6f8" providerId="ADAL" clId="{32975FC4-60DC-4260-AB6A-73CF78679369}" dt="2022-03-16T01:56:48.258" v="1073" actId="478"/>
          <ac:spMkLst>
            <pc:docMk/>
            <pc:sldMk cId="2339541240" sldId="485"/>
            <ac:spMk id="52" creationId="{CBCA8E78-619E-4283-94E8-8157C9E3C137}"/>
          </ac:spMkLst>
        </pc:spChg>
        <pc:spChg chg="del mod topLvl">
          <ac:chgData name="Alejandro Paolini Godoy" userId="c3a6e11a-e51d-46b0-a788-b09d2b3af6f8" providerId="ADAL" clId="{32975FC4-60DC-4260-AB6A-73CF78679369}" dt="2022-03-16T01:56:48.258" v="1073" actId="478"/>
          <ac:spMkLst>
            <pc:docMk/>
            <pc:sldMk cId="2339541240" sldId="485"/>
            <ac:spMk id="53" creationId="{4B33F824-1FE9-4874-AE5A-7B8F2B0D0B96}"/>
          </ac:spMkLst>
        </pc:spChg>
        <pc:spChg chg="del mod topLvl">
          <ac:chgData name="Alejandro Paolini Godoy" userId="c3a6e11a-e51d-46b0-a788-b09d2b3af6f8" providerId="ADAL" clId="{32975FC4-60DC-4260-AB6A-73CF78679369}" dt="2022-03-16T01:56:48.258" v="1073" actId="478"/>
          <ac:spMkLst>
            <pc:docMk/>
            <pc:sldMk cId="2339541240" sldId="485"/>
            <ac:spMk id="54" creationId="{C8A01BBF-E706-4B11-B36D-EE2267942364}"/>
          </ac:spMkLst>
        </pc:spChg>
        <pc:spChg chg="mod topLvl">
          <ac:chgData name="Alejandro Paolini Godoy" userId="c3a6e11a-e51d-46b0-a788-b09d2b3af6f8" providerId="ADAL" clId="{32975FC4-60DC-4260-AB6A-73CF78679369}" dt="2022-03-16T02:11:28.544" v="1126" actId="207"/>
          <ac:spMkLst>
            <pc:docMk/>
            <pc:sldMk cId="2339541240" sldId="485"/>
            <ac:spMk id="60" creationId="{CD3B3E25-200F-44A4-A51C-90FC700ADE8E}"/>
          </ac:spMkLst>
        </pc:spChg>
        <pc:spChg chg="del mod topLvl">
          <ac:chgData name="Alejandro Paolini Godoy" userId="c3a6e11a-e51d-46b0-a788-b09d2b3af6f8" providerId="ADAL" clId="{32975FC4-60DC-4260-AB6A-73CF78679369}" dt="2022-03-16T01:57:12.422" v="1077" actId="478"/>
          <ac:spMkLst>
            <pc:docMk/>
            <pc:sldMk cId="2339541240" sldId="485"/>
            <ac:spMk id="61" creationId="{150B4DF0-BD45-4E66-A989-45D66A71BAE7}"/>
          </ac:spMkLst>
        </pc:spChg>
        <pc:spChg chg="del">
          <ac:chgData name="Alejandro Paolini Godoy" userId="c3a6e11a-e51d-46b0-a788-b09d2b3af6f8" providerId="ADAL" clId="{32975FC4-60DC-4260-AB6A-73CF78679369}" dt="2022-03-16T01:57:17.095" v="1078" actId="478"/>
          <ac:spMkLst>
            <pc:docMk/>
            <pc:sldMk cId="2339541240" sldId="485"/>
            <ac:spMk id="65" creationId="{F54BD73E-5D8D-4F92-BDBC-936C0002DDD7}"/>
          </ac:spMkLst>
        </pc:spChg>
        <pc:spChg chg="del">
          <ac:chgData name="Alejandro Paolini Godoy" userId="c3a6e11a-e51d-46b0-a788-b09d2b3af6f8" providerId="ADAL" clId="{32975FC4-60DC-4260-AB6A-73CF78679369}" dt="2022-03-16T01:57:19.178" v="1079" actId="478"/>
          <ac:spMkLst>
            <pc:docMk/>
            <pc:sldMk cId="2339541240" sldId="485"/>
            <ac:spMk id="66" creationId="{A0262393-561B-41B9-8B7D-757A2D4B2BE0}"/>
          </ac:spMkLst>
        </pc:spChg>
        <pc:spChg chg="mod topLvl">
          <ac:chgData name="Alejandro Paolini Godoy" userId="c3a6e11a-e51d-46b0-a788-b09d2b3af6f8" providerId="ADAL" clId="{32975FC4-60DC-4260-AB6A-73CF78679369}" dt="2022-03-16T01:56:36.872" v="1072" actId="165"/>
          <ac:spMkLst>
            <pc:docMk/>
            <pc:sldMk cId="2339541240" sldId="485"/>
            <ac:spMk id="103" creationId="{96B80534-2125-44A8-A623-2462903DFE0E}"/>
          </ac:spMkLst>
        </pc:spChg>
        <pc:grpChg chg="del">
          <ac:chgData name="Alejandro Paolini Godoy" userId="c3a6e11a-e51d-46b0-a788-b09d2b3af6f8" providerId="ADAL" clId="{32975FC4-60DC-4260-AB6A-73CF78679369}" dt="2022-03-16T01:56:36.872" v="1072" actId="165"/>
          <ac:grpSpMkLst>
            <pc:docMk/>
            <pc:sldMk cId="2339541240" sldId="485"/>
            <ac:grpSpMk id="7" creationId="{DEB03F33-DFD5-4FA9-8B66-2468009AFB65}"/>
          </ac:grpSpMkLst>
        </pc:grpChg>
        <pc:picChg chg="del mod topLvl">
          <ac:chgData name="Alejandro Paolini Godoy" userId="c3a6e11a-e51d-46b0-a788-b09d2b3af6f8" providerId="ADAL" clId="{32975FC4-60DC-4260-AB6A-73CF78679369}" dt="2022-03-16T01:56:48.258" v="1073" actId="478"/>
          <ac:picMkLst>
            <pc:docMk/>
            <pc:sldMk cId="2339541240" sldId="485"/>
            <ac:picMk id="4" creationId="{7A58F518-A76C-4D01-B2B8-F813CE754AA7}"/>
          </ac:picMkLst>
        </pc:picChg>
        <pc:picChg chg="del">
          <ac:chgData name="Alejandro Paolini Godoy" userId="c3a6e11a-e51d-46b0-a788-b09d2b3af6f8" providerId="ADAL" clId="{32975FC4-60DC-4260-AB6A-73CF78679369}" dt="2022-03-16T01:57:20.865" v="1080" actId="478"/>
          <ac:picMkLst>
            <pc:docMk/>
            <pc:sldMk cId="2339541240" sldId="485"/>
            <ac:picMk id="71" creationId="{8F95CC86-7A2E-46B7-BA93-E80992464A96}"/>
          </ac:picMkLst>
        </pc:picChg>
        <pc:cxnChg chg="del mod topLvl">
          <ac:chgData name="Alejandro Paolini Godoy" userId="c3a6e11a-e51d-46b0-a788-b09d2b3af6f8" providerId="ADAL" clId="{32975FC4-60DC-4260-AB6A-73CF78679369}" dt="2022-03-16T01:56:51.798" v="1074" actId="478"/>
          <ac:cxnSpMkLst>
            <pc:docMk/>
            <pc:sldMk cId="2339541240" sldId="485"/>
            <ac:cxnSpMk id="6" creationId="{AA7E0F41-8E1D-48D1-9B57-96B8E79ABF0B}"/>
          </ac:cxnSpMkLst>
        </pc:cxnChg>
      </pc:sldChg>
      <pc:sldChg chg="addSp delSp modSp add mod ord modAnim">
        <pc:chgData name="Alejandro Paolini Godoy" userId="c3a6e11a-e51d-46b0-a788-b09d2b3af6f8" providerId="ADAL" clId="{32975FC4-60DC-4260-AB6A-73CF78679369}" dt="2022-03-28T05:00:00.869" v="5672"/>
        <pc:sldMkLst>
          <pc:docMk/>
          <pc:sldMk cId="4140569640" sldId="486"/>
        </pc:sldMkLst>
        <pc:spChg chg="add del mod">
          <ac:chgData name="Alejandro Paolini Godoy" userId="c3a6e11a-e51d-46b0-a788-b09d2b3af6f8" providerId="ADAL" clId="{32975FC4-60DC-4260-AB6A-73CF78679369}" dt="2022-03-16T05:17:34.452" v="1219"/>
          <ac:spMkLst>
            <pc:docMk/>
            <pc:sldMk cId="4140569640" sldId="486"/>
            <ac:spMk id="3" creationId="{3E38D1EA-3E94-4A4D-84CE-F6F200D9C18C}"/>
          </ac:spMkLst>
        </pc:spChg>
        <pc:spChg chg="mod">
          <ac:chgData name="Alejandro Paolini Godoy" userId="c3a6e11a-e51d-46b0-a788-b09d2b3af6f8" providerId="ADAL" clId="{32975FC4-60DC-4260-AB6A-73CF78679369}" dt="2022-03-16T04:56:19.950" v="1150" actId="20577"/>
          <ac:spMkLst>
            <pc:docMk/>
            <pc:sldMk cId="4140569640" sldId="486"/>
            <ac:spMk id="6" creationId="{F0ACAD3D-6F09-4D90-A5CF-7C56DC976CC4}"/>
          </ac:spMkLst>
        </pc:spChg>
        <pc:spChg chg="mod">
          <ac:chgData name="Alejandro Paolini Godoy" userId="c3a6e11a-e51d-46b0-a788-b09d2b3af6f8" providerId="ADAL" clId="{32975FC4-60DC-4260-AB6A-73CF78679369}" dt="2022-03-16T05:19:28.457" v="1227" actId="113"/>
          <ac:spMkLst>
            <pc:docMk/>
            <pc:sldMk cId="4140569640" sldId="486"/>
            <ac:spMk id="59" creationId="{53109DF1-D188-4026-8BDD-C3289BBC0A39}"/>
          </ac:spMkLst>
        </pc:spChg>
        <pc:spChg chg="mod">
          <ac:chgData name="Alejandro Paolini Godoy" userId="c3a6e11a-e51d-46b0-a788-b09d2b3af6f8" providerId="ADAL" clId="{32975FC4-60DC-4260-AB6A-73CF78679369}" dt="2022-03-16T05:19:41.377" v="1229" actId="14100"/>
          <ac:spMkLst>
            <pc:docMk/>
            <pc:sldMk cId="4140569640" sldId="486"/>
            <ac:spMk id="60" creationId="{02E4F07C-BD00-4F6F-B294-27E86B16776E}"/>
          </ac:spMkLst>
        </pc:spChg>
        <pc:picChg chg="del">
          <ac:chgData name="Alejandro Paolini Godoy" userId="c3a6e11a-e51d-46b0-a788-b09d2b3af6f8" providerId="ADAL" clId="{32975FC4-60DC-4260-AB6A-73CF78679369}" dt="2022-03-16T04:58:03.750" v="1152" actId="478"/>
          <ac:picMkLst>
            <pc:docMk/>
            <pc:sldMk cId="4140569640" sldId="486"/>
            <ac:picMk id="4" creationId="{BADADACC-0FC4-4A3D-ACC3-8FCE66943368}"/>
          </ac:picMkLst>
        </pc:picChg>
        <pc:picChg chg="add del mod">
          <ac:chgData name="Alejandro Paolini Godoy" userId="c3a6e11a-e51d-46b0-a788-b09d2b3af6f8" providerId="ADAL" clId="{32975FC4-60DC-4260-AB6A-73CF78679369}" dt="2022-03-16T05:16:50.813" v="1212"/>
          <ac:picMkLst>
            <pc:docMk/>
            <pc:sldMk cId="4140569640" sldId="486"/>
            <ac:picMk id="5" creationId="{2A2974BF-65DB-4A6F-9695-4000BBAE7EF4}"/>
          </ac:picMkLst>
        </pc:picChg>
        <pc:picChg chg="add del">
          <ac:chgData name="Alejandro Paolini Godoy" userId="c3a6e11a-e51d-46b0-a788-b09d2b3af6f8" providerId="ADAL" clId="{32975FC4-60DC-4260-AB6A-73CF78679369}" dt="2022-03-16T05:17:31.973" v="1218"/>
          <ac:picMkLst>
            <pc:docMk/>
            <pc:sldMk cId="4140569640" sldId="486"/>
            <ac:picMk id="7" creationId="{F057CEE1-A04C-4BEB-A562-5F0525F6F4E0}"/>
          </ac:picMkLst>
        </pc:picChg>
        <pc:picChg chg="add mod modCrop">
          <ac:chgData name="Alejandro Paolini Godoy" userId="c3a6e11a-e51d-46b0-a788-b09d2b3af6f8" providerId="ADAL" clId="{32975FC4-60DC-4260-AB6A-73CF78679369}" dt="2022-03-16T05:17:55.394" v="1222" actId="14100"/>
          <ac:picMkLst>
            <pc:docMk/>
            <pc:sldMk cId="4140569640" sldId="486"/>
            <ac:picMk id="8" creationId="{C1A254A9-5086-445E-844E-F7AB5995D263}"/>
          </ac:picMkLst>
        </pc:picChg>
        <pc:picChg chg="del">
          <ac:chgData name="Alejandro Paolini Godoy" userId="c3a6e11a-e51d-46b0-a788-b09d2b3af6f8" providerId="ADAL" clId="{32975FC4-60DC-4260-AB6A-73CF78679369}" dt="2022-03-16T04:58:02.498" v="1151" actId="478"/>
          <ac:picMkLst>
            <pc:docMk/>
            <pc:sldMk cId="4140569640" sldId="486"/>
            <ac:picMk id="14" creationId="{E7B65DEA-A8D4-4633-9478-CF6EB41ECCDC}"/>
          </ac:picMkLst>
        </pc:picChg>
      </pc:sldChg>
      <pc:sldChg chg="addSp delSp modSp add mod ord delAnim modAnim">
        <pc:chgData name="Alejandro Paolini Godoy" userId="c3a6e11a-e51d-46b0-a788-b09d2b3af6f8" providerId="ADAL" clId="{32975FC4-60DC-4260-AB6A-73CF78679369}" dt="2022-03-28T04:56:02.465" v="5641"/>
        <pc:sldMkLst>
          <pc:docMk/>
          <pc:sldMk cId="2264198530" sldId="487"/>
        </pc:sldMkLst>
        <pc:spChg chg="mod">
          <ac:chgData name="Alejandro Paolini Godoy" userId="c3a6e11a-e51d-46b0-a788-b09d2b3af6f8" providerId="ADAL" clId="{32975FC4-60DC-4260-AB6A-73CF78679369}" dt="2022-03-16T05:29:57.671" v="1454"/>
          <ac:spMkLst>
            <pc:docMk/>
            <pc:sldMk cId="2264198530" sldId="487"/>
            <ac:spMk id="3" creationId="{43D28349-7E23-4252-8C38-89221E45D5E5}"/>
          </ac:spMkLst>
        </pc:spChg>
        <pc:spChg chg="mod">
          <ac:chgData name="Alejandro Paolini Godoy" userId="c3a6e11a-e51d-46b0-a788-b09d2b3af6f8" providerId="ADAL" clId="{32975FC4-60DC-4260-AB6A-73CF78679369}" dt="2022-03-16T05:29:46.684" v="1453" actId="20577"/>
          <ac:spMkLst>
            <pc:docMk/>
            <pc:sldMk cId="2264198530" sldId="487"/>
            <ac:spMk id="8" creationId="{284E07A5-451A-4795-9785-6E3202A8C05C}"/>
          </ac:spMkLst>
        </pc:spChg>
        <pc:spChg chg="del mod">
          <ac:chgData name="Alejandro Paolini Godoy" userId="c3a6e11a-e51d-46b0-a788-b09d2b3af6f8" providerId="ADAL" clId="{32975FC4-60DC-4260-AB6A-73CF78679369}" dt="2022-03-16T05:23:41.802" v="1348" actId="478"/>
          <ac:spMkLst>
            <pc:docMk/>
            <pc:sldMk cId="2264198530" sldId="487"/>
            <ac:spMk id="10" creationId="{0EE3CB1C-31C8-4ACB-BB4C-14AFD2E041F6}"/>
          </ac:spMkLst>
        </pc:spChg>
        <pc:spChg chg="del">
          <ac:chgData name="Alejandro Paolini Godoy" userId="c3a6e11a-e51d-46b0-a788-b09d2b3af6f8" providerId="ADAL" clId="{32975FC4-60DC-4260-AB6A-73CF78679369}" dt="2022-03-16T05:22:04.122" v="1259" actId="478"/>
          <ac:spMkLst>
            <pc:docMk/>
            <pc:sldMk cId="2264198530" sldId="487"/>
            <ac:spMk id="11" creationId="{7D708CF2-55FE-4813-BE33-90F8A56162DF}"/>
          </ac:spMkLst>
        </pc:spChg>
        <pc:spChg chg="mod">
          <ac:chgData name="Alejandro Paolini Godoy" userId="c3a6e11a-e51d-46b0-a788-b09d2b3af6f8" providerId="ADAL" clId="{32975FC4-60DC-4260-AB6A-73CF78679369}" dt="2022-03-17T20:08:50.622" v="1579" actId="207"/>
          <ac:spMkLst>
            <pc:docMk/>
            <pc:sldMk cId="2264198530" sldId="487"/>
            <ac:spMk id="12" creationId="{8615F403-7D7C-4C9F-9BDB-5DC9D0F26DC5}"/>
          </ac:spMkLst>
        </pc:spChg>
        <pc:spChg chg="del">
          <ac:chgData name="Alejandro Paolini Godoy" userId="c3a6e11a-e51d-46b0-a788-b09d2b3af6f8" providerId="ADAL" clId="{32975FC4-60DC-4260-AB6A-73CF78679369}" dt="2022-03-16T05:22:49.057" v="1287" actId="478"/>
          <ac:spMkLst>
            <pc:docMk/>
            <pc:sldMk cId="2264198530" sldId="487"/>
            <ac:spMk id="13" creationId="{1A7430D9-D8EF-4EF9-B85D-CB00A61B58BC}"/>
          </ac:spMkLst>
        </pc:spChg>
        <pc:spChg chg="del">
          <ac:chgData name="Alejandro Paolini Godoy" userId="c3a6e11a-e51d-46b0-a788-b09d2b3af6f8" providerId="ADAL" clId="{32975FC4-60DC-4260-AB6A-73CF78679369}" dt="2022-03-16T05:22:47.698" v="1286" actId="478"/>
          <ac:spMkLst>
            <pc:docMk/>
            <pc:sldMk cId="2264198530" sldId="487"/>
            <ac:spMk id="14" creationId="{BEC302E7-B392-433B-9B44-4360568B6F08}"/>
          </ac:spMkLst>
        </pc:spChg>
        <pc:spChg chg="add mod">
          <ac:chgData name="Alejandro Paolini Godoy" userId="c3a6e11a-e51d-46b0-a788-b09d2b3af6f8" providerId="ADAL" clId="{32975FC4-60DC-4260-AB6A-73CF78679369}" dt="2022-03-17T20:08:50.622" v="1579" actId="207"/>
          <ac:spMkLst>
            <pc:docMk/>
            <pc:sldMk cId="2264198530" sldId="487"/>
            <ac:spMk id="15" creationId="{14EC9C4C-D0B7-4014-B11D-830816D00870}"/>
          </ac:spMkLst>
        </pc:spChg>
        <pc:spChg chg="del">
          <ac:chgData name="Alejandro Paolini Godoy" userId="c3a6e11a-e51d-46b0-a788-b09d2b3af6f8" providerId="ADAL" clId="{32975FC4-60DC-4260-AB6A-73CF78679369}" dt="2022-03-16T05:22:46.457" v="1285" actId="478"/>
          <ac:spMkLst>
            <pc:docMk/>
            <pc:sldMk cId="2264198530" sldId="487"/>
            <ac:spMk id="16" creationId="{906B5A7B-207B-443C-B15A-8A8B304AF5F0}"/>
          </ac:spMkLst>
        </pc:spChg>
        <pc:spChg chg="add mod">
          <ac:chgData name="Alejandro Paolini Godoy" userId="c3a6e11a-e51d-46b0-a788-b09d2b3af6f8" providerId="ADAL" clId="{32975FC4-60DC-4260-AB6A-73CF78679369}" dt="2022-03-17T20:08:50.622" v="1579" actId="207"/>
          <ac:spMkLst>
            <pc:docMk/>
            <pc:sldMk cId="2264198530" sldId="487"/>
            <ac:spMk id="17" creationId="{8842D261-0E4C-4621-9E67-928E5A4B3A84}"/>
          </ac:spMkLst>
        </pc:spChg>
        <pc:spChg chg="del">
          <ac:chgData name="Alejandro Paolini Godoy" userId="c3a6e11a-e51d-46b0-a788-b09d2b3af6f8" providerId="ADAL" clId="{32975FC4-60DC-4260-AB6A-73CF78679369}" dt="2022-03-16T05:22:44.190" v="1284" actId="478"/>
          <ac:spMkLst>
            <pc:docMk/>
            <pc:sldMk cId="2264198530" sldId="487"/>
            <ac:spMk id="18" creationId="{BF8C9C12-5069-43DD-8134-5DBD078843F6}"/>
          </ac:spMkLst>
        </pc:spChg>
        <pc:spChg chg="add mod">
          <ac:chgData name="Alejandro Paolini Godoy" userId="c3a6e11a-e51d-46b0-a788-b09d2b3af6f8" providerId="ADAL" clId="{32975FC4-60DC-4260-AB6A-73CF78679369}" dt="2022-03-17T20:08:50.622" v="1579" actId="207"/>
          <ac:spMkLst>
            <pc:docMk/>
            <pc:sldMk cId="2264198530" sldId="487"/>
            <ac:spMk id="19" creationId="{9788407F-B76D-4A7E-929F-FE586556B4AB}"/>
          </ac:spMkLst>
        </pc:spChg>
        <pc:spChg chg="mod">
          <ac:chgData name="Alejandro Paolini Godoy" userId="c3a6e11a-e51d-46b0-a788-b09d2b3af6f8" providerId="ADAL" clId="{32975FC4-60DC-4260-AB6A-73CF78679369}" dt="2022-03-16T05:29:00.262" v="1415" actId="1076"/>
          <ac:spMkLst>
            <pc:docMk/>
            <pc:sldMk cId="2264198530" sldId="487"/>
            <ac:spMk id="21" creationId="{6762EADD-3897-40A2-89C3-4C9EBDBF6370}"/>
          </ac:spMkLst>
        </pc:spChg>
        <pc:spChg chg="mod">
          <ac:chgData name="Alejandro Paolini Godoy" userId="c3a6e11a-e51d-46b0-a788-b09d2b3af6f8" providerId="ADAL" clId="{32975FC4-60DC-4260-AB6A-73CF78679369}" dt="2022-03-16T05:29:00.262" v="1415" actId="1076"/>
          <ac:spMkLst>
            <pc:docMk/>
            <pc:sldMk cId="2264198530" sldId="487"/>
            <ac:spMk id="22" creationId="{669776B6-D33D-4D21-B262-34A5339F261E}"/>
          </ac:spMkLst>
        </pc:spChg>
        <pc:spChg chg="mod">
          <ac:chgData name="Alejandro Paolini Godoy" userId="c3a6e11a-e51d-46b0-a788-b09d2b3af6f8" providerId="ADAL" clId="{32975FC4-60DC-4260-AB6A-73CF78679369}" dt="2022-03-16T05:29:06.570" v="1416" actId="1076"/>
          <ac:spMkLst>
            <pc:docMk/>
            <pc:sldMk cId="2264198530" sldId="487"/>
            <ac:spMk id="24" creationId="{8E4ED62D-4BCB-482D-B4F8-02C962FC2A99}"/>
          </ac:spMkLst>
        </pc:spChg>
        <pc:spChg chg="mod">
          <ac:chgData name="Alejandro Paolini Godoy" userId="c3a6e11a-e51d-46b0-a788-b09d2b3af6f8" providerId="ADAL" clId="{32975FC4-60DC-4260-AB6A-73CF78679369}" dt="2022-03-16T05:29:06.570" v="1416" actId="1076"/>
          <ac:spMkLst>
            <pc:docMk/>
            <pc:sldMk cId="2264198530" sldId="487"/>
            <ac:spMk id="25" creationId="{E8740BF6-1B7F-4831-949E-6036B932C86C}"/>
          </ac:spMkLst>
        </pc:spChg>
        <pc:spChg chg="mod">
          <ac:chgData name="Alejandro Paolini Godoy" userId="c3a6e11a-e51d-46b0-a788-b09d2b3af6f8" providerId="ADAL" clId="{32975FC4-60DC-4260-AB6A-73CF78679369}" dt="2022-03-16T05:29:12.638" v="1417" actId="1076"/>
          <ac:spMkLst>
            <pc:docMk/>
            <pc:sldMk cId="2264198530" sldId="487"/>
            <ac:spMk id="27" creationId="{C6E97437-45BC-45E5-A926-3620D79D9301}"/>
          </ac:spMkLst>
        </pc:spChg>
        <pc:spChg chg="mod">
          <ac:chgData name="Alejandro Paolini Godoy" userId="c3a6e11a-e51d-46b0-a788-b09d2b3af6f8" providerId="ADAL" clId="{32975FC4-60DC-4260-AB6A-73CF78679369}" dt="2022-03-16T05:29:12.638" v="1417" actId="1076"/>
          <ac:spMkLst>
            <pc:docMk/>
            <pc:sldMk cId="2264198530" sldId="487"/>
            <ac:spMk id="28" creationId="{853B5920-F2CE-4F80-8647-AF3746189415}"/>
          </ac:spMkLst>
        </pc:spChg>
        <pc:grpChg chg="add mod">
          <ac:chgData name="Alejandro Paolini Godoy" userId="c3a6e11a-e51d-46b0-a788-b09d2b3af6f8" providerId="ADAL" clId="{32975FC4-60DC-4260-AB6A-73CF78679369}" dt="2022-03-16T05:29:00.262" v="1415" actId="1076"/>
          <ac:grpSpMkLst>
            <pc:docMk/>
            <pc:sldMk cId="2264198530" sldId="487"/>
            <ac:grpSpMk id="20" creationId="{0C71DE13-E9B6-4BFA-979F-B7C81A0F0A3B}"/>
          </ac:grpSpMkLst>
        </pc:grpChg>
        <pc:grpChg chg="add mod">
          <ac:chgData name="Alejandro Paolini Godoy" userId="c3a6e11a-e51d-46b0-a788-b09d2b3af6f8" providerId="ADAL" clId="{32975FC4-60DC-4260-AB6A-73CF78679369}" dt="2022-03-16T05:29:06.570" v="1416" actId="1076"/>
          <ac:grpSpMkLst>
            <pc:docMk/>
            <pc:sldMk cId="2264198530" sldId="487"/>
            <ac:grpSpMk id="23" creationId="{C4DCD973-2D5B-4129-BC7D-65AB2D291E47}"/>
          </ac:grpSpMkLst>
        </pc:grpChg>
        <pc:grpChg chg="add mod">
          <ac:chgData name="Alejandro Paolini Godoy" userId="c3a6e11a-e51d-46b0-a788-b09d2b3af6f8" providerId="ADAL" clId="{32975FC4-60DC-4260-AB6A-73CF78679369}" dt="2022-03-16T05:29:12.638" v="1417" actId="1076"/>
          <ac:grpSpMkLst>
            <pc:docMk/>
            <pc:sldMk cId="2264198530" sldId="487"/>
            <ac:grpSpMk id="26" creationId="{522E6A68-8344-4629-8A23-C4556D618A55}"/>
          </ac:grpSpMkLst>
        </pc:grpChg>
      </pc:sldChg>
      <pc:sldChg chg="add del">
        <pc:chgData name="Alejandro Paolini Godoy" userId="c3a6e11a-e51d-46b0-a788-b09d2b3af6f8" providerId="ADAL" clId="{32975FC4-60DC-4260-AB6A-73CF78679369}" dt="2022-03-28T04:59:19.546" v="5666" actId="47"/>
        <pc:sldMkLst>
          <pc:docMk/>
          <pc:sldMk cId="2553367577" sldId="488"/>
        </pc:sldMkLst>
      </pc:sldChg>
      <pc:sldChg chg="addSp delSp modSp add mod ord delAnim modAnim">
        <pc:chgData name="Alejandro Paolini Godoy" userId="c3a6e11a-e51d-46b0-a788-b09d2b3af6f8" providerId="ADAL" clId="{32975FC4-60DC-4260-AB6A-73CF78679369}" dt="2022-03-28T04:56:06.498" v="5643"/>
        <pc:sldMkLst>
          <pc:docMk/>
          <pc:sldMk cId="989173045" sldId="489"/>
        </pc:sldMkLst>
        <pc:spChg chg="mod">
          <ac:chgData name="Alejandro Paolini Godoy" userId="c3a6e11a-e51d-46b0-a788-b09d2b3af6f8" providerId="ADAL" clId="{32975FC4-60DC-4260-AB6A-73CF78679369}" dt="2022-03-16T05:31:08.256" v="1458"/>
          <ac:spMkLst>
            <pc:docMk/>
            <pc:sldMk cId="989173045" sldId="489"/>
            <ac:spMk id="3" creationId="{43D28349-7E23-4252-8C38-89221E45D5E5}"/>
          </ac:spMkLst>
        </pc:spChg>
        <pc:spChg chg="mod">
          <ac:chgData name="Alejandro Paolini Godoy" userId="c3a6e11a-e51d-46b0-a788-b09d2b3af6f8" providerId="ADAL" clId="{32975FC4-60DC-4260-AB6A-73CF78679369}" dt="2022-03-16T05:31:22.316" v="1500" actId="20577"/>
          <ac:spMkLst>
            <pc:docMk/>
            <pc:sldMk cId="989173045" sldId="489"/>
            <ac:spMk id="8" creationId="{284E07A5-451A-4795-9785-6E3202A8C05C}"/>
          </ac:spMkLst>
        </pc:spChg>
        <pc:spChg chg="mod topLvl">
          <ac:chgData name="Alejandro Paolini Godoy" userId="c3a6e11a-e51d-46b0-a788-b09d2b3af6f8" providerId="ADAL" clId="{32975FC4-60DC-4260-AB6A-73CF78679369}" dt="2022-03-16T05:37:11.443" v="1573" actId="3064"/>
          <ac:spMkLst>
            <pc:docMk/>
            <pc:sldMk cId="989173045" sldId="489"/>
            <ac:spMk id="9" creationId="{37C37EE3-38BF-4E12-BC20-4B6E982B461F}"/>
          </ac:spMkLst>
        </pc:spChg>
        <pc:spChg chg="add mod">
          <ac:chgData name="Alejandro Paolini Godoy" userId="c3a6e11a-e51d-46b0-a788-b09d2b3af6f8" providerId="ADAL" clId="{32975FC4-60DC-4260-AB6A-73CF78679369}" dt="2022-03-17T20:09:07.151" v="1581" actId="207"/>
          <ac:spMkLst>
            <pc:docMk/>
            <pc:sldMk cId="989173045" sldId="489"/>
            <ac:spMk id="16" creationId="{5E74928A-A2F1-49C2-94CB-26B2F27F5FB6}"/>
          </ac:spMkLst>
        </pc:spChg>
        <pc:spChg chg="add mod">
          <ac:chgData name="Alejandro Paolini Godoy" userId="c3a6e11a-e51d-46b0-a788-b09d2b3af6f8" providerId="ADAL" clId="{32975FC4-60DC-4260-AB6A-73CF78679369}" dt="2022-03-16T05:37:15.609" v="1576" actId="3064"/>
          <ac:spMkLst>
            <pc:docMk/>
            <pc:sldMk cId="989173045" sldId="489"/>
            <ac:spMk id="17" creationId="{80BC4D35-552E-4771-8DB3-D9C50FD0D5E4}"/>
          </ac:spMkLst>
        </pc:spChg>
        <pc:spChg chg="mod topLvl">
          <ac:chgData name="Alejandro Paolini Godoy" userId="c3a6e11a-e51d-46b0-a788-b09d2b3af6f8" providerId="ADAL" clId="{32975FC4-60DC-4260-AB6A-73CF78679369}" dt="2022-03-17T20:09:03.724" v="1580" actId="207"/>
          <ac:spMkLst>
            <pc:docMk/>
            <pc:sldMk cId="989173045" sldId="489"/>
            <ac:spMk id="26" creationId="{06E98EA3-B2BF-40B1-9C06-2531DB67E172}"/>
          </ac:spMkLst>
        </pc:spChg>
        <pc:spChg chg="del topLvl">
          <ac:chgData name="Alejandro Paolini Godoy" userId="c3a6e11a-e51d-46b0-a788-b09d2b3af6f8" providerId="ADAL" clId="{32975FC4-60DC-4260-AB6A-73CF78679369}" dt="2022-03-16T05:32:50.509" v="1505" actId="478"/>
          <ac:spMkLst>
            <pc:docMk/>
            <pc:sldMk cId="989173045" sldId="489"/>
            <ac:spMk id="30" creationId="{B70D102C-073D-4269-B307-0517A045AFB5}"/>
          </ac:spMkLst>
        </pc:spChg>
        <pc:spChg chg="del topLvl">
          <ac:chgData name="Alejandro Paolini Godoy" userId="c3a6e11a-e51d-46b0-a788-b09d2b3af6f8" providerId="ADAL" clId="{32975FC4-60DC-4260-AB6A-73CF78679369}" dt="2022-03-16T05:33:30.477" v="1533" actId="478"/>
          <ac:spMkLst>
            <pc:docMk/>
            <pc:sldMk cId="989173045" sldId="489"/>
            <ac:spMk id="31" creationId="{E8693A84-BEBF-478B-9DC7-94D799CBA95F}"/>
          </ac:spMkLst>
        </pc:spChg>
        <pc:grpChg chg="del mod">
          <ac:chgData name="Alejandro Paolini Godoy" userId="c3a6e11a-e51d-46b0-a788-b09d2b3af6f8" providerId="ADAL" clId="{32975FC4-60DC-4260-AB6A-73CF78679369}" dt="2022-03-16T05:32:50.509" v="1505" actId="478"/>
          <ac:grpSpMkLst>
            <pc:docMk/>
            <pc:sldMk cId="989173045" sldId="489"/>
            <ac:grpSpMk id="2" creationId="{1006FFA5-7255-4AB0-94AC-6C4D82E1ABCE}"/>
          </ac:grpSpMkLst>
        </pc:grpChg>
        <pc:grpChg chg="del">
          <ac:chgData name="Alejandro Paolini Godoy" userId="c3a6e11a-e51d-46b0-a788-b09d2b3af6f8" providerId="ADAL" clId="{32975FC4-60DC-4260-AB6A-73CF78679369}" dt="2022-03-16T05:34:33.527" v="1545" actId="478"/>
          <ac:grpSpMkLst>
            <pc:docMk/>
            <pc:sldMk cId="989173045" sldId="489"/>
            <ac:grpSpMk id="4" creationId="{86C42817-F9C2-4EB2-80FA-8A89F08F309F}"/>
          </ac:grpSpMkLst>
        </pc:grpChg>
        <pc:grpChg chg="del mod">
          <ac:chgData name="Alejandro Paolini Godoy" userId="c3a6e11a-e51d-46b0-a788-b09d2b3af6f8" providerId="ADAL" clId="{32975FC4-60DC-4260-AB6A-73CF78679369}" dt="2022-03-16T05:33:30.477" v="1533" actId="478"/>
          <ac:grpSpMkLst>
            <pc:docMk/>
            <pc:sldMk cId="989173045" sldId="489"/>
            <ac:grpSpMk id="5" creationId="{478E46AD-25D2-4CED-B62C-149FA792CBC6}"/>
          </ac:grpSpMkLst>
        </pc:grpChg>
        <pc:grpChg chg="del">
          <ac:chgData name="Alejandro Paolini Godoy" userId="c3a6e11a-e51d-46b0-a788-b09d2b3af6f8" providerId="ADAL" clId="{32975FC4-60DC-4260-AB6A-73CF78679369}" dt="2022-03-16T05:34:34.922" v="1546" actId="478"/>
          <ac:grpSpMkLst>
            <pc:docMk/>
            <pc:sldMk cId="989173045" sldId="489"/>
            <ac:grpSpMk id="6" creationId="{B0C9AA88-050A-4A16-A0CC-75351268AC8B}"/>
          </ac:grpSpMkLst>
        </pc:grpChg>
      </pc:sldChg>
      <pc:sldChg chg="addSp delSp modSp add mod modAnim">
        <pc:chgData name="Alejandro Paolini Godoy" userId="c3a6e11a-e51d-46b0-a788-b09d2b3af6f8" providerId="ADAL" clId="{32975FC4-60DC-4260-AB6A-73CF78679369}" dt="2022-03-28T04:56:19.277" v="5647"/>
        <pc:sldMkLst>
          <pc:docMk/>
          <pc:sldMk cId="4167955884" sldId="490"/>
        </pc:sldMkLst>
        <pc:spChg chg="add mod">
          <ac:chgData name="Alejandro Paolini Godoy" userId="c3a6e11a-e51d-46b0-a788-b09d2b3af6f8" providerId="ADAL" clId="{32975FC4-60DC-4260-AB6A-73CF78679369}" dt="2022-03-18T02:33:13.760" v="1925" actId="113"/>
          <ac:spMkLst>
            <pc:docMk/>
            <pc:sldMk cId="4167955884" sldId="490"/>
            <ac:spMk id="2" creationId="{ADE5E6C0-9D21-42FF-A732-D3AA71E7D24C}"/>
          </ac:spMkLst>
        </pc:spChg>
        <pc:spChg chg="mod">
          <ac:chgData name="Alejandro Paolini Godoy" userId="c3a6e11a-e51d-46b0-a788-b09d2b3af6f8" providerId="ADAL" clId="{32975FC4-60DC-4260-AB6A-73CF78679369}" dt="2022-03-17T20:34:05.641" v="1840" actId="20577"/>
          <ac:spMkLst>
            <pc:docMk/>
            <pc:sldMk cId="4167955884" sldId="490"/>
            <ac:spMk id="8" creationId="{284E07A5-451A-4795-9785-6E3202A8C05C}"/>
          </ac:spMkLst>
        </pc:spChg>
        <pc:spChg chg="add del mod">
          <ac:chgData name="Alejandro Paolini Godoy" userId="c3a6e11a-e51d-46b0-a788-b09d2b3af6f8" providerId="ADAL" clId="{32975FC4-60DC-4260-AB6A-73CF78679369}" dt="2022-03-18T03:07:18.093" v="1988" actId="207"/>
          <ac:spMkLst>
            <pc:docMk/>
            <pc:sldMk cId="4167955884" sldId="490"/>
            <ac:spMk id="9" creationId="{37C37EE3-38BF-4E12-BC20-4B6E982B461F}"/>
          </ac:spMkLst>
        </pc:spChg>
        <pc:spChg chg="mod">
          <ac:chgData name="Alejandro Paolini Godoy" userId="c3a6e11a-e51d-46b0-a788-b09d2b3af6f8" providerId="ADAL" clId="{32975FC4-60DC-4260-AB6A-73CF78679369}" dt="2022-03-17T20:33:53.990" v="1820"/>
          <ac:spMkLst>
            <pc:docMk/>
            <pc:sldMk cId="4167955884" sldId="490"/>
            <ac:spMk id="11" creationId="{2AE56CFF-11E7-4ED1-9878-961C8B47236F}"/>
          </ac:spMkLst>
        </pc:spChg>
        <pc:spChg chg="mod">
          <ac:chgData name="Alejandro Paolini Godoy" userId="c3a6e11a-e51d-46b0-a788-b09d2b3af6f8" providerId="ADAL" clId="{32975FC4-60DC-4260-AB6A-73CF78679369}" dt="2022-03-17T20:33:53.990" v="1820"/>
          <ac:spMkLst>
            <pc:docMk/>
            <pc:sldMk cId="4167955884" sldId="490"/>
            <ac:spMk id="12" creationId="{AA4EC148-FDA9-4E7C-8819-04D49B92CBD7}"/>
          </ac:spMkLst>
        </pc:spChg>
        <pc:spChg chg="mod">
          <ac:chgData name="Alejandro Paolini Godoy" userId="c3a6e11a-e51d-46b0-a788-b09d2b3af6f8" providerId="ADAL" clId="{32975FC4-60DC-4260-AB6A-73CF78679369}" dt="2022-03-17T20:33:53.990" v="1820"/>
          <ac:spMkLst>
            <pc:docMk/>
            <pc:sldMk cId="4167955884" sldId="490"/>
            <ac:spMk id="14" creationId="{DE75C0A5-103D-4060-9D16-AD1F59C1E6A4}"/>
          </ac:spMkLst>
        </pc:spChg>
        <pc:spChg chg="mod">
          <ac:chgData name="Alejandro Paolini Godoy" userId="c3a6e11a-e51d-46b0-a788-b09d2b3af6f8" providerId="ADAL" clId="{32975FC4-60DC-4260-AB6A-73CF78679369}" dt="2022-03-17T20:33:53.990" v="1820"/>
          <ac:spMkLst>
            <pc:docMk/>
            <pc:sldMk cId="4167955884" sldId="490"/>
            <ac:spMk id="15" creationId="{F2ACAF6B-2E61-49CB-A80D-10D3B432153F}"/>
          </ac:spMkLst>
        </pc:spChg>
        <pc:spChg chg="del mod">
          <ac:chgData name="Alejandro Paolini Godoy" userId="c3a6e11a-e51d-46b0-a788-b09d2b3af6f8" providerId="ADAL" clId="{32975FC4-60DC-4260-AB6A-73CF78679369}" dt="2022-03-17T20:34:36.259" v="1851" actId="478"/>
          <ac:spMkLst>
            <pc:docMk/>
            <pc:sldMk cId="4167955884" sldId="490"/>
            <ac:spMk id="16" creationId="{5E74928A-A2F1-49C2-94CB-26B2F27F5FB6}"/>
          </ac:spMkLst>
        </pc:spChg>
        <pc:spChg chg="del mod">
          <ac:chgData name="Alejandro Paolini Godoy" userId="c3a6e11a-e51d-46b0-a788-b09d2b3af6f8" providerId="ADAL" clId="{32975FC4-60DC-4260-AB6A-73CF78679369}" dt="2022-03-17T20:34:35.416" v="1850" actId="478"/>
          <ac:spMkLst>
            <pc:docMk/>
            <pc:sldMk cId="4167955884" sldId="490"/>
            <ac:spMk id="17" creationId="{80BC4D35-552E-4771-8DB3-D9C50FD0D5E4}"/>
          </ac:spMkLst>
        </pc:spChg>
        <pc:spChg chg="add mod">
          <ac:chgData name="Alejandro Paolini Godoy" userId="c3a6e11a-e51d-46b0-a788-b09d2b3af6f8" providerId="ADAL" clId="{32975FC4-60DC-4260-AB6A-73CF78679369}" dt="2022-03-17T20:39:00.245" v="1887" actId="164"/>
          <ac:spMkLst>
            <pc:docMk/>
            <pc:sldMk cId="4167955884" sldId="490"/>
            <ac:spMk id="18" creationId="{7F64F52C-0815-4D2B-BFFC-2E292005BAE1}"/>
          </ac:spMkLst>
        </pc:spChg>
        <pc:spChg chg="add mod">
          <ac:chgData name="Alejandro Paolini Godoy" userId="c3a6e11a-e51d-46b0-a788-b09d2b3af6f8" providerId="ADAL" clId="{32975FC4-60DC-4260-AB6A-73CF78679369}" dt="2022-03-18T02:36:33.210" v="1959" actId="1076"/>
          <ac:spMkLst>
            <pc:docMk/>
            <pc:sldMk cId="4167955884" sldId="490"/>
            <ac:spMk id="19" creationId="{AB81E922-8691-4B47-9FF7-8A6264B62CC7}"/>
          </ac:spMkLst>
        </pc:spChg>
        <pc:spChg chg="add mod">
          <ac:chgData name="Alejandro Paolini Godoy" userId="c3a6e11a-e51d-46b0-a788-b09d2b3af6f8" providerId="ADAL" clId="{32975FC4-60DC-4260-AB6A-73CF78679369}" dt="2022-03-18T02:36:33.210" v="1959" actId="1076"/>
          <ac:spMkLst>
            <pc:docMk/>
            <pc:sldMk cId="4167955884" sldId="490"/>
            <ac:spMk id="20" creationId="{106D8BA3-D6FE-47FB-B2A0-97F3B80A107D}"/>
          </ac:spMkLst>
        </pc:spChg>
        <pc:spChg chg="mod">
          <ac:chgData name="Alejandro Paolini Godoy" userId="c3a6e11a-e51d-46b0-a788-b09d2b3af6f8" providerId="ADAL" clId="{32975FC4-60DC-4260-AB6A-73CF78679369}" dt="2022-03-18T02:29:49.429" v="1892" actId="1076"/>
          <ac:spMkLst>
            <pc:docMk/>
            <pc:sldMk cId="4167955884" sldId="490"/>
            <ac:spMk id="22" creationId="{6839CCB9-F3A3-4528-A04A-AC03C13339C8}"/>
          </ac:spMkLst>
        </pc:spChg>
        <pc:spChg chg="mod">
          <ac:chgData name="Alejandro Paolini Godoy" userId="c3a6e11a-e51d-46b0-a788-b09d2b3af6f8" providerId="ADAL" clId="{32975FC4-60DC-4260-AB6A-73CF78679369}" dt="2022-03-18T02:33:11.588" v="1924" actId="113"/>
          <ac:spMkLst>
            <pc:docMk/>
            <pc:sldMk cId="4167955884" sldId="490"/>
            <ac:spMk id="23" creationId="{EFB5384D-6665-4F7D-B78F-FA271E2BF491}"/>
          </ac:spMkLst>
        </pc:spChg>
        <pc:spChg chg="mod">
          <ac:chgData name="Alejandro Paolini Godoy" userId="c3a6e11a-e51d-46b0-a788-b09d2b3af6f8" providerId="ADAL" clId="{32975FC4-60DC-4260-AB6A-73CF78679369}" dt="2022-03-18T02:36:42.301" v="1963" actId="1076"/>
          <ac:spMkLst>
            <pc:docMk/>
            <pc:sldMk cId="4167955884" sldId="490"/>
            <ac:spMk id="25" creationId="{A922A21E-89B0-4676-B050-50431A71F1E3}"/>
          </ac:spMkLst>
        </pc:spChg>
        <pc:spChg chg="add del mod">
          <ac:chgData name="Alejandro Paolini Godoy" userId="c3a6e11a-e51d-46b0-a788-b09d2b3af6f8" providerId="ADAL" clId="{32975FC4-60DC-4260-AB6A-73CF78679369}" dt="2022-03-18T03:07:57.903" v="1989" actId="207"/>
          <ac:spMkLst>
            <pc:docMk/>
            <pc:sldMk cId="4167955884" sldId="490"/>
            <ac:spMk id="26" creationId="{06E98EA3-B2BF-40B1-9C06-2531DB67E172}"/>
          </ac:spMkLst>
        </pc:spChg>
        <pc:spChg chg="mod">
          <ac:chgData name="Alejandro Paolini Godoy" userId="c3a6e11a-e51d-46b0-a788-b09d2b3af6f8" providerId="ADAL" clId="{32975FC4-60DC-4260-AB6A-73CF78679369}" dt="2022-03-18T02:36:42.301" v="1963" actId="1076"/>
          <ac:spMkLst>
            <pc:docMk/>
            <pc:sldMk cId="4167955884" sldId="490"/>
            <ac:spMk id="27" creationId="{9BE9F115-87A5-4C5F-99D2-24D752428009}"/>
          </ac:spMkLst>
        </pc:spChg>
        <pc:grpChg chg="add mod">
          <ac:chgData name="Alejandro Paolini Godoy" userId="c3a6e11a-e51d-46b0-a788-b09d2b3af6f8" providerId="ADAL" clId="{32975FC4-60DC-4260-AB6A-73CF78679369}" dt="2022-03-18T02:36:37.931" v="1961" actId="1076"/>
          <ac:grpSpMkLst>
            <pc:docMk/>
            <pc:sldMk cId="4167955884" sldId="490"/>
            <ac:grpSpMk id="4" creationId="{4EC04ECE-9A01-4D02-889A-1661E782E483}"/>
          </ac:grpSpMkLst>
        </pc:grpChg>
        <pc:grpChg chg="add mod">
          <ac:chgData name="Alejandro Paolini Godoy" userId="c3a6e11a-e51d-46b0-a788-b09d2b3af6f8" providerId="ADAL" clId="{32975FC4-60DC-4260-AB6A-73CF78679369}" dt="2022-03-18T02:36:33.210" v="1959" actId="1076"/>
          <ac:grpSpMkLst>
            <pc:docMk/>
            <pc:sldMk cId="4167955884" sldId="490"/>
            <ac:grpSpMk id="5" creationId="{4C8DAF3E-A55D-4849-A243-E9539973BA8E}"/>
          </ac:grpSpMkLst>
        </pc:grpChg>
        <pc:grpChg chg="add del mod">
          <ac:chgData name="Alejandro Paolini Godoy" userId="c3a6e11a-e51d-46b0-a788-b09d2b3af6f8" providerId="ADAL" clId="{32975FC4-60DC-4260-AB6A-73CF78679369}" dt="2022-03-18T02:29:24.627" v="1889" actId="478"/>
          <ac:grpSpMkLst>
            <pc:docMk/>
            <pc:sldMk cId="4167955884" sldId="490"/>
            <ac:grpSpMk id="10" creationId="{DA032C3A-83F1-4621-8B5B-BB3FE7B5028F}"/>
          </ac:grpSpMkLst>
        </pc:grpChg>
        <pc:grpChg chg="add del mod">
          <ac:chgData name="Alejandro Paolini Godoy" userId="c3a6e11a-e51d-46b0-a788-b09d2b3af6f8" providerId="ADAL" clId="{32975FC4-60DC-4260-AB6A-73CF78679369}" dt="2022-03-18T02:29:23.124" v="1888" actId="478"/>
          <ac:grpSpMkLst>
            <pc:docMk/>
            <pc:sldMk cId="4167955884" sldId="490"/>
            <ac:grpSpMk id="13" creationId="{ABED208E-076C-4DD7-B2CA-20941D9CEBA7}"/>
          </ac:grpSpMkLst>
        </pc:grpChg>
        <pc:grpChg chg="add mod">
          <ac:chgData name="Alejandro Paolini Godoy" userId="c3a6e11a-e51d-46b0-a788-b09d2b3af6f8" providerId="ADAL" clId="{32975FC4-60DC-4260-AB6A-73CF78679369}" dt="2022-03-18T02:36:40.613" v="1962" actId="1076"/>
          <ac:grpSpMkLst>
            <pc:docMk/>
            <pc:sldMk cId="4167955884" sldId="490"/>
            <ac:grpSpMk id="21" creationId="{BB58B239-9FA5-4F34-BD50-7BDC24C7B939}"/>
          </ac:grpSpMkLst>
        </pc:grpChg>
        <pc:grpChg chg="add mod">
          <ac:chgData name="Alejandro Paolini Godoy" userId="c3a6e11a-e51d-46b0-a788-b09d2b3af6f8" providerId="ADAL" clId="{32975FC4-60DC-4260-AB6A-73CF78679369}" dt="2022-03-18T02:36:42.301" v="1963" actId="1076"/>
          <ac:grpSpMkLst>
            <pc:docMk/>
            <pc:sldMk cId="4167955884" sldId="490"/>
            <ac:grpSpMk id="24" creationId="{1A8E6AAA-7428-491F-A339-BC339F1693F4}"/>
          </ac:grpSpMkLst>
        </pc:grpChg>
      </pc:sldChg>
      <pc:sldChg chg="addSp delSp modSp add mod ord delAnim modAnim">
        <pc:chgData name="Alejandro Paolini Godoy" userId="c3a6e11a-e51d-46b0-a788-b09d2b3af6f8" providerId="ADAL" clId="{32975FC4-60DC-4260-AB6A-73CF78679369}" dt="2022-03-28T04:56:15.859" v="5645"/>
        <pc:sldMkLst>
          <pc:docMk/>
          <pc:sldMk cId="3645497680" sldId="491"/>
        </pc:sldMkLst>
        <pc:spChg chg="mod">
          <ac:chgData name="Alejandro Paolini Godoy" userId="c3a6e11a-e51d-46b0-a788-b09d2b3af6f8" providerId="ADAL" clId="{32975FC4-60DC-4260-AB6A-73CF78679369}" dt="2022-03-17T20:14:25.430" v="1633" actId="20577"/>
          <ac:spMkLst>
            <pc:docMk/>
            <pc:sldMk cId="3645497680" sldId="491"/>
            <ac:spMk id="8" creationId="{284E07A5-451A-4795-9785-6E3202A8C05C}"/>
          </ac:spMkLst>
        </pc:spChg>
        <pc:spChg chg="mod">
          <ac:chgData name="Alejandro Paolini Godoy" userId="c3a6e11a-e51d-46b0-a788-b09d2b3af6f8" providerId="ADAL" clId="{32975FC4-60DC-4260-AB6A-73CF78679369}" dt="2022-03-17T20:22:42.834" v="1747" actId="14100"/>
          <ac:spMkLst>
            <pc:docMk/>
            <pc:sldMk cId="3645497680" sldId="491"/>
            <ac:spMk id="9" creationId="{37C37EE3-38BF-4E12-BC20-4B6E982B461F}"/>
          </ac:spMkLst>
        </pc:spChg>
        <pc:spChg chg="mod topLvl">
          <ac:chgData name="Alejandro Paolini Godoy" userId="c3a6e11a-e51d-46b0-a788-b09d2b3af6f8" providerId="ADAL" clId="{32975FC4-60DC-4260-AB6A-73CF78679369}" dt="2022-03-17T20:23:01.871" v="1751" actId="1076"/>
          <ac:spMkLst>
            <pc:docMk/>
            <pc:sldMk cId="3645497680" sldId="491"/>
            <ac:spMk id="11" creationId="{5D350569-FFE0-4B4C-A600-A9C7C7A30575}"/>
          </ac:spMkLst>
        </pc:spChg>
        <pc:spChg chg="del mod topLvl">
          <ac:chgData name="Alejandro Paolini Godoy" userId="c3a6e11a-e51d-46b0-a788-b09d2b3af6f8" providerId="ADAL" clId="{32975FC4-60DC-4260-AB6A-73CF78679369}" dt="2022-03-17T20:16:48.989" v="1651" actId="478"/>
          <ac:spMkLst>
            <pc:docMk/>
            <pc:sldMk cId="3645497680" sldId="491"/>
            <ac:spMk id="12" creationId="{24C506D3-DBA2-46FF-A810-1C0971D42972}"/>
          </ac:spMkLst>
        </pc:spChg>
        <pc:spChg chg="add mod">
          <ac:chgData name="Alejandro Paolini Godoy" userId="c3a6e11a-e51d-46b0-a788-b09d2b3af6f8" providerId="ADAL" clId="{32975FC4-60DC-4260-AB6A-73CF78679369}" dt="2022-03-17T20:23:01.871" v="1751" actId="1076"/>
          <ac:spMkLst>
            <pc:docMk/>
            <pc:sldMk cId="3645497680" sldId="491"/>
            <ac:spMk id="13" creationId="{777B3FBA-6FD1-49F7-BBF1-640DF9E7F591}"/>
          </ac:spMkLst>
        </pc:spChg>
        <pc:spChg chg="mod topLvl">
          <ac:chgData name="Alejandro Paolini Godoy" userId="c3a6e11a-e51d-46b0-a788-b09d2b3af6f8" providerId="ADAL" clId="{32975FC4-60DC-4260-AB6A-73CF78679369}" dt="2022-03-17T20:32:40.902" v="1809" actId="207"/>
          <ac:spMkLst>
            <pc:docMk/>
            <pc:sldMk cId="3645497680" sldId="491"/>
            <ac:spMk id="15" creationId="{A864FE1B-4B0E-4603-9DEB-189872D95B00}"/>
          </ac:spMkLst>
        </pc:spChg>
        <pc:spChg chg="del">
          <ac:chgData name="Alejandro Paolini Godoy" userId="c3a6e11a-e51d-46b0-a788-b09d2b3af6f8" providerId="ADAL" clId="{32975FC4-60DC-4260-AB6A-73CF78679369}" dt="2022-03-17T20:14:32.007" v="1636" actId="478"/>
          <ac:spMkLst>
            <pc:docMk/>
            <pc:sldMk cId="3645497680" sldId="491"/>
            <ac:spMk id="16" creationId="{5E74928A-A2F1-49C2-94CB-26B2F27F5FB6}"/>
          </ac:spMkLst>
        </pc:spChg>
        <pc:spChg chg="del">
          <ac:chgData name="Alejandro Paolini Godoy" userId="c3a6e11a-e51d-46b0-a788-b09d2b3af6f8" providerId="ADAL" clId="{32975FC4-60DC-4260-AB6A-73CF78679369}" dt="2022-03-17T20:14:33.735" v="1637" actId="478"/>
          <ac:spMkLst>
            <pc:docMk/>
            <pc:sldMk cId="3645497680" sldId="491"/>
            <ac:spMk id="17" creationId="{80BC4D35-552E-4771-8DB3-D9C50FD0D5E4}"/>
          </ac:spMkLst>
        </pc:spChg>
        <pc:spChg chg="mod topLvl">
          <ac:chgData name="Alejandro Paolini Godoy" userId="c3a6e11a-e51d-46b0-a788-b09d2b3af6f8" providerId="ADAL" clId="{32975FC4-60DC-4260-AB6A-73CF78679369}" dt="2022-03-17T20:31:29.221" v="1808" actId="207"/>
          <ac:spMkLst>
            <pc:docMk/>
            <pc:sldMk cId="3645497680" sldId="491"/>
            <ac:spMk id="18" creationId="{C4DD478F-700C-41FE-B0F9-89121D4256DA}"/>
          </ac:spMkLst>
        </pc:spChg>
        <pc:spChg chg="del mod topLvl">
          <ac:chgData name="Alejandro Paolini Godoy" userId="c3a6e11a-e51d-46b0-a788-b09d2b3af6f8" providerId="ADAL" clId="{32975FC4-60DC-4260-AB6A-73CF78679369}" dt="2022-03-17T20:29:54.474" v="1793"/>
          <ac:spMkLst>
            <pc:docMk/>
            <pc:sldMk cId="3645497680" sldId="491"/>
            <ac:spMk id="22" creationId="{503A4F60-7070-40DB-A6D0-71B788E93F94}"/>
          </ac:spMkLst>
        </pc:spChg>
        <pc:spChg chg="add del mod topLvl">
          <ac:chgData name="Alejandro Paolini Godoy" userId="c3a6e11a-e51d-46b0-a788-b09d2b3af6f8" providerId="ADAL" clId="{32975FC4-60DC-4260-AB6A-73CF78679369}" dt="2022-03-17T20:29:54.474" v="1793"/>
          <ac:spMkLst>
            <pc:docMk/>
            <pc:sldMk cId="3645497680" sldId="491"/>
            <ac:spMk id="23" creationId="{407F55F6-B409-4169-802E-66AFBB51F0BC}"/>
          </ac:spMkLst>
        </pc:spChg>
        <pc:spChg chg="add del mod">
          <ac:chgData name="Alejandro Paolini Godoy" userId="c3a6e11a-e51d-46b0-a788-b09d2b3af6f8" providerId="ADAL" clId="{32975FC4-60DC-4260-AB6A-73CF78679369}" dt="2022-03-17T20:26:39.898" v="1768" actId="478"/>
          <ac:spMkLst>
            <pc:docMk/>
            <pc:sldMk cId="3645497680" sldId="491"/>
            <ac:spMk id="24" creationId="{967503C6-3FD5-410D-B41D-449B4CC77B29}"/>
          </ac:spMkLst>
        </pc:spChg>
        <pc:spChg chg="add mod">
          <ac:chgData name="Alejandro Paolini Godoy" userId="c3a6e11a-e51d-46b0-a788-b09d2b3af6f8" providerId="ADAL" clId="{32975FC4-60DC-4260-AB6A-73CF78679369}" dt="2022-03-17T20:28:21.795" v="1785" actId="164"/>
          <ac:spMkLst>
            <pc:docMk/>
            <pc:sldMk cId="3645497680" sldId="491"/>
            <ac:spMk id="25" creationId="{9CBBCC8D-86D1-4F95-873C-E3656E515901}"/>
          </ac:spMkLst>
        </pc:spChg>
        <pc:spChg chg="mod">
          <ac:chgData name="Alejandro Paolini Godoy" userId="c3a6e11a-e51d-46b0-a788-b09d2b3af6f8" providerId="ADAL" clId="{32975FC4-60DC-4260-AB6A-73CF78679369}" dt="2022-03-17T20:22:53.888" v="1750" actId="14100"/>
          <ac:spMkLst>
            <pc:docMk/>
            <pc:sldMk cId="3645497680" sldId="491"/>
            <ac:spMk id="26" creationId="{06E98EA3-B2BF-40B1-9C06-2531DB67E172}"/>
          </ac:spMkLst>
        </pc:spChg>
        <pc:spChg chg="mod ord topLvl">
          <ac:chgData name="Alejandro Paolini Godoy" userId="c3a6e11a-e51d-46b0-a788-b09d2b3af6f8" providerId="ADAL" clId="{32975FC4-60DC-4260-AB6A-73CF78679369}" dt="2022-03-17T20:28:26.797" v="1787" actId="14100"/>
          <ac:spMkLst>
            <pc:docMk/>
            <pc:sldMk cId="3645497680" sldId="491"/>
            <ac:spMk id="28" creationId="{F42CB74B-14E1-40E4-9B1C-B072375B4101}"/>
          </ac:spMkLst>
        </pc:spChg>
        <pc:spChg chg="del mod topLvl">
          <ac:chgData name="Alejandro Paolini Godoy" userId="c3a6e11a-e51d-46b0-a788-b09d2b3af6f8" providerId="ADAL" clId="{32975FC4-60DC-4260-AB6A-73CF78679369}" dt="2022-03-17T20:27:45.502" v="1777" actId="478"/>
          <ac:spMkLst>
            <pc:docMk/>
            <pc:sldMk cId="3645497680" sldId="491"/>
            <ac:spMk id="29" creationId="{6196E84C-F7F6-4BC6-88C1-2A3087986638}"/>
          </ac:spMkLst>
        </pc:spChg>
        <pc:spChg chg="mod">
          <ac:chgData name="Alejandro Paolini Godoy" userId="c3a6e11a-e51d-46b0-a788-b09d2b3af6f8" providerId="ADAL" clId="{32975FC4-60DC-4260-AB6A-73CF78679369}" dt="2022-03-17T20:27:58.606" v="1779"/>
          <ac:spMkLst>
            <pc:docMk/>
            <pc:sldMk cId="3645497680" sldId="491"/>
            <ac:spMk id="31" creationId="{0BB22A49-F6B4-481F-A5CC-BBE9DB82976D}"/>
          </ac:spMkLst>
        </pc:spChg>
        <pc:spChg chg="mod">
          <ac:chgData name="Alejandro Paolini Godoy" userId="c3a6e11a-e51d-46b0-a788-b09d2b3af6f8" providerId="ADAL" clId="{32975FC4-60DC-4260-AB6A-73CF78679369}" dt="2022-03-17T20:27:58.606" v="1779"/>
          <ac:spMkLst>
            <pc:docMk/>
            <pc:sldMk cId="3645497680" sldId="491"/>
            <ac:spMk id="32" creationId="{8881F09C-16A9-4694-9353-9C8715CE4C0C}"/>
          </ac:spMkLst>
        </pc:spChg>
        <pc:spChg chg="mod">
          <ac:chgData name="Alejandro Paolini Godoy" userId="c3a6e11a-e51d-46b0-a788-b09d2b3af6f8" providerId="ADAL" clId="{32975FC4-60DC-4260-AB6A-73CF78679369}" dt="2022-03-17T20:27:58.606" v="1779"/>
          <ac:spMkLst>
            <pc:docMk/>
            <pc:sldMk cId="3645497680" sldId="491"/>
            <ac:spMk id="33" creationId="{3C7DB809-07AF-49CA-83F5-104CC03FD358}"/>
          </ac:spMkLst>
        </pc:spChg>
        <pc:spChg chg="mod">
          <ac:chgData name="Alejandro Paolini Godoy" userId="c3a6e11a-e51d-46b0-a788-b09d2b3af6f8" providerId="ADAL" clId="{32975FC4-60DC-4260-AB6A-73CF78679369}" dt="2022-03-17T20:33:33.138" v="1816" actId="207"/>
          <ac:spMkLst>
            <pc:docMk/>
            <pc:sldMk cId="3645497680" sldId="491"/>
            <ac:spMk id="34" creationId="{58B100D8-8B07-40B5-A572-C9B3F914C441}"/>
          </ac:spMkLst>
        </pc:spChg>
        <pc:spChg chg="mod">
          <ac:chgData name="Alejandro Paolini Godoy" userId="c3a6e11a-e51d-46b0-a788-b09d2b3af6f8" providerId="ADAL" clId="{32975FC4-60DC-4260-AB6A-73CF78679369}" dt="2022-03-17T20:30:35.074" v="1799"/>
          <ac:spMkLst>
            <pc:docMk/>
            <pc:sldMk cId="3645497680" sldId="491"/>
            <ac:spMk id="36" creationId="{6A128E8E-ADC0-4E03-87B1-734F3E114A4E}"/>
          </ac:spMkLst>
        </pc:spChg>
        <pc:spChg chg="mod">
          <ac:chgData name="Alejandro Paolini Godoy" userId="c3a6e11a-e51d-46b0-a788-b09d2b3af6f8" providerId="ADAL" clId="{32975FC4-60DC-4260-AB6A-73CF78679369}" dt="2022-03-17T20:30:35.074" v="1799"/>
          <ac:spMkLst>
            <pc:docMk/>
            <pc:sldMk cId="3645497680" sldId="491"/>
            <ac:spMk id="37" creationId="{1C53D300-FA62-47CA-B9C8-35F3BD7EEA14}"/>
          </ac:spMkLst>
        </pc:spChg>
        <pc:spChg chg="mod">
          <ac:chgData name="Alejandro Paolini Godoy" userId="c3a6e11a-e51d-46b0-a788-b09d2b3af6f8" providerId="ADAL" clId="{32975FC4-60DC-4260-AB6A-73CF78679369}" dt="2022-03-17T20:30:35.074" v="1799"/>
          <ac:spMkLst>
            <pc:docMk/>
            <pc:sldMk cId="3645497680" sldId="491"/>
            <ac:spMk id="39" creationId="{DF651BE1-4CED-4516-8263-B8CC3E054B34}"/>
          </ac:spMkLst>
        </pc:spChg>
        <pc:spChg chg="mod">
          <ac:chgData name="Alejandro Paolini Godoy" userId="c3a6e11a-e51d-46b0-a788-b09d2b3af6f8" providerId="ADAL" clId="{32975FC4-60DC-4260-AB6A-73CF78679369}" dt="2022-03-17T20:30:35.074" v="1799"/>
          <ac:spMkLst>
            <pc:docMk/>
            <pc:sldMk cId="3645497680" sldId="491"/>
            <ac:spMk id="40" creationId="{0E0E6968-E13F-4C6C-B7F5-3C456BF822AC}"/>
          </ac:spMkLst>
        </pc:spChg>
        <pc:grpChg chg="add mod">
          <ac:chgData name="Alejandro Paolini Godoy" userId="c3a6e11a-e51d-46b0-a788-b09d2b3af6f8" providerId="ADAL" clId="{32975FC4-60DC-4260-AB6A-73CF78679369}" dt="2022-03-17T20:23:21.128" v="1752" actId="164"/>
          <ac:grpSpMkLst>
            <pc:docMk/>
            <pc:sldMk cId="3645497680" sldId="491"/>
            <ac:grpSpMk id="2" creationId="{DC935C83-ED60-4EE2-AF48-20883CD99172}"/>
          </ac:grpSpMkLst>
        </pc:grpChg>
        <pc:grpChg chg="add mod">
          <ac:chgData name="Alejandro Paolini Godoy" userId="c3a6e11a-e51d-46b0-a788-b09d2b3af6f8" providerId="ADAL" clId="{32975FC4-60DC-4260-AB6A-73CF78679369}" dt="2022-03-17T20:23:21.128" v="1752" actId="164"/>
          <ac:grpSpMkLst>
            <pc:docMk/>
            <pc:sldMk cId="3645497680" sldId="491"/>
            <ac:grpSpMk id="4" creationId="{CDD978D7-2203-4408-B842-1483CF75F91E}"/>
          </ac:grpSpMkLst>
        </pc:grpChg>
        <pc:grpChg chg="add del mod">
          <ac:chgData name="Alejandro Paolini Godoy" userId="c3a6e11a-e51d-46b0-a788-b09d2b3af6f8" providerId="ADAL" clId="{32975FC4-60DC-4260-AB6A-73CF78679369}" dt="2022-03-17T20:30:54.455" v="1803" actId="165"/>
          <ac:grpSpMkLst>
            <pc:docMk/>
            <pc:sldMk cId="3645497680" sldId="491"/>
            <ac:grpSpMk id="5" creationId="{841572D7-FBD2-403B-9BE6-2619AE6800DB}"/>
          </ac:grpSpMkLst>
        </pc:grpChg>
        <pc:grpChg chg="add mod">
          <ac:chgData name="Alejandro Paolini Godoy" userId="c3a6e11a-e51d-46b0-a788-b09d2b3af6f8" providerId="ADAL" clId="{32975FC4-60DC-4260-AB6A-73CF78679369}" dt="2022-03-17T20:33:42.173" v="1819" actId="1076"/>
          <ac:grpSpMkLst>
            <pc:docMk/>
            <pc:sldMk cId="3645497680" sldId="491"/>
            <ac:grpSpMk id="6" creationId="{E8E5BD82-C6C0-4604-93DF-E73028D4EF73}"/>
          </ac:grpSpMkLst>
        </pc:grpChg>
        <pc:grpChg chg="add del mod">
          <ac:chgData name="Alejandro Paolini Godoy" userId="c3a6e11a-e51d-46b0-a788-b09d2b3af6f8" providerId="ADAL" clId="{32975FC4-60DC-4260-AB6A-73CF78679369}" dt="2022-03-17T20:16:48.989" v="1651" actId="478"/>
          <ac:grpSpMkLst>
            <pc:docMk/>
            <pc:sldMk cId="3645497680" sldId="491"/>
            <ac:grpSpMk id="10" creationId="{55739D18-AC7A-44C1-81F1-8A349FF28B2E}"/>
          </ac:grpSpMkLst>
        </pc:grpChg>
        <pc:grpChg chg="add del mod topLvl">
          <ac:chgData name="Alejandro Paolini Godoy" userId="c3a6e11a-e51d-46b0-a788-b09d2b3af6f8" providerId="ADAL" clId="{32975FC4-60DC-4260-AB6A-73CF78679369}" dt="2022-03-17T20:31:04.757" v="1804" actId="165"/>
          <ac:grpSpMkLst>
            <pc:docMk/>
            <pc:sldMk cId="3645497680" sldId="491"/>
            <ac:grpSpMk id="14" creationId="{E7FDF11E-47E5-4964-AF9D-7C3B6DDFF310}"/>
          </ac:grpSpMkLst>
        </pc:grpChg>
        <pc:grpChg chg="add del mod">
          <ac:chgData name="Alejandro Paolini Godoy" userId="c3a6e11a-e51d-46b0-a788-b09d2b3af6f8" providerId="ADAL" clId="{32975FC4-60DC-4260-AB6A-73CF78679369}" dt="2022-03-17T20:29:43.649" v="1792" actId="165"/>
          <ac:grpSpMkLst>
            <pc:docMk/>
            <pc:sldMk cId="3645497680" sldId="491"/>
            <ac:grpSpMk id="21" creationId="{B32C576F-5D53-42DA-9EA2-88B06F8AC43A}"/>
          </ac:grpSpMkLst>
        </pc:grpChg>
        <pc:grpChg chg="add del mod">
          <ac:chgData name="Alejandro Paolini Godoy" userId="c3a6e11a-e51d-46b0-a788-b09d2b3af6f8" providerId="ADAL" clId="{32975FC4-60DC-4260-AB6A-73CF78679369}" dt="2022-03-17T20:27:40.493" v="1775" actId="165"/>
          <ac:grpSpMkLst>
            <pc:docMk/>
            <pc:sldMk cId="3645497680" sldId="491"/>
            <ac:grpSpMk id="27" creationId="{A40CD0EC-29BF-4C31-8854-359A69339260}"/>
          </ac:grpSpMkLst>
        </pc:grpChg>
        <pc:grpChg chg="add del mod">
          <ac:chgData name="Alejandro Paolini Godoy" userId="c3a6e11a-e51d-46b0-a788-b09d2b3af6f8" providerId="ADAL" clId="{32975FC4-60DC-4260-AB6A-73CF78679369}" dt="2022-03-18T02:35:49.799" v="1951" actId="478"/>
          <ac:grpSpMkLst>
            <pc:docMk/>
            <pc:sldMk cId="3645497680" sldId="491"/>
            <ac:grpSpMk id="30" creationId="{95053FE9-C8DF-45E2-9548-05567E05BA22}"/>
          </ac:grpSpMkLst>
        </pc:grpChg>
        <pc:grpChg chg="add del mod">
          <ac:chgData name="Alejandro Paolini Godoy" userId="c3a6e11a-e51d-46b0-a788-b09d2b3af6f8" providerId="ADAL" clId="{32975FC4-60DC-4260-AB6A-73CF78679369}" dt="2022-03-18T02:35:48.673" v="1950" actId="478"/>
          <ac:grpSpMkLst>
            <pc:docMk/>
            <pc:sldMk cId="3645497680" sldId="491"/>
            <ac:grpSpMk id="35" creationId="{CE67F0F7-1624-416E-87DE-F6D3D8B0AEA9}"/>
          </ac:grpSpMkLst>
        </pc:grpChg>
        <pc:grpChg chg="add del mod">
          <ac:chgData name="Alejandro Paolini Godoy" userId="c3a6e11a-e51d-46b0-a788-b09d2b3af6f8" providerId="ADAL" clId="{32975FC4-60DC-4260-AB6A-73CF78679369}" dt="2022-03-18T02:35:51.292" v="1952" actId="478"/>
          <ac:grpSpMkLst>
            <pc:docMk/>
            <pc:sldMk cId="3645497680" sldId="491"/>
            <ac:grpSpMk id="38" creationId="{010E3D6A-A25C-483E-B358-CB2D6E96A3E4}"/>
          </ac:grpSpMkLst>
        </pc:grpChg>
        <pc:picChg chg="add mod">
          <ac:chgData name="Alejandro Paolini Godoy" userId="c3a6e11a-e51d-46b0-a788-b09d2b3af6f8" providerId="ADAL" clId="{32975FC4-60DC-4260-AB6A-73CF78679369}" dt="2022-03-17T20:23:21.128" v="1752" actId="164"/>
          <ac:picMkLst>
            <pc:docMk/>
            <pc:sldMk cId="3645497680" sldId="491"/>
            <ac:picMk id="19" creationId="{E0E18566-E610-44ED-A9E7-EAD44148E0F0}"/>
          </ac:picMkLst>
        </pc:picChg>
        <pc:picChg chg="add mod topLvl">
          <ac:chgData name="Alejandro Paolini Godoy" userId="c3a6e11a-e51d-46b0-a788-b09d2b3af6f8" providerId="ADAL" clId="{32975FC4-60DC-4260-AB6A-73CF78679369}" dt="2022-03-17T20:30:54.455" v="1803" actId="165"/>
          <ac:picMkLst>
            <pc:docMk/>
            <pc:sldMk cId="3645497680" sldId="491"/>
            <ac:picMk id="20" creationId="{B6589669-FDC1-4005-9B3F-9433BE28E610}"/>
          </ac:picMkLst>
        </pc:picChg>
      </pc:sldChg>
      <pc:sldChg chg="addSp delSp modSp add mod ord modAnim">
        <pc:chgData name="Alejandro Paolini Godoy" userId="c3a6e11a-e51d-46b0-a788-b09d2b3af6f8" providerId="ADAL" clId="{32975FC4-60DC-4260-AB6A-73CF78679369}" dt="2022-03-28T05:00:00.869" v="5672"/>
        <pc:sldMkLst>
          <pc:docMk/>
          <pc:sldMk cId="404543362" sldId="492"/>
        </pc:sldMkLst>
        <pc:spChg chg="add del mod">
          <ac:chgData name="Alejandro Paolini Godoy" userId="c3a6e11a-e51d-46b0-a788-b09d2b3af6f8" providerId="ADAL" clId="{32975FC4-60DC-4260-AB6A-73CF78679369}" dt="2022-03-18T05:12:41.919" v="2055"/>
          <ac:spMkLst>
            <pc:docMk/>
            <pc:sldMk cId="404543362" sldId="492"/>
            <ac:spMk id="2" creationId="{7215EBFD-0552-4BDC-8536-5122BD7219E0}"/>
          </ac:spMkLst>
        </pc:spChg>
        <pc:spChg chg="add del">
          <ac:chgData name="Alejandro Paolini Godoy" userId="c3a6e11a-e51d-46b0-a788-b09d2b3af6f8" providerId="ADAL" clId="{32975FC4-60DC-4260-AB6A-73CF78679369}" dt="2022-03-18T05:12:30.310" v="2052"/>
          <ac:spMkLst>
            <pc:docMk/>
            <pc:sldMk cId="404543362" sldId="492"/>
            <ac:spMk id="3" creationId="{43D7EE3F-F8B7-4F9A-9434-0CA53F7F4B1A}"/>
          </ac:spMkLst>
        </pc:spChg>
        <pc:spChg chg="add del mod">
          <ac:chgData name="Alejandro Paolini Godoy" userId="c3a6e11a-e51d-46b0-a788-b09d2b3af6f8" providerId="ADAL" clId="{32975FC4-60DC-4260-AB6A-73CF78679369}" dt="2022-03-18T05:12:59.098" v="2064" actId="478"/>
          <ac:spMkLst>
            <pc:docMk/>
            <pc:sldMk cId="404543362" sldId="492"/>
            <ac:spMk id="4" creationId="{BB34D73A-7F1D-4D76-8E8D-76EF4A6543FE}"/>
          </ac:spMkLst>
        </pc:spChg>
        <pc:spChg chg="add del mod">
          <ac:chgData name="Alejandro Paolini Godoy" userId="c3a6e11a-e51d-46b0-a788-b09d2b3af6f8" providerId="ADAL" clId="{32975FC4-60DC-4260-AB6A-73CF78679369}" dt="2022-03-18T06:07:19.417" v="2090" actId="478"/>
          <ac:spMkLst>
            <pc:docMk/>
            <pc:sldMk cId="404543362" sldId="492"/>
            <ac:spMk id="5" creationId="{4FD65B16-C07C-4EC0-9B93-B54D19EB40CA}"/>
          </ac:spMkLst>
        </pc:spChg>
        <pc:spChg chg="mod">
          <ac:chgData name="Alejandro Paolini Godoy" userId="c3a6e11a-e51d-46b0-a788-b09d2b3af6f8" providerId="ADAL" clId="{32975FC4-60DC-4260-AB6A-73CF78679369}" dt="2022-03-18T03:09:27.245" v="2019" actId="20577"/>
          <ac:spMkLst>
            <pc:docMk/>
            <pc:sldMk cId="404543362" sldId="492"/>
            <ac:spMk id="6" creationId="{F0ACAD3D-6F09-4D90-A5CF-7C56DC976CC4}"/>
          </ac:spMkLst>
        </pc:spChg>
        <pc:spChg chg="add del mod">
          <ac:chgData name="Alejandro Paolini Godoy" userId="c3a6e11a-e51d-46b0-a788-b09d2b3af6f8" providerId="ADAL" clId="{32975FC4-60DC-4260-AB6A-73CF78679369}" dt="2022-03-18T06:07:13.576" v="2088" actId="478"/>
          <ac:spMkLst>
            <pc:docMk/>
            <pc:sldMk cId="404543362" sldId="492"/>
            <ac:spMk id="7" creationId="{86D0CD53-B97E-48AB-A2C1-26B940CCBF7D}"/>
          </ac:spMkLst>
        </pc:spChg>
        <pc:spChg chg="add del">
          <ac:chgData name="Alejandro Paolini Godoy" userId="c3a6e11a-e51d-46b0-a788-b09d2b3af6f8" providerId="ADAL" clId="{32975FC4-60DC-4260-AB6A-73CF78679369}" dt="2022-03-18T06:04:46.684" v="2083"/>
          <ac:spMkLst>
            <pc:docMk/>
            <pc:sldMk cId="404543362" sldId="492"/>
            <ac:spMk id="10" creationId="{635E1EED-D080-4D40-A626-F6FA51702F70}"/>
          </ac:spMkLst>
        </pc:spChg>
        <pc:spChg chg="add del mod">
          <ac:chgData name="Alejandro Paolini Godoy" userId="c3a6e11a-e51d-46b0-a788-b09d2b3af6f8" providerId="ADAL" clId="{32975FC4-60DC-4260-AB6A-73CF78679369}" dt="2022-03-18T06:11:38.682" v="2103" actId="478"/>
          <ac:spMkLst>
            <pc:docMk/>
            <pc:sldMk cId="404543362" sldId="492"/>
            <ac:spMk id="16" creationId="{C24D2838-15F5-4F66-B757-56CD48FD1B63}"/>
          </ac:spMkLst>
        </pc:spChg>
        <pc:spChg chg="add del mod">
          <ac:chgData name="Alejandro Paolini Godoy" userId="c3a6e11a-e51d-46b0-a788-b09d2b3af6f8" providerId="ADAL" clId="{32975FC4-60DC-4260-AB6A-73CF78679369}" dt="2022-03-18T06:12:02.418" v="2107" actId="478"/>
          <ac:spMkLst>
            <pc:docMk/>
            <pc:sldMk cId="404543362" sldId="492"/>
            <ac:spMk id="17" creationId="{6F49558F-2DF7-49D5-B582-E682546C7DFD}"/>
          </ac:spMkLst>
        </pc:spChg>
        <pc:spChg chg="add del mod">
          <ac:chgData name="Alejandro Paolini Godoy" userId="c3a6e11a-e51d-46b0-a788-b09d2b3af6f8" providerId="ADAL" clId="{32975FC4-60DC-4260-AB6A-73CF78679369}" dt="2022-03-18T06:11:42.465" v="2104" actId="478"/>
          <ac:spMkLst>
            <pc:docMk/>
            <pc:sldMk cId="404543362" sldId="492"/>
            <ac:spMk id="18" creationId="{AAE7E275-33E9-442A-83DB-FD5BB35D2E9D}"/>
          </ac:spMkLst>
        </pc:spChg>
        <pc:spChg chg="add del mod">
          <ac:chgData name="Alejandro Paolini Godoy" userId="c3a6e11a-e51d-46b0-a788-b09d2b3af6f8" providerId="ADAL" clId="{32975FC4-60DC-4260-AB6A-73CF78679369}" dt="2022-03-18T06:11:36.737" v="2102" actId="478"/>
          <ac:spMkLst>
            <pc:docMk/>
            <pc:sldMk cId="404543362" sldId="492"/>
            <ac:spMk id="20" creationId="{1C7533AE-A6A2-4047-9C14-D51526DEA7D0}"/>
          </ac:spMkLst>
        </pc:spChg>
        <pc:spChg chg="add del mod">
          <ac:chgData name="Alejandro Paolini Godoy" userId="c3a6e11a-e51d-46b0-a788-b09d2b3af6f8" providerId="ADAL" clId="{32975FC4-60DC-4260-AB6A-73CF78679369}" dt="2022-03-18T06:13:06.053" v="2115" actId="478"/>
          <ac:spMkLst>
            <pc:docMk/>
            <pc:sldMk cId="404543362" sldId="492"/>
            <ac:spMk id="22" creationId="{FE182A92-7EC1-47C8-91AA-39FC07576218}"/>
          </ac:spMkLst>
        </pc:spChg>
        <pc:spChg chg="add mod">
          <ac:chgData name="Alejandro Paolini Godoy" userId="c3a6e11a-e51d-46b0-a788-b09d2b3af6f8" providerId="ADAL" clId="{32975FC4-60DC-4260-AB6A-73CF78679369}" dt="2022-03-18T06:13:29.542" v="2119" actId="14100"/>
          <ac:spMkLst>
            <pc:docMk/>
            <pc:sldMk cId="404543362" sldId="492"/>
            <ac:spMk id="25" creationId="{C200FA08-80C5-4E73-ADD2-0F51F7BF2854}"/>
          </ac:spMkLst>
        </pc:spChg>
        <pc:spChg chg="add del">
          <ac:chgData name="Alejandro Paolini Godoy" userId="c3a6e11a-e51d-46b0-a788-b09d2b3af6f8" providerId="ADAL" clId="{32975FC4-60DC-4260-AB6A-73CF78679369}" dt="2022-03-18T06:13:42.836" v="2121" actId="22"/>
          <ac:spMkLst>
            <pc:docMk/>
            <pc:sldMk cId="404543362" sldId="492"/>
            <ac:spMk id="27" creationId="{EF7FFC36-B738-443D-9971-2B4A9D30B3AA}"/>
          </ac:spMkLst>
        </pc:spChg>
        <pc:spChg chg="add mod">
          <ac:chgData name="Alejandro Paolini Godoy" userId="c3a6e11a-e51d-46b0-a788-b09d2b3af6f8" providerId="ADAL" clId="{32975FC4-60DC-4260-AB6A-73CF78679369}" dt="2022-03-18T06:16:05.778" v="2224" actId="1076"/>
          <ac:spMkLst>
            <pc:docMk/>
            <pc:sldMk cId="404543362" sldId="492"/>
            <ac:spMk id="28" creationId="{9090F463-34A7-4A57-950C-3999FC30DD54}"/>
          </ac:spMkLst>
        </pc:spChg>
        <pc:spChg chg="mod">
          <ac:chgData name="Alejandro Paolini Godoy" userId="c3a6e11a-e51d-46b0-a788-b09d2b3af6f8" providerId="ADAL" clId="{32975FC4-60DC-4260-AB6A-73CF78679369}" dt="2022-03-18T06:10:33.739" v="2095" actId="1076"/>
          <ac:spMkLst>
            <pc:docMk/>
            <pc:sldMk cId="404543362" sldId="492"/>
            <ac:spMk id="59" creationId="{53109DF1-D188-4026-8BDD-C3289BBC0A39}"/>
          </ac:spMkLst>
        </pc:spChg>
        <pc:spChg chg="mod">
          <ac:chgData name="Alejandro Paolini Godoy" userId="c3a6e11a-e51d-46b0-a788-b09d2b3af6f8" providerId="ADAL" clId="{32975FC4-60DC-4260-AB6A-73CF78679369}" dt="2022-03-18T06:16:19.242" v="2226" actId="1076"/>
          <ac:spMkLst>
            <pc:docMk/>
            <pc:sldMk cId="404543362" sldId="492"/>
            <ac:spMk id="60" creationId="{02E4F07C-BD00-4F6F-B294-27E86B16776E}"/>
          </ac:spMkLst>
        </pc:spChg>
        <pc:spChg chg="mod">
          <ac:chgData name="Alejandro Paolini Godoy" userId="c3a6e11a-e51d-46b0-a788-b09d2b3af6f8" providerId="ADAL" clId="{32975FC4-60DC-4260-AB6A-73CF78679369}" dt="2022-03-18T06:15:39.687" v="2222" actId="14100"/>
          <ac:spMkLst>
            <pc:docMk/>
            <pc:sldMk cId="404543362" sldId="492"/>
            <ac:spMk id="62" creationId="{99CE2C45-D20A-4E6D-8637-298D43E92994}"/>
          </ac:spMkLst>
        </pc:spChg>
        <pc:graphicFrameChg chg="add del mod">
          <ac:chgData name="Alejandro Paolini Godoy" userId="c3a6e11a-e51d-46b0-a788-b09d2b3af6f8" providerId="ADAL" clId="{32975FC4-60DC-4260-AB6A-73CF78679369}" dt="2022-03-18T06:04:27.976" v="2081" actId="478"/>
          <ac:graphicFrameMkLst>
            <pc:docMk/>
            <pc:sldMk cId="404543362" sldId="492"/>
            <ac:graphicFrameMk id="9" creationId="{83E163E3-D6B9-4025-8D61-C3C51AF31FA7}"/>
          </ac:graphicFrameMkLst>
        </pc:graphicFrameChg>
        <pc:picChg chg="del">
          <ac:chgData name="Alejandro Paolini Godoy" userId="c3a6e11a-e51d-46b0-a788-b09d2b3af6f8" providerId="ADAL" clId="{32975FC4-60DC-4260-AB6A-73CF78679369}" dt="2022-03-18T06:12:01.417" v="2106" actId="478"/>
          <ac:picMkLst>
            <pc:docMk/>
            <pc:sldMk cId="404543362" sldId="492"/>
            <ac:picMk id="8" creationId="{A684CC22-F9E2-4E12-8640-6B802599B2B8}"/>
          </ac:picMkLst>
        </pc:picChg>
      </pc:sldChg>
      <pc:sldChg chg="addSp delSp modSp add mod ord addAnim delAnim modAnim">
        <pc:chgData name="Alejandro Paolini Godoy" userId="c3a6e11a-e51d-46b0-a788-b09d2b3af6f8" providerId="ADAL" clId="{32975FC4-60DC-4260-AB6A-73CF78679369}" dt="2022-03-18T06:42:54.239" v="2454"/>
        <pc:sldMkLst>
          <pc:docMk/>
          <pc:sldMk cId="1777345682" sldId="493"/>
        </pc:sldMkLst>
        <pc:spChg chg="add del mod">
          <ac:chgData name="Alejandro Paolini Godoy" userId="c3a6e11a-e51d-46b0-a788-b09d2b3af6f8" providerId="ADAL" clId="{32975FC4-60DC-4260-AB6A-73CF78679369}" dt="2022-03-18T06:26:57.960" v="2373" actId="767"/>
          <ac:spMkLst>
            <pc:docMk/>
            <pc:sldMk cId="1777345682" sldId="493"/>
            <ac:spMk id="2" creationId="{1B67FF55-0473-41F6-887F-00A3D5E5D415}"/>
          </ac:spMkLst>
        </pc:spChg>
        <pc:spChg chg="mod">
          <ac:chgData name="Alejandro Paolini Godoy" userId="c3a6e11a-e51d-46b0-a788-b09d2b3af6f8" providerId="ADAL" clId="{32975FC4-60DC-4260-AB6A-73CF78679369}" dt="2022-03-18T06:31:07.457" v="2410" actId="1076"/>
          <ac:spMkLst>
            <pc:docMk/>
            <pc:sldMk cId="1777345682" sldId="493"/>
            <ac:spMk id="3" creationId="{0AFD2218-6B9F-4D73-8FE6-D8534FF621C6}"/>
          </ac:spMkLst>
        </pc:spChg>
        <pc:spChg chg="add del mod">
          <ac:chgData name="Alejandro Paolini Godoy" userId="c3a6e11a-e51d-46b0-a788-b09d2b3af6f8" providerId="ADAL" clId="{32975FC4-60DC-4260-AB6A-73CF78679369}" dt="2022-03-18T06:29:30.585" v="2398" actId="11529"/>
          <ac:spMkLst>
            <pc:docMk/>
            <pc:sldMk cId="1777345682" sldId="493"/>
            <ac:spMk id="5" creationId="{0475A1BC-DBD9-4ADC-93C1-444946E8F0BA}"/>
          </ac:spMkLst>
        </pc:spChg>
        <pc:spChg chg="mod">
          <ac:chgData name="Alejandro Paolini Godoy" userId="c3a6e11a-e51d-46b0-a788-b09d2b3af6f8" providerId="ADAL" clId="{32975FC4-60DC-4260-AB6A-73CF78679369}" dt="2022-03-18T06:23:09.457" v="2352" actId="20577"/>
          <ac:spMkLst>
            <pc:docMk/>
            <pc:sldMk cId="1777345682" sldId="493"/>
            <ac:spMk id="8" creationId="{DA301F76-78DB-4E7C-8387-8B963974212B}"/>
          </ac:spMkLst>
        </pc:spChg>
        <pc:spChg chg="mod">
          <ac:chgData name="Alejandro Paolini Godoy" userId="c3a6e11a-e51d-46b0-a788-b09d2b3af6f8" providerId="ADAL" clId="{32975FC4-60DC-4260-AB6A-73CF78679369}" dt="2022-03-18T06:23:29.334" v="2354" actId="6549"/>
          <ac:spMkLst>
            <pc:docMk/>
            <pc:sldMk cId="1777345682" sldId="493"/>
            <ac:spMk id="18" creationId="{084A8B20-46F6-472D-B485-4CEDE8A8371B}"/>
          </ac:spMkLst>
        </pc:spChg>
        <pc:spChg chg="del">
          <ac:chgData name="Alejandro Paolini Godoy" userId="c3a6e11a-e51d-46b0-a788-b09d2b3af6f8" providerId="ADAL" clId="{32975FC4-60DC-4260-AB6A-73CF78679369}" dt="2022-03-18T06:24:01.909" v="2358" actId="478"/>
          <ac:spMkLst>
            <pc:docMk/>
            <pc:sldMk cId="1777345682" sldId="493"/>
            <ac:spMk id="19" creationId="{561FABBB-5DE5-440E-9AF7-B074E9EB4CAE}"/>
          </ac:spMkLst>
        </pc:spChg>
        <pc:spChg chg="del">
          <ac:chgData name="Alejandro Paolini Godoy" userId="c3a6e11a-e51d-46b0-a788-b09d2b3af6f8" providerId="ADAL" clId="{32975FC4-60DC-4260-AB6A-73CF78679369}" dt="2022-03-18T06:24:06.925" v="2360" actId="478"/>
          <ac:spMkLst>
            <pc:docMk/>
            <pc:sldMk cId="1777345682" sldId="493"/>
            <ac:spMk id="23" creationId="{B7EC764D-79F3-4BC6-AF59-C73E0EF84034}"/>
          </ac:spMkLst>
        </pc:spChg>
        <pc:spChg chg="mod">
          <ac:chgData name="Alejandro Paolini Godoy" userId="c3a6e11a-e51d-46b0-a788-b09d2b3af6f8" providerId="ADAL" clId="{32975FC4-60DC-4260-AB6A-73CF78679369}" dt="2022-03-18T06:42:21.143" v="2438" actId="108"/>
          <ac:spMkLst>
            <pc:docMk/>
            <pc:sldMk cId="1777345682" sldId="493"/>
            <ac:spMk id="24" creationId="{A44BB555-12E4-423B-95AE-5C98DC8EE059}"/>
          </ac:spMkLst>
        </pc:spChg>
        <pc:spChg chg="mod">
          <ac:chgData name="Alejandro Paolini Godoy" userId="c3a6e11a-e51d-46b0-a788-b09d2b3af6f8" providerId="ADAL" clId="{32975FC4-60DC-4260-AB6A-73CF78679369}" dt="2022-03-18T06:24:37.878" v="2365"/>
          <ac:spMkLst>
            <pc:docMk/>
            <pc:sldMk cId="1777345682" sldId="493"/>
            <ac:spMk id="28" creationId="{70F2439D-6F18-4408-8345-FA2654C45391}"/>
          </ac:spMkLst>
        </pc:spChg>
        <pc:spChg chg="add mod">
          <ac:chgData name="Alejandro Paolini Godoy" userId="c3a6e11a-e51d-46b0-a788-b09d2b3af6f8" providerId="ADAL" clId="{32975FC4-60DC-4260-AB6A-73CF78679369}" dt="2022-03-18T06:24:25.482" v="2364" actId="1076"/>
          <ac:spMkLst>
            <pc:docMk/>
            <pc:sldMk cId="1777345682" sldId="493"/>
            <ac:spMk id="34" creationId="{D388DA41-8E15-453F-B58A-A4D03C1143BF}"/>
          </ac:spMkLst>
        </pc:spChg>
        <pc:spChg chg="mod">
          <ac:chgData name="Alejandro Paolini Godoy" userId="c3a6e11a-e51d-46b0-a788-b09d2b3af6f8" providerId="ADAL" clId="{32975FC4-60DC-4260-AB6A-73CF78679369}" dt="2022-03-18T06:24:17.342" v="2363"/>
          <ac:spMkLst>
            <pc:docMk/>
            <pc:sldMk cId="1777345682" sldId="493"/>
            <ac:spMk id="36" creationId="{EBA5D59D-2835-41DF-A9F7-8AC6A086FF81}"/>
          </ac:spMkLst>
        </pc:spChg>
        <pc:spChg chg="mod">
          <ac:chgData name="Alejandro Paolini Godoy" userId="c3a6e11a-e51d-46b0-a788-b09d2b3af6f8" providerId="ADAL" clId="{32975FC4-60DC-4260-AB6A-73CF78679369}" dt="2022-03-18T06:24:17.342" v="2363"/>
          <ac:spMkLst>
            <pc:docMk/>
            <pc:sldMk cId="1777345682" sldId="493"/>
            <ac:spMk id="37" creationId="{61F0CC04-96A6-446F-9EEC-1DC5F4A425D2}"/>
          </ac:spMkLst>
        </pc:spChg>
        <pc:spChg chg="add mod">
          <ac:chgData name="Alejandro Paolini Godoy" userId="c3a6e11a-e51d-46b0-a788-b09d2b3af6f8" providerId="ADAL" clId="{32975FC4-60DC-4260-AB6A-73CF78679369}" dt="2022-03-18T06:24:25.482" v="2364" actId="1076"/>
          <ac:spMkLst>
            <pc:docMk/>
            <pc:sldMk cId="1777345682" sldId="493"/>
            <ac:spMk id="38" creationId="{FD78613E-9227-4076-B56C-A69EBED0BC02}"/>
          </ac:spMkLst>
        </pc:spChg>
        <pc:spChg chg="add del mod">
          <ac:chgData name="Alejandro Paolini Godoy" userId="c3a6e11a-e51d-46b0-a788-b09d2b3af6f8" providerId="ADAL" clId="{32975FC4-60DC-4260-AB6A-73CF78679369}" dt="2022-03-18T06:41:08.558" v="2431" actId="478"/>
          <ac:spMkLst>
            <pc:docMk/>
            <pc:sldMk cId="1777345682" sldId="493"/>
            <ac:spMk id="41" creationId="{334A6066-4CE6-41DB-894E-D7CA900F6D3D}"/>
          </ac:spMkLst>
        </pc:spChg>
        <pc:spChg chg="add mod">
          <ac:chgData name="Alejandro Paolini Godoy" userId="c3a6e11a-e51d-46b0-a788-b09d2b3af6f8" providerId="ADAL" clId="{32975FC4-60DC-4260-AB6A-73CF78679369}" dt="2022-03-18T06:41:57.738" v="2433" actId="108"/>
          <ac:spMkLst>
            <pc:docMk/>
            <pc:sldMk cId="1777345682" sldId="493"/>
            <ac:spMk id="42" creationId="{E2070BE0-EE6B-4FD1-9A49-EC5EF990498D}"/>
          </ac:spMkLst>
        </pc:spChg>
        <pc:spChg chg="add mod">
          <ac:chgData name="Alejandro Paolini Godoy" userId="c3a6e11a-e51d-46b0-a788-b09d2b3af6f8" providerId="ADAL" clId="{32975FC4-60DC-4260-AB6A-73CF78679369}" dt="2022-03-18T06:42:32.847" v="2441" actId="108"/>
          <ac:spMkLst>
            <pc:docMk/>
            <pc:sldMk cId="1777345682" sldId="493"/>
            <ac:spMk id="43" creationId="{FC70AD9D-F033-42FA-B3D4-0CFAEC94CFB3}"/>
          </ac:spMkLst>
        </pc:spChg>
        <pc:spChg chg="add del mod">
          <ac:chgData name="Alejandro Paolini Godoy" userId="c3a6e11a-e51d-46b0-a788-b09d2b3af6f8" providerId="ADAL" clId="{32975FC4-60DC-4260-AB6A-73CF78679369}" dt="2022-03-18T06:40:12.171" v="2426" actId="478"/>
          <ac:spMkLst>
            <pc:docMk/>
            <pc:sldMk cId="1777345682" sldId="493"/>
            <ac:spMk id="44" creationId="{68A1133A-D9CA-4474-AC90-6A34CEE340BC}"/>
          </ac:spMkLst>
        </pc:spChg>
        <pc:spChg chg="mod">
          <ac:chgData name="Alejandro Paolini Godoy" userId="c3a6e11a-e51d-46b0-a788-b09d2b3af6f8" providerId="ADAL" clId="{32975FC4-60DC-4260-AB6A-73CF78679369}" dt="2022-03-18T06:41:32.330" v="2432" actId="14100"/>
          <ac:spMkLst>
            <pc:docMk/>
            <pc:sldMk cId="1777345682" sldId="493"/>
            <ac:spMk id="46" creationId="{2F8B47FD-43AD-416E-AC5D-930C47A21D4A}"/>
          </ac:spMkLst>
        </pc:spChg>
        <pc:spChg chg="mod">
          <ac:chgData name="Alejandro Paolini Godoy" userId="c3a6e11a-e51d-46b0-a788-b09d2b3af6f8" providerId="ADAL" clId="{32975FC4-60DC-4260-AB6A-73CF78679369}" dt="2022-03-18T06:41:32.330" v="2432" actId="14100"/>
          <ac:spMkLst>
            <pc:docMk/>
            <pc:sldMk cId="1777345682" sldId="493"/>
            <ac:spMk id="47" creationId="{9475FA2A-A426-4861-985B-435EB8655397}"/>
          </ac:spMkLst>
        </pc:spChg>
        <pc:spChg chg="mod">
          <ac:chgData name="Alejandro Paolini Godoy" userId="c3a6e11a-e51d-46b0-a788-b09d2b3af6f8" providerId="ADAL" clId="{32975FC4-60DC-4260-AB6A-73CF78679369}" dt="2022-03-18T06:41:32.330" v="2432" actId="14100"/>
          <ac:spMkLst>
            <pc:docMk/>
            <pc:sldMk cId="1777345682" sldId="493"/>
            <ac:spMk id="48" creationId="{7278DD4A-6054-4242-84B9-ECFAF46F9483}"/>
          </ac:spMkLst>
        </pc:spChg>
        <pc:spChg chg="mod">
          <ac:chgData name="Alejandro Paolini Godoy" userId="c3a6e11a-e51d-46b0-a788-b09d2b3af6f8" providerId="ADAL" clId="{32975FC4-60DC-4260-AB6A-73CF78679369}" dt="2022-03-18T06:41:32.330" v="2432" actId="14100"/>
          <ac:spMkLst>
            <pc:docMk/>
            <pc:sldMk cId="1777345682" sldId="493"/>
            <ac:spMk id="49" creationId="{88881266-6C0A-45AE-9333-FE4549DE1A87}"/>
          </ac:spMkLst>
        </pc:spChg>
        <pc:spChg chg="add mod">
          <ac:chgData name="Alejandro Paolini Godoy" userId="c3a6e11a-e51d-46b0-a788-b09d2b3af6f8" providerId="ADAL" clId="{32975FC4-60DC-4260-AB6A-73CF78679369}" dt="2022-03-18T06:42:05.252" v="2435" actId="108"/>
          <ac:spMkLst>
            <pc:docMk/>
            <pc:sldMk cId="1777345682" sldId="493"/>
            <ac:spMk id="51" creationId="{FA684642-7B42-4D9B-A36F-F0AEB8F1D3F2}"/>
          </ac:spMkLst>
        </pc:spChg>
        <pc:spChg chg="add mod">
          <ac:chgData name="Alejandro Paolini Godoy" userId="c3a6e11a-e51d-46b0-a788-b09d2b3af6f8" providerId="ADAL" clId="{32975FC4-60DC-4260-AB6A-73CF78679369}" dt="2022-03-18T06:42:16.436" v="2436" actId="108"/>
          <ac:spMkLst>
            <pc:docMk/>
            <pc:sldMk cId="1777345682" sldId="493"/>
            <ac:spMk id="52" creationId="{0C124DA7-9CC2-4D0D-AC15-F10BDFA8FBF3}"/>
          </ac:spMkLst>
        </pc:spChg>
        <pc:spChg chg="add mod">
          <ac:chgData name="Alejandro Paolini Godoy" userId="c3a6e11a-e51d-46b0-a788-b09d2b3af6f8" providerId="ADAL" clId="{32975FC4-60DC-4260-AB6A-73CF78679369}" dt="2022-03-18T06:42:36.504" v="2442" actId="108"/>
          <ac:spMkLst>
            <pc:docMk/>
            <pc:sldMk cId="1777345682" sldId="493"/>
            <ac:spMk id="53" creationId="{FCA89F9B-0FC1-4865-818D-DD2296A11732}"/>
          </ac:spMkLst>
        </pc:spChg>
        <pc:spChg chg="mod">
          <ac:chgData name="Alejandro Paolini Godoy" userId="c3a6e11a-e51d-46b0-a788-b09d2b3af6f8" providerId="ADAL" clId="{32975FC4-60DC-4260-AB6A-73CF78679369}" dt="2022-03-18T06:24:47.661" v="2366"/>
          <ac:spMkLst>
            <pc:docMk/>
            <pc:sldMk cId="1777345682" sldId="493"/>
            <ac:spMk id="54" creationId="{0E86A75A-30E0-4D64-93C8-5CA77F1BB624}"/>
          </ac:spMkLst>
        </pc:spChg>
        <pc:spChg chg="mod">
          <ac:chgData name="Alejandro Paolini Godoy" userId="c3a6e11a-e51d-46b0-a788-b09d2b3af6f8" providerId="ADAL" clId="{32975FC4-60DC-4260-AB6A-73CF78679369}" dt="2022-03-18T06:24:58.357" v="2367"/>
          <ac:spMkLst>
            <pc:docMk/>
            <pc:sldMk cId="1777345682" sldId="493"/>
            <ac:spMk id="59" creationId="{B845F279-B53A-487A-B1DD-00CAF430BCE1}"/>
          </ac:spMkLst>
        </pc:spChg>
        <pc:spChg chg="mod ord topLvl">
          <ac:chgData name="Alejandro Paolini Godoy" userId="c3a6e11a-e51d-46b0-a788-b09d2b3af6f8" providerId="ADAL" clId="{32975FC4-60DC-4260-AB6A-73CF78679369}" dt="2022-03-18T06:30:04.457" v="2401" actId="165"/>
          <ac:spMkLst>
            <pc:docMk/>
            <pc:sldMk cId="1777345682" sldId="493"/>
            <ac:spMk id="64" creationId="{3C67B0D8-86C7-415A-B373-2A18788B2555}"/>
          </ac:spMkLst>
        </pc:spChg>
        <pc:spChg chg="mod ord topLvl">
          <ac:chgData name="Alejandro Paolini Godoy" userId="c3a6e11a-e51d-46b0-a788-b09d2b3af6f8" providerId="ADAL" clId="{32975FC4-60DC-4260-AB6A-73CF78679369}" dt="2022-03-18T06:30:04.457" v="2401" actId="165"/>
          <ac:spMkLst>
            <pc:docMk/>
            <pc:sldMk cId="1777345682" sldId="493"/>
            <ac:spMk id="65" creationId="{92169562-C082-4F80-95B7-A7E9B0E32BDB}"/>
          </ac:spMkLst>
        </pc:spChg>
        <pc:grpChg chg="del mod">
          <ac:chgData name="Alejandro Paolini Godoy" userId="c3a6e11a-e51d-46b0-a788-b09d2b3af6f8" providerId="ADAL" clId="{32975FC4-60DC-4260-AB6A-73CF78679369}" dt="2022-03-18T06:30:22.121" v="2403" actId="478"/>
          <ac:grpSpMkLst>
            <pc:docMk/>
            <pc:sldMk cId="1777345682" sldId="493"/>
            <ac:grpSpMk id="25" creationId="{51750A11-A692-4247-B4DD-DD9055CE4E8C}"/>
          </ac:grpSpMkLst>
        </pc:grpChg>
        <pc:grpChg chg="add del mod">
          <ac:chgData name="Alejandro Paolini Godoy" userId="c3a6e11a-e51d-46b0-a788-b09d2b3af6f8" providerId="ADAL" clId="{32975FC4-60DC-4260-AB6A-73CF78679369}" dt="2022-03-18T06:30:25.261" v="2406" actId="478"/>
          <ac:grpSpMkLst>
            <pc:docMk/>
            <pc:sldMk cId="1777345682" sldId="493"/>
            <ac:grpSpMk id="35" creationId="{E2BCD065-1269-440F-A205-838AE5CA02A8}"/>
          </ac:grpSpMkLst>
        </pc:grpChg>
        <pc:grpChg chg="add mod">
          <ac:chgData name="Alejandro Paolini Godoy" userId="c3a6e11a-e51d-46b0-a788-b09d2b3af6f8" providerId="ADAL" clId="{32975FC4-60DC-4260-AB6A-73CF78679369}" dt="2022-03-18T06:42:05.252" v="2435" actId="108"/>
          <ac:grpSpMkLst>
            <pc:docMk/>
            <pc:sldMk cId="1777345682" sldId="493"/>
            <ac:grpSpMk id="45" creationId="{526898BB-E51A-4EB1-8EAC-D2D24C24EA11}"/>
          </ac:grpSpMkLst>
        </pc:grpChg>
        <pc:grpChg chg="del">
          <ac:chgData name="Alejandro Paolini Godoy" userId="c3a6e11a-e51d-46b0-a788-b09d2b3af6f8" providerId="ADAL" clId="{32975FC4-60DC-4260-AB6A-73CF78679369}" dt="2022-03-18T06:30:26.167" v="2407" actId="478"/>
          <ac:grpSpMkLst>
            <pc:docMk/>
            <pc:sldMk cId="1777345682" sldId="493"/>
            <ac:grpSpMk id="60" creationId="{10D11B7F-0483-4871-8260-507F54A8D7E5}"/>
          </ac:grpSpMkLst>
        </pc:grpChg>
        <pc:grpChg chg="add del mod">
          <ac:chgData name="Alejandro Paolini Godoy" userId="c3a6e11a-e51d-46b0-a788-b09d2b3af6f8" providerId="ADAL" clId="{32975FC4-60DC-4260-AB6A-73CF78679369}" dt="2022-03-18T06:30:19.205" v="2402" actId="478"/>
          <ac:grpSpMkLst>
            <pc:docMk/>
            <pc:sldMk cId="1777345682" sldId="493"/>
            <ac:grpSpMk id="63" creationId="{FC4381B8-02E7-485E-961D-2E533CF52B5C}"/>
          </ac:grpSpMkLst>
        </pc:grpChg>
        <pc:grpChg chg="del">
          <ac:chgData name="Alejandro Paolini Godoy" userId="c3a6e11a-e51d-46b0-a788-b09d2b3af6f8" providerId="ADAL" clId="{32975FC4-60DC-4260-AB6A-73CF78679369}" dt="2022-03-18T06:30:23.161" v="2404" actId="478"/>
          <ac:grpSpMkLst>
            <pc:docMk/>
            <pc:sldMk cId="1777345682" sldId="493"/>
            <ac:grpSpMk id="66" creationId="{C72471B4-C294-4B06-9AA8-7FBA0B5912CE}"/>
          </ac:grpSpMkLst>
        </pc:grpChg>
        <pc:grpChg chg="del">
          <ac:chgData name="Alejandro Paolini Godoy" userId="c3a6e11a-e51d-46b0-a788-b09d2b3af6f8" providerId="ADAL" clId="{32975FC4-60DC-4260-AB6A-73CF78679369}" dt="2022-03-18T06:30:24.363" v="2405" actId="478"/>
          <ac:grpSpMkLst>
            <pc:docMk/>
            <pc:sldMk cId="1777345682" sldId="493"/>
            <ac:grpSpMk id="69" creationId="{5809564D-D908-4C60-B1B1-4A6860F202F9}"/>
          </ac:grpSpMkLst>
        </pc:grpChg>
        <pc:grpChg chg="del">
          <ac:chgData name="Alejandro Paolini Godoy" userId="c3a6e11a-e51d-46b0-a788-b09d2b3af6f8" providerId="ADAL" clId="{32975FC4-60DC-4260-AB6A-73CF78679369}" dt="2022-03-18T06:24:05.434" v="2359" actId="478"/>
          <ac:grpSpMkLst>
            <pc:docMk/>
            <pc:sldMk cId="1777345682" sldId="493"/>
            <ac:grpSpMk id="76" creationId="{9FFBF0D7-58E1-48D3-96A2-1950D34786E5}"/>
          </ac:grpSpMkLst>
        </pc:grpChg>
      </pc:sldChg>
      <pc:sldChg chg="addSp delSp modSp add mod ord delAnim modAnim">
        <pc:chgData name="Alejandro Paolini Godoy" userId="c3a6e11a-e51d-46b0-a788-b09d2b3af6f8" providerId="ADAL" clId="{32975FC4-60DC-4260-AB6A-73CF78679369}" dt="2022-03-28T05:00:00.869" v="5672"/>
        <pc:sldMkLst>
          <pc:docMk/>
          <pc:sldMk cId="210593350" sldId="494"/>
        </pc:sldMkLst>
        <pc:spChg chg="del">
          <ac:chgData name="Alejandro Paolini Godoy" userId="c3a6e11a-e51d-46b0-a788-b09d2b3af6f8" providerId="ADAL" clId="{32975FC4-60DC-4260-AB6A-73CF78679369}" dt="2022-03-18T06:47:11.975" v="2493" actId="478"/>
          <ac:spMkLst>
            <pc:docMk/>
            <pc:sldMk cId="210593350" sldId="494"/>
            <ac:spMk id="3" creationId="{D0C5854C-6D0E-432E-B51C-B0F9C3EC7D03}"/>
          </ac:spMkLst>
        </pc:spChg>
        <pc:spChg chg="mod">
          <ac:chgData name="Alejandro Paolini Godoy" userId="c3a6e11a-e51d-46b0-a788-b09d2b3af6f8" providerId="ADAL" clId="{32975FC4-60DC-4260-AB6A-73CF78679369}" dt="2022-03-18T06:47:09.766" v="2492" actId="20577"/>
          <ac:spMkLst>
            <pc:docMk/>
            <pc:sldMk cId="210593350" sldId="494"/>
            <ac:spMk id="6" creationId="{F0ACAD3D-6F09-4D90-A5CF-7C56DC976CC4}"/>
          </ac:spMkLst>
        </pc:spChg>
        <pc:spChg chg="mod">
          <ac:chgData name="Alejandro Paolini Godoy" userId="c3a6e11a-e51d-46b0-a788-b09d2b3af6f8" providerId="ADAL" clId="{32975FC4-60DC-4260-AB6A-73CF78679369}" dt="2022-03-18T06:56:25.390" v="2619"/>
          <ac:spMkLst>
            <pc:docMk/>
            <pc:sldMk cId="210593350" sldId="494"/>
            <ac:spMk id="58" creationId="{3370AFA0-83F3-4A79-B770-1A9B44B042F4}"/>
          </ac:spMkLst>
        </pc:spChg>
        <pc:spChg chg="mod">
          <ac:chgData name="Alejandro Paolini Godoy" userId="c3a6e11a-e51d-46b0-a788-b09d2b3af6f8" providerId="ADAL" clId="{32975FC4-60DC-4260-AB6A-73CF78679369}" dt="2022-03-18T06:53:32.433" v="2604" actId="1076"/>
          <ac:spMkLst>
            <pc:docMk/>
            <pc:sldMk cId="210593350" sldId="494"/>
            <ac:spMk id="59" creationId="{53109DF1-D188-4026-8BDD-C3289BBC0A39}"/>
          </ac:spMkLst>
        </pc:spChg>
        <pc:spChg chg="mod">
          <ac:chgData name="Alejandro Paolini Godoy" userId="c3a6e11a-e51d-46b0-a788-b09d2b3af6f8" providerId="ADAL" clId="{32975FC4-60DC-4260-AB6A-73CF78679369}" dt="2022-03-18T06:53:32.433" v="2604" actId="1076"/>
          <ac:spMkLst>
            <pc:docMk/>
            <pc:sldMk cId="210593350" sldId="494"/>
            <ac:spMk id="60" creationId="{02E4F07C-BD00-4F6F-B294-27E86B16776E}"/>
          </ac:spMkLst>
        </pc:spChg>
        <pc:spChg chg="mod">
          <ac:chgData name="Alejandro Paolini Godoy" userId="c3a6e11a-e51d-46b0-a788-b09d2b3af6f8" providerId="ADAL" clId="{32975FC4-60DC-4260-AB6A-73CF78679369}" dt="2022-03-18T06:53:21.832" v="2602" actId="1076"/>
          <ac:spMkLst>
            <pc:docMk/>
            <pc:sldMk cId="210593350" sldId="494"/>
            <ac:spMk id="62" creationId="{99CE2C45-D20A-4E6D-8637-298D43E92994}"/>
          </ac:spMkLst>
        </pc:spChg>
        <pc:grpChg chg="add mod">
          <ac:chgData name="Alejandro Paolini Godoy" userId="c3a6e11a-e51d-46b0-a788-b09d2b3af6f8" providerId="ADAL" clId="{32975FC4-60DC-4260-AB6A-73CF78679369}" dt="2022-03-18T06:54:47.570" v="2615" actId="1076"/>
          <ac:grpSpMkLst>
            <pc:docMk/>
            <pc:sldMk cId="210593350" sldId="494"/>
            <ac:grpSpMk id="5" creationId="{AC33007C-E6BE-43F7-87F3-F35CA19EE308}"/>
          </ac:grpSpMkLst>
        </pc:grpChg>
        <pc:grpChg chg="del">
          <ac:chgData name="Alejandro Paolini Godoy" userId="c3a6e11a-e51d-46b0-a788-b09d2b3af6f8" providerId="ADAL" clId="{32975FC4-60DC-4260-AB6A-73CF78679369}" dt="2022-03-18T06:47:21.847" v="2495" actId="478"/>
          <ac:grpSpMkLst>
            <pc:docMk/>
            <pc:sldMk cId="210593350" sldId="494"/>
            <ac:grpSpMk id="84" creationId="{373E65E4-F57D-484A-B144-15A49DE85825}"/>
          </ac:grpSpMkLst>
        </pc:grpChg>
        <pc:grpChg chg="del">
          <ac:chgData name="Alejandro Paolini Godoy" userId="c3a6e11a-e51d-46b0-a788-b09d2b3af6f8" providerId="ADAL" clId="{32975FC4-60DC-4260-AB6A-73CF78679369}" dt="2022-03-18T06:47:22.996" v="2496" actId="478"/>
          <ac:grpSpMkLst>
            <pc:docMk/>
            <pc:sldMk cId="210593350" sldId="494"/>
            <ac:grpSpMk id="87" creationId="{D44F1DC2-C372-4828-80B6-BDB1F34C24AE}"/>
          </ac:grpSpMkLst>
        </pc:grpChg>
        <pc:grpChg chg="del">
          <ac:chgData name="Alejandro Paolini Godoy" userId="c3a6e11a-e51d-46b0-a788-b09d2b3af6f8" providerId="ADAL" clId="{32975FC4-60DC-4260-AB6A-73CF78679369}" dt="2022-03-18T06:47:20.590" v="2494" actId="478"/>
          <ac:grpSpMkLst>
            <pc:docMk/>
            <pc:sldMk cId="210593350" sldId="494"/>
            <ac:grpSpMk id="91" creationId="{B445066A-B523-429D-A832-FD2DFF064BCB}"/>
          </ac:grpSpMkLst>
        </pc:grpChg>
        <pc:picChg chg="add mod ord modCrop">
          <ac:chgData name="Alejandro Paolini Godoy" userId="c3a6e11a-e51d-46b0-a788-b09d2b3af6f8" providerId="ADAL" clId="{32975FC4-60DC-4260-AB6A-73CF78679369}" dt="2022-03-18T06:55:45.647" v="2618" actId="167"/>
          <ac:picMkLst>
            <pc:docMk/>
            <pc:sldMk cId="210593350" sldId="494"/>
            <ac:picMk id="4" creationId="{C06004A9-0B1C-4179-951B-FC464FF5ABA2}"/>
          </ac:picMkLst>
        </pc:picChg>
        <pc:picChg chg="add mod modCrop">
          <ac:chgData name="Alejandro Paolini Godoy" userId="c3a6e11a-e51d-46b0-a788-b09d2b3af6f8" providerId="ADAL" clId="{32975FC4-60DC-4260-AB6A-73CF78679369}" dt="2022-03-18T06:54:35.449" v="2614" actId="164"/>
          <ac:picMkLst>
            <pc:docMk/>
            <pc:sldMk cId="210593350" sldId="494"/>
            <ac:picMk id="18" creationId="{E7B65DEA-A8D4-4633-9478-CF6EB41ECCDC}"/>
          </ac:picMkLst>
        </pc:picChg>
        <pc:picChg chg="add mod">
          <ac:chgData name="Alejandro Paolini Godoy" userId="c3a6e11a-e51d-46b0-a788-b09d2b3af6f8" providerId="ADAL" clId="{32975FC4-60DC-4260-AB6A-73CF78679369}" dt="2022-03-18T06:53:25.264" v="2603" actId="1076"/>
          <ac:picMkLst>
            <pc:docMk/>
            <pc:sldMk cId="210593350" sldId="494"/>
            <ac:picMk id="2050" creationId="{9AF63EB3-922A-419B-87C8-93B2644DD2BC}"/>
          </ac:picMkLst>
        </pc:picChg>
      </pc:sldChg>
      <pc:sldChg chg="modSp add mod ord">
        <pc:chgData name="Alejandro Paolini Godoy" userId="c3a6e11a-e51d-46b0-a788-b09d2b3af6f8" providerId="ADAL" clId="{32975FC4-60DC-4260-AB6A-73CF78679369}" dt="2022-03-18T06:57:46.843" v="2665" actId="20577"/>
        <pc:sldMkLst>
          <pc:docMk/>
          <pc:sldMk cId="684410775" sldId="495"/>
        </pc:sldMkLst>
        <pc:spChg chg="mod">
          <ac:chgData name="Alejandro Paolini Godoy" userId="c3a6e11a-e51d-46b0-a788-b09d2b3af6f8" providerId="ADAL" clId="{32975FC4-60DC-4260-AB6A-73CF78679369}" dt="2022-03-18T06:57:46.843" v="2665" actId="20577"/>
          <ac:spMkLst>
            <pc:docMk/>
            <pc:sldMk cId="684410775" sldId="495"/>
            <ac:spMk id="6" creationId="{64C74DA4-5CCB-4E44-991D-DAD3253CB00B}"/>
          </ac:spMkLst>
        </pc:spChg>
        <pc:spChg chg="mod">
          <ac:chgData name="Alejandro Paolini Godoy" userId="c3a6e11a-e51d-46b0-a788-b09d2b3af6f8" providerId="ADAL" clId="{32975FC4-60DC-4260-AB6A-73CF78679369}" dt="2022-03-18T06:57:25.070" v="2635" actId="20577"/>
          <ac:spMkLst>
            <pc:docMk/>
            <pc:sldMk cId="684410775" sldId="495"/>
            <ac:spMk id="187" creationId="{CFFCFB31-14BE-4A48-A5C6-43F99CAA4509}"/>
          </ac:spMkLst>
        </pc:spChg>
      </pc:sldChg>
      <pc:sldChg chg="addSp delSp modSp add mod ord delAnim modAnim">
        <pc:chgData name="Alejandro Paolini Godoy" userId="c3a6e11a-e51d-46b0-a788-b09d2b3af6f8" providerId="ADAL" clId="{32975FC4-60DC-4260-AB6A-73CF78679369}" dt="2022-03-28T05:00:00.869" v="5672"/>
        <pc:sldMkLst>
          <pc:docMk/>
          <pc:sldMk cId="1849231562" sldId="496"/>
        </pc:sldMkLst>
        <pc:spChg chg="add del mod">
          <ac:chgData name="Alejandro Paolini Godoy" userId="c3a6e11a-e51d-46b0-a788-b09d2b3af6f8" providerId="ADAL" clId="{32975FC4-60DC-4260-AB6A-73CF78679369}" dt="2022-03-28T00:34:51.192" v="2739" actId="478"/>
          <ac:spMkLst>
            <pc:docMk/>
            <pc:sldMk cId="1849231562" sldId="496"/>
            <ac:spMk id="3" creationId="{55EF5763-262E-4F08-94CE-FCAF5134C981}"/>
          </ac:spMkLst>
        </pc:spChg>
        <pc:spChg chg="mod">
          <ac:chgData name="Alejandro Paolini Godoy" userId="c3a6e11a-e51d-46b0-a788-b09d2b3af6f8" providerId="ADAL" clId="{32975FC4-60DC-4260-AB6A-73CF78679369}" dt="2022-03-28T00:34:37.582" v="2735" actId="20577"/>
          <ac:spMkLst>
            <pc:docMk/>
            <pc:sldMk cId="1849231562" sldId="496"/>
            <ac:spMk id="6" creationId="{F0ACAD3D-6F09-4D90-A5CF-7C56DC976CC4}"/>
          </ac:spMkLst>
        </pc:spChg>
        <pc:spChg chg="mod">
          <ac:chgData name="Alejandro Paolini Godoy" userId="c3a6e11a-e51d-46b0-a788-b09d2b3af6f8" providerId="ADAL" clId="{32975FC4-60DC-4260-AB6A-73CF78679369}" dt="2022-03-28T00:33:09.394" v="2721" actId="20577"/>
          <ac:spMkLst>
            <pc:docMk/>
            <pc:sldMk cId="1849231562" sldId="496"/>
            <ac:spMk id="58" creationId="{3370AFA0-83F3-4A79-B770-1A9B44B042F4}"/>
          </ac:spMkLst>
        </pc:spChg>
        <pc:spChg chg="mod">
          <ac:chgData name="Alejandro Paolini Godoy" userId="c3a6e11a-e51d-46b0-a788-b09d2b3af6f8" providerId="ADAL" clId="{32975FC4-60DC-4260-AB6A-73CF78679369}" dt="2022-03-28T00:38:50.670" v="2757" actId="207"/>
          <ac:spMkLst>
            <pc:docMk/>
            <pc:sldMk cId="1849231562" sldId="496"/>
            <ac:spMk id="59" creationId="{53109DF1-D188-4026-8BDD-C3289BBC0A39}"/>
          </ac:spMkLst>
        </pc:spChg>
        <pc:spChg chg="del">
          <ac:chgData name="Alejandro Paolini Godoy" userId="c3a6e11a-e51d-46b0-a788-b09d2b3af6f8" providerId="ADAL" clId="{32975FC4-60DC-4260-AB6A-73CF78679369}" dt="2022-03-28T00:34:48.675" v="2737" actId="478"/>
          <ac:spMkLst>
            <pc:docMk/>
            <pc:sldMk cId="1849231562" sldId="496"/>
            <ac:spMk id="60" creationId="{02E4F07C-BD00-4F6F-B294-27E86B16776E}"/>
          </ac:spMkLst>
        </pc:spChg>
        <pc:picChg chg="del">
          <ac:chgData name="Alejandro Paolini Godoy" userId="c3a6e11a-e51d-46b0-a788-b09d2b3af6f8" providerId="ADAL" clId="{32975FC4-60DC-4260-AB6A-73CF78679369}" dt="2022-03-28T00:34:49.564" v="2738" actId="478"/>
          <ac:picMkLst>
            <pc:docMk/>
            <pc:sldMk cId="1849231562" sldId="496"/>
            <ac:picMk id="8" creationId="{C1A254A9-5086-445E-844E-F7AB5995D263}"/>
          </ac:picMkLst>
        </pc:picChg>
      </pc:sldChg>
      <pc:sldChg chg="addSp delSp modSp add mod modAnim">
        <pc:chgData name="Alejandro Paolini Godoy" userId="c3a6e11a-e51d-46b0-a788-b09d2b3af6f8" providerId="ADAL" clId="{32975FC4-60DC-4260-AB6A-73CF78679369}" dt="2022-03-28T05:00:00.869" v="5672"/>
        <pc:sldMkLst>
          <pc:docMk/>
          <pc:sldMk cId="1879676344" sldId="497"/>
        </pc:sldMkLst>
        <pc:spChg chg="add mod">
          <ac:chgData name="Alejandro Paolini Godoy" userId="c3a6e11a-e51d-46b0-a788-b09d2b3af6f8" providerId="ADAL" clId="{32975FC4-60DC-4260-AB6A-73CF78679369}" dt="2022-03-28T01:00:25.282" v="2849" actId="120"/>
          <ac:spMkLst>
            <pc:docMk/>
            <pc:sldMk cId="1879676344" sldId="497"/>
            <ac:spMk id="5" creationId="{2FB665D2-CFE8-4D5B-9AAD-C6471C243AA3}"/>
          </ac:spMkLst>
        </pc:spChg>
        <pc:spChg chg="mod">
          <ac:chgData name="Alejandro Paolini Godoy" userId="c3a6e11a-e51d-46b0-a788-b09d2b3af6f8" providerId="ADAL" clId="{32975FC4-60DC-4260-AB6A-73CF78679369}" dt="2022-03-28T01:00:23.056" v="2848" actId="120"/>
          <ac:spMkLst>
            <pc:docMk/>
            <pc:sldMk cId="1879676344" sldId="497"/>
            <ac:spMk id="6" creationId="{F0ACAD3D-6F09-4D90-A5CF-7C56DC976CC4}"/>
          </ac:spMkLst>
        </pc:spChg>
        <pc:spChg chg="add mod">
          <ac:chgData name="Alejandro Paolini Godoy" userId="c3a6e11a-e51d-46b0-a788-b09d2b3af6f8" providerId="ADAL" clId="{32975FC4-60DC-4260-AB6A-73CF78679369}" dt="2022-03-28T01:01:58.322" v="2861" actId="14100"/>
          <ac:spMkLst>
            <pc:docMk/>
            <pc:sldMk cId="1879676344" sldId="497"/>
            <ac:spMk id="7" creationId="{BA7A1752-B88E-4664-AB21-43679D89F4E2}"/>
          </ac:spMkLst>
        </pc:spChg>
        <pc:spChg chg="add mod ord modVis">
          <ac:chgData name="Alejandro Paolini Godoy" userId="c3a6e11a-e51d-46b0-a788-b09d2b3af6f8" providerId="ADAL" clId="{32975FC4-60DC-4260-AB6A-73CF78679369}" dt="2022-03-28T01:05:22.314" v="2890" actId="166"/>
          <ac:spMkLst>
            <pc:docMk/>
            <pc:sldMk cId="1879676344" sldId="497"/>
            <ac:spMk id="8" creationId="{8F50D776-4317-485B-AFDB-5EA040E07C8A}"/>
          </ac:spMkLst>
        </pc:spChg>
        <pc:spChg chg="mod">
          <ac:chgData name="Alejandro Paolini Godoy" userId="c3a6e11a-e51d-46b0-a788-b09d2b3af6f8" providerId="ADAL" clId="{32975FC4-60DC-4260-AB6A-73CF78679369}" dt="2022-03-28T01:02:42.255" v="2867" actId="1076"/>
          <ac:spMkLst>
            <pc:docMk/>
            <pc:sldMk cId="1879676344" sldId="497"/>
            <ac:spMk id="10" creationId="{3DFD2A83-AB98-4447-9E2A-46CF38E921A2}"/>
          </ac:spMkLst>
        </pc:spChg>
        <pc:spChg chg="mod">
          <ac:chgData name="Alejandro Paolini Godoy" userId="c3a6e11a-e51d-46b0-a788-b09d2b3af6f8" providerId="ADAL" clId="{32975FC4-60DC-4260-AB6A-73CF78679369}" dt="2022-03-28T01:02:42.255" v="2867" actId="1076"/>
          <ac:spMkLst>
            <pc:docMk/>
            <pc:sldMk cId="1879676344" sldId="497"/>
            <ac:spMk id="11" creationId="{9775D414-40E5-4C0B-8C98-A87779AD1F16}"/>
          </ac:spMkLst>
        </pc:spChg>
        <pc:spChg chg="mod">
          <ac:chgData name="Alejandro Paolini Godoy" userId="c3a6e11a-e51d-46b0-a788-b09d2b3af6f8" providerId="ADAL" clId="{32975FC4-60DC-4260-AB6A-73CF78679369}" dt="2022-03-28T01:02:52.377" v="2871" actId="1076"/>
          <ac:spMkLst>
            <pc:docMk/>
            <pc:sldMk cId="1879676344" sldId="497"/>
            <ac:spMk id="13" creationId="{CF7CB30C-A33C-436D-A1C3-AF62937A267D}"/>
          </ac:spMkLst>
        </pc:spChg>
        <pc:spChg chg="mod">
          <ac:chgData name="Alejandro Paolini Godoy" userId="c3a6e11a-e51d-46b0-a788-b09d2b3af6f8" providerId="ADAL" clId="{32975FC4-60DC-4260-AB6A-73CF78679369}" dt="2022-03-28T01:02:52.377" v="2871" actId="1076"/>
          <ac:spMkLst>
            <pc:docMk/>
            <pc:sldMk cId="1879676344" sldId="497"/>
            <ac:spMk id="14" creationId="{292B0E24-40E1-48E4-B659-CA9E4C840CD2}"/>
          </ac:spMkLst>
        </pc:spChg>
        <pc:spChg chg="mod">
          <ac:chgData name="Alejandro Paolini Godoy" userId="c3a6e11a-e51d-46b0-a788-b09d2b3af6f8" providerId="ADAL" clId="{32975FC4-60DC-4260-AB6A-73CF78679369}" dt="2022-03-28T01:03:06.566" v="2872"/>
          <ac:spMkLst>
            <pc:docMk/>
            <pc:sldMk cId="1879676344" sldId="497"/>
            <ac:spMk id="16" creationId="{7C4017F2-0F32-4A81-98B7-82CA5A2CE52A}"/>
          </ac:spMkLst>
        </pc:spChg>
        <pc:spChg chg="mod">
          <ac:chgData name="Alejandro Paolini Godoy" userId="c3a6e11a-e51d-46b0-a788-b09d2b3af6f8" providerId="ADAL" clId="{32975FC4-60DC-4260-AB6A-73CF78679369}" dt="2022-03-28T01:03:06.566" v="2872"/>
          <ac:spMkLst>
            <pc:docMk/>
            <pc:sldMk cId="1879676344" sldId="497"/>
            <ac:spMk id="17" creationId="{59E0B8A4-68FB-4908-AAC8-25B30037138C}"/>
          </ac:spMkLst>
        </pc:spChg>
        <pc:spChg chg="add mod">
          <ac:chgData name="Alejandro Paolini Godoy" userId="c3a6e11a-e51d-46b0-a788-b09d2b3af6f8" providerId="ADAL" clId="{32975FC4-60DC-4260-AB6A-73CF78679369}" dt="2022-03-28T01:04:51.570" v="2888" actId="113"/>
          <ac:spMkLst>
            <pc:docMk/>
            <pc:sldMk cId="1879676344" sldId="497"/>
            <ac:spMk id="18" creationId="{46B39B41-7960-4270-AE44-EFDC671C59E1}"/>
          </ac:spMkLst>
        </pc:spChg>
        <pc:spChg chg="mod">
          <ac:chgData name="Alejandro Paolini Godoy" userId="c3a6e11a-e51d-46b0-a788-b09d2b3af6f8" providerId="ADAL" clId="{32975FC4-60DC-4260-AB6A-73CF78679369}" dt="2022-03-28T01:01:55.481" v="2860" actId="14100"/>
          <ac:spMkLst>
            <pc:docMk/>
            <pc:sldMk cId="1879676344" sldId="497"/>
            <ac:spMk id="59" creationId="{53109DF1-D188-4026-8BDD-C3289BBC0A39}"/>
          </ac:spMkLst>
        </pc:spChg>
        <pc:grpChg chg="add mod">
          <ac:chgData name="Alejandro Paolini Godoy" userId="c3a6e11a-e51d-46b0-a788-b09d2b3af6f8" providerId="ADAL" clId="{32975FC4-60DC-4260-AB6A-73CF78679369}" dt="2022-03-28T04:57:03.418" v="5653" actId="164"/>
          <ac:grpSpMkLst>
            <pc:docMk/>
            <pc:sldMk cId="1879676344" sldId="497"/>
            <ac:grpSpMk id="2" creationId="{04D45B44-9733-4018-8036-B34417F27BF4}"/>
          </ac:grpSpMkLst>
        </pc:grpChg>
        <pc:grpChg chg="add mod">
          <ac:chgData name="Alejandro Paolini Godoy" userId="c3a6e11a-e51d-46b0-a788-b09d2b3af6f8" providerId="ADAL" clId="{32975FC4-60DC-4260-AB6A-73CF78679369}" dt="2022-03-28T04:57:03.418" v="5653" actId="164"/>
          <ac:grpSpMkLst>
            <pc:docMk/>
            <pc:sldMk cId="1879676344" sldId="497"/>
            <ac:grpSpMk id="9" creationId="{CF37737F-EBA1-43C0-99FE-FDF54C365003}"/>
          </ac:grpSpMkLst>
        </pc:grpChg>
        <pc:grpChg chg="add mod">
          <ac:chgData name="Alejandro Paolini Godoy" userId="c3a6e11a-e51d-46b0-a788-b09d2b3af6f8" providerId="ADAL" clId="{32975FC4-60DC-4260-AB6A-73CF78679369}" dt="2022-03-28T04:57:03.418" v="5653" actId="164"/>
          <ac:grpSpMkLst>
            <pc:docMk/>
            <pc:sldMk cId="1879676344" sldId="497"/>
            <ac:grpSpMk id="12" creationId="{C42B5525-29DD-4916-9E0C-67C2FA4F4BBA}"/>
          </ac:grpSpMkLst>
        </pc:grpChg>
        <pc:grpChg chg="add del mod">
          <ac:chgData name="Alejandro Paolini Godoy" userId="c3a6e11a-e51d-46b0-a788-b09d2b3af6f8" providerId="ADAL" clId="{32975FC4-60DC-4260-AB6A-73CF78679369}" dt="2022-03-28T01:03:07.808" v="2873"/>
          <ac:grpSpMkLst>
            <pc:docMk/>
            <pc:sldMk cId="1879676344" sldId="497"/>
            <ac:grpSpMk id="15" creationId="{FB25600C-62F9-42B0-84B5-914A310C3CD0}"/>
          </ac:grpSpMkLst>
        </pc:grpChg>
      </pc:sldChg>
      <pc:sldChg chg="modSp add mod ord modAnim">
        <pc:chgData name="Alejandro Paolini Godoy" userId="c3a6e11a-e51d-46b0-a788-b09d2b3af6f8" providerId="ADAL" clId="{32975FC4-60DC-4260-AB6A-73CF78679369}" dt="2022-03-28T05:00:00.869" v="5672"/>
        <pc:sldMkLst>
          <pc:docMk/>
          <pc:sldMk cId="462187424" sldId="498"/>
        </pc:sldMkLst>
        <pc:spChg chg="mod">
          <ac:chgData name="Alejandro Paolini Godoy" userId="c3a6e11a-e51d-46b0-a788-b09d2b3af6f8" providerId="ADAL" clId="{32975FC4-60DC-4260-AB6A-73CF78679369}" dt="2022-03-28T01:10:58.012" v="2954" actId="113"/>
          <ac:spMkLst>
            <pc:docMk/>
            <pc:sldMk cId="462187424" sldId="498"/>
            <ac:spMk id="6" creationId="{F0ACAD3D-6F09-4D90-A5CF-7C56DC976CC4}"/>
          </ac:spMkLst>
        </pc:spChg>
        <pc:spChg chg="mod">
          <ac:chgData name="Alejandro Paolini Godoy" userId="c3a6e11a-e51d-46b0-a788-b09d2b3af6f8" providerId="ADAL" clId="{32975FC4-60DC-4260-AB6A-73CF78679369}" dt="2022-03-28T01:07:39.264" v="2931" actId="207"/>
          <ac:spMkLst>
            <pc:docMk/>
            <pc:sldMk cId="462187424" sldId="498"/>
            <ac:spMk id="59" creationId="{53109DF1-D188-4026-8BDD-C3289BBC0A39}"/>
          </ac:spMkLst>
        </pc:spChg>
      </pc:sldChg>
      <pc:sldChg chg="addSp delSp modSp add mod ord modAnim">
        <pc:chgData name="Alejandro Paolini Godoy" userId="c3a6e11a-e51d-46b0-a788-b09d2b3af6f8" providerId="ADAL" clId="{32975FC4-60DC-4260-AB6A-73CF78679369}" dt="2022-03-28T05:00:00.869" v="5672"/>
        <pc:sldMkLst>
          <pc:docMk/>
          <pc:sldMk cId="2405175616" sldId="499"/>
        </pc:sldMkLst>
        <pc:spChg chg="mod">
          <ac:chgData name="Alejandro Paolini Godoy" userId="c3a6e11a-e51d-46b0-a788-b09d2b3af6f8" providerId="ADAL" clId="{32975FC4-60DC-4260-AB6A-73CF78679369}" dt="2022-03-28T01:11:02.772" v="2955" actId="113"/>
          <ac:spMkLst>
            <pc:docMk/>
            <pc:sldMk cId="2405175616" sldId="499"/>
            <ac:spMk id="6" creationId="{F0ACAD3D-6F09-4D90-A5CF-7C56DC976CC4}"/>
          </ac:spMkLst>
        </pc:spChg>
        <pc:spChg chg="add del mod">
          <ac:chgData name="Alejandro Paolini Godoy" userId="c3a6e11a-e51d-46b0-a788-b09d2b3af6f8" providerId="ADAL" clId="{32975FC4-60DC-4260-AB6A-73CF78679369}" dt="2022-03-28T01:12:07.937" v="2965" actId="478"/>
          <ac:spMkLst>
            <pc:docMk/>
            <pc:sldMk cId="2405175616" sldId="499"/>
            <ac:spMk id="7" creationId="{22787DAC-ED17-4B31-A5CC-869E8BC5A0B8}"/>
          </ac:spMkLst>
        </pc:spChg>
        <pc:spChg chg="add mod">
          <ac:chgData name="Alejandro Paolini Godoy" userId="c3a6e11a-e51d-46b0-a788-b09d2b3af6f8" providerId="ADAL" clId="{32975FC4-60DC-4260-AB6A-73CF78679369}" dt="2022-03-28T01:15:50.187" v="3007" actId="3064"/>
          <ac:spMkLst>
            <pc:docMk/>
            <pc:sldMk cId="2405175616" sldId="499"/>
            <ac:spMk id="8" creationId="{4847B5D9-89E7-44F7-87FA-1919927E5C0D}"/>
          </ac:spMkLst>
        </pc:spChg>
        <pc:spChg chg="add mod">
          <ac:chgData name="Alejandro Paolini Godoy" userId="c3a6e11a-e51d-46b0-a788-b09d2b3af6f8" providerId="ADAL" clId="{32975FC4-60DC-4260-AB6A-73CF78679369}" dt="2022-03-28T01:15:50.187" v="3007" actId="3064"/>
          <ac:spMkLst>
            <pc:docMk/>
            <pc:sldMk cId="2405175616" sldId="499"/>
            <ac:spMk id="9" creationId="{79D60B3F-6CC0-46D7-9CB6-895F490BDF52}"/>
          </ac:spMkLst>
        </pc:spChg>
        <pc:spChg chg="add mod">
          <ac:chgData name="Alejandro Paolini Godoy" userId="c3a6e11a-e51d-46b0-a788-b09d2b3af6f8" providerId="ADAL" clId="{32975FC4-60DC-4260-AB6A-73CF78679369}" dt="2022-03-28T01:16:41.033" v="3025" actId="3064"/>
          <ac:spMkLst>
            <pc:docMk/>
            <pc:sldMk cId="2405175616" sldId="499"/>
            <ac:spMk id="10" creationId="{D2891137-3672-4D56-ADE0-70F807E48661}"/>
          </ac:spMkLst>
        </pc:spChg>
        <pc:spChg chg="add mod">
          <ac:chgData name="Alejandro Paolini Godoy" userId="c3a6e11a-e51d-46b0-a788-b09d2b3af6f8" providerId="ADAL" clId="{32975FC4-60DC-4260-AB6A-73CF78679369}" dt="2022-03-28T01:17:54.444" v="3033" actId="113"/>
          <ac:spMkLst>
            <pc:docMk/>
            <pc:sldMk cId="2405175616" sldId="499"/>
            <ac:spMk id="11" creationId="{CE25B88D-057C-4C33-898B-384D3F8C61B9}"/>
          </ac:spMkLst>
        </pc:spChg>
        <pc:spChg chg="mod">
          <ac:chgData name="Alejandro Paolini Godoy" userId="c3a6e11a-e51d-46b0-a788-b09d2b3af6f8" providerId="ADAL" clId="{32975FC4-60DC-4260-AB6A-73CF78679369}" dt="2022-03-28T01:13:45.959" v="2984" actId="14100"/>
          <ac:spMkLst>
            <pc:docMk/>
            <pc:sldMk cId="2405175616" sldId="499"/>
            <ac:spMk id="59" creationId="{53109DF1-D188-4026-8BDD-C3289BBC0A39}"/>
          </ac:spMkLst>
        </pc:spChg>
      </pc:sldChg>
      <pc:sldChg chg="addSp modSp add mod ord modAnim">
        <pc:chgData name="Alejandro Paolini Godoy" userId="c3a6e11a-e51d-46b0-a788-b09d2b3af6f8" providerId="ADAL" clId="{32975FC4-60DC-4260-AB6A-73CF78679369}" dt="2022-03-28T05:00:00.869" v="5672"/>
        <pc:sldMkLst>
          <pc:docMk/>
          <pc:sldMk cId="520531034" sldId="500"/>
        </pc:sldMkLst>
        <pc:spChg chg="add mod">
          <ac:chgData name="Alejandro Paolini Godoy" userId="c3a6e11a-e51d-46b0-a788-b09d2b3af6f8" providerId="ADAL" clId="{32975FC4-60DC-4260-AB6A-73CF78679369}" dt="2022-03-28T01:19:40.154" v="3058" actId="14100"/>
          <ac:spMkLst>
            <pc:docMk/>
            <pc:sldMk cId="520531034" sldId="500"/>
            <ac:spMk id="5" creationId="{B0E16016-A200-499D-AF46-97AE62E131C4}"/>
          </ac:spMkLst>
        </pc:spChg>
        <pc:spChg chg="mod">
          <ac:chgData name="Alejandro Paolini Godoy" userId="c3a6e11a-e51d-46b0-a788-b09d2b3af6f8" providerId="ADAL" clId="{32975FC4-60DC-4260-AB6A-73CF78679369}" dt="2022-03-28T01:18:55.543" v="3048" actId="20577"/>
          <ac:spMkLst>
            <pc:docMk/>
            <pc:sldMk cId="520531034" sldId="500"/>
            <ac:spMk id="6" creationId="{F0ACAD3D-6F09-4D90-A5CF-7C56DC976CC4}"/>
          </ac:spMkLst>
        </pc:spChg>
        <pc:spChg chg="mod">
          <ac:chgData name="Alejandro Paolini Godoy" userId="c3a6e11a-e51d-46b0-a788-b09d2b3af6f8" providerId="ADAL" clId="{32975FC4-60DC-4260-AB6A-73CF78679369}" dt="2022-03-28T01:20:07.802" v="3065"/>
          <ac:spMkLst>
            <pc:docMk/>
            <pc:sldMk cId="520531034" sldId="500"/>
            <ac:spMk id="8" creationId="{00A85E59-EEF1-4EAD-8641-DEAD110E5849}"/>
          </ac:spMkLst>
        </pc:spChg>
        <pc:spChg chg="mod">
          <ac:chgData name="Alejandro Paolini Godoy" userId="c3a6e11a-e51d-46b0-a788-b09d2b3af6f8" providerId="ADAL" clId="{32975FC4-60DC-4260-AB6A-73CF78679369}" dt="2022-03-28T01:20:07.802" v="3065"/>
          <ac:spMkLst>
            <pc:docMk/>
            <pc:sldMk cId="520531034" sldId="500"/>
            <ac:spMk id="9" creationId="{C89420E3-8289-4687-87D5-DAE8288145D8}"/>
          </ac:spMkLst>
        </pc:spChg>
        <pc:spChg chg="mod">
          <ac:chgData name="Alejandro Paolini Godoy" userId="c3a6e11a-e51d-46b0-a788-b09d2b3af6f8" providerId="ADAL" clId="{32975FC4-60DC-4260-AB6A-73CF78679369}" dt="2022-03-28T01:20:07.802" v="3065"/>
          <ac:spMkLst>
            <pc:docMk/>
            <pc:sldMk cId="520531034" sldId="500"/>
            <ac:spMk id="10" creationId="{62A294A8-3521-448F-9A41-A56BCB1A6A95}"/>
          </ac:spMkLst>
        </pc:spChg>
        <pc:spChg chg="add mod">
          <ac:chgData name="Alejandro Paolini Godoy" userId="c3a6e11a-e51d-46b0-a788-b09d2b3af6f8" providerId="ADAL" clId="{32975FC4-60DC-4260-AB6A-73CF78679369}" dt="2022-03-28T01:24:30.331" v="3098" actId="113"/>
          <ac:spMkLst>
            <pc:docMk/>
            <pc:sldMk cId="520531034" sldId="500"/>
            <ac:spMk id="11" creationId="{CEA131A5-20E7-4182-BB8D-61BC3B497F63}"/>
          </ac:spMkLst>
        </pc:spChg>
        <pc:spChg chg="add mod">
          <ac:chgData name="Alejandro Paolini Godoy" userId="c3a6e11a-e51d-46b0-a788-b09d2b3af6f8" providerId="ADAL" clId="{32975FC4-60DC-4260-AB6A-73CF78679369}" dt="2022-03-28T01:24:30.331" v="3098" actId="113"/>
          <ac:spMkLst>
            <pc:docMk/>
            <pc:sldMk cId="520531034" sldId="500"/>
            <ac:spMk id="12" creationId="{4260F26A-E1E7-40B2-9E96-C09158F7DE44}"/>
          </ac:spMkLst>
        </pc:spChg>
        <pc:spChg chg="add mod">
          <ac:chgData name="Alejandro Paolini Godoy" userId="c3a6e11a-e51d-46b0-a788-b09d2b3af6f8" providerId="ADAL" clId="{32975FC4-60DC-4260-AB6A-73CF78679369}" dt="2022-03-28T01:24:30.331" v="3098" actId="113"/>
          <ac:spMkLst>
            <pc:docMk/>
            <pc:sldMk cId="520531034" sldId="500"/>
            <ac:spMk id="13" creationId="{2865A67A-567D-448F-989E-C4DB32777BC2}"/>
          </ac:spMkLst>
        </pc:spChg>
        <pc:spChg chg="mod">
          <ac:chgData name="Alejandro Paolini Godoy" userId="c3a6e11a-e51d-46b0-a788-b09d2b3af6f8" providerId="ADAL" clId="{32975FC4-60DC-4260-AB6A-73CF78679369}" dt="2022-03-28T01:19:27.198" v="3055" actId="14100"/>
          <ac:spMkLst>
            <pc:docMk/>
            <pc:sldMk cId="520531034" sldId="500"/>
            <ac:spMk id="59" creationId="{53109DF1-D188-4026-8BDD-C3289BBC0A39}"/>
          </ac:spMkLst>
        </pc:spChg>
        <pc:grpChg chg="add mod">
          <ac:chgData name="Alejandro Paolini Godoy" userId="c3a6e11a-e51d-46b0-a788-b09d2b3af6f8" providerId="ADAL" clId="{32975FC4-60DC-4260-AB6A-73CF78679369}" dt="2022-03-28T01:24:04.497" v="3095" actId="1076"/>
          <ac:grpSpMkLst>
            <pc:docMk/>
            <pc:sldMk cId="520531034" sldId="500"/>
            <ac:grpSpMk id="7" creationId="{0CC4AB4D-B7EE-4F9B-9693-F4F9DA9D1BC2}"/>
          </ac:grpSpMkLst>
        </pc:grpChg>
      </pc:sldChg>
      <pc:sldChg chg="delSp modSp add mod modAnim">
        <pc:chgData name="Alejandro Paolini Godoy" userId="c3a6e11a-e51d-46b0-a788-b09d2b3af6f8" providerId="ADAL" clId="{32975FC4-60DC-4260-AB6A-73CF78679369}" dt="2022-03-28T05:00:00.869" v="5672"/>
        <pc:sldMkLst>
          <pc:docMk/>
          <pc:sldMk cId="187058661" sldId="501"/>
        </pc:sldMkLst>
        <pc:spChg chg="mod">
          <ac:chgData name="Alejandro Paolini Godoy" userId="c3a6e11a-e51d-46b0-a788-b09d2b3af6f8" providerId="ADAL" clId="{32975FC4-60DC-4260-AB6A-73CF78679369}" dt="2022-03-28T01:30:38.771" v="3160" actId="2710"/>
          <ac:spMkLst>
            <pc:docMk/>
            <pc:sldMk cId="187058661" sldId="501"/>
            <ac:spMk id="5" creationId="{B0E16016-A200-499D-AF46-97AE62E131C4}"/>
          </ac:spMkLst>
        </pc:spChg>
        <pc:spChg chg="del mod">
          <ac:chgData name="Alejandro Paolini Godoy" userId="c3a6e11a-e51d-46b0-a788-b09d2b3af6f8" providerId="ADAL" clId="{32975FC4-60DC-4260-AB6A-73CF78679369}" dt="2022-03-28T01:27:10.018" v="3127" actId="478"/>
          <ac:spMkLst>
            <pc:docMk/>
            <pc:sldMk cId="187058661" sldId="501"/>
            <ac:spMk id="11" creationId="{CEA131A5-20E7-4182-BB8D-61BC3B497F63}"/>
          </ac:spMkLst>
        </pc:spChg>
        <pc:spChg chg="del mod">
          <ac:chgData name="Alejandro Paolini Godoy" userId="c3a6e11a-e51d-46b0-a788-b09d2b3af6f8" providerId="ADAL" clId="{32975FC4-60DC-4260-AB6A-73CF78679369}" dt="2022-03-28T01:27:11.641" v="3129" actId="478"/>
          <ac:spMkLst>
            <pc:docMk/>
            <pc:sldMk cId="187058661" sldId="501"/>
            <ac:spMk id="12" creationId="{4260F26A-E1E7-40B2-9E96-C09158F7DE44}"/>
          </ac:spMkLst>
        </pc:spChg>
        <pc:spChg chg="del mod">
          <ac:chgData name="Alejandro Paolini Godoy" userId="c3a6e11a-e51d-46b0-a788-b09d2b3af6f8" providerId="ADAL" clId="{32975FC4-60DC-4260-AB6A-73CF78679369}" dt="2022-03-28T01:27:10.018" v="3127" actId="478"/>
          <ac:spMkLst>
            <pc:docMk/>
            <pc:sldMk cId="187058661" sldId="501"/>
            <ac:spMk id="13" creationId="{2865A67A-567D-448F-989E-C4DB32777BC2}"/>
          </ac:spMkLst>
        </pc:spChg>
        <pc:spChg chg="mod">
          <ac:chgData name="Alejandro Paolini Godoy" userId="c3a6e11a-e51d-46b0-a788-b09d2b3af6f8" providerId="ADAL" clId="{32975FC4-60DC-4260-AB6A-73CF78679369}" dt="2022-03-28T01:26:48.110" v="3123" actId="14100"/>
          <ac:spMkLst>
            <pc:docMk/>
            <pc:sldMk cId="187058661" sldId="501"/>
            <ac:spMk id="59" creationId="{53109DF1-D188-4026-8BDD-C3289BBC0A39}"/>
          </ac:spMkLst>
        </pc:spChg>
        <pc:grpChg chg="del mod">
          <ac:chgData name="Alejandro Paolini Godoy" userId="c3a6e11a-e51d-46b0-a788-b09d2b3af6f8" providerId="ADAL" clId="{32975FC4-60DC-4260-AB6A-73CF78679369}" dt="2022-03-28T01:27:07.752" v="3126" actId="478"/>
          <ac:grpSpMkLst>
            <pc:docMk/>
            <pc:sldMk cId="187058661" sldId="501"/>
            <ac:grpSpMk id="7" creationId="{0CC4AB4D-B7EE-4F9B-9693-F4F9DA9D1BC2}"/>
          </ac:grpSpMkLst>
        </pc:grpChg>
      </pc:sldChg>
      <pc:sldChg chg="addSp delSp modSp add mod delAnim modAnim">
        <pc:chgData name="Alejandro Paolini Godoy" userId="c3a6e11a-e51d-46b0-a788-b09d2b3af6f8" providerId="ADAL" clId="{32975FC4-60DC-4260-AB6A-73CF78679369}" dt="2022-03-28T05:00:00.869" v="5672"/>
        <pc:sldMkLst>
          <pc:docMk/>
          <pc:sldMk cId="3494034523" sldId="502"/>
        </pc:sldMkLst>
        <pc:spChg chg="del">
          <ac:chgData name="Alejandro Paolini Godoy" userId="c3a6e11a-e51d-46b0-a788-b09d2b3af6f8" providerId="ADAL" clId="{32975FC4-60DC-4260-AB6A-73CF78679369}" dt="2022-03-28T01:32:45.247" v="3167" actId="478"/>
          <ac:spMkLst>
            <pc:docMk/>
            <pc:sldMk cId="3494034523" sldId="502"/>
            <ac:spMk id="5" creationId="{B0E16016-A200-499D-AF46-97AE62E131C4}"/>
          </ac:spMkLst>
        </pc:spChg>
        <pc:spChg chg="mod">
          <ac:chgData name="Alejandro Paolini Godoy" userId="c3a6e11a-e51d-46b0-a788-b09d2b3af6f8" providerId="ADAL" clId="{32975FC4-60DC-4260-AB6A-73CF78679369}" dt="2022-03-28T01:33:35.923" v="3199" actId="20577"/>
          <ac:spMkLst>
            <pc:docMk/>
            <pc:sldMk cId="3494034523" sldId="502"/>
            <ac:spMk id="6" creationId="{F0ACAD3D-6F09-4D90-A5CF-7C56DC976CC4}"/>
          </ac:spMkLst>
        </pc:spChg>
        <pc:spChg chg="add del mod">
          <ac:chgData name="Alejandro Paolini Godoy" userId="c3a6e11a-e51d-46b0-a788-b09d2b3af6f8" providerId="ADAL" clId="{32975FC4-60DC-4260-AB6A-73CF78679369}" dt="2022-03-28T01:37:50.509" v="3247" actId="478"/>
          <ac:spMkLst>
            <pc:docMk/>
            <pc:sldMk cId="3494034523" sldId="502"/>
            <ac:spMk id="7" creationId="{9823575D-AD9B-4F15-8D13-460586665779}"/>
          </ac:spMkLst>
        </pc:spChg>
        <pc:spChg chg="add mod">
          <ac:chgData name="Alejandro Paolini Godoy" userId="c3a6e11a-e51d-46b0-a788-b09d2b3af6f8" providerId="ADAL" clId="{32975FC4-60DC-4260-AB6A-73CF78679369}" dt="2022-03-28T01:36:52.177" v="3236" actId="1076"/>
          <ac:spMkLst>
            <pc:docMk/>
            <pc:sldMk cId="3494034523" sldId="502"/>
            <ac:spMk id="8" creationId="{7A87E1EE-6698-48C6-9468-974877D6C9FD}"/>
          </ac:spMkLst>
        </pc:spChg>
        <pc:spChg chg="add del mod">
          <ac:chgData name="Alejandro Paolini Godoy" userId="c3a6e11a-e51d-46b0-a788-b09d2b3af6f8" providerId="ADAL" clId="{32975FC4-60DC-4260-AB6A-73CF78679369}" dt="2022-03-28T01:38:17.827" v="3258" actId="478"/>
          <ac:spMkLst>
            <pc:docMk/>
            <pc:sldMk cId="3494034523" sldId="502"/>
            <ac:spMk id="9" creationId="{571BABBE-2598-47CA-8D76-15E62B3C98D1}"/>
          </ac:spMkLst>
        </pc:spChg>
        <pc:spChg chg="add mod">
          <ac:chgData name="Alejandro Paolini Godoy" userId="c3a6e11a-e51d-46b0-a788-b09d2b3af6f8" providerId="ADAL" clId="{32975FC4-60DC-4260-AB6A-73CF78679369}" dt="2022-03-28T01:38:11.561" v="3254" actId="14100"/>
          <ac:spMkLst>
            <pc:docMk/>
            <pc:sldMk cId="3494034523" sldId="502"/>
            <ac:spMk id="10" creationId="{1E30CC49-3A96-4931-8406-A55038D523A1}"/>
          </ac:spMkLst>
        </pc:spChg>
        <pc:spChg chg="add del mod">
          <ac:chgData name="Alejandro Paolini Godoy" userId="c3a6e11a-e51d-46b0-a788-b09d2b3af6f8" providerId="ADAL" clId="{32975FC4-60DC-4260-AB6A-73CF78679369}" dt="2022-03-28T01:39:56.487" v="3286" actId="478"/>
          <ac:spMkLst>
            <pc:docMk/>
            <pc:sldMk cId="3494034523" sldId="502"/>
            <ac:spMk id="11" creationId="{1389E146-68C1-4E5A-9899-CC7B5E82D854}"/>
          </ac:spMkLst>
        </pc:spChg>
        <pc:spChg chg="add del mod">
          <ac:chgData name="Alejandro Paolini Godoy" userId="c3a6e11a-e51d-46b0-a788-b09d2b3af6f8" providerId="ADAL" clId="{32975FC4-60DC-4260-AB6A-73CF78679369}" dt="2022-03-28T01:39:57.163" v="3287" actId="478"/>
          <ac:spMkLst>
            <pc:docMk/>
            <pc:sldMk cId="3494034523" sldId="502"/>
            <ac:spMk id="12" creationId="{B70B98F7-08AE-4AFC-B02C-9BA9F8CE293D}"/>
          </ac:spMkLst>
        </pc:spChg>
        <pc:spChg chg="add del mod">
          <ac:chgData name="Alejandro Paolini Godoy" userId="c3a6e11a-e51d-46b0-a788-b09d2b3af6f8" providerId="ADAL" clId="{32975FC4-60DC-4260-AB6A-73CF78679369}" dt="2022-03-28T01:39:55.070" v="3285" actId="478"/>
          <ac:spMkLst>
            <pc:docMk/>
            <pc:sldMk cId="3494034523" sldId="502"/>
            <ac:spMk id="13" creationId="{D2F706EA-6C34-49CB-AB58-4917C6B06085}"/>
          </ac:spMkLst>
        </pc:spChg>
        <pc:spChg chg="add mod">
          <ac:chgData name="Alejandro Paolini Godoy" userId="c3a6e11a-e51d-46b0-a788-b09d2b3af6f8" providerId="ADAL" clId="{32975FC4-60DC-4260-AB6A-73CF78679369}" dt="2022-03-28T01:44:01.650" v="3351" actId="1076"/>
          <ac:spMkLst>
            <pc:docMk/>
            <pc:sldMk cId="3494034523" sldId="502"/>
            <ac:spMk id="14" creationId="{E9A50FEF-5A0C-4D82-BA1C-26BD4FD08CB3}"/>
          </ac:spMkLst>
        </pc:spChg>
        <pc:spChg chg="add mod">
          <ac:chgData name="Alejandro Paolini Godoy" userId="c3a6e11a-e51d-46b0-a788-b09d2b3af6f8" providerId="ADAL" clId="{32975FC4-60DC-4260-AB6A-73CF78679369}" dt="2022-03-28T01:44:04.563" v="3352" actId="1076"/>
          <ac:spMkLst>
            <pc:docMk/>
            <pc:sldMk cId="3494034523" sldId="502"/>
            <ac:spMk id="15" creationId="{BF58D942-99CC-4725-846F-C0630C8C6956}"/>
          </ac:spMkLst>
        </pc:spChg>
        <pc:spChg chg="add mod">
          <ac:chgData name="Alejandro Paolini Godoy" userId="c3a6e11a-e51d-46b0-a788-b09d2b3af6f8" providerId="ADAL" clId="{32975FC4-60DC-4260-AB6A-73CF78679369}" dt="2022-03-28T01:43:56.692" v="3349" actId="1076"/>
          <ac:spMkLst>
            <pc:docMk/>
            <pc:sldMk cId="3494034523" sldId="502"/>
            <ac:spMk id="16" creationId="{5F4EF28F-FBDE-496C-ADF7-44E39E143AB6}"/>
          </ac:spMkLst>
        </pc:spChg>
        <pc:spChg chg="mod">
          <ac:chgData name="Alejandro Paolini Godoy" userId="c3a6e11a-e51d-46b0-a788-b09d2b3af6f8" providerId="ADAL" clId="{32975FC4-60DC-4260-AB6A-73CF78679369}" dt="2022-03-28T01:41:47.884" v="3317" actId="404"/>
          <ac:spMkLst>
            <pc:docMk/>
            <pc:sldMk cId="3494034523" sldId="502"/>
            <ac:spMk id="59" creationId="{53109DF1-D188-4026-8BDD-C3289BBC0A39}"/>
          </ac:spMkLst>
        </pc:spChg>
        <pc:picChg chg="add mod">
          <ac:chgData name="Alejandro Paolini Godoy" userId="c3a6e11a-e51d-46b0-a788-b09d2b3af6f8" providerId="ADAL" clId="{32975FC4-60DC-4260-AB6A-73CF78679369}" dt="2022-03-28T01:45:06.818" v="3360" actId="2085"/>
          <ac:picMkLst>
            <pc:docMk/>
            <pc:sldMk cId="3494034523" sldId="502"/>
            <ac:picMk id="17" creationId="{713D3834-16DE-4F2F-9574-3D6D335E32F5}"/>
          </ac:picMkLst>
        </pc:picChg>
        <pc:picChg chg="add mod">
          <ac:chgData name="Alejandro Paolini Godoy" userId="c3a6e11a-e51d-46b0-a788-b09d2b3af6f8" providerId="ADAL" clId="{32975FC4-60DC-4260-AB6A-73CF78679369}" dt="2022-03-28T01:45:06.818" v="3360" actId="2085"/>
          <ac:picMkLst>
            <pc:docMk/>
            <pc:sldMk cId="3494034523" sldId="502"/>
            <ac:picMk id="18" creationId="{7FAF96D1-E0BA-47AF-A4F2-5CCB239024E2}"/>
          </ac:picMkLst>
        </pc:picChg>
        <pc:picChg chg="add mod">
          <ac:chgData name="Alejandro Paolini Godoy" userId="c3a6e11a-e51d-46b0-a788-b09d2b3af6f8" providerId="ADAL" clId="{32975FC4-60DC-4260-AB6A-73CF78679369}" dt="2022-03-28T01:45:06.818" v="3360" actId="2085"/>
          <ac:picMkLst>
            <pc:docMk/>
            <pc:sldMk cId="3494034523" sldId="502"/>
            <ac:picMk id="19" creationId="{5B7FA0A0-6D4C-452A-8316-448851CC1277}"/>
          </ac:picMkLst>
        </pc:picChg>
      </pc:sldChg>
      <pc:sldChg chg="addSp delSp modSp add mod modAnim">
        <pc:chgData name="Alejandro Paolini Godoy" userId="c3a6e11a-e51d-46b0-a788-b09d2b3af6f8" providerId="ADAL" clId="{32975FC4-60DC-4260-AB6A-73CF78679369}" dt="2022-03-28T05:00:00.869" v="5672"/>
        <pc:sldMkLst>
          <pc:docMk/>
          <pc:sldMk cId="3685417465" sldId="503"/>
        </pc:sldMkLst>
        <pc:spChg chg="mod">
          <ac:chgData name="Alejandro Paolini Godoy" userId="c3a6e11a-e51d-46b0-a788-b09d2b3af6f8" providerId="ADAL" clId="{32975FC4-60DC-4260-AB6A-73CF78679369}" dt="2022-03-28T02:17:48.286" v="3376" actId="20577"/>
          <ac:spMkLst>
            <pc:docMk/>
            <pc:sldMk cId="3685417465" sldId="503"/>
            <ac:spMk id="6" creationId="{F0ACAD3D-6F09-4D90-A5CF-7C56DC976CC4}"/>
          </ac:spMkLst>
        </pc:spChg>
        <pc:spChg chg="del">
          <ac:chgData name="Alejandro Paolini Godoy" userId="c3a6e11a-e51d-46b0-a788-b09d2b3af6f8" providerId="ADAL" clId="{32975FC4-60DC-4260-AB6A-73CF78679369}" dt="2022-03-28T02:17:37.434" v="3363" actId="478"/>
          <ac:spMkLst>
            <pc:docMk/>
            <pc:sldMk cId="3685417465" sldId="503"/>
            <ac:spMk id="8" creationId="{7A87E1EE-6698-48C6-9468-974877D6C9FD}"/>
          </ac:spMkLst>
        </pc:spChg>
        <pc:spChg chg="del">
          <ac:chgData name="Alejandro Paolini Godoy" userId="c3a6e11a-e51d-46b0-a788-b09d2b3af6f8" providerId="ADAL" clId="{32975FC4-60DC-4260-AB6A-73CF78679369}" dt="2022-03-28T02:17:36.687" v="3362" actId="478"/>
          <ac:spMkLst>
            <pc:docMk/>
            <pc:sldMk cId="3685417465" sldId="503"/>
            <ac:spMk id="10" creationId="{1E30CC49-3A96-4931-8406-A55038D523A1}"/>
          </ac:spMkLst>
        </pc:spChg>
        <pc:spChg chg="add del mod">
          <ac:chgData name="Alejandro Paolini Godoy" userId="c3a6e11a-e51d-46b0-a788-b09d2b3af6f8" providerId="ADAL" clId="{32975FC4-60DC-4260-AB6A-73CF78679369}" dt="2022-03-28T02:19:09.230" v="3380"/>
          <ac:spMkLst>
            <pc:docMk/>
            <pc:sldMk cId="3685417465" sldId="503"/>
            <ac:spMk id="13" creationId="{EA65C470-BA21-4AF6-AB3A-1C3C2604717F}"/>
          </ac:spMkLst>
        </pc:spChg>
        <pc:spChg chg="del">
          <ac:chgData name="Alejandro Paolini Godoy" userId="c3a6e11a-e51d-46b0-a788-b09d2b3af6f8" providerId="ADAL" clId="{32975FC4-60DC-4260-AB6A-73CF78679369}" dt="2022-03-28T02:17:40.697" v="3366" actId="478"/>
          <ac:spMkLst>
            <pc:docMk/>
            <pc:sldMk cId="3685417465" sldId="503"/>
            <ac:spMk id="14" creationId="{E9A50FEF-5A0C-4D82-BA1C-26BD4FD08CB3}"/>
          </ac:spMkLst>
        </pc:spChg>
        <pc:spChg chg="del">
          <ac:chgData name="Alejandro Paolini Godoy" userId="c3a6e11a-e51d-46b0-a788-b09d2b3af6f8" providerId="ADAL" clId="{32975FC4-60DC-4260-AB6A-73CF78679369}" dt="2022-03-28T02:17:38.659" v="3364" actId="478"/>
          <ac:spMkLst>
            <pc:docMk/>
            <pc:sldMk cId="3685417465" sldId="503"/>
            <ac:spMk id="15" creationId="{BF58D942-99CC-4725-846F-C0630C8C6956}"/>
          </ac:spMkLst>
        </pc:spChg>
        <pc:spChg chg="del">
          <ac:chgData name="Alejandro Paolini Godoy" userId="c3a6e11a-e51d-46b0-a788-b09d2b3af6f8" providerId="ADAL" clId="{32975FC4-60DC-4260-AB6A-73CF78679369}" dt="2022-03-28T02:17:39.460" v="3365" actId="478"/>
          <ac:spMkLst>
            <pc:docMk/>
            <pc:sldMk cId="3685417465" sldId="503"/>
            <ac:spMk id="16" creationId="{5F4EF28F-FBDE-496C-ADF7-44E39E143AB6}"/>
          </ac:spMkLst>
        </pc:spChg>
        <pc:spChg chg="add del mod">
          <ac:chgData name="Alejandro Paolini Godoy" userId="c3a6e11a-e51d-46b0-a788-b09d2b3af6f8" providerId="ADAL" clId="{32975FC4-60DC-4260-AB6A-73CF78679369}" dt="2022-03-28T02:19:09.230" v="3380"/>
          <ac:spMkLst>
            <pc:docMk/>
            <pc:sldMk cId="3685417465" sldId="503"/>
            <ac:spMk id="20" creationId="{72C38486-DEE6-41B1-89AD-79EC97ED378A}"/>
          </ac:spMkLst>
        </pc:spChg>
        <pc:spChg chg="add del mod">
          <ac:chgData name="Alejandro Paolini Godoy" userId="c3a6e11a-e51d-46b0-a788-b09d2b3af6f8" providerId="ADAL" clId="{32975FC4-60DC-4260-AB6A-73CF78679369}" dt="2022-03-28T02:19:09.230" v="3380"/>
          <ac:spMkLst>
            <pc:docMk/>
            <pc:sldMk cId="3685417465" sldId="503"/>
            <ac:spMk id="21" creationId="{4A8636AE-CFDA-42A9-986F-E1BF44104F10}"/>
          </ac:spMkLst>
        </pc:spChg>
        <pc:spChg chg="add del mod">
          <ac:chgData name="Alejandro Paolini Godoy" userId="c3a6e11a-e51d-46b0-a788-b09d2b3af6f8" providerId="ADAL" clId="{32975FC4-60DC-4260-AB6A-73CF78679369}" dt="2022-03-28T02:19:09.230" v="3380"/>
          <ac:spMkLst>
            <pc:docMk/>
            <pc:sldMk cId="3685417465" sldId="503"/>
            <ac:spMk id="22" creationId="{04A23A57-4360-41E2-8088-805972370717}"/>
          </ac:spMkLst>
        </pc:spChg>
        <pc:spChg chg="add del mod">
          <ac:chgData name="Alejandro Paolini Godoy" userId="c3a6e11a-e51d-46b0-a788-b09d2b3af6f8" providerId="ADAL" clId="{32975FC4-60DC-4260-AB6A-73CF78679369}" dt="2022-03-28T02:19:09.230" v="3380"/>
          <ac:spMkLst>
            <pc:docMk/>
            <pc:sldMk cId="3685417465" sldId="503"/>
            <ac:spMk id="23" creationId="{178528FC-9078-42F3-8A4D-ADCA656FD037}"/>
          </ac:spMkLst>
        </pc:spChg>
        <pc:spChg chg="add del mod">
          <ac:chgData name="Alejandro Paolini Godoy" userId="c3a6e11a-e51d-46b0-a788-b09d2b3af6f8" providerId="ADAL" clId="{32975FC4-60DC-4260-AB6A-73CF78679369}" dt="2022-03-28T02:19:09.230" v="3380"/>
          <ac:spMkLst>
            <pc:docMk/>
            <pc:sldMk cId="3685417465" sldId="503"/>
            <ac:spMk id="24" creationId="{9D5370CF-9355-4B85-90C1-88EC9003E7A4}"/>
          </ac:spMkLst>
        </pc:spChg>
        <pc:spChg chg="mod">
          <ac:chgData name="Alejandro Paolini Godoy" userId="c3a6e11a-e51d-46b0-a788-b09d2b3af6f8" providerId="ADAL" clId="{32975FC4-60DC-4260-AB6A-73CF78679369}" dt="2022-03-28T02:17:58.706" v="3378" actId="14100"/>
          <ac:spMkLst>
            <pc:docMk/>
            <pc:sldMk cId="3685417465" sldId="503"/>
            <ac:spMk id="59" creationId="{53109DF1-D188-4026-8BDD-C3289BBC0A39}"/>
          </ac:spMkLst>
        </pc:spChg>
        <pc:graphicFrameChg chg="add del mod">
          <ac:chgData name="Alejandro Paolini Godoy" userId="c3a6e11a-e51d-46b0-a788-b09d2b3af6f8" providerId="ADAL" clId="{32975FC4-60DC-4260-AB6A-73CF78679369}" dt="2022-03-28T02:19:09.230" v="3380"/>
          <ac:graphicFrameMkLst>
            <pc:docMk/>
            <pc:sldMk cId="3685417465" sldId="503"/>
            <ac:graphicFrameMk id="25" creationId="{AC9609FA-C5A6-4F35-9B2B-AED871E0121C}"/>
          </ac:graphicFrameMkLst>
        </pc:graphicFrameChg>
        <pc:picChg chg="del">
          <ac:chgData name="Alejandro Paolini Godoy" userId="c3a6e11a-e51d-46b0-a788-b09d2b3af6f8" providerId="ADAL" clId="{32975FC4-60DC-4260-AB6A-73CF78679369}" dt="2022-03-28T02:17:40.697" v="3366" actId="478"/>
          <ac:picMkLst>
            <pc:docMk/>
            <pc:sldMk cId="3685417465" sldId="503"/>
            <ac:picMk id="17" creationId="{713D3834-16DE-4F2F-9574-3D6D335E32F5}"/>
          </ac:picMkLst>
        </pc:picChg>
        <pc:picChg chg="del">
          <ac:chgData name="Alejandro Paolini Godoy" userId="c3a6e11a-e51d-46b0-a788-b09d2b3af6f8" providerId="ADAL" clId="{32975FC4-60DC-4260-AB6A-73CF78679369}" dt="2022-03-28T02:17:40.697" v="3366" actId="478"/>
          <ac:picMkLst>
            <pc:docMk/>
            <pc:sldMk cId="3685417465" sldId="503"/>
            <ac:picMk id="18" creationId="{7FAF96D1-E0BA-47AF-A4F2-5CCB239024E2}"/>
          </ac:picMkLst>
        </pc:picChg>
        <pc:picChg chg="del">
          <ac:chgData name="Alejandro Paolini Godoy" userId="c3a6e11a-e51d-46b0-a788-b09d2b3af6f8" providerId="ADAL" clId="{32975FC4-60DC-4260-AB6A-73CF78679369}" dt="2022-03-28T02:17:40.697" v="3366" actId="478"/>
          <ac:picMkLst>
            <pc:docMk/>
            <pc:sldMk cId="3685417465" sldId="503"/>
            <ac:picMk id="19" creationId="{5B7FA0A0-6D4C-452A-8316-448851CC1277}"/>
          </ac:picMkLst>
        </pc:picChg>
      </pc:sldChg>
      <pc:sldChg chg="addSp delSp modSp add mod delAnim modAnim">
        <pc:chgData name="Alejandro Paolini Godoy" userId="c3a6e11a-e51d-46b0-a788-b09d2b3af6f8" providerId="ADAL" clId="{32975FC4-60DC-4260-AB6A-73CF78679369}" dt="2022-03-28T05:00:00.869" v="5672"/>
        <pc:sldMkLst>
          <pc:docMk/>
          <pc:sldMk cId="730356921" sldId="504"/>
        </pc:sldMkLst>
        <pc:spChg chg="add mod">
          <ac:chgData name="Alejandro Paolini Godoy" userId="c3a6e11a-e51d-46b0-a788-b09d2b3af6f8" providerId="ADAL" clId="{32975FC4-60DC-4260-AB6A-73CF78679369}" dt="2022-03-28T02:24:54.260" v="3656" actId="14100"/>
          <ac:spMkLst>
            <pc:docMk/>
            <pc:sldMk cId="730356921" sldId="504"/>
            <ac:spMk id="5" creationId="{EDF26E03-EB1E-4FB7-A1C2-6DFA5A993888}"/>
          </ac:spMkLst>
        </pc:spChg>
        <pc:spChg chg="add del mod">
          <ac:chgData name="Alejandro Paolini Godoy" userId="c3a6e11a-e51d-46b0-a788-b09d2b3af6f8" providerId="ADAL" clId="{32975FC4-60DC-4260-AB6A-73CF78679369}" dt="2022-03-28T02:22:46.336" v="3616" actId="478"/>
          <ac:spMkLst>
            <pc:docMk/>
            <pc:sldMk cId="730356921" sldId="504"/>
            <ac:spMk id="7" creationId="{50E69508-D433-4B1B-85CA-3F4428415D45}"/>
          </ac:spMkLst>
        </pc:spChg>
        <pc:spChg chg="add del mod">
          <ac:chgData name="Alejandro Paolini Godoy" userId="c3a6e11a-e51d-46b0-a788-b09d2b3af6f8" providerId="ADAL" clId="{32975FC4-60DC-4260-AB6A-73CF78679369}" dt="2022-03-28T02:22:47.085" v="3617" actId="478"/>
          <ac:spMkLst>
            <pc:docMk/>
            <pc:sldMk cId="730356921" sldId="504"/>
            <ac:spMk id="8" creationId="{8C93A33E-45C2-454D-89CE-F378CD790CCD}"/>
          </ac:spMkLst>
        </pc:spChg>
        <pc:spChg chg="add del mod">
          <ac:chgData name="Alejandro Paolini Godoy" userId="c3a6e11a-e51d-46b0-a788-b09d2b3af6f8" providerId="ADAL" clId="{32975FC4-60DC-4260-AB6A-73CF78679369}" dt="2022-03-28T02:22:48.601" v="3618" actId="478"/>
          <ac:spMkLst>
            <pc:docMk/>
            <pc:sldMk cId="730356921" sldId="504"/>
            <ac:spMk id="9" creationId="{1AA4CD13-A21B-4ED1-8748-71068B3925CE}"/>
          </ac:spMkLst>
        </pc:spChg>
        <pc:spChg chg="add del mod">
          <ac:chgData name="Alejandro Paolini Godoy" userId="c3a6e11a-e51d-46b0-a788-b09d2b3af6f8" providerId="ADAL" clId="{32975FC4-60DC-4260-AB6A-73CF78679369}" dt="2022-03-28T02:22:42.442" v="3615" actId="478"/>
          <ac:spMkLst>
            <pc:docMk/>
            <pc:sldMk cId="730356921" sldId="504"/>
            <ac:spMk id="10" creationId="{88F0762E-59A6-4D04-8D5C-D9E8F092E23D}"/>
          </ac:spMkLst>
        </pc:spChg>
        <pc:spChg chg="add mod">
          <ac:chgData name="Alejandro Paolini Godoy" userId="c3a6e11a-e51d-46b0-a788-b09d2b3af6f8" providerId="ADAL" clId="{32975FC4-60DC-4260-AB6A-73CF78679369}" dt="2022-03-28T02:19:21.317" v="3383"/>
          <ac:spMkLst>
            <pc:docMk/>
            <pc:sldMk cId="730356921" sldId="504"/>
            <ac:spMk id="11" creationId="{2B3E1A62-1624-4605-9E96-55211FC1DAD4}"/>
          </ac:spMkLst>
        </pc:spChg>
        <pc:spChg chg="del">
          <ac:chgData name="Alejandro Paolini Godoy" userId="c3a6e11a-e51d-46b0-a788-b09d2b3af6f8" providerId="ADAL" clId="{32975FC4-60DC-4260-AB6A-73CF78679369}" dt="2022-03-28T02:19:20.285" v="3382" actId="478"/>
          <ac:spMkLst>
            <pc:docMk/>
            <pc:sldMk cId="730356921" sldId="504"/>
            <ac:spMk id="59" creationId="{53109DF1-D188-4026-8BDD-C3289BBC0A39}"/>
          </ac:spMkLst>
        </pc:spChg>
        <pc:graphicFrameChg chg="add mod modGraphic">
          <ac:chgData name="Alejandro Paolini Godoy" userId="c3a6e11a-e51d-46b0-a788-b09d2b3af6f8" providerId="ADAL" clId="{32975FC4-60DC-4260-AB6A-73CF78679369}" dt="2022-03-28T02:24:25.788" v="3655" actId="403"/>
          <ac:graphicFrameMkLst>
            <pc:docMk/>
            <pc:sldMk cId="730356921" sldId="504"/>
            <ac:graphicFrameMk id="12" creationId="{23A92BB6-7571-4407-A0A6-EBB58308EDE1}"/>
          </ac:graphicFrameMkLst>
        </pc:graphicFrameChg>
      </pc:sldChg>
      <pc:sldChg chg="addSp delSp modSp add mod ord modAnim">
        <pc:chgData name="Alejandro Paolini Godoy" userId="c3a6e11a-e51d-46b0-a788-b09d2b3af6f8" providerId="ADAL" clId="{32975FC4-60DC-4260-AB6A-73CF78679369}" dt="2022-03-28T05:00:00.869" v="5672"/>
        <pc:sldMkLst>
          <pc:docMk/>
          <pc:sldMk cId="1319704703" sldId="505"/>
        </pc:sldMkLst>
        <pc:spChg chg="add del mod">
          <ac:chgData name="Alejandro Paolini Godoy" userId="c3a6e11a-e51d-46b0-a788-b09d2b3af6f8" providerId="ADAL" clId="{32975FC4-60DC-4260-AB6A-73CF78679369}" dt="2022-03-28T02:28:49.154" v="3701" actId="478"/>
          <ac:spMkLst>
            <pc:docMk/>
            <pc:sldMk cId="1319704703" sldId="505"/>
            <ac:spMk id="5" creationId="{9B414722-7F4F-4A5D-BCEF-EA387EA36932}"/>
          </ac:spMkLst>
        </pc:spChg>
        <pc:spChg chg="add mod">
          <ac:chgData name="Alejandro Paolini Godoy" userId="c3a6e11a-e51d-46b0-a788-b09d2b3af6f8" providerId="ADAL" clId="{32975FC4-60DC-4260-AB6A-73CF78679369}" dt="2022-03-28T02:27:38.614" v="3686" actId="14100"/>
          <ac:spMkLst>
            <pc:docMk/>
            <pc:sldMk cId="1319704703" sldId="505"/>
            <ac:spMk id="7" creationId="{EC3FA77F-58EB-4338-8104-76A5731C556F}"/>
          </ac:spMkLst>
        </pc:spChg>
        <pc:spChg chg="add mod">
          <ac:chgData name="Alejandro Paolini Godoy" userId="c3a6e11a-e51d-46b0-a788-b09d2b3af6f8" providerId="ADAL" clId="{32975FC4-60DC-4260-AB6A-73CF78679369}" dt="2022-03-28T02:27:38.614" v="3686" actId="14100"/>
          <ac:spMkLst>
            <pc:docMk/>
            <pc:sldMk cId="1319704703" sldId="505"/>
            <ac:spMk id="8" creationId="{569A14B1-D248-4A0B-8F3F-3747D8BAB380}"/>
          </ac:spMkLst>
        </pc:spChg>
        <pc:spChg chg="add mod">
          <ac:chgData name="Alejandro Paolini Godoy" userId="c3a6e11a-e51d-46b0-a788-b09d2b3af6f8" providerId="ADAL" clId="{32975FC4-60DC-4260-AB6A-73CF78679369}" dt="2022-03-28T02:29:03.934" v="3709" actId="207"/>
          <ac:spMkLst>
            <pc:docMk/>
            <pc:sldMk cId="1319704703" sldId="505"/>
            <ac:spMk id="10" creationId="{E63E6ADB-6B34-4F74-96B7-8D8C36E5F70C}"/>
          </ac:spMkLst>
        </pc:spChg>
        <pc:spChg chg="mod">
          <ac:chgData name="Alejandro Paolini Godoy" userId="c3a6e11a-e51d-46b0-a788-b09d2b3af6f8" providerId="ADAL" clId="{32975FC4-60DC-4260-AB6A-73CF78679369}" dt="2022-03-28T02:25:54.399" v="3669" actId="14100"/>
          <ac:spMkLst>
            <pc:docMk/>
            <pc:sldMk cId="1319704703" sldId="505"/>
            <ac:spMk id="59" creationId="{53109DF1-D188-4026-8BDD-C3289BBC0A39}"/>
          </ac:spMkLst>
        </pc:spChg>
        <pc:graphicFrameChg chg="add mod modGraphic">
          <ac:chgData name="Alejandro Paolini Godoy" userId="c3a6e11a-e51d-46b0-a788-b09d2b3af6f8" providerId="ADAL" clId="{32975FC4-60DC-4260-AB6A-73CF78679369}" dt="2022-03-28T02:31:43.164" v="3797" actId="20577"/>
          <ac:graphicFrameMkLst>
            <pc:docMk/>
            <pc:sldMk cId="1319704703" sldId="505"/>
            <ac:graphicFrameMk id="9" creationId="{C6791997-7EEC-49B4-9108-300D9210CBC0}"/>
          </ac:graphicFrameMkLst>
        </pc:graphicFrameChg>
      </pc:sldChg>
      <pc:sldChg chg="modSp add mod ord modAnim">
        <pc:chgData name="Alejandro Paolini Godoy" userId="c3a6e11a-e51d-46b0-a788-b09d2b3af6f8" providerId="ADAL" clId="{32975FC4-60DC-4260-AB6A-73CF78679369}" dt="2022-03-28T05:00:00.869" v="5672"/>
        <pc:sldMkLst>
          <pc:docMk/>
          <pc:sldMk cId="893931209" sldId="506"/>
        </pc:sldMkLst>
        <pc:spChg chg="mod">
          <ac:chgData name="Alejandro Paolini Godoy" userId="c3a6e11a-e51d-46b0-a788-b09d2b3af6f8" providerId="ADAL" clId="{32975FC4-60DC-4260-AB6A-73CF78679369}" dt="2022-03-28T02:34:26.841" v="3962" actId="14100"/>
          <ac:spMkLst>
            <pc:docMk/>
            <pc:sldMk cId="893931209" sldId="506"/>
            <ac:spMk id="5" creationId="{EDF26E03-EB1E-4FB7-A1C2-6DFA5A993888}"/>
          </ac:spMkLst>
        </pc:spChg>
        <pc:graphicFrameChg chg="modGraphic">
          <ac:chgData name="Alejandro Paolini Godoy" userId="c3a6e11a-e51d-46b0-a788-b09d2b3af6f8" providerId="ADAL" clId="{32975FC4-60DC-4260-AB6A-73CF78679369}" dt="2022-03-28T02:34:39.565" v="3974" actId="20577"/>
          <ac:graphicFrameMkLst>
            <pc:docMk/>
            <pc:sldMk cId="893931209" sldId="506"/>
            <ac:graphicFrameMk id="12" creationId="{23A92BB6-7571-4407-A0A6-EBB58308EDE1}"/>
          </ac:graphicFrameMkLst>
        </pc:graphicFrameChg>
      </pc:sldChg>
      <pc:sldChg chg="modSp add mod ord modAnim">
        <pc:chgData name="Alejandro Paolini Godoy" userId="c3a6e11a-e51d-46b0-a788-b09d2b3af6f8" providerId="ADAL" clId="{32975FC4-60DC-4260-AB6A-73CF78679369}" dt="2022-03-28T05:00:00.869" v="5672"/>
        <pc:sldMkLst>
          <pc:docMk/>
          <pc:sldMk cId="3655511580" sldId="507"/>
        </pc:sldMkLst>
        <pc:spChg chg="mod">
          <ac:chgData name="Alejandro Paolini Godoy" userId="c3a6e11a-e51d-46b0-a788-b09d2b3af6f8" providerId="ADAL" clId="{32975FC4-60DC-4260-AB6A-73CF78679369}" dt="2022-03-28T02:32:29.064" v="3801"/>
          <ac:spMkLst>
            <pc:docMk/>
            <pc:sldMk cId="3655511580" sldId="507"/>
            <ac:spMk id="59" creationId="{53109DF1-D188-4026-8BDD-C3289BBC0A39}"/>
          </ac:spMkLst>
        </pc:spChg>
      </pc:sldChg>
      <pc:sldChg chg="add del">
        <pc:chgData name="Alejandro Paolini Godoy" userId="c3a6e11a-e51d-46b0-a788-b09d2b3af6f8" providerId="ADAL" clId="{32975FC4-60DC-4260-AB6A-73CF78679369}" dt="2022-03-28T04:59:19.546" v="5666" actId="47"/>
        <pc:sldMkLst>
          <pc:docMk/>
          <pc:sldMk cId="2283905842" sldId="508"/>
        </pc:sldMkLst>
      </pc:sldChg>
      <pc:sldChg chg="addSp modSp add mod ord modAnim">
        <pc:chgData name="Alejandro Paolini Godoy" userId="c3a6e11a-e51d-46b0-a788-b09d2b3af6f8" providerId="ADAL" clId="{32975FC4-60DC-4260-AB6A-73CF78679369}" dt="2022-03-28T05:00:00.869" v="5672"/>
        <pc:sldMkLst>
          <pc:docMk/>
          <pc:sldMk cId="4133871034" sldId="509"/>
        </pc:sldMkLst>
        <pc:spChg chg="add mod">
          <ac:chgData name="Alejandro Paolini Godoy" userId="c3a6e11a-e51d-46b0-a788-b09d2b3af6f8" providerId="ADAL" clId="{32975FC4-60DC-4260-AB6A-73CF78679369}" dt="2022-03-28T02:55:07.691" v="4405" actId="1076"/>
          <ac:spMkLst>
            <pc:docMk/>
            <pc:sldMk cId="4133871034" sldId="509"/>
            <ac:spMk id="5" creationId="{626D0241-17AD-44C1-B3C0-E50ED63A5929}"/>
          </ac:spMkLst>
        </pc:spChg>
        <pc:spChg chg="mod">
          <ac:chgData name="Alejandro Paolini Godoy" userId="c3a6e11a-e51d-46b0-a788-b09d2b3af6f8" providerId="ADAL" clId="{32975FC4-60DC-4260-AB6A-73CF78679369}" dt="2022-03-28T03:11:29.332" v="4592" actId="20577"/>
          <ac:spMkLst>
            <pc:docMk/>
            <pc:sldMk cId="4133871034" sldId="509"/>
            <ac:spMk id="6" creationId="{F0ACAD3D-6F09-4D90-A5CF-7C56DC976CC4}"/>
          </ac:spMkLst>
        </pc:spChg>
        <pc:spChg chg="add mod">
          <ac:chgData name="Alejandro Paolini Godoy" userId="c3a6e11a-e51d-46b0-a788-b09d2b3af6f8" providerId="ADAL" clId="{32975FC4-60DC-4260-AB6A-73CF78679369}" dt="2022-03-28T02:54:01.220" v="4386" actId="14100"/>
          <ac:spMkLst>
            <pc:docMk/>
            <pc:sldMk cId="4133871034" sldId="509"/>
            <ac:spMk id="7" creationId="{A9D788A8-0A85-406E-A463-8023F43955F3}"/>
          </ac:spMkLst>
        </pc:spChg>
        <pc:spChg chg="mod">
          <ac:chgData name="Alejandro Paolini Godoy" userId="c3a6e11a-e51d-46b0-a788-b09d2b3af6f8" providerId="ADAL" clId="{32975FC4-60DC-4260-AB6A-73CF78679369}" dt="2022-03-28T02:55:46.669" v="4406" actId="20577"/>
          <ac:spMkLst>
            <pc:docMk/>
            <pc:sldMk cId="4133871034" sldId="509"/>
            <ac:spMk id="59" creationId="{53109DF1-D188-4026-8BDD-C3289BBC0A39}"/>
          </ac:spMkLst>
        </pc:spChg>
      </pc:sldChg>
      <pc:sldChg chg="addSp delSp modSp add mod modAnim">
        <pc:chgData name="Alejandro Paolini Godoy" userId="c3a6e11a-e51d-46b0-a788-b09d2b3af6f8" providerId="ADAL" clId="{32975FC4-60DC-4260-AB6A-73CF78679369}" dt="2022-03-28T05:00:00.869" v="5672"/>
        <pc:sldMkLst>
          <pc:docMk/>
          <pc:sldMk cId="2170000542" sldId="510"/>
        </pc:sldMkLst>
        <pc:spChg chg="del">
          <ac:chgData name="Alejandro Paolini Godoy" userId="c3a6e11a-e51d-46b0-a788-b09d2b3af6f8" providerId="ADAL" clId="{32975FC4-60DC-4260-AB6A-73CF78679369}" dt="2022-03-28T03:02:04.518" v="4408" actId="478"/>
          <ac:spMkLst>
            <pc:docMk/>
            <pc:sldMk cId="2170000542" sldId="510"/>
            <ac:spMk id="5" creationId="{626D0241-17AD-44C1-B3C0-E50ED63A5929}"/>
          </ac:spMkLst>
        </pc:spChg>
        <pc:spChg chg="mod">
          <ac:chgData name="Alejandro Paolini Godoy" userId="c3a6e11a-e51d-46b0-a788-b09d2b3af6f8" providerId="ADAL" clId="{32975FC4-60DC-4260-AB6A-73CF78679369}" dt="2022-03-28T03:11:18.503" v="4586" actId="20577"/>
          <ac:spMkLst>
            <pc:docMk/>
            <pc:sldMk cId="2170000542" sldId="510"/>
            <ac:spMk id="6" creationId="{F0ACAD3D-6F09-4D90-A5CF-7C56DC976CC4}"/>
          </ac:spMkLst>
        </pc:spChg>
        <pc:spChg chg="mod">
          <ac:chgData name="Alejandro Paolini Godoy" userId="c3a6e11a-e51d-46b0-a788-b09d2b3af6f8" providerId="ADAL" clId="{32975FC4-60DC-4260-AB6A-73CF78679369}" dt="2022-03-28T03:06:46.660" v="4521" actId="1076"/>
          <ac:spMkLst>
            <pc:docMk/>
            <pc:sldMk cId="2170000542" sldId="510"/>
            <ac:spMk id="7" creationId="{A9D788A8-0A85-406E-A463-8023F43955F3}"/>
          </ac:spMkLst>
        </pc:spChg>
        <pc:spChg chg="mod">
          <ac:chgData name="Alejandro Paolini Godoy" userId="c3a6e11a-e51d-46b0-a788-b09d2b3af6f8" providerId="ADAL" clId="{32975FC4-60DC-4260-AB6A-73CF78679369}" dt="2022-03-28T03:06:50.849" v="4522" actId="1076"/>
          <ac:spMkLst>
            <pc:docMk/>
            <pc:sldMk cId="2170000542" sldId="510"/>
            <ac:spMk id="9" creationId="{37370827-9F3B-4403-ACEE-5C7B3DD7C337}"/>
          </ac:spMkLst>
        </pc:spChg>
        <pc:spChg chg="mod">
          <ac:chgData name="Alejandro Paolini Godoy" userId="c3a6e11a-e51d-46b0-a788-b09d2b3af6f8" providerId="ADAL" clId="{32975FC4-60DC-4260-AB6A-73CF78679369}" dt="2022-03-28T03:06:50.849" v="4522" actId="1076"/>
          <ac:spMkLst>
            <pc:docMk/>
            <pc:sldMk cId="2170000542" sldId="510"/>
            <ac:spMk id="10" creationId="{937C0F7C-83DF-4D0D-AAA0-C655395D382E}"/>
          </ac:spMkLst>
        </pc:spChg>
        <pc:spChg chg="add del mod">
          <ac:chgData name="Alejandro Paolini Godoy" userId="c3a6e11a-e51d-46b0-a788-b09d2b3af6f8" providerId="ADAL" clId="{32975FC4-60DC-4260-AB6A-73CF78679369}" dt="2022-03-28T03:07:32.595" v="4531" actId="478"/>
          <ac:spMkLst>
            <pc:docMk/>
            <pc:sldMk cId="2170000542" sldId="510"/>
            <ac:spMk id="11" creationId="{3FD68F6D-1C8E-4690-8FF3-2554AAD3C7EE}"/>
          </ac:spMkLst>
        </pc:spChg>
        <pc:spChg chg="add mod">
          <ac:chgData name="Alejandro Paolini Godoy" userId="c3a6e11a-e51d-46b0-a788-b09d2b3af6f8" providerId="ADAL" clId="{32975FC4-60DC-4260-AB6A-73CF78679369}" dt="2022-03-28T03:08:40.215" v="4556" actId="1076"/>
          <ac:spMkLst>
            <pc:docMk/>
            <pc:sldMk cId="2170000542" sldId="510"/>
            <ac:spMk id="12" creationId="{14513E99-0441-48C7-8991-9AF0F8689C68}"/>
          </ac:spMkLst>
        </pc:spChg>
        <pc:spChg chg="add del mod">
          <ac:chgData name="Alejandro Paolini Godoy" userId="c3a6e11a-e51d-46b0-a788-b09d2b3af6f8" providerId="ADAL" clId="{32975FC4-60DC-4260-AB6A-73CF78679369}" dt="2022-03-28T03:08:02.387" v="4544" actId="478"/>
          <ac:spMkLst>
            <pc:docMk/>
            <pc:sldMk cId="2170000542" sldId="510"/>
            <ac:spMk id="13" creationId="{EC3D2FAD-6985-40B3-AFF2-3FB93C1998F4}"/>
          </ac:spMkLst>
        </pc:spChg>
        <pc:spChg chg="mod">
          <ac:chgData name="Alejandro Paolini Godoy" userId="c3a6e11a-e51d-46b0-a788-b09d2b3af6f8" providerId="ADAL" clId="{32975FC4-60DC-4260-AB6A-73CF78679369}" dt="2022-03-28T03:06:24.789" v="4510" actId="3064"/>
          <ac:spMkLst>
            <pc:docMk/>
            <pc:sldMk cId="2170000542" sldId="510"/>
            <ac:spMk id="59" creationId="{53109DF1-D188-4026-8BDD-C3289BBC0A39}"/>
          </ac:spMkLst>
        </pc:spChg>
        <pc:grpChg chg="add mod">
          <ac:chgData name="Alejandro Paolini Godoy" userId="c3a6e11a-e51d-46b0-a788-b09d2b3af6f8" providerId="ADAL" clId="{32975FC4-60DC-4260-AB6A-73CF78679369}" dt="2022-03-28T03:06:50.849" v="4522" actId="1076"/>
          <ac:grpSpMkLst>
            <pc:docMk/>
            <pc:sldMk cId="2170000542" sldId="510"/>
            <ac:grpSpMk id="8" creationId="{6B5D9360-C6B0-4B30-A592-F53F86C21BFF}"/>
          </ac:grpSpMkLst>
        </pc:grpChg>
        <pc:cxnChg chg="add mod">
          <ac:chgData name="Alejandro Paolini Godoy" userId="c3a6e11a-e51d-46b0-a788-b09d2b3af6f8" providerId="ADAL" clId="{32975FC4-60DC-4260-AB6A-73CF78679369}" dt="2022-03-28T03:10:34.069" v="4574" actId="1582"/>
          <ac:cxnSpMkLst>
            <pc:docMk/>
            <pc:sldMk cId="2170000542" sldId="510"/>
            <ac:cxnSpMk id="14" creationId="{66C1CBE9-0053-4FF6-8D35-259DAF066F7D}"/>
          </ac:cxnSpMkLst>
        </pc:cxnChg>
        <pc:cxnChg chg="add mod">
          <ac:chgData name="Alejandro Paolini Godoy" userId="c3a6e11a-e51d-46b0-a788-b09d2b3af6f8" providerId="ADAL" clId="{32975FC4-60DC-4260-AB6A-73CF78679369}" dt="2022-03-28T03:10:38.070" v="4575" actId="1582"/>
          <ac:cxnSpMkLst>
            <pc:docMk/>
            <pc:sldMk cId="2170000542" sldId="510"/>
            <ac:cxnSpMk id="21" creationId="{80B472B3-13FD-4626-8077-CE9AFA6CD927}"/>
          </ac:cxnSpMkLst>
        </pc:cxnChg>
      </pc:sldChg>
      <pc:sldChg chg="modSp add mod modAnim">
        <pc:chgData name="Alejandro Paolini Godoy" userId="c3a6e11a-e51d-46b0-a788-b09d2b3af6f8" providerId="ADAL" clId="{32975FC4-60DC-4260-AB6A-73CF78679369}" dt="2022-03-28T05:00:00.869" v="5672"/>
        <pc:sldMkLst>
          <pc:docMk/>
          <pc:sldMk cId="2187772139" sldId="511"/>
        </pc:sldMkLst>
        <pc:spChg chg="mod">
          <ac:chgData name="Alejandro Paolini Godoy" userId="c3a6e11a-e51d-46b0-a788-b09d2b3af6f8" providerId="ADAL" clId="{32975FC4-60DC-4260-AB6A-73CF78679369}" dt="2022-03-28T03:15:08.986" v="4639" actId="1076"/>
          <ac:spMkLst>
            <pc:docMk/>
            <pc:sldMk cId="2187772139" sldId="511"/>
            <ac:spMk id="12" creationId="{14513E99-0441-48C7-8991-9AF0F8689C68}"/>
          </ac:spMkLst>
        </pc:spChg>
        <pc:cxnChg chg="mod">
          <ac:chgData name="Alejandro Paolini Godoy" userId="c3a6e11a-e51d-46b0-a788-b09d2b3af6f8" providerId="ADAL" clId="{32975FC4-60DC-4260-AB6A-73CF78679369}" dt="2022-03-28T03:15:12.602" v="4640" actId="1076"/>
          <ac:cxnSpMkLst>
            <pc:docMk/>
            <pc:sldMk cId="2187772139" sldId="511"/>
            <ac:cxnSpMk id="14" creationId="{66C1CBE9-0053-4FF6-8D35-259DAF066F7D}"/>
          </ac:cxnSpMkLst>
        </pc:cxnChg>
        <pc:cxnChg chg="mod">
          <ac:chgData name="Alejandro Paolini Godoy" userId="c3a6e11a-e51d-46b0-a788-b09d2b3af6f8" providerId="ADAL" clId="{32975FC4-60DC-4260-AB6A-73CF78679369}" dt="2022-03-28T03:15:24.720" v="4642" actId="14100"/>
          <ac:cxnSpMkLst>
            <pc:docMk/>
            <pc:sldMk cId="2187772139" sldId="511"/>
            <ac:cxnSpMk id="21" creationId="{80B472B3-13FD-4626-8077-CE9AFA6CD927}"/>
          </ac:cxnSpMkLst>
        </pc:cxnChg>
      </pc:sldChg>
      <pc:sldChg chg="delSp modSp add mod modAnim">
        <pc:chgData name="Alejandro Paolini Godoy" userId="c3a6e11a-e51d-46b0-a788-b09d2b3af6f8" providerId="ADAL" clId="{32975FC4-60DC-4260-AB6A-73CF78679369}" dt="2022-03-28T05:00:00.869" v="5672"/>
        <pc:sldMkLst>
          <pc:docMk/>
          <pc:sldMk cId="2006309205" sldId="512"/>
        </pc:sldMkLst>
        <pc:spChg chg="mod">
          <ac:chgData name="Alejandro Paolini Godoy" userId="c3a6e11a-e51d-46b0-a788-b09d2b3af6f8" providerId="ADAL" clId="{32975FC4-60DC-4260-AB6A-73CF78679369}" dt="2022-03-28T03:16:55.922" v="4656" actId="14100"/>
          <ac:spMkLst>
            <pc:docMk/>
            <pc:sldMk cId="2006309205" sldId="512"/>
            <ac:spMk id="12" creationId="{14513E99-0441-48C7-8991-9AF0F8689C68}"/>
          </ac:spMkLst>
        </pc:spChg>
        <pc:cxnChg chg="del">
          <ac:chgData name="Alejandro Paolini Godoy" userId="c3a6e11a-e51d-46b0-a788-b09d2b3af6f8" providerId="ADAL" clId="{32975FC4-60DC-4260-AB6A-73CF78679369}" dt="2022-03-28T03:16:18.073" v="4646" actId="478"/>
          <ac:cxnSpMkLst>
            <pc:docMk/>
            <pc:sldMk cId="2006309205" sldId="512"/>
            <ac:cxnSpMk id="14" creationId="{66C1CBE9-0053-4FF6-8D35-259DAF066F7D}"/>
          </ac:cxnSpMkLst>
        </pc:cxnChg>
        <pc:cxnChg chg="mod">
          <ac:chgData name="Alejandro Paolini Godoy" userId="c3a6e11a-e51d-46b0-a788-b09d2b3af6f8" providerId="ADAL" clId="{32975FC4-60DC-4260-AB6A-73CF78679369}" dt="2022-03-28T03:16:48.909" v="4655" actId="14100"/>
          <ac:cxnSpMkLst>
            <pc:docMk/>
            <pc:sldMk cId="2006309205" sldId="512"/>
            <ac:cxnSpMk id="21" creationId="{80B472B3-13FD-4626-8077-CE9AFA6CD927}"/>
          </ac:cxnSpMkLst>
        </pc:cxnChg>
      </pc:sldChg>
      <pc:sldChg chg="addSp delSp modSp add mod ord delAnim modAnim">
        <pc:chgData name="Alejandro Paolini Godoy" userId="c3a6e11a-e51d-46b0-a788-b09d2b3af6f8" providerId="ADAL" clId="{32975FC4-60DC-4260-AB6A-73CF78679369}" dt="2022-03-28T03:40:30.894" v="4756"/>
        <pc:sldMkLst>
          <pc:docMk/>
          <pc:sldMk cId="1793995254" sldId="513"/>
        </pc:sldMkLst>
        <pc:spChg chg="mod">
          <ac:chgData name="Alejandro Paolini Godoy" userId="c3a6e11a-e51d-46b0-a788-b09d2b3af6f8" providerId="ADAL" clId="{32975FC4-60DC-4260-AB6A-73CF78679369}" dt="2022-03-28T03:27:18.585" v="4660"/>
          <ac:spMkLst>
            <pc:docMk/>
            <pc:sldMk cId="1793995254" sldId="513"/>
            <ac:spMk id="3" creationId="{43D28349-7E23-4252-8C38-89221E45D5E5}"/>
          </ac:spMkLst>
        </pc:spChg>
        <pc:spChg chg="mod">
          <ac:chgData name="Alejandro Paolini Godoy" userId="c3a6e11a-e51d-46b0-a788-b09d2b3af6f8" providerId="ADAL" clId="{32975FC4-60DC-4260-AB6A-73CF78679369}" dt="2022-03-28T03:27:31.681" v="4673" actId="20577"/>
          <ac:spMkLst>
            <pc:docMk/>
            <pc:sldMk cId="1793995254" sldId="513"/>
            <ac:spMk id="8" creationId="{284E07A5-451A-4795-9785-6E3202A8C05C}"/>
          </ac:spMkLst>
        </pc:spChg>
        <pc:spChg chg="del mod">
          <ac:chgData name="Alejandro Paolini Godoy" userId="c3a6e11a-e51d-46b0-a788-b09d2b3af6f8" providerId="ADAL" clId="{32975FC4-60DC-4260-AB6A-73CF78679369}" dt="2022-03-28T03:36:15.055" v="4750" actId="478"/>
          <ac:spMkLst>
            <pc:docMk/>
            <pc:sldMk cId="1793995254" sldId="513"/>
            <ac:spMk id="11" creationId="{9CB06707-0C7B-4DCF-B36B-71B6BA0822DA}"/>
          </ac:spMkLst>
        </pc:spChg>
        <pc:spChg chg="del mod">
          <ac:chgData name="Alejandro Paolini Godoy" userId="c3a6e11a-e51d-46b0-a788-b09d2b3af6f8" providerId="ADAL" clId="{32975FC4-60DC-4260-AB6A-73CF78679369}" dt="2022-03-28T03:36:12.474" v="4749" actId="478"/>
          <ac:spMkLst>
            <pc:docMk/>
            <pc:sldMk cId="1793995254" sldId="513"/>
            <ac:spMk id="13" creationId="{67E31B06-CCD3-4B65-BB43-3088EE66E41F}"/>
          </ac:spMkLst>
        </pc:spChg>
        <pc:spChg chg="mod">
          <ac:chgData name="Alejandro Paolini Godoy" userId="c3a6e11a-e51d-46b0-a788-b09d2b3af6f8" providerId="ADAL" clId="{32975FC4-60DC-4260-AB6A-73CF78679369}" dt="2022-03-28T03:36:15.055" v="4750" actId="478"/>
          <ac:spMkLst>
            <pc:docMk/>
            <pc:sldMk cId="1793995254" sldId="513"/>
            <ac:spMk id="15" creationId="{80F19415-0830-45E4-820F-5157B4E2793F}"/>
          </ac:spMkLst>
        </pc:spChg>
        <pc:spChg chg="mod">
          <ac:chgData name="Alejandro Paolini Godoy" userId="c3a6e11a-e51d-46b0-a788-b09d2b3af6f8" providerId="ADAL" clId="{32975FC4-60DC-4260-AB6A-73CF78679369}" dt="2022-03-28T03:36:15.055" v="4750" actId="478"/>
          <ac:spMkLst>
            <pc:docMk/>
            <pc:sldMk cId="1793995254" sldId="513"/>
            <ac:spMk id="16" creationId="{5B964161-B4BD-467C-9E49-BB1AE6B357FD}"/>
          </ac:spMkLst>
        </pc:spChg>
        <pc:spChg chg="mod">
          <ac:chgData name="Alejandro Paolini Godoy" userId="c3a6e11a-e51d-46b0-a788-b09d2b3af6f8" providerId="ADAL" clId="{32975FC4-60DC-4260-AB6A-73CF78679369}" dt="2022-03-28T03:36:15.055" v="4750" actId="478"/>
          <ac:spMkLst>
            <pc:docMk/>
            <pc:sldMk cId="1793995254" sldId="513"/>
            <ac:spMk id="17" creationId="{3B7CE78E-7F05-4FB9-93C3-25051372E0A8}"/>
          </ac:spMkLst>
        </pc:spChg>
        <pc:spChg chg="mod">
          <ac:chgData name="Alejandro Paolini Godoy" userId="c3a6e11a-e51d-46b0-a788-b09d2b3af6f8" providerId="ADAL" clId="{32975FC4-60DC-4260-AB6A-73CF78679369}" dt="2022-03-28T03:36:15.055" v="4750" actId="478"/>
          <ac:spMkLst>
            <pc:docMk/>
            <pc:sldMk cId="1793995254" sldId="513"/>
            <ac:spMk id="19" creationId="{3C87E3F9-F01D-4B2B-BDF5-83A065B11205}"/>
          </ac:spMkLst>
        </pc:spChg>
        <pc:spChg chg="mod">
          <ac:chgData name="Alejandro Paolini Godoy" userId="c3a6e11a-e51d-46b0-a788-b09d2b3af6f8" providerId="ADAL" clId="{32975FC4-60DC-4260-AB6A-73CF78679369}" dt="2022-03-28T03:36:15.055" v="4750" actId="478"/>
          <ac:spMkLst>
            <pc:docMk/>
            <pc:sldMk cId="1793995254" sldId="513"/>
            <ac:spMk id="20" creationId="{49991683-C6E7-4739-B299-1577838EA95D}"/>
          </ac:spMkLst>
        </pc:spChg>
        <pc:spChg chg="mod">
          <ac:chgData name="Alejandro Paolini Godoy" userId="c3a6e11a-e51d-46b0-a788-b09d2b3af6f8" providerId="ADAL" clId="{32975FC4-60DC-4260-AB6A-73CF78679369}" dt="2022-03-28T03:36:15.055" v="4750" actId="478"/>
          <ac:spMkLst>
            <pc:docMk/>
            <pc:sldMk cId="1793995254" sldId="513"/>
            <ac:spMk id="21" creationId="{BDC583B8-46F0-442A-B57E-3676CCCC729F}"/>
          </ac:spMkLst>
        </pc:spChg>
        <pc:spChg chg="mod">
          <ac:chgData name="Alejandro Paolini Godoy" userId="c3a6e11a-e51d-46b0-a788-b09d2b3af6f8" providerId="ADAL" clId="{32975FC4-60DC-4260-AB6A-73CF78679369}" dt="2022-03-28T03:36:15.055" v="4750" actId="478"/>
          <ac:spMkLst>
            <pc:docMk/>
            <pc:sldMk cId="1793995254" sldId="513"/>
            <ac:spMk id="22" creationId="{5AF72C62-CF88-4D99-BEE1-28314733671D}"/>
          </ac:spMkLst>
        </pc:spChg>
        <pc:spChg chg="mod">
          <ac:chgData name="Alejandro Paolini Godoy" userId="c3a6e11a-e51d-46b0-a788-b09d2b3af6f8" providerId="ADAL" clId="{32975FC4-60DC-4260-AB6A-73CF78679369}" dt="2022-03-28T03:36:15.055" v="4750" actId="478"/>
          <ac:spMkLst>
            <pc:docMk/>
            <pc:sldMk cId="1793995254" sldId="513"/>
            <ac:spMk id="26" creationId="{1738F774-CF3C-4C67-BFDF-9CFFED4C5A00}"/>
          </ac:spMkLst>
        </pc:spChg>
        <pc:spChg chg="mod">
          <ac:chgData name="Alejandro Paolini Godoy" userId="c3a6e11a-e51d-46b0-a788-b09d2b3af6f8" providerId="ADAL" clId="{32975FC4-60DC-4260-AB6A-73CF78679369}" dt="2022-03-28T03:36:15.055" v="4750" actId="478"/>
          <ac:spMkLst>
            <pc:docMk/>
            <pc:sldMk cId="1793995254" sldId="513"/>
            <ac:spMk id="27" creationId="{2C2CC49A-307B-4229-AD5F-50855047FAD0}"/>
          </ac:spMkLst>
        </pc:spChg>
        <pc:spChg chg="mod">
          <ac:chgData name="Alejandro Paolini Godoy" userId="c3a6e11a-e51d-46b0-a788-b09d2b3af6f8" providerId="ADAL" clId="{32975FC4-60DC-4260-AB6A-73CF78679369}" dt="2022-03-28T03:36:15.055" v="4750" actId="478"/>
          <ac:spMkLst>
            <pc:docMk/>
            <pc:sldMk cId="1793995254" sldId="513"/>
            <ac:spMk id="28" creationId="{93EA2D8D-1EC5-4BA6-A078-9D2FD993A684}"/>
          </ac:spMkLst>
        </pc:spChg>
        <pc:spChg chg="del mod">
          <ac:chgData name="Alejandro Paolini Godoy" userId="c3a6e11a-e51d-46b0-a788-b09d2b3af6f8" providerId="ADAL" clId="{32975FC4-60DC-4260-AB6A-73CF78679369}" dt="2022-03-28T03:36:06.569" v="4748" actId="478"/>
          <ac:spMkLst>
            <pc:docMk/>
            <pc:sldMk cId="1793995254" sldId="513"/>
            <ac:spMk id="29" creationId="{D456C0E4-3216-4376-AC9C-48C5C94EF3DA}"/>
          </ac:spMkLst>
        </pc:spChg>
        <pc:spChg chg="mod">
          <ac:chgData name="Alejandro Paolini Godoy" userId="c3a6e11a-e51d-46b0-a788-b09d2b3af6f8" providerId="ADAL" clId="{32975FC4-60DC-4260-AB6A-73CF78679369}" dt="2022-03-28T03:36:15.055" v="4750" actId="478"/>
          <ac:spMkLst>
            <pc:docMk/>
            <pc:sldMk cId="1793995254" sldId="513"/>
            <ac:spMk id="30" creationId="{058089F1-85DA-438F-9747-6BFF2576D204}"/>
          </ac:spMkLst>
        </pc:spChg>
        <pc:spChg chg="mod">
          <ac:chgData name="Alejandro Paolini Godoy" userId="c3a6e11a-e51d-46b0-a788-b09d2b3af6f8" providerId="ADAL" clId="{32975FC4-60DC-4260-AB6A-73CF78679369}" dt="2022-03-28T03:36:15.055" v="4750" actId="478"/>
          <ac:spMkLst>
            <pc:docMk/>
            <pc:sldMk cId="1793995254" sldId="513"/>
            <ac:spMk id="31" creationId="{D5DB7F26-5C4C-449D-B8EA-194F5A9822F5}"/>
          </ac:spMkLst>
        </pc:spChg>
        <pc:spChg chg="mod">
          <ac:chgData name="Alejandro Paolini Godoy" userId="c3a6e11a-e51d-46b0-a788-b09d2b3af6f8" providerId="ADAL" clId="{32975FC4-60DC-4260-AB6A-73CF78679369}" dt="2022-03-28T03:36:15.055" v="4750" actId="478"/>
          <ac:spMkLst>
            <pc:docMk/>
            <pc:sldMk cId="1793995254" sldId="513"/>
            <ac:spMk id="32" creationId="{9CB95F6C-2047-482C-ACF5-C6C769149568}"/>
          </ac:spMkLst>
        </pc:spChg>
        <pc:spChg chg="mod">
          <ac:chgData name="Alejandro Paolini Godoy" userId="c3a6e11a-e51d-46b0-a788-b09d2b3af6f8" providerId="ADAL" clId="{32975FC4-60DC-4260-AB6A-73CF78679369}" dt="2022-03-28T03:36:15.055" v="4750" actId="478"/>
          <ac:spMkLst>
            <pc:docMk/>
            <pc:sldMk cId="1793995254" sldId="513"/>
            <ac:spMk id="33" creationId="{372E217B-17C1-413A-A4E8-60BF94D92C22}"/>
          </ac:spMkLst>
        </pc:spChg>
        <pc:spChg chg="mod">
          <ac:chgData name="Alejandro Paolini Godoy" userId="c3a6e11a-e51d-46b0-a788-b09d2b3af6f8" providerId="ADAL" clId="{32975FC4-60DC-4260-AB6A-73CF78679369}" dt="2022-03-28T03:36:15.055" v="4750" actId="478"/>
          <ac:spMkLst>
            <pc:docMk/>
            <pc:sldMk cId="1793995254" sldId="513"/>
            <ac:spMk id="34" creationId="{4020E188-DAFF-4AA9-8ABE-1B63792BE6B0}"/>
          </ac:spMkLst>
        </pc:spChg>
        <pc:spChg chg="mod">
          <ac:chgData name="Alejandro Paolini Godoy" userId="c3a6e11a-e51d-46b0-a788-b09d2b3af6f8" providerId="ADAL" clId="{32975FC4-60DC-4260-AB6A-73CF78679369}" dt="2022-03-28T03:36:15.055" v="4750" actId="478"/>
          <ac:spMkLst>
            <pc:docMk/>
            <pc:sldMk cId="1793995254" sldId="513"/>
            <ac:spMk id="35" creationId="{0F3B8112-F57F-4AB7-AC75-26F5DA9B7A26}"/>
          </ac:spMkLst>
        </pc:spChg>
        <pc:spChg chg="mod">
          <ac:chgData name="Alejandro Paolini Godoy" userId="c3a6e11a-e51d-46b0-a788-b09d2b3af6f8" providerId="ADAL" clId="{32975FC4-60DC-4260-AB6A-73CF78679369}" dt="2022-03-28T03:36:15.055" v="4750" actId="478"/>
          <ac:spMkLst>
            <pc:docMk/>
            <pc:sldMk cId="1793995254" sldId="513"/>
            <ac:spMk id="36" creationId="{CD9B1514-5585-46D4-942A-45B5570C9518}"/>
          </ac:spMkLst>
        </pc:spChg>
        <pc:spChg chg="mod">
          <ac:chgData name="Alejandro Paolini Godoy" userId="c3a6e11a-e51d-46b0-a788-b09d2b3af6f8" providerId="ADAL" clId="{32975FC4-60DC-4260-AB6A-73CF78679369}" dt="2022-03-28T03:36:15.055" v="4750" actId="478"/>
          <ac:spMkLst>
            <pc:docMk/>
            <pc:sldMk cId="1793995254" sldId="513"/>
            <ac:spMk id="37" creationId="{1D494340-9F78-437A-B2FC-9FE564FA40BA}"/>
          </ac:spMkLst>
        </pc:spChg>
        <pc:spChg chg="mod">
          <ac:chgData name="Alejandro Paolini Godoy" userId="c3a6e11a-e51d-46b0-a788-b09d2b3af6f8" providerId="ADAL" clId="{32975FC4-60DC-4260-AB6A-73CF78679369}" dt="2022-03-28T03:36:15.055" v="4750" actId="478"/>
          <ac:spMkLst>
            <pc:docMk/>
            <pc:sldMk cId="1793995254" sldId="513"/>
            <ac:spMk id="38" creationId="{416A117C-E540-47DB-A577-FBC278D916DC}"/>
          </ac:spMkLst>
        </pc:spChg>
        <pc:spChg chg="mod">
          <ac:chgData name="Alejandro Paolini Godoy" userId="c3a6e11a-e51d-46b0-a788-b09d2b3af6f8" providerId="ADAL" clId="{32975FC4-60DC-4260-AB6A-73CF78679369}" dt="2022-03-28T03:36:15.055" v="4750" actId="478"/>
          <ac:spMkLst>
            <pc:docMk/>
            <pc:sldMk cId="1793995254" sldId="513"/>
            <ac:spMk id="41" creationId="{375C3103-6C7C-468D-92C7-CEB5DF9CC854}"/>
          </ac:spMkLst>
        </pc:spChg>
        <pc:spChg chg="mod">
          <ac:chgData name="Alejandro Paolini Godoy" userId="c3a6e11a-e51d-46b0-a788-b09d2b3af6f8" providerId="ADAL" clId="{32975FC4-60DC-4260-AB6A-73CF78679369}" dt="2022-03-28T03:36:15.055" v="4750" actId="478"/>
          <ac:spMkLst>
            <pc:docMk/>
            <pc:sldMk cId="1793995254" sldId="513"/>
            <ac:spMk id="42" creationId="{EE31B9C4-3FC1-458A-B776-BA1D740776E9}"/>
          </ac:spMkLst>
        </pc:spChg>
        <pc:spChg chg="mod">
          <ac:chgData name="Alejandro Paolini Godoy" userId="c3a6e11a-e51d-46b0-a788-b09d2b3af6f8" providerId="ADAL" clId="{32975FC4-60DC-4260-AB6A-73CF78679369}" dt="2022-03-28T03:36:15.055" v="4750" actId="478"/>
          <ac:spMkLst>
            <pc:docMk/>
            <pc:sldMk cId="1793995254" sldId="513"/>
            <ac:spMk id="43" creationId="{9C21AB86-97FA-4CBA-8F15-D4F6A4ED8ADB}"/>
          </ac:spMkLst>
        </pc:spChg>
        <pc:spChg chg="mod">
          <ac:chgData name="Alejandro Paolini Godoy" userId="c3a6e11a-e51d-46b0-a788-b09d2b3af6f8" providerId="ADAL" clId="{32975FC4-60DC-4260-AB6A-73CF78679369}" dt="2022-03-28T03:36:15.055" v="4750" actId="478"/>
          <ac:spMkLst>
            <pc:docMk/>
            <pc:sldMk cId="1793995254" sldId="513"/>
            <ac:spMk id="44" creationId="{9A22EC5D-4639-441A-9F3D-22E2441B44AE}"/>
          </ac:spMkLst>
        </pc:spChg>
        <pc:spChg chg="mod">
          <ac:chgData name="Alejandro Paolini Godoy" userId="c3a6e11a-e51d-46b0-a788-b09d2b3af6f8" providerId="ADAL" clId="{32975FC4-60DC-4260-AB6A-73CF78679369}" dt="2022-03-28T03:36:15.055" v="4750" actId="478"/>
          <ac:spMkLst>
            <pc:docMk/>
            <pc:sldMk cId="1793995254" sldId="513"/>
            <ac:spMk id="45" creationId="{78D627BD-3A4D-416E-A5A5-5457A0CA8F8D}"/>
          </ac:spMkLst>
        </pc:spChg>
        <pc:spChg chg="mod">
          <ac:chgData name="Alejandro Paolini Godoy" userId="c3a6e11a-e51d-46b0-a788-b09d2b3af6f8" providerId="ADAL" clId="{32975FC4-60DC-4260-AB6A-73CF78679369}" dt="2022-03-28T03:36:15.055" v="4750" actId="478"/>
          <ac:spMkLst>
            <pc:docMk/>
            <pc:sldMk cId="1793995254" sldId="513"/>
            <ac:spMk id="46" creationId="{3306A0CE-089D-46BD-A5BC-753EF7F6ACA9}"/>
          </ac:spMkLst>
        </pc:spChg>
        <pc:spChg chg="mod">
          <ac:chgData name="Alejandro Paolini Godoy" userId="c3a6e11a-e51d-46b0-a788-b09d2b3af6f8" providerId="ADAL" clId="{32975FC4-60DC-4260-AB6A-73CF78679369}" dt="2022-03-28T03:36:15.055" v="4750" actId="478"/>
          <ac:spMkLst>
            <pc:docMk/>
            <pc:sldMk cId="1793995254" sldId="513"/>
            <ac:spMk id="47" creationId="{C616EAF5-D5E5-4966-89ED-4AAB955D467A}"/>
          </ac:spMkLst>
        </pc:spChg>
        <pc:spChg chg="mod">
          <ac:chgData name="Alejandro Paolini Godoy" userId="c3a6e11a-e51d-46b0-a788-b09d2b3af6f8" providerId="ADAL" clId="{32975FC4-60DC-4260-AB6A-73CF78679369}" dt="2022-03-28T03:36:15.055" v="4750" actId="478"/>
          <ac:spMkLst>
            <pc:docMk/>
            <pc:sldMk cId="1793995254" sldId="513"/>
            <ac:spMk id="48" creationId="{605A348A-3768-474C-A88A-49A9BB13A126}"/>
          </ac:spMkLst>
        </pc:spChg>
        <pc:spChg chg="mod">
          <ac:chgData name="Alejandro Paolini Godoy" userId="c3a6e11a-e51d-46b0-a788-b09d2b3af6f8" providerId="ADAL" clId="{32975FC4-60DC-4260-AB6A-73CF78679369}" dt="2022-03-28T03:36:15.055" v="4750" actId="478"/>
          <ac:spMkLst>
            <pc:docMk/>
            <pc:sldMk cId="1793995254" sldId="513"/>
            <ac:spMk id="49" creationId="{DE9AA539-7B3B-4F6C-AF4C-A54EFA5DE7EF}"/>
          </ac:spMkLst>
        </pc:spChg>
        <pc:spChg chg="mod">
          <ac:chgData name="Alejandro Paolini Godoy" userId="c3a6e11a-e51d-46b0-a788-b09d2b3af6f8" providerId="ADAL" clId="{32975FC4-60DC-4260-AB6A-73CF78679369}" dt="2022-03-28T03:36:15.055" v="4750" actId="478"/>
          <ac:spMkLst>
            <pc:docMk/>
            <pc:sldMk cId="1793995254" sldId="513"/>
            <ac:spMk id="50" creationId="{DED1A10B-2B49-46B3-9D5F-8B9EA7CB802B}"/>
          </ac:spMkLst>
        </pc:spChg>
        <pc:spChg chg="mod">
          <ac:chgData name="Alejandro Paolini Godoy" userId="c3a6e11a-e51d-46b0-a788-b09d2b3af6f8" providerId="ADAL" clId="{32975FC4-60DC-4260-AB6A-73CF78679369}" dt="2022-03-28T03:36:15.055" v="4750" actId="478"/>
          <ac:spMkLst>
            <pc:docMk/>
            <pc:sldMk cId="1793995254" sldId="513"/>
            <ac:spMk id="51" creationId="{255E9E45-9A63-4A2B-92D9-0ED5B1000820}"/>
          </ac:spMkLst>
        </pc:spChg>
        <pc:spChg chg="mod">
          <ac:chgData name="Alejandro Paolini Godoy" userId="c3a6e11a-e51d-46b0-a788-b09d2b3af6f8" providerId="ADAL" clId="{32975FC4-60DC-4260-AB6A-73CF78679369}" dt="2022-03-28T03:36:15.055" v="4750" actId="478"/>
          <ac:spMkLst>
            <pc:docMk/>
            <pc:sldMk cId="1793995254" sldId="513"/>
            <ac:spMk id="52" creationId="{608F0093-4D78-4714-8487-DC8F4E96826E}"/>
          </ac:spMkLst>
        </pc:spChg>
        <pc:spChg chg="mod">
          <ac:chgData name="Alejandro Paolini Godoy" userId="c3a6e11a-e51d-46b0-a788-b09d2b3af6f8" providerId="ADAL" clId="{32975FC4-60DC-4260-AB6A-73CF78679369}" dt="2022-03-28T03:36:15.055" v="4750" actId="478"/>
          <ac:spMkLst>
            <pc:docMk/>
            <pc:sldMk cId="1793995254" sldId="513"/>
            <ac:spMk id="53" creationId="{94498365-F5F0-4EE4-AA09-5F52DF5A0311}"/>
          </ac:spMkLst>
        </pc:spChg>
        <pc:spChg chg="mod">
          <ac:chgData name="Alejandro Paolini Godoy" userId="c3a6e11a-e51d-46b0-a788-b09d2b3af6f8" providerId="ADAL" clId="{32975FC4-60DC-4260-AB6A-73CF78679369}" dt="2022-03-28T03:36:15.055" v="4750" actId="478"/>
          <ac:spMkLst>
            <pc:docMk/>
            <pc:sldMk cId="1793995254" sldId="513"/>
            <ac:spMk id="56" creationId="{12634E12-E1B5-45FF-8C3C-CF9A3C0B15E8}"/>
          </ac:spMkLst>
        </pc:spChg>
        <pc:spChg chg="mod">
          <ac:chgData name="Alejandro Paolini Godoy" userId="c3a6e11a-e51d-46b0-a788-b09d2b3af6f8" providerId="ADAL" clId="{32975FC4-60DC-4260-AB6A-73CF78679369}" dt="2022-03-28T03:36:15.055" v="4750" actId="478"/>
          <ac:spMkLst>
            <pc:docMk/>
            <pc:sldMk cId="1793995254" sldId="513"/>
            <ac:spMk id="57" creationId="{A293CD0A-F741-4792-8C52-50DB59C6C1DD}"/>
          </ac:spMkLst>
        </pc:spChg>
        <pc:spChg chg="mod">
          <ac:chgData name="Alejandro Paolini Godoy" userId="c3a6e11a-e51d-46b0-a788-b09d2b3af6f8" providerId="ADAL" clId="{32975FC4-60DC-4260-AB6A-73CF78679369}" dt="2022-03-28T03:36:15.055" v="4750" actId="478"/>
          <ac:spMkLst>
            <pc:docMk/>
            <pc:sldMk cId="1793995254" sldId="513"/>
            <ac:spMk id="58" creationId="{0CCD2258-EB80-4083-9311-ED1E74FB075F}"/>
          </ac:spMkLst>
        </pc:spChg>
        <pc:spChg chg="mod">
          <ac:chgData name="Alejandro Paolini Godoy" userId="c3a6e11a-e51d-46b0-a788-b09d2b3af6f8" providerId="ADAL" clId="{32975FC4-60DC-4260-AB6A-73CF78679369}" dt="2022-03-28T03:36:15.055" v="4750" actId="478"/>
          <ac:spMkLst>
            <pc:docMk/>
            <pc:sldMk cId="1793995254" sldId="513"/>
            <ac:spMk id="59" creationId="{2EAFB78C-9BA3-497E-9DC9-F1BF56AB3DB7}"/>
          </ac:spMkLst>
        </pc:spChg>
        <pc:spChg chg="mod">
          <ac:chgData name="Alejandro Paolini Godoy" userId="c3a6e11a-e51d-46b0-a788-b09d2b3af6f8" providerId="ADAL" clId="{32975FC4-60DC-4260-AB6A-73CF78679369}" dt="2022-03-28T03:36:15.055" v="4750" actId="478"/>
          <ac:spMkLst>
            <pc:docMk/>
            <pc:sldMk cId="1793995254" sldId="513"/>
            <ac:spMk id="60" creationId="{2C1C73F4-F298-4151-BCDB-F0BCEEBF7C2D}"/>
          </ac:spMkLst>
        </pc:spChg>
        <pc:spChg chg="mod">
          <ac:chgData name="Alejandro Paolini Godoy" userId="c3a6e11a-e51d-46b0-a788-b09d2b3af6f8" providerId="ADAL" clId="{32975FC4-60DC-4260-AB6A-73CF78679369}" dt="2022-03-28T03:36:15.055" v="4750" actId="478"/>
          <ac:spMkLst>
            <pc:docMk/>
            <pc:sldMk cId="1793995254" sldId="513"/>
            <ac:spMk id="61" creationId="{1E45CE19-D71A-408A-8751-852F5819F8CA}"/>
          </ac:spMkLst>
        </pc:spChg>
        <pc:spChg chg="mod">
          <ac:chgData name="Alejandro Paolini Godoy" userId="c3a6e11a-e51d-46b0-a788-b09d2b3af6f8" providerId="ADAL" clId="{32975FC4-60DC-4260-AB6A-73CF78679369}" dt="2022-03-28T03:36:15.055" v="4750" actId="478"/>
          <ac:spMkLst>
            <pc:docMk/>
            <pc:sldMk cId="1793995254" sldId="513"/>
            <ac:spMk id="62" creationId="{9D8DA3F2-4E0F-4AFC-9354-2E107E6CC426}"/>
          </ac:spMkLst>
        </pc:spChg>
        <pc:spChg chg="mod">
          <ac:chgData name="Alejandro Paolini Godoy" userId="c3a6e11a-e51d-46b0-a788-b09d2b3af6f8" providerId="ADAL" clId="{32975FC4-60DC-4260-AB6A-73CF78679369}" dt="2022-03-28T03:36:15.055" v="4750" actId="478"/>
          <ac:spMkLst>
            <pc:docMk/>
            <pc:sldMk cId="1793995254" sldId="513"/>
            <ac:spMk id="63" creationId="{71F3808B-CA9E-49B5-A7FB-FDA6E11F9605}"/>
          </ac:spMkLst>
        </pc:spChg>
        <pc:spChg chg="mod">
          <ac:chgData name="Alejandro Paolini Godoy" userId="c3a6e11a-e51d-46b0-a788-b09d2b3af6f8" providerId="ADAL" clId="{32975FC4-60DC-4260-AB6A-73CF78679369}" dt="2022-03-28T03:36:15.055" v="4750" actId="478"/>
          <ac:spMkLst>
            <pc:docMk/>
            <pc:sldMk cId="1793995254" sldId="513"/>
            <ac:spMk id="64" creationId="{02FC3F18-5301-4C0E-8838-E83E7431B338}"/>
          </ac:spMkLst>
        </pc:spChg>
        <pc:spChg chg="mod">
          <ac:chgData name="Alejandro Paolini Godoy" userId="c3a6e11a-e51d-46b0-a788-b09d2b3af6f8" providerId="ADAL" clId="{32975FC4-60DC-4260-AB6A-73CF78679369}" dt="2022-03-28T03:36:15.055" v="4750" actId="478"/>
          <ac:spMkLst>
            <pc:docMk/>
            <pc:sldMk cId="1793995254" sldId="513"/>
            <ac:spMk id="65" creationId="{0431B6E1-6815-44BF-A13E-552CF47BD4C3}"/>
          </ac:spMkLst>
        </pc:spChg>
        <pc:spChg chg="mod">
          <ac:chgData name="Alejandro Paolini Godoy" userId="c3a6e11a-e51d-46b0-a788-b09d2b3af6f8" providerId="ADAL" clId="{32975FC4-60DC-4260-AB6A-73CF78679369}" dt="2022-03-28T03:36:15.055" v="4750" actId="478"/>
          <ac:spMkLst>
            <pc:docMk/>
            <pc:sldMk cId="1793995254" sldId="513"/>
            <ac:spMk id="66" creationId="{C4C5CEA4-A7E6-4F67-9E25-EA2E85DE0EEB}"/>
          </ac:spMkLst>
        </pc:spChg>
        <pc:spChg chg="mod">
          <ac:chgData name="Alejandro Paolini Godoy" userId="c3a6e11a-e51d-46b0-a788-b09d2b3af6f8" providerId="ADAL" clId="{32975FC4-60DC-4260-AB6A-73CF78679369}" dt="2022-03-28T03:36:15.055" v="4750" actId="478"/>
          <ac:spMkLst>
            <pc:docMk/>
            <pc:sldMk cId="1793995254" sldId="513"/>
            <ac:spMk id="67" creationId="{675C3D71-2355-4A42-A387-26E1420D2D51}"/>
          </ac:spMkLst>
        </pc:spChg>
        <pc:spChg chg="mod">
          <ac:chgData name="Alejandro Paolini Godoy" userId="c3a6e11a-e51d-46b0-a788-b09d2b3af6f8" providerId="ADAL" clId="{32975FC4-60DC-4260-AB6A-73CF78679369}" dt="2022-03-28T03:36:15.055" v="4750" actId="478"/>
          <ac:spMkLst>
            <pc:docMk/>
            <pc:sldMk cId="1793995254" sldId="513"/>
            <ac:spMk id="68" creationId="{AAD14218-A427-474F-94AB-2056AB0C65DD}"/>
          </ac:spMkLst>
        </pc:spChg>
        <pc:spChg chg="mod">
          <ac:chgData name="Alejandro Paolini Godoy" userId="c3a6e11a-e51d-46b0-a788-b09d2b3af6f8" providerId="ADAL" clId="{32975FC4-60DC-4260-AB6A-73CF78679369}" dt="2022-03-28T03:36:15.055" v="4750" actId="478"/>
          <ac:spMkLst>
            <pc:docMk/>
            <pc:sldMk cId="1793995254" sldId="513"/>
            <ac:spMk id="69" creationId="{1CD02131-4145-4AF4-A458-3F9553831E48}"/>
          </ac:spMkLst>
        </pc:spChg>
        <pc:spChg chg="mod">
          <ac:chgData name="Alejandro Paolini Godoy" userId="c3a6e11a-e51d-46b0-a788-b09d2b3af6f8" providerId="ADAL" clId="{32975FC4-60DC-4260-AB6A-73CF78679369}" dt="2022-03-28T03:36:15.055" v="4750" actId="478"/>
          <ac:spMkLst>
            <pc:docMk/>
            <pc:sldMk cId="1793995254" sldId="513"/>
            <ac:spMk id="70" creationId="{F51DDB48-B67F-4C71-988C-D51C26321AA6}"/>
          </ac:spMkLst>
        </pc:spChg>
        <pc:spChg chg="mod">
          <ac:chgData name="Alejandro Paolini Godoy" userId="c3a6e11a-e51d-46b0-a788-b09d2b3af6f8" providerId="ADAL" clId="{32975FC4-60DC-4260-AB6A-73CF78679369}" dt="2022-03-28T03:36:15.055" v="4750" actId="478"/>
          <ac:spMkLst>
            <pc:docMk/>
            <pc:sldMk cId="1793995254" sldId="513"/>
            <ac:spMk id="71" creationId="{F2ED6902-475F-4052-A273-F8F248F33C1D}"/>
          </ac:spMkLst>
        </pc:spChg>
        <pc:spChg chg="mod">
          <ac:chgData name="Alejandro Paolini Godoy" userId="c3a6e11a-e51d-46b0-a788-b09d2b3af6f8" providerId="ADAL" clId="{32975FC4-60DC-4260-AB6A-73CF78679369}" dt="2022-03-28T03:36:15.055" v="4750" actId="478"/>
          <ac:spMkLst>
            <pc:docMk/>
            <pc:sldMk cId="1793995254" sldId="513"/>
            <ac:spMk id="72" creationId="{F7B82B07-5F03-4593-8A1F-4BB3CF06579B}"/>
          </ac:spMkLst>
        </pc:spChg>
        <pc:spChg chg="mod">
          <ac:chgData name="Alejandro Paolini Godoy" userId="c3a6e11a-e51d-46b0-a788-b09d2b3af6f8" providerId="ADAL" clId="{32975FC4-60DC-4260-AB6A-73CF78679369}" dt="2022-03-28T03:36:15.055" v="4750" actId="478"/>
          <ac:spMkLst>
            <pc:docMk/>
            <pc:sldMk cId="1793995254" sldId="513"/>
            <ac:spMk id="73" creationId="{EA777D2E-AB12-4F2A-9023-1044AB50F26E}"/>
          </ac:spMkLst>
        </pc:spChg>
        <pc:spChg chg="mod">
          <ac:chgData name="Alejandro Paolini Godoy" userId="c3a6e11a-e51d-46b0-a788-b09d2b3af6f8" providerId="ADAL" clId="{32975FC4-60DC-4260-AB6A-73CF78679369}" dt="2022-03-28T03:36:15.055" v="4750" actId="478"/>
          <ac:spMkLst>
            <pc:docMk/>
            <pc:sldMk cId="1793995254" sldId="513"/>
            <ac:spMk id="74" creationId="{DE4EDDF6-F286-4EA7-A690-628DD9D6D5C7}"/>
          </ac:spMkLst>
        </pc:spChg>
        <pc:spChg chg="mod">
          <ac:chgData name="Alejandro Paolini Godoy" userId="c3a6e11a-e51d-46b0-a788-b09d2b3af6f8" providerId="ADAL" clId="{32975FC4-60DC-4260-AB6A-73CF78679369}" dt="2022-03-28T03:36:15.055" v="4750" actId="478"/>
          <ac:spMkLst>
            <pc:docMk/>
            <pc:sldMk cId="1793995254" sldId="513"/>
            <ac:spMk id="75" creationId="{71F633B6-BDBE-4732-991C-2B5D6602E23C}"/>
          </ac:spMkLst>
        </pc:spChg>
        <pc:spChg chg="mod">
          <ac:chgData name="Alejandro Paolini Godoy" userId="c3a6e11a-e51d-46b0-a788-b09d2b3af6f8" providerId="ADAL" clId="{32975FC4-60DC-4260-AB6A-73CF78679369}" dt="2022-03-28T03:36:15.055" v="4750" actId="478"/>
          <ac:spMkLst>
            <pc:docMk/>
            <pc:sldMk cId="1793995254" sldId="513"/>
            <ac:spMk id="76" creationId="{5383E4E9-B53B-4872-BCF6-FD81B0410DA5}"/>
          </ac:spMkLst>
        </pc:spChg>
        <pc:spChg chg="mod">
          <ac:chgData name="Alejandro Paolini Godoy" userId="c3a6e11a-e51d-46b0-a788-b09d2b3af6f8" providerId="ADAL" clId="{32975FC4-60DC-4260-AB6A-73CF78679369}" dt="2022-03-28T03:36:15.055" v="4750" actId="478"/>
          <ac:spMkLst>
            <pc:docMk/>
            <pc:sldMk cId="1793995254" sldId="513"/>
            <ac:spMk id="77" creationId="{5307711C-E39C-439C-966C-CC8FA90DBBFF}"/>
          </ac:spMkLst>
        </pc:spChg>
        <pc:spChg chg="mod">
          <ac:chgData name="Alejandro Paolini Godoy" userId="c3a6e11a-e51d-46b0-a788-b09d2b3af6f8" providerId="ADAL" clId="{32975FC4-60DC-4260-AB6A-73CF78679369}" dt="2022-03-28T03:36:15.055" v="4750" actId="478"/>
          <ac:spMkLst>
            <pc:docMk/>
            <pc:sldMk cId="1793995254" sldId="513"/>
            <ac:spMk id="78" creationId="{A80ACF05-745A-47A2-A0BE-7B6AFA97BE19}"/>
          </ac:spMkLst>
        </pc:spChg>
        <pc:spChg chg="mod">
          <ac:chgData name="Alejandro Paolini Godoy" userId="c3a6e11a-e51d-46b0-a788-b09d2b3af6f8" providerId="ADAL" clId="{32975FC4-60DC-4260-AB6A-73CF78679369}" dt="2022-03-28T03:36:15.055" v="4750" actId="478"/>
          <ac:spMkLst>
            <pc:docMk/>
            <pc:sldMk cId="1793995254" sldId="513"/>
            <ac:spMk id="79" creationId="{76D5D750-D200-45AB-B711-94703D4A7215}"/>
          </ac:spMkLst>
        </pc:spChg>
        <pc:spChg chg="mod">
          <ac:chgData name="Alejandro Paolini Godoy" userId="c3a6e11a-e51d-46b0-a788-b09d2b3af6f8" providerId="ADAL" clId="{32975FC4-60DC-4260-AB6A-73CF78679369}" dt="2022-03-28T03:36:15.055" v="4750" actId="478"/>
          <ac:spMkLst>
            <pc:docMk/>
            <pc:sldMk cId="1793995254" sldId="513"/>
            <ac:spMk id="80" creationId="{8B340DDE-B3DF-4D9E-835B-6A3A9C4C1821}"/>
          </ac:spMkLst>
        </pc:spChg>
        <pc:spChg chg="mod">
          <ac:chgData name="Alejandro Paolini Godoy" userId="c3a6e11a-e51d-46b0-a788-b09d2b3af6f8" providerId="ADAL" clId="{32975FC4-60DC-4260-AB6A-73CF78679369}" dt="2022-03-28T03:36:15.055" v="4750" actId="478"/>
          <ac:spMkLst>
            <pc:docMk/>
            <pc:sldMk cId="1793995254" sldId="513"/>
            <ac:spMk id="81" creationId="{CB930676-848D-4C58-AA2D-EA44B46F2D07}"/>
          </ac:spMkLst>
        </pc:spChg>
        <pc:spChg chg="mod">
          <ac:chgData name="Alejandro Paolini Godoy" userId="c3a6e11a-e51d-46b0-a788-b09d2b3af6f8" providerId="ADAL" clId="{32975FC4-60DC-4260-AB6A-73CF78679369}" dt="2022-03-28T03:36:15.055" v="4750" actId="478"/>
          <ac:spMkLst>
            <pc:docMk/>
            <pc:sldMk cId="1793995254" sldId="513"/>
            <ac:spMk id="82" creationId="{518D99F7-FC0B-4727-A98F-80E9EB8342E7}"/>
          </ac:spMkLst>
        </pc:spChg>
        <pc:spChg chg="mod">
          <ac:chgData name="Alejandro Paolini Godoy" userId="c3a6e11a-e51d-46b0-a788-b09d2b3af6f8" providerId="ADAL" clId="{32975FC4-60DC-4260-AB6A-73CF78679369}" dt="2022-03-28T03:36:15.055" v="4750" actId="478"/>
          <ac:spMkLst>
            <pc:docMk/>
            <pc:sldMk cId="1793995254" sldId="513"/>
            <ac:spMk id="83" creationId="{9AF492A4-972C-4A55-ABB5-4660FEB95814}"/>
          </ac:spMkLst>
        </pc:spChg>
        <pc:spChg chg="mod">
          <ac:chgData name="Alejandro Paolini Godoy" userId="c3a6e11a-e51d-46b0-a788-b09d2b3af6f8" providerId="ADAL" clId="{32975FC4-60DC-4260-AB6A-73CF78679369}" dt="2022-03-28T03:36:15.055" v="4750" actId="478"/>
          <ac:spMkLst>
            <pc:docMk/>
            <pc:sldMk cId="1793995254" sldId="513"/>
            <ac:spMk id="84" creationId="{98A981B5-188F-4F9C-883E-67CA962D0940}"/>
          </ac:spMkLst>
        </pc:spChg>
        <pc:spChg chg="mod">
          <ac:chgData name="Alejandro Paolini Godoy" userId="c3a6e11a-e51d-46b0-a788-b09d2b3af6f8" providerId="ADAL" clId="{32975FC4-60DC-4260-AB6A-73CF78679369}" dt="2022-03-28T03:36:15.055" v="4750" actId="478"/>
          <ac:spMkLst>
            <pc:docMk/>
            <pc:sldMk cId="1793995254" sldId="513"/>
            <ac:spMk id="85" creationId="{CFFF4B0C-2AC3-41ED-BCC2-6E98A9C6993A}"/>
          </ac:spMkLst>
        </pc:spChg>
        <pc:spChg chg="mod">
          <ac:chgData name="Alejandro Paolini Godoy" userId="c3a6e11a-e51d-46b0-a788-b09d2b3af6f8" providerId="ADAL" clId="{32975FC4-60DC-4260-AB6A-73CF78679369}" dt="2022-03-28T03:36:15.055" v="4750" actId="478"/>
          <ac:spMkLst>
            <pc:docMk/>
            <pc:sldMk cId="1793995254" sldId="513"/>
            <ac:spMk id="86" creationId="{83C41583-0172-4A34-BCAF-C5E365ECFF04}"/>
          </ac:spMkLst>
        </pc:spChg>
        <pc:spChg chg="mod">
          <ac:chgData name="Alejandro Paolini Godoy" userId="c3a6e11a-e51d-46b0-a788-b09d2b3af6f8" providerId="ADAL" clId="{32975FC4-60DC-4260-AB6A-73CF78679369}" dt="2022-03-28T03:36:15.055" v="4750" actId="478"/>
          <ac:spMkLst>
            <pc:docMk/>
            <pc:sldMk cId="1793995254" sldId="513"/>
            <ac:spMk id="87" creationId="{6DDFA6A4-ADBD-465B-A20E-7B61563A32D7}"/>
          </ac:spMkLst>
        </pc:spChg>
        <pc:spChg chg="mod">
          <ac:chgData name="Alejandro Paolini Godoy" userId="c3a6e11a-e51d-46b0-a788-b09d2b3af6f8" providerId="ADAL" clId="{32975FC4-60DC-4260-AB6A-73CF78679369}" dt="2022-03-28T03:36:15.055" v="4750" actId="478"/>
          <ac:spMkLst>
            <pc:docMk/>
            <pc:sldMk cId="1793995254" sldId="513"/>
            <ac:spMk id="88" creationId="{79424DB2-DC52-40F1-99C7-D9E33B0D5D29}"/>
          </ac:spMkLst>
        </pc:spChg>
        <pc:spChg chg="mod">
          <ac:chgData name="Alejandro Paolini Godoy" userId="c3a6e11a-e51d-46b0-a788-b09d2b3af6f8" providerId="ADAL" clId="{32975FC4-60DC-4260-AB6A-73CF78679369}" dt="2022-03-28T03:36:15.055" v="4750" actId="478"/>
          <ac:spMkLst>
            <pc:docMk/>
            <pc:sldMk cId="1793995254" sldId="513"/>
            <ac:spMk id="89" creationId="{3A259882-C2A8-4698-9B65-6BDBE6340B99}"/>
          </ac:spMkLst>
        </pc:spChg>
        <pc:spChg chg="mod">
          <ac:chgData name="Alejandro Paolini Godoy" userId="c3a6e11a-e51d-46b0-a788-b09d2b3af6f8" providerId="ADAL" clId="{32975FC4-60DC-4260-AB6A-73CF78679369}" dt="2022-03-28T03:36:15.055" v="4750" actId="478"/>
          <ac:spMkLst>
            <pc:docMk/>
            <pc:sldMk cId="1793995254" sldId="513"/>
            <ac:spMk id="90" creationId="{C161EABF-50BF-481F-BC53-8E35040F7E6F}"/>
          </ac:spMkLst>
        </pc:spChg>
        <pc:spChg chg="mod">
          <ac:chgData name="Alejandro Paolini Godoy" userId="c3a6e11a-e51d-46b0-a788-b09d2b3af6f8" providerId="ADAL" clId="{32975FC4-60DC-4260-AB6A-73CF78679369}" dt="2022-03-28T03:36:15.055" v="4750" actId="478"/>
          <ac:spMkLst>
            <pc:docMk/>
            <pc:sldMk cId="1793995254" sldId="513"/>
            <ac:spMk id="91" creationId="{4F704A00-ED4E-4F44-8539-4F8D3D1D5ACC}"/>
          </ac:spMkLst>
        </pc:spChg>
        <pc:spChg chg="mod">
          <ac:chgData name="Alejandro Paolini Godoy" userId="c3a6e11a-e51d-46b0-a788-b09d2b3af6f8" providerId="ADAL" clId="{32975FC4-60DC-4260-AB6A-73CF78679369}" dt="2022-03-28T03:36:15.055" v="4750" actId="478"/>
          <ac:spMkLst>
            <pc:docMk/>
            <pc:sldMk cId="1793995254" sldId="513"/>
            <ac:spMk id="92" creationId="{60929F9E-078A-402A-A9CE-D3AB830689DD}"/>
          </ac:spMkLst>
        </pc:spChg>
        <pc:spChg chg="mod">
          <ac:chgData name="Alejandro Paolini Godoy" userId="c3a6e11a-e51d-46b0-a788-b09d2b3af6f8" providerId="ADAL" clId="{32975FC4-60DC-4260-AB6A-73CF78679369}" dt="2022-03-28T03:36:15.055" v="4750" actId="478"/>
          <ac:spMkLst>
            <pc:docMk/>
            <pc:sldMk cId="1793995254" sldId="513"/>
            <ac:spMk id="93" creationId="{39B1F5F7-6C13-4EEB-BAC1-532A55A09108}"/>
          </ac:spMkLst>
        </pc:spChg>
        <pc:spChg chg="mod">
          <ac:chgData name="Alejandro Paolini Godoy" userId="c3a6e11a-e51d-46b0-a788-b09d2b3af6f8" providerId="ADAL" clId="{32975FC4-60DC-4260-AB6A-73CF78679369}" dt="2022-03-28T03:36:15.055" v="4750" actId="478"/>
          <ac:spMkLst>
            <pc:docMk/>
            <pc:sldMk cId="1793995254" sldId="513"/>
            <ac:spMk id="94" creationId="{D8AA4D23-D1FE-4D9A-A859-143B1A886804}"/>
          </ac:spMkLst>
        </pc:spChg>
        <pc:spChg chg="mod">
          <ac:chgData name="Alejandro Paolini Godoy" userId="c3a6e11a-e51d-46b0-a788-b09d2b3af6f8" providerId="ADAL" clId="{32975FC4-60DC-4260-AB6A-73CF78679369}" dt="2022-03-28T03:36:15.055" v="4750" actId="478"/>
          <ac:spMkLst>
            <pc:docMk/>
            <pc:sldMk cId="1793995254" sldId="513"/>
            <ac:spMk id="95" creationId="{3429D3CB-5E56-43C0-B09C-7BE9BA6D615A}"/>
          </ac:spMkLst>
        </pc:spChg>
        <pc:spChg chg="mod">
          <ac:chgData name="Alejandro Paolini Godoy" userId="c3a6e11a-e51d-46b0-a788-b09d2b3af6f8" providerId="ADAL" clId="{32975FC4-60DC-4260-AB6A-73CF78679369}" dt="2022-03-28T03:36:15.055" v="4750" actId="478"/>
          <ac:spMkLst>
            <pc:docMk/>
            <pc:sldMk cId="1793995254" sldId="513"/>
            <ac:spMk id="96" creationId="{92D88D86-2782-4785-B624-6D55ABE6B165}"/>
          </ac:spMkLst>
        </pc:spChg>
        <pc:spChg chg="mod">
          <ac:chgData name="Alejandro Paolini Godoy" userId="c3a6e11a-e51d-46b0-a788-b09d2b3af6f8" providerId="ADAL" clId="{32975FC4-60DC-4260-AB6A-73CF78679369}" dt="2022-03-28T03:36:15.055" v="4750" actId="478"/>
          <ac:spMkLst>
            <pc:docMk/>
            <pc:sldMk cId="1793995254" sldId="513"/>
            <ac:spMk id="97" creationId="{38888DAA-835D-4C13-868E-8BCD394588FC}"/>
          </ac:spMkLst>
        </pc:spChg>
        <pc:spChg chg="mod">
          <ac:chgData name="Alejandro Paolini Godoy" userId="c3a6e11a-e51d-46b0-a788-b09d2b3af6f8" providerId="ADAL" clId="{32975FC4-60DC-4260-AB6A-73CF78679369}" dt="2022-03-28T03:36:15.055" v="4750" actId="478"/>
          <ac:spMkLst>
            <pc:docMk/>
            <pc:sldMk cId="1793995254" sldId="513"/>
            <ac:spMk id="98" creationId="{B7F0DEC5-B292-48A7-8D70-8EF55AC16D63}"/>
          </ac:spMkLst>
        </pc:spChg>
        <pc:spChg chg="mod">
          <ac:chgData name="Alejandro Paolini Godoy" userId="c3a6e11a-e51d-46b0-a788-b09d2b3af6f8" providerId="ADAL" clId="{32975FC4-60DC-4260-AB6A-73CF78679369}" dt="2022-03-28T03:36:15.055" v="4750" actId="478"/>
          <ac:spMkLst>
            <pc:docMk/>
            <pc:sldMk cId="1793995254" sldId="513"/>
            <ac:spMk id="99" creationId="{B5AF2255-8ED7-4589-879D-09381A48B29D}"/>
          </ac:spMkLst>
        </pc:spChg>
        <pc:spChg chg="mod">
          <ac:chgData name="Alejandro Paolini Godoy" userId="c3a6e11a-e51d-46b0-a788-b09d2b3af6f8" providerId="ADAL" clId="{32975FC4-60DC-4260-AB6A-73CF78679369}" dt="2022-03-28T03:36:15.055" v="4750" actId="478"/>
          <ac:spMkLst>
            <pc:docMk/>
            <pc:sldMk cId="1793995254" sldId="513"/>
            <ac:spMk id="100" creationId="{4A2E4C72-969F-440A-972F-60592E51A848}"/>
          </ac:spMkLst>
        </pc:spChg>
        <pc:spChg chg="mod">
          <ac:chgData name="Alejandro Paolini Godoy" userId="c3a6e11a-e51d-46b0-a788-b09d2b3af6f8" providerId="ADAL" clId="{32975FC4-60DC-4260-AB6A-73CF78679369}" dt="2022-03-28T03:36:15.055" v="4750" actId="478"/>
          <ac:spMkLst>
            <pc:docMk/>
            <pc:sldMk cId="1793995254" sldId="513"/>
            <ac:spMk id="101" creationId="{81B82B9A-2D9E-4672-BF8F-637C80880F66}"/>
          </ac:spMkLst>
        </pc:spChg>
        <pc:spChg chg="mod">
          <ac:chgData name="Alejandro Paolini Godoy" userId="c3a6e11a-e51d-46b0-a788-b09d2b3af6f8" providerId="ADAL" clId="{32975FC4-60DC-4260-AB6A-73CF78679369}" dt="2022-03-28T03:36:15.055" v="4750" actId="478"/>
          <ac:spMkLst>
            <pc:docMk/>
            <pc:sldMk cId="1793995254" sldId="513"/>
            <ac:spMk id="102" creationId="{814C672F-80BD-4672-B97A-0F1672D352BD}"/>
          </ac:spMkLst>
        </pc:spChg>
        <pc:spChg chg="mod">
          <ac:chgData name="Alejandro Paolini Godoy" userId="c3a6e11a-e51d-46b0-a788-b09d2b3af6f8" providerId="ADAL" clId="{32975FC4-60DC-4260-AB6A-73CF78679369}" dt="2022-03-28T03:36:15.055" v="4750" actId="478"/>
          <ac:spMkLst>
            <pc:docMk/>
            <pc:sldMk cId="1793995254" sldId="513"/>
            <ac:spMk id="103" creationId="{343A904A-3F4E-471E-86EF-CD12A8FC806C}"/>
          </ac:spMkLst>
        </pc:spChg>
        <pc:spChg chg="mod">
          <ac:chgData name="Alejandro Paolini Godoy" userId="c3a6e11a-e51d-46b0-a788-b09d2b3af6f8" providerId="ADAL" clId="{32975FC4-60DC-4260-AB6A-73CF78679369}" dt="2022-03-28T03:36:15.055" v="4750" actId="478"/>
          <ac:spMkLst>
            <pc:docMk/>
            <pc:sldMk cId="1793995254" sldId="513"/>
            <ac:spMk id="104" creationId="{F84D3A9D-CE86-4FA0-89B3-84A9882DBDA9}"/>
          </ac:spMkLst>
        </pc:spChg>
        <pc:spChg chg="mod">
          <ac:chgData name="Alejandro Paolini Godoy" userId="c3a6e11a-e51d-46b0-a788-b09d2b3af6f8" providerId="ADAL" clId="{32975FC4-60DC-4260-AB6A-73CF78679369}" dt="2022-03-28T03:36:15.055" v="4750" actId="478"/>
          <ac:spMkLst>
            <pc:docMk/>
            <pc:sldMk cId="1793995254" sldId="513"/>
            <ac:spMk id="105" creationId="{37326431-7BF6-4951-AEFF-FCAB284DB2B2}"/>
          </ac:spMkLst>
        </pc:spChg>
        <pc:spChg chg="mod">
          <ac:chgData name="Alejandro Paolini Godoy" userId="c3a6e11a-e51d-46b0-a788-b09d2b3af6f8" providerId="ADAL" clId="{32975FC4-60DC-4260-AB6A-73CF78679369}" dt="2022-03-28T03:36:15.055" v="4750" actId="478"/>
          <ac:spMkLst>
            <pc:docMk/>
            <pc:sldMk cId="1793995254" sldId="513"/>
            <ac:spMk id="106" creationId="{1315EC8F-3DFD-4EEA-A0D8-0981B4557658}"/>
          </ac:spMkLst>
        </pc:spChg>
        <pc:spChg chg="mod">
          <ac:chgData name="Alejandro Paolini Godoy" userId="c3a6e11a-e51d-46b0-a788-b09d2b3af6f8" providerId="ADAL" clId="{32975FC4-60DC-4260-AB6A-73CF78679369}" dt="2022-03-28T03:36:15.055" v="4750" actId="478"/>
          <ac:spMkLst>
            <pc:docMk/>
            <pc:sldMk cId="1793995254" sldId="513"/>
            <ac:spMk id="107" creationId="{12FDFD72-7D30-4802-AF01-5966D72EC0EF}"/>
          </ac:spMkLst>
        </pc:spChg>
        <pc:spChg chg="mod">
          <ac:chgData name="Alejandro Paolini Godoy" userId="c3a6e11a-e51d-46b0-a788-b09d2b3af6f8" providerId="ADAL" clId="{32975FC4-60DC-4260-AB6A-73CF78679369}" dt="2022-03-28T03:36:15.055" v="4750" actId="478"/>
          <ac:spMkLst>
            <pc:docMk/>
            <pc:sldMk cId="1793995254" sldId="513"/>
            <ac:spMk id="108" creationId="{A5E9D436-908C-4237-BFD6-9F092C44990A}"/>
          </ac:spMkLst>
        </pc:spChg>
        <pc:spChg chg="mod">
          <ac:chgData name="Alejandro Paolini Godoy" userId="c3a6e11a-e51d-46b0-a788-b09d2b3af6f8" providerId="ADAL" clId="{32975FC4-60DC-4260-AB6A-73CF78679369}" dt="2022-03-28T03:36:15.055" v="4750" actId="478"/>
          <ac:spMkLst>
            <pc:docMk/>
            <pc:sldMk cId="1793995254" sldId="513"/>
            <ac:spMk id="109" creationId="{BE83DE03-98AA-465D-AC38-54BFC6ABB9D0}"/>
          </ac:spMkLst>
        </pc:spChg>
        <pc:spChg chg="mod">
          <ac:chgData name="Alejandro Paolini Godoy" userId="c3a6e11a-e51d-46b0-a788-b09d2b3af6f8" providerId="ADAL" clId="{32975FC4-60DC-4260-AB6A-73CF78679369}" dt="2022-03-28T03:36:15.055" v="4750" actId="478"/>
          <ac:spMkLst>
            <pc:docMk/>
            <pc:sldMk cId="1793995254" sldId="513"/>
            <ac:spMk id="110" creationId="{6E9DA704-8C60-4C5F-A356-D91EC7EB1BC0}"/>
          </ac:spMkLst>
        </pc:spChg>
        <pc:spChg chg="mod">
          <ac:chgData name="Alejandro Paolini Godoy" userId="c3a6e11a-e51d-46b0-a788-b09d2b3af6f8" providerId="ADAL" clId="{32975FC4-60DC-4260-AB6A-73CF78679369}" dt="2022-03-28T03:36:15.055" v="4750" actId="478"/>
          <ac:spMkLst>
            <pc:docMk/>
            <pc:sldMk cId="1793995254" sldId="513"/>
            <ac:spMk id="111" creationId="{007040F6-9777-4DC7-BD7A-BED9366EE075}"/>
          </ac:spMkLst>
        </pc:spChg>
        <pc:spChg chg="mod">
          <ac:chgData name="Alejandro Paolini Godoy" userId="c3a6e11a-e51d-46b0-a788-b09d2b3af6f8" providerId="ADAL" clId="{32975FC4-60DC-4260-AB6A-73CF78679369}" dt="2022-03-28T03:36:15.055" v="4750" actId="478"/>
          <ac:spMkLst>
            <pc:docMk/>
            <pc:sldMk cId="1793995254" sldId="513"/>
            <ac:spMk id="112" creationId="{FC5C8896-5C0D-448D-A14C-EAB49A9EEDCD}"/>
          </ac:spMkLst>
        </pc:spChg>
        <pc:spChg chg="mod">
          <ac:chgData name="Alejandro Paolini Godoy" userId="c3a6e11a-e51d-46b0-a788-b09d2b3af6f8" providerId="ADAL" clId="{32975FC4-60DC-4260-AB6A-73CF78679369}" dt="2022-03-28T03:36:15.055" v="4750" actId="478"/>
          <ac:spMkLst>
            <pc:docMk/>
            <pc:sldMk cId="1793995254" sldId="513"/>
            <ac:spMk id="113" creationId="{1B91DC99-FFAB-46CB-A289-1CC8A0F60A4F}"/>
          </ac:spMkLst>
        </pc:spChg>
        <pc:spChg chg="mod">
          <ac:chgData name="Alejandro Paolini Godoy" userId="c3a6e11a-e51d-46b0-a788-b09d2b3af6f8" providerId="ADAL" clId="{32975FC4-60DC-4260-AB6A-73CF78679369}" dt="2022-03-28T03:36:15.055" v="4750" actId="478"/>
          <ac:spMkLst>
            <pc:docMk/>
            <pc:sldMk cId="1793995254" sldId="513"/>
            <ac:spMk id="114" creationId="{6EE1273B-8370-4B06-9174-F2F9D05B680F}"/>
          </ac:spMkLst>
        </pc:spChg>
        <pc:spChg chg="mod">
          <ac:chgData name="Alejandro Paolini Godoy" userId="c3a6e11a-e51d-46b0-a788-b09d2b3af6f8" providerId="ADAL" clId="{32975FC4-60DC-4260-AB6A-73CF78679369}" dt="2022-03-28T03:36:15.055" v="4750" actId="478"/>
          <ac:spMkLst>
            <pc:docMk/>
            <pc:sldMk cId="1793995254" sldId="513"/>
            <ac:spMk id="115" creationId="{497C9919-A075-4AB4-87C8-9AC5CF1FF425}"/>
          </ac:spMkLst>
        </pc:spChg>
        <pc:spChg chg="add mod">
          <ac:chgData name="Alejandro Paolini Godoy" userId="c3a6e11a-e51d-46b0-a788-b09d2b3af6f8" providerId="ADAL" clId="{32975FC4-60DC-4260-AB6A-73CF78679369}" dt="2022-03-28T03:34:18.282" v="4730" actId="1076"/>
          <ac:spMkLst>
            <pc:docMk/>
            <pc:sldMk cId="1793995254" sldId="513"/>
            <ac:spMk id="117" creationId="{AC27EC79-AF00-49F7-BE8A-5E5DD246A602}"/>
          </ac:spMkLst>
        </pc:spChg>
        <pc:spChg chg="add mod">
          <ac:chgData name="Alejandro Paolini Godoy" userId="c3a6e11a-e51d-46b0-a788-b09d2b3af6f8" providerId="ADAL" clId="{32975FC4-60DC-4260-AB6A-73CF78679369}" dt="2022-03-28T03:40:11.516" v="4752" actId="14100"/>
          <ac:spMkLst>
            <pc:docMk/>
            <pc:sldMk cId="1793995254" sldId="513"/>
            <ac:spMk id="118" creationId="{CDFB4F5A-8BB9-4265-B854-A6758CDAA34F}"/>
          </ac:spMkLst>
        </pc:spChg>
        <pc:spChg chg="del">
          <ac:chgData name="Alejandro Paolini Godoy" userId="c3a6e11a-e51d-46b0-a788-b09d2b3af6f8" providerId="ADAL" clId="{32975FC4-60DC-4260-AB6A-73CF78679369}" dt="2022-03-28T03:34:32.216" v="4731" actId="478"/>
          <ac:spMkLst>
            <pc:docMk/>
            <pc:sldMk cId="1793995254" sldId="513"/>
            <ac:spMk id="125" creationId="{2AE96359-CA6F-4CE3-AF02-CEFB4FBD02D5}"/>
          </ac:spMkLst>
        </pc:spChg>
        <pc:spChg chg="del">
          <ac:chgData name="Alejandro Paolini Godoy" userId="c3a6e11a-e51d-46b0-a788-b09d2b3af6f8" providerId="ADAL" clId="{32975FC4-60DC-4260-AB6A-73CF78679369}" dt="2022-03-28T03:34:32.216" v="4731" actId="478"/>
          <ac:spMkLst>
            <pc:docMk/>
            <pc:sldMk cId="1793995254" sldId="513"/>
            <ac:spMk id="126" creationId="{2E27C8B0-ACD2-469A-BCD3-61C36B0F6408}"/>
          </ac:spMkLst>
        </pc:spChg>
        <pc:spChg chg="del">
          <ac:chgData name="Alejandro Paolini Godoy" userId="c3a6e11a-e51d-46b0-a788-b09d2b3af6f8" providerId="ADAL" clId="{32975FC4-60DC-4260-AB6A-73CF78679369}" dt="2022-03-28T03:34:32.216" v="4731" actId="478"/>
          <ac:spMkLst>
            <pc:docMk/>
            <pc:sldMk cId="1793995254" sldId="513"/>
            <ac:spMk id="130" creationId="{BCD71CEF-70D2-4FBE-92B4-5EDCBB0E9FF8}"/>
          </ac:spMkLst>
        </pc:spChg>
        <pc:spChg chg="del">
          <ac:chgData name="Alejandro Paolini Godoy" userId="c3a6e11a-e51d-46b0-a788-b09d2b3af6f8" providerId="ADAL" clId="{32975FC4-60DC-4260-AB6A-73CF78679369}" dt="2022-03-28T03:34:32.216" v="4731" actId="478"/>
          <ac:spMkLst>
            <pc:docMk/>
            <pc:sldMk cId="1793995254" sldId="513"/>
            <ac:spMk id="131" creationId="{244CB32C-8D9E-4C34-8695-D599DD083F2C}"/>
          </ac:spMkLst>
        </pc:spChg>
        <pc:spChg chg="del">
          <ac:chgData name="Alejandro Paolini Godoy" userId="c3a6e11a-e51d-46b0-a788-b09d2b3af6f8" providerId="ADAL" clId="{32975FC4-60DC-4260-AB6A-73CF78679369}" dt="2022-03-28T03:34:32.216" v="4731" actId="478"/>
          <ac:spMkLst>
            <pc:docMk/>
            <pc:sldMk cId="1793995254" sldId="513"/>
            <ac:spMk id="134" creationId="{72781C03-A61C-4395-AF6C-079CA939099F}"/>
          </ac:spMkLst>
        </pc:spChg>
        <pc:spChg chg="del">
          <ac:chgData name="Alejandro Paolini Godoy" userId="c3a6e11a-e51d-46b0-a788-b09d2b3af6f8" providerId="ADAL" clId="{32975FC4-60DC-4260-AB6A-73CF78679369}" dt="2022-03-28T03:34:32.216" v="4731" actId="478"/>
          <ac:spMkLst>
            <pc:docMk/>
            <pc:sldMk cId="1793995254" sldId="513"/>
            <ac:spMk id="135" creationId="{EB8CB9A6-4445-4A23-88C0-887AF219CD56}"/>
          </ac:spMkLst>
        </pc:spChg>
        <pc:grpChg chg="mod">
          <ac:chgData name="Alejandro Paolini Godoy" userId="c3a6e11a-e51d-46b0-a788-b09d2b3af6f8" providerId="ADAL" clId="{32975FC4-60DC-4260-AB6A-73CF78679369}" dt="2022-03-28T03:36:15.055" v="4750" actId="478"/>
          <ac:grpSpMkLst>
            <pc:docMk/>
            <pc:sldMk cId="1793995254" sldId="513"/>
            <ac:grpSpMk id="116" creationId="{1896D618-0009-4D03-86CC-161B175EECE9}"/>
          </ac:grpSpMkLst>
        </pc:grpChg>
      </pc:sldChg>
      <pc:sldChg chg="addSp delSp modSp add mod ord modAnim">
        <pc:chgData name="Alejandro Paolini Godoy" userId="c3a6e11a-e51d-46b0-a788-b09d2b3af6f8" providerId="ADAL" clId="{32975FC4-60DC-4260-AB6A-73CF78679369}" dt="2022-03-28T05:00:00.869" v="5672"/>
        <pc:sldMkLst>
          <pc:docMk/>
          <pc:sldMk cId="3070455749" sldId="514"/>
        </pc:sldMkLst>
        <pc:spChg chg="del mod">
          <ac:chgData name="Alejandro Paolini Godoy" userId="c3a6e11a-e51d-46b0-a788-b09d2b3af6f8" providerId="ADAL" clId="{32975FC4-60DC-4260-AB6A-73CF78679369}" dt="2022-03-28T03:44:32.018" v="4799" actId="478"/>
          <ac:spMkLst>
            <pc:docMk/>
            <pc:sldMk cId="3070455749" sldId="514"/>
            <ac:spMk id="5" creationId="{626D0241-17AD-44C1-B3C0-E50ED63A5929}"/>
          </ac:spMkLst>
        </pc:spChg>
        <pc:spChg chg="mod">
          <ac:chgData name="Alejandro Paolini Godoy" userId="c3a6e11a-e51d-46b0-a788-b09d2b3af6f8" providerId="ADAL" clId="{32975FC4-60DC-4260-AB6A-73CF78679369}" dt="2022-03-28T03:43:45.848" v="4761" actId="20577"/>
          <ac:spMkLst>
            <pc:docMk/>
            <pc:sldMk cId="3070455749" sldId="514"/>
            <ac:spMk id="6" creationId="{F0ACAD3D-6F09-4D90-A5CF-7C56DC976CC4}"/>
          </ac:spMkLst>
        </pc:spChg>
        <pc:spChg chg="mod">
          <ac:chgData name="Alejandro Paolini Godoy" userId="c3a6e11a-e51d-46b0-a788-b09d2b3af6f8" providerId="ADAL" clId="{32975FC4-60DC-4260-AB6A-73CF78679369}" dt="2022-03-28T03:50:45.816" v="4876" actId="164"/>
          <ac:spMkLst>
            <pc:docMk/>
            <pc:sldMk cId="3070455749" sldId="514"/>
            <ac:spMk id="7" creationId="{A9D788A8-0A85-406E-A463-8023F43955F3}"/>
          </ac:spMkLst>
        </pc:spChg>
        <pc:spChg chg="add del mod">
          <ac:chgData name="Alejandro Paolini Godoy" userId="c3a6e11a-e51d-46b0-a788-b09d2b3af6f8" providerId="ADAL" clId="{32975FC4-60DC-4260-AB6A-73CF78679369}" dt="2022-03-28T03:44:58.958" v="4805" actId="478"/>
          <ac:spMkLst>
            <pc:docMk/>
            <pc:sldMk cId="3070455749" sldId="514"/>
            <ac:spMk id="8" creationId="{FE3FD588-BAB9-490C-BB7C-CF071AEBDAA2}"/>
          </ac:spMkLst>
        </pc:spChg>
        <pc:spChg chg="add mod">
          <ac:chgData name="Alejandro Paolini Godoy" userId="c3a6e11a-e51d-46b0-a788-b09d2b3af6f8" providerId="ADAL" clId="{32975FC4-60DC-4260-AB6A-73CF78679369}" dt="2022-03-28T03:52:47.401" v="4896" actId="207"/>
          <ac:spMkLst>
            <pc:docMk/>
            <pc:sldMk cId="3070455749" sldId="514"/>
            <ac:spMk id="9" creationId="{3817ADEE-A817-4D56-89B7-442952613BC8}"/>
          </ac:spMkLst>
        </pc:spChg>
        <pc:spChg chg="add mod">
          <ac:chgData name="Alejandro Paolini Godoy" userId="c3a6e11a-e51d-46b0-a788-b09d2b3af6f8" providerId="ADAL" clId="{32975FC4-60DC-4260-AB6A-73CF78679369}" dt="2022-03-28T03:50:45.816" v="4876" actId="164"/>
          <ac:spMkLst>
            <pc:docMk/>
            <pc:sldMk cId="3070455749" sldId="514"/>
            <ac:spMk id="10" creationId="{0DF5CB6D-6BFC-4B4B-9BEC-EE2EB90125AD}"/>
          </ac:spMkLst>
        </pc:spChg>
        <pc:spChg chg="add mod">
          <ac:chgData name="Alejandro Paolini Godoy" userId="c3a6e11a-e51d-46b0-a788-b09d2b3af6f8" providerId="ADAL" clId="{32975FC4-60DC-4260-AB6A-73CF78679369}" dt="2022-03-28T03:50:45.816" v="4876" actId="164"/>
          <ac:spMkLst>
            <pc:docMk/>
            <pc:sldMk cId="3070455749" sldId="514"/>
            <ac:spMk id="11" creationId="{12CEE33E-EECB-4A53-8C4B-D34925B284D0}"/>
          </ac:spMkLst>
        </pc:spChg>
        <pc:spChg chg="add mod">
          <ac:chgData name="Alejandro Paolini Godoy" userId="c3a6e11a-e51d-46b0-a788-b09d2b3af6f8" providerId="ADAL" clId="{32975FC4-60DC-4260-AB6A-73CF78679369}" dt="2022-03-28T03:50:45.816" v="4876" actId="164"/>
          <ac:spMkLst>
            <pc:docMk/>
            <pc:sldMk cId="3070455749" sldId="514"/>
            <ac:spMk id="12" creationId="{0C3313F8-5425-4D0A-8E13-A66529AA30D5}"/>
          </ac:spMkLst>
        </pc:spChg>
        <pc:spChg chg="add mod">
          <ac:chgData name="Alejandro Paolini Godoy" userId="c3a6e11a-e51d-46b0-a788-b09d2b3af6f8" providerId="ADAL" clId="{32975FC4-60DC-4260-AB6A-73CF78679369}" dt="2022-03-28T03:50:45.816" v="4876" actId="164"/>
          <ac:spMkLst>
            <pc:docMk/>
            <pc:sldMk cId="3070455749" sldId="514"/>
            <ac:spMk id="13" creationId="{D7569D20-641F-4B79-8766-5A4B296B370E}"/>
          </ac:spMkLst>
        </pc:spChg>
        <pc:spChg chg="mod">
          <ac:chgData name="Alejandro Paolini Godoy" userId="c3a6e11a-e51d-46b0-a788-b09d2b3af6f8" providerId="ADAL" clId="{32975FC4-60DC-4260-AB6A-73CF78679369}" dt="2022-03-28T03:52:17.589" v="4891" actId="20577"/>
          <ac:spMkLst>
            <pc:docMk/>
            <pc:sldMk cId="3070455749" sldId="514"/>
            <ac:spMk id="59" creationId="{53109DF1-D188-4026-8BDD-C3289BBC0A39}"/>
          </ac:spMkLst>
        </pc:spChg>
        <pc:grpChg chg="add mod">
          <ac:chgData name="Alejandro Paolini Godoy" userId="c3a6e11a-e51d-46b0-a788-b09d2b3af6f8" providerId="ADAL" clId="{32975FC4-60DC-4260-AB6A-73CF78679369}" dt="2022-03-28T03:51:02.666" v="4880" actId="1076"/>
          <ac:grpSpMkLst>
            <pc:docMk/>
            <pc:sldMk cId="3070455749" sldId="514"/>
            <ac:grpSpMk id="2" creationId="{52F8979B-51C7-4912-9A27-8B547DAC1868}"/>
          </ac:grpSpMkLst>
        </pc:grpChg>
      </pc:sldChg>
      <pc:sldChg chg="addSp delSp modSp add mod modAnim">
        <pc:chgData name="Alejandro Paolini Godoy" userId="c3a6e11a-e51d-46b0-a788-b09d2b3af6f8" providerId="ADAL" clId="{32975FC4-60DC-4260-AB6A-73CF78679369}" dt="2022-03-28T05:00:00.869" v="5672"/>
        <pc:sldMkLst>
          <pc:docMk/>
          <pc:sldMk cId="809438162" sldId="515"/>
        </pc:sldMkLst>
        <pc:spChg chg="mod">
          <ac:chgData name="Alejandro Paolini Godoy" userId="c3a6e11a-e51d-46b0-a788-b09d2b3af6f8" providerId="ADAL" clId="{32975FC4-60DC-4260-AB6A-73CF78679369}" dt="2022-03-28T03:53:09.856" v="4906" actId="20577"/>
          <ac:spMkLst>
            <pc:docMk/>
            <pc:sldMk cId="809438162" sldId="515"/>
            <ac:spMk id="6" creationId="{F0ACAD3D-6F09-4D90-A5CF-7C56DC976CC4}"/>
          </ac:spMkLst>
        </pc:spChg>
        <pc:spChg chg="mod">
          <ac:chgData name="Alejandro Paolini Godoy" userId="c3a6e11a-e51d-46b0-a788-b09d2b3af6f8" providerId="ADAL" clId="{32975FC4-60DC-4260-AB6A-73CF78679369}" dt="2022-03-28T03:57:51.561" v="4943" actId="3064"/>
          <ac:spMkLst>
            <pc:docMk/>
            <pc:sldMk cId="809438162" sldId="515"/>
            <ac:spMk id="7" creationId="{A9D788A8-0A85-406E-A463-8023F43955F3}"/>
          </ac:spMkLst>
        </pc:spChg>
        <pc:spChg chg="mod">
          <ac:chgData name="Alejandro Paolini Godoy" userId="c3a6e11a-e51d-46b0-a788-b09d2b3af6f8" providerId="ADAL" clId="{32975FC4-60DC-4260-AB6A-73CF78679369}" dt="2022-03-28T04:02:33.354" v="4974" actId="14100"/>
          <ac:spMkLst>
            <pc:docMk/>
            <pc:sldMk cId="809438162" sldId="515"/>
            <ac:spMk id="9" creationId="{3817ADEE-A817-4D56-89B7-442952613BC8}"/>
          </ac:spMkLst>
        </pc:spChg>
        <pc:spChg chg="mod">
          <ac:chgData name="Alejandro Paolini Godoy" userId="c3a6e11a-e51d-46b0-a788-b09d2b3af6f8" providerId="ADAL" clId="{32975FC4-60DC-4260-AB6A-73CF78679369}" dt="2022-03-28T03:59:27.822" v="4951" actId="1076"/>
          <ac:spMkLst>
            <pc:docMk/>
            <pc:sldMk cId="809438162" sldId="515"/>
            <ac:spMk id="10" creationId="{0DF5CB6D-6BFC-4B4B-9BEC-EE2EB90125AD}"/>
          </ac:spMkLst>
        </pc:spChg>
        <pc:spChg chg="del">
          <ac:chgData name="Alejandro Paolini Godoy" userId="c3a6e11a-e51d-46b0-a788-b09d2b3af6f8" providerId="ADAL" clId="{32975FC4-60DC-4260-AB6A-73CF78679369}" dt="2022-03-28T03:55:46.968" v="4920" actId="478"/>
          <ac:spMkLst>
            <pc:docMk/>
            <pc:sldMk cId="809438162" sldId="515"/>
            <ac:spMk id="11" creationId="{12CEE33E-EECB-4A53-8C4B-D34925B284D0}"/>
          </ac:spMkLst>
        </pc:spChg>
        <pc:spChg chg="del">
          <ac:chgData name="Alejandro Paolini Godoy" userId="c3a6e11a-e51d-46b0-a788-b09d2b3af6f8" providerId="ADAL" clId="{32975FC4-60DC-4260-AB6A-73CF78679369}" dt="2022-03-28T03:55:43.244" v="4918" actId="478"/>
          <ac:spMkLst>
            <pc:docMk/>
            <pc:sldMk cId="809438162" sldId="515"/>
            <ac:spMk id="12" creationId="{0C3313F8-5425-4D0A-8E13-A66529AA30D5}"/>
          </ac:spMkLst>
        </pc:spChg>
        <pc:spChg chg="del">
          <ac:chgData name="Alejandro Paolini Godoy" userId="c3a6e11a-e51d-46b0-a788-b09d2b3af6f8" providerId="ADAL" clId="{32975FC4-60DC-4260-AB6A-73CF78679369}" dt="2022-03-28T03:55:45.277" v="4919" actId="478"/>
          <ac:spMkLst>
            <pc:docMk/>
            <pc:sldMk cId="809438162" sldId="515"/>
            <ac:spMk id="13" creationId="{D7569D20-641F-4B79-8766-5A4B296B370E}"/>
          </ac:spMkLst>
        </pc:spChg>
        <pc:spChg chg="add mod">
          <ac:chgData name="Alejandro Paolini Godoy" userId="c3a6e11a-e51d-46b0-a788-b09d2b3af6f8" providerId="ADAL" clId="{32975FC4-60DC-4260-AB6A-73CF78679369}" dt="2022-03-28T04:02:38.095" v="4975" actId="14100"/>
          <ac:spMkLst>
            <pc:docMk/>
            <pc:sldMk cId="809438162" sldId="515"/>
            <ac:spMk id="14" creationId="{B0E8342B-C7FA-48F6-B22F-99092EA65BBC}"/>
          </ac:spMkLst>
        </pc:spChg>
        <pc:spChg chg="mod">
          <ac:chgData name="Alejandro Paolini Godoy" userId="c3a6e11a-e51d-46b0-a788-b09d2b3af6f8" providerId="ADAL" clId="{32975FC4-60DC-4260-AB6A-73CF78679369}" dt="2022-03-28T03:59:13.448" v="4950" actId="14100"/>
          <ac:spMkLst>
            <pc:docMk/>
            <pc:sldMk cId="809438162" sldId="515"/>
            <ac:spMk id="59" creationId="{53109DF1-D188-4026-8BDD-C3289BBC0A39}"/>
          </ac:spMkLst>
        </pc:spChg>
        <pc:grpChg chg="mod">
          <ac:chgData name="Alejandro Paolini Godoy" userId="c3a6e11a-e51d-46b0-a788-b09d2b3af6f8" providerId="ADAL" clId="{32975FC4-60DC-4260-AB6A-73CF78679369}" dt="2022-03-28T03:59:10.426" v="4949" actId="14100"/>
          <ac:grpSpMkLst>
            <pc:docMk/>
            <pc:sldMk cId="809438162" sldId="515"/>
            <ac:grpSpMk id="2" creationId="{52F8979B-51C7-4912-9A27-8B547DAC1868}"/>
          </ac:grpSpMkLst>
        </pc:grpChg>
        <pc:picChg chg="add del mod">
          <ac:chgData name="Alejandro Paolini Godoy" userId="c3a6e11a-e51d-46b0-a788-b09d2b3af6f8" providerId="ADAL" clId="{32975FC4-60DC-4260-AB6A-73CF78679369}" dt="2022-03-28T04:04:43.135" v="5026" actId="478"/>
          <ac:picMkLst>
            <pc:docMk/>
            <pc:sldMk cId="809438162" sldId="515"/>
            <ac:picMk id="4" creationId="{B5221CC2-9698-4B70-B3CE-70B8D40537E1}"/>
          </ac:picMkLst>
        </pc:picChg>
        <pc:picChg chg="add mod">
          <ac:chgData name="Alejandro Paolini Godoy" userId="c3a6e11a-e51d-46b0-a788-b09d2b3af6f8" providerId="ADAL" clId="{32975FC4-60DC-4260-AB6A-73CF78679369}" dt="2022-03-28T04:02:31.145" v="4973" actId="1076"/>
          <ac:picMkLst>
            <pc:docMk/>
            <pc:sldMk cId="809438162" sldId="515"/>
            <ac:picMk id="8" creationId="{C52DF99B-1437-4247-90CD-113105281D1E}"/>
          </ac:picMkLst>
        </pc:picChg>
        <pc:picChg chg="add mod">
          <ac:chgData name="Alejandro Paolini Godoy" userId="c3a6e11a-e51d-46b0-a788-b09d2b3af6f8" providerId="ADAL" clId="{32975FC4-60DC-4260-AB6A-73CF78679369}" dt="2022-03-28T04:02:23.280" v="4972" actId="571"/>
          <ac:picMkLst>
            <pc:docMk/>
            <pc:sldMk cId="809438162" sldId="515"/>
            <ac:picMk id="17" creationId="{05C1AB87-66DE-4F6B-83F5-518D1C67B603}"/>
          </ac:picMkLst>
        </pc:picChg>
      </pc:sldChg>
      <pc:sldChg chg="delSp modSp add mod modAnim">
        <pc:chgData name="Alejandro Paolini Godoy" userId="c3a6e11a-e51d-46b0-a788-b09d2b3af6f8" providerId="ADAL" clId="{32975FC4-60DC-4260-AB6A-73CF78679369}" dt="2022-03-28T05:00:00.869" v="5672"/>
        <pc:sldMkLst>
          <pc:docMk/>
          <pc:sldMk cId="2901134600" sldId="516"/>
        </pc:sldMkLst>
        <pc:spChg chg="mod">
          <ac:chgData name="Alejandro Paolini Godoy" userId="c3a6e11a-e51d-46b0-a788-b09d2b3af6f8" providerId="ADAL" clId="{32975FC4-60DC-4260-AB6A-73CF78679369}" dt="2022-03-28T04:03:49.643" v="5021"/>
          <ac:spMkLst>
            <pc:docMk/>
            <pc:sldMk cId="2901134600" sldId="516"/>
            <ac:spMk id="7" creationId="{A9D788A8-0A85-406E-A463-8023F43955F3}"/>
          </ac:spMkLst>
        </pc:spChg>
        <pc:spChg chg="mod">
          <ac:chgData name="Alejandro Paolini Godoy" userId="c3a6e11a-e51d-46b0-a788-b09d2b3af6f8" providerId="ADAL" clId="{32975FC4-60DC-4260-AB6A-73CF78679369}" dt="2022-03-28T04:04:10.184" v="5025" actId="113"/>
          <ac:spMkLst>
            <pc:docMk/>
            <pc:sldMk cId="2901134600" sldId="516"/>
            <ac:spMk id="59" creationId="{53109DF1-D188-4026-8BDD-C3289BBC0A39}"/>
          </ac:spMkLst>
        </pc:spChg>
        <pc:picChg chg="mod">
          <ac:chgData name="Alejandro Paolini Godoy" userId="c3a6e11a-e51d-46b0-a788-b09d2b3af6f8" providerId="ADAL" clId="{32975FC4-60DC-4260-AB6A-73CF78679369}" dt="2022-03-28T04:03:37.500" v="5020" actId="207"/>
          <ac:picMkLst>
            <pc:docMk/>
            <pc:sldMk cId="2901134600" sldId="516"/>
            <ac:picMk id="4" creationId="{B5221CC2-9698-4B70-B3CE-70B8D40537E1}"/>
          </ac:picMkLst>
        </pc:picChg>
        <pc:picChg chg="del">
          <ac:chgData name="Alejandro Paolini Godoy" userId="c3a6e11a-e51d-46b0-a788-b09d2b3af6f8" providerId="ADAL" clId="{32975FC4-60DC-4260-AB6A-73CF78679369}" dt="2022-03-28T04:02:50.151" v="4977" actId="478"/>
          <ac:picMkLst>
            <pc:docMk/>
            <pc:sldMk cId="2901134600" sldId="516"/>
            <ac:picMk id="8" creationId="{C52DF99B-1437-4247-90CD-113105281D1E}"/>
          </ac:picMkLst>
        </pc:picChg>
      </pc:sldChg>
      <pc:sldChg chg="delSp modSp add mod ord modAnim">
        <pc:chgData name="Alejandro Paolini Godoy" userId="c3a6e11a-e51d-46b0-a788-b09d2b3af6f8" providerId="ADAL" clId="{32975FC4-60DC-4260-AB6A-73CF78679369}" dt="2022-03-28T05:00:00.869" v="5672"/>
        <pc:sldMkLst>
          <pc:docMk/>
          <pc:sldMk cId="2423562144" sldId="517"/>
        </pc:sldMkLst>
        <pc:spChg chg="mod">
          <ac:chgData name="Alejandro Paolini Godoy" userId="c3a6e11a-e51d-46b0-a788-b09d2b3af6f8" providerId="ADAL" clId="{32975FC4-60DC-4260-AB6A-73CF78679369}" dt="2022-03-28T04:06:40.694" v="5035" actId="20577"/>
          <ac:spMkLst>
            <pc:docMk/>
            <pc:sldMk cId="2423562144" sldId="517"/>
            <ac:spMk id="6" creationId="{F0ACAD3D-6F09-4D90-A5CF-7C56DC976CC4}"/>
          </ac:spMkLst>
        </pc:spChg>
        <pc:spChg chg="mod topLvl">
          <ac:chgData name="Alejandro Paolini Godoy" userId="c3a6e11a-e51d-46b0-a788-b09d2b3af6f8" providerId="ADAL" clId="{32975FC4-60DC-4260-AB6A-73CF78679369}" dt="2022-03-28T04:07:56.731" v="5063" actId="1076"/>
          <ac:spMkLst>
            <pc:docMk/>
            <pc:sldMk cId="2423562144" sldId="517"/>
            <ac:spMk id="7" creationId="{A9D788A8-0A85-406E-A463-8023F43955F3}"/>
          </ac:spMkLst>
        </pc:spChg>
        <pc:spChg chg="mod">
          <ac:chgData name="Alejandro Paolini Godoy" userId="c3a6e11a-e51d-46b0-a788-b09d2b3af6f8" providerId="ADAL" clId="{32975FC4-60DC-4260-AB6A-73CF78679369}" dt="2022-03-28T04:07:38.725" v="5058" actId="1076"/>
          <ac:spMkLst>
            <pc:docMk/>
            <pc:sldMk cId="2423562144" sldId="517"/>
            <ac:spMk id="9" creationId="{3817ADEE-A817-4D56-89B7-442952613BC8}"/>
          </ac:spMkLst>
        </pc:spChg>
        <pc:spChg chg="del">
          <ac:chgData name="Alejandro Paolini Godoy" userId="c3a6e11a-e51d-46b0-a788-b09d2b3af6f8" providerId="ADAL" clId="{32975FC4-60DC-4260-AB6A-73CF78679369}" dt="2022-03-28T04:07:07.476" v="5050" actId="478"/>
          <ac:spMkLst>
            <pc:docMk/>
            <pc:sldMk cId="2423562144" sldId="517"/>
            <ac:spMk id="10" creationId="{0DF5CB6D-6BFC-4B4B-9BEC-EE2EB90125AD}"/>
          </ac:spMkLst>
        </pc:spChg>
        <pc:spChg chg="del topLvl">
          <ac:chgData name="Alejandro Paolini Godoy" userId="c3a6e11a-e51d-46b0-a788-b09d2b3af6f8" providerId="ADAL" clId="{32975FC4-60DC-4260-AB6A-73CF78679369}" dt="2022-03-28T04:07:14.650" v="5053" actId="478"/>
          <ac:spMkLst>
            <pc:docMk/>
            <pc:sldMk cId="2423562144" sldId="517"/>
            <ac:spMk id="11" creationId="{12CEE33E-EECB-4A53-8C4B-D34925B284D0}"/>
          </ac:spMkLst>
        </pc:spChg>
        <pc:spChg chg="del">
          <ac:chgData name="Alejandro Paolini Godoy" userId="c3a6e11a-e51d-46b0-a788-b09d2b3af6f8" providerId="ADAL" clId="{32975FC4-60DC-4260-AB6A-73CF78679369}" dt="2022-03-28T04:07:09.257" v="5051" actId="478"/>
          <ac:spMkLst>
            <pc:docMk/>
            <pc:sldMk cId="2423562144" sldId="517"/>
            <ac:spMk id="12" creationId="{0C3313F8-5425-4D0A-8E13-A66529AA30D5}"/>
          </ac:spMkLst>
        </pc:spChg>
        <pc:spChg chg="del">
          <ac:chgData name="Alejandro Paolini Godoy" userId="c3a6e11a-e51d-46b0-a788-b09d2b3af6f8" providerId="ADAL" clId="{32975FC4-60DC-4260-AB6A-73CF78679369}" dt="2022-03-28T04:07:10.927" v="5052" actId="478"/>
          <ac:spMkLst>
            <pc:docMk/>
            <pc:sldMk cId="2423562144" sldId="517"/>
            <ac:spMk id="13" creationId="{D7569D20-641F-4B79-8766-5A4B296B370E}"/>
          </ac:spMkLst>
        </pc:spChg>
        <pc:spChg chg="del">
          <ac:chgData name="Alejandro Paolini Godoy" userId="c3a6e11a-e51d-46b0-a788-b09d2b3af6f8" providerId="ADAL" clId="{32975FC4-60DC-4260-AB6A-73CF78679369}" dt="2022-03-28T04:07:22.839" v="5055" actId="478"/>
          <ac:spMkLst>
            <pc:docMk/>
            <pc:sldMk cId="2423562144" sldId="517"/>
            <ac:spMk id="59" creationId="{53109DF1-D188-4026-8BDD-C3289BBC0A39}"/>
          </ac:spMkLst>
        </pc:spChg>
        <pc:grpChg chg="del">
          <ac:chgData name="Alejandro Paolini Godoy" userId="c3a6e11a-e51d-46b0-a788-b09d2b3af6f8" providerId="ADAL" clId="{32975FC4-60DC-4260-AB6A-73CF78679369}" dt="2022-03-28T04:07:14.650" v="5053" actId="478"/>
          <ac:grpSpMkLst>
            <pc:docMk/>
            <pc:sldMk cId="2423562144" sldId="517"/>
            <ac:grpSpMk id="2" creationId="{52F8979B-51C7-4912-9A27-8B547DAC1868}"/>
          </ac:grpSpMkLst>
        </pc:grpChg>
      </pc:sldChg>
      <pc:sldChg chg="modSp add mod modAnim">
        <pc:chgData name="Alejandro Paolini Godoy" userId="c3a6e11a-e51d-46b0-a788-b09d2b3af6f8" providerId="ADAL" clId="{32975FC4-60DC-4260-AB6A-73CF78679369}" dt="2022-03-28T05:00:00.869" v="5672"/>
        <pc:sldMkLst>
          <pc:docMk/>
          <pc:sldMk cId="1447227248" sldId="518"/>
        </pc:sldMkLst>
        <pc:spChg chg="mod">
          <ac:chgData name="Alejandro Paolini Godoy" userId="c3a6e11a-e51d-46b0-a788-b09d2b3af6f8" providerId="ADAL" clId="{32975FC4-60DC-4260-AB6A-73CF78679369}" dt="2022-03-28T04:08:21.245" v="5066" actId="20577"/>
          <ac:spMkLst>
            <pc:docMk/>
            <pc:sldMk cId="1447227248" sldId="518"/>
            <ac:spMk id="6" creationId="{F0ACAD3D-6F09-4D90-A5CF-7C56DC976CC4}"/>
          </ac:spMkLst>
        </pc:spChg>
        <pc:spChg chg="mod">
          <ac:chgData name="Alejandro Paolini Godoy" userId="c3a6e11a-e51d-46b0-a788-b09d2b3af6f8" providerId="ADAL" clId="{32975FC4-60DC-4260-AB6A-73CF78679369}" dt="2022-03-28T04:17:31.333" v="5141" actId="14100"/>
          <ac:spMkLst>
            <pc:docMk/>
            <pc:sldMk cId="1447227248" sldId="518"/>
            <ac:spMk id="7" creationId="{A9D788A8-0A85-406E-A463-8023F43955F3}"/>
          </ac:spMkLst>
        </pc:spChg>
        <pc:spChg chg="mod">
          <ac:chgData name="Alejandro Paolini Godoy" userId="c3a6e11a-e51d-46b0-a788-b09d2b3af6f8" providerId="ADAL" clId="{32975FC4-60DC-4260-AB6A-73CF78679369}" dt="2022-03-28T04:17:28.216" v="5140" actId="14100"/>
          <ac:spMkLst>
            <pc:docMk/>
            <pc:sldMk cId="1447227248" sldId="518"/>
            <ac:spMk id="9" creationId="{3817ADEE-A817-4D56-89B7-442952613BC8}"/>
          </ac:spMkLst>
        </pc:spChg>
      </pc:sldChg>
      <pc:sldChg chg="modSp add mod modAnim">
        <pc:chgData name="Alejandro Paolini Godoy" userId="c3a6e11a-e51d-46b0-a788-b09d2b3af6f8" providerId="ADAL" clId="{32975FC4-60DC-4260-AB6A-73CF78679369}" dt="2022-03-28T05:00:00.869" v="5672"/>
        <pc:sldMkLst>
          <pc:docMk/>
          <pc:sldMk cId="33427911" sldId="519"/>
        </pc:sldMkLst>
        <pc:spChg chg="mod">
          <ac:chgData name="Alejandro Paolini Godoy" userId="c3a6e11a-e51d-46b0-a788-b09d2b3af6f8" providerId="ADAL" clId="{32975FC4-60DC-4260-AB6A-73CF78679369}" dt="2022-03-28T04:16:59.108" v="5137" actId="20577"/>
          <ac:spMkLst>
            <pc:docMk/>
            <pc:sldMk cId="33427911" sldId="519"/>
            <ac:spMk id="6" creationId="{F0ACAD3D-6F09-4D90-A5CF-7C56DC976CC4}"/>
          </ac:spMkLst>
        </pc:spChg>
        <pc:spChg chg="mod">
          <ac:chgData name="Alejandro Paolini Godoy" userId="c3a6e11a-e51d-46b0-a788-b09d2b3af6f8" providerId="ADAL" clId="{32975FC4-60DC-4260-AB6A-73CF78679369}" dt="2022-03-28T04:17:18.792" v="5139" actId="14100"/>
          <ac:spMkLst>
            <pc:docMk/>
            <pc:sldMk cId="33427911" sldId="519"/>
            <ac:spMk id="7" creationId="{A9D788A8-0A85-406E-A463-8023F43955F3}"/>
          </ac:spMkLst>
        </pc:spChg>
        <pc:spChg chg="mod">
          <ac:chgData name="Alejandro Paolini Godoy" userId="c3a6e11a-e51d-46b0-a788-b09d2b3af6f8" providerId="ADAL" clId="{32975FC4-60DC-4260-AB6A-73CF78679369}" dt="2022-03-28T04:17:15.603" v="5138" actId="14100"/>
          <ac:spMkLst>
            <pc:docMk/>
            <pc:sldMk cId="33427911" sldId="519"/>
            <ac:spMk id="9" creationId="{3817ADEE-A817-4D56-89B7-442952613BC8}"/>
          </ac:spMkLst>
        </pc:spChg>
      </pc:sldChg>
      <pc:sldChg chg="addSp modSp add mod modAnim">
        <pc:chgData name="Alejandro Paolini Godoy" userId="c3a6e11a-e51d-46b0-a788-b09d2b3af6f8" providerId="ADAL" clId="{32975FC4-60DC-4260-AB6A-73CF78679369}" dt="2022-03-28T05:00:00.869" v="5672"/>
        <pc:sldMkLst>
          <pc:docMk/>
          <pc:sldMk cId="3347820944" sldId="520"/>
        </pc:sldMkLst>
        <pc:spChg chg="mod">
          <ac:chgData name="Alejandro Paolini Godoy" userId="c3a6e11a-e51d-46b0-a788-b09d2b3af6f8" providerId="ADAL" clId="{32975FC4-60DC-4260-AB6A-73CF78679369}" dt="2022-03-28T04:16:52.916" v="5135" actId="20577"/>
          <ac:spMkLst>
            <pc:docMk/>
            <pc:sldMk cId="3347820944" sldId="520"/>
            <ac:spMk id="6" creationId="{F0ACAD3D-6F09-4D90-A5CF-7C56DC976CC4}"/>
          </ac:spMkLst>
        </pc:spChg>
        <pc:spChg chg="mod">
          <ac:chgData name="Alejandro Paolini Godoy" userId="c3a6e11a-e51d-46b0-a788-b09d2b3af6f8" providerId="ADAL" clId="{32975FC4-60DC-4260-AB6A-73CF78679369}" dt="2022-03-28T04:16:05.477" v="5120" actId="14100"/>
          <ac:spMkLst>
            <pc:docMk/>
            <pc:sldMk cId="3347820944" sldId="520"/>
            <ac:spMk id="7" creationId="{A9D788A8-0A85-406E-A463-8023F43955F3}"/>
          </ac:spMkLst>
        </pc:spChg>
        <pc:spChg chg="add mod">
          <ac:chgData name="Alejandro Paolini Godoy" userId="c3a6e11a-e51d-46b0-a788-b09d2b3af6f8" providerId="ADAL" clId="{32975FC4-60DC-4260-AB6A-73CF78679369}" dt="2022-03-28T04:16:00.374" v="5119" actId="14100"/>
          <ac:spMkLst>
            <pc:docMk/>
            <pc:sldMk cId="3347820944" sldId="520"/>
            <ac:spMk id="8" creationId="{10FFF091-444B-404F-9837-BE97DF884254}"/>
          </ac:spMkLst>
        </pc:spChg>
        <pc:spChg chg="mod">
          <ac:chgData name="Alejandro Paolini Godoy" userId="c3a6e11a-e51d-46b0-a788-b09d2b3af6f8" providerId="ADAL" clId="{32975FC4-60DC-4260-AB6A-73CF78679369}" dt="2022-03-28T04:16:26.490" v="5122" actId="113"/>
          <ac:spMkLst>
            <pc:docMk/>
            <pc:sldMk cId="3347820944" sldId="520"/>
            <ac:spMk id="9" creationId="{3817ADEE-A817-4D56-89B7-442952613BC8}"/>
          </ac:spMkLst>
        </pc:spChg>
      </pc:sldChg>
      <pc:sldChg chg="addSp delSp modSp add mod modAnim">
        <pc:chgData name="Alejandro Paolini Godoy" userId="c3a6e11a-e51d-46b0-a788-b09d2b3af6f8" providerId="ADAL" clId="{32975FC4-60DC-4260-AB6A-73CF78679369}" dt="2022-03-28T05:00:00.869" v="5672"/>
        <pc:sldMkLst>
          <pc:docMk/>
          <pc:sldMk cId="962370996" sldId="521"/>
        </pc:sldMkLst>
        <pc:spChg chg="mod ord">
          <ac:chgData name="Alejandro Paolini Godoy" userId="c3a6e11a-e51d-46b0-a788-b09d2b3af6f8" providerId="ADAL" clId="{32975FC4-60DC-4260-AB6A-73CF78679369}" dt="2022-03-28T04:22:06.024" v="5416" actId="1076"/>
          <ac:spMkLst>
            <pc:docMk/>
            <pc:sldMk cId="962370996" sldId="521"/>
            <ac:spMk id="7" creationId="{A9D788A8-0A85-406E-A463-8023F43955F3}"/>
          </ac:spMkLst>
        </pc:spChg>
        <pc:spChg chg="mod">
          <ac:chgData name="Alejandro Paolini Godoy" userId="c3a6e11a-e51d-46b0-a788-b09d2b3af6f8" providerId="ADAL" clId="{32975FC4-60DC-4260-AB6A-73CF78679369}" dt="2022-03-28T04:24:25.590" v="5429" actId="113"/>
          <ac:spMkLst>
            <pc:docMk/>
            <pc:sldMk cId="962370996" sldId="521"/>
            <ac:spMk id="8" creationId="{10FFF091-444B-404F-9837-BE97DF884254}"/>
          </ac:spMkLst>
        </pc:spChg>
        <pc:spChg chg="del">
          <ac:chgData name="Alejandro Paolini Godoy" userId="c3a6e11a-e51d-46b0-a788-b09d2b3af6f8" providerId="ADAL" clId="{32975FC4-60DC-4260-AB6A-73CF78679369}" dt="2022-03-28T04:18:18.161" v="5145" actId="478"/>
          <ac:spMkLst>
            <pc:docMk/>
            <pc:sldMk cId="962370996" sldId="521"/>
            <ac:spMk id="9" creationId="{3817ADEE-A817-4D56-89B7-442952613BC8}"/>
          </ac:spMkLst>
        </pc:spChg>
        <pc:spChg chg="add mod">
          <ac:chgData name="Alejandro Paolini Godoy" userId="c3a6e11a-e51d-46b0-a788-b09d2b3af6f8" providerId="ADAL" clId="{32975FC4-60DC-4260-AB6A-73CF78679369}" dt="2022-03-28T04:22:30.975" v="5419" actId="1076"/>
          <ac:spMkLst>
            <pc:docMk/>
            <pc:sldMk cId="962370996" sldId="521"/>
            <ac:spMk id="10" creationId="{43A32FCB-8CF1-4AFF-B692-B3DC5C03F61C}"/>
          </ac:spMkLst>
        </pc:spChg>
        <pc:spChg chg="mod">
          <ac:chgData name="Alejandro Paolini Godoy" userId="c3a6e11a-e51d-46b0-a788-b09d2b3af6f8" providerId="ADAL" clId="{32975FC4-60DC-4260-AB6A-73CF78679369}" dt="2022-03-28T04:20:45.410" v="5165" actId="1076"/>
          <ac:spMkLst>
            <pc:docMk/>
            <pc:sldMk cId="962370996" sldId="521"/>
            <ac:spMk id="12" creationId="{41DBA55F-C2EF-4111-BC3A-D999786159DD}"/>
          </ac:spMkLst>
        </pc:spChg>
        <pc:spChg chg="mod">
          <ac:chgData name="Alejandro Paolini Godoy" userId="c3a6e11a-e51d-46b0-a788-b09d2b3af6f8" providerId="ADAL" clId="{32975FC4-60DC-4260-AB6A-73CF78679369}" dt="2022-03-28T04:20:45.410" v="5165" actId="1076"/>
          <ac:spMkLst>
            <pc:docMk/>
            <pc:sldMk cId="962370996" sldId="521"/>
            <ac:spMk id="13" creationId="{A1DFE544-8399-43EB-B810-3B5B8AC5E7E2}"/>
          </ac:spMkLst>
        </pc:spChg>
        <pc:grpChg chg="add mod">
          <ac:chgData name="Alejandro Paolini Godoy" userId="c3a6e11a-e51d-46b0-a788-b09d2b3af6f8" providerId="ADAL" clId="{32975FC4-60DC-4260-AB6A-73CF78679369}" dt="2022-03-28T04:20:45.410" v="5165" actId="1076"/>
          <ac:grpSpMkLst>
            <pc:docMk/>
            <pc:sldMk cId="962370996" sldId="521"/>
            <ac:grpSpMk id="11" creationId="{E5072B9F-3061-4280-AF15-2E871962C329}"/>
          </ac:grpSpMkLst>
        </pc:grpChg>
      </pc:sldChg>
      <pc:sldChg chg="delSp modSp add mod ord modAnim">
        <pc:chgData name="Alejandro Paolini Godoy" userId="c3a6e11a-e51d-46b0-a788-b09d2b3af6f8" providerId="ADAL" clId="{32975FC4-60DC-4260-AB6A-73CF78679369}" dt="2022-03-28T04:41:56.374" v="5588" actId="403"/>
        <pc:sldMkLst>
          <pc:docMk/>
          <pc:sldMk cId="2716041945" sldId="522"/>
        </pc:sldMkLst>
        <pc:spChg chg="mod">
          <ac:chgData name="Alejandro Paolini Godoy" userId="c3a6e11a-e51d-46b0-a788-b09d2b3af6f8" providerId="ADAL" clId="{32975FC4-60DC-4260-AB6A-73CF78679369}" dt="2022-03-28T04:27:35.773" v="5470" actId="20577"/>
          <ac:spMkLst>
            <pc:docMk/>
            <pc:sldMk cId="2716041945" sldId="522"/>
            <ac:spMk id="2" creationId="{2850C538-CF10-4E37-9220-CAB4378F4420}"/>
          </ac:spMkLst>
        </pc:spChg>
        <pc:spChg chg="mod">
          <ac:chgData name="Alejandro Paolini Godoy" userId="c3a6e11a-e51d-46b0-a788-b09d2b3af6f8" providerId="ADAL" clId="{32975FC4-60DC-4260-AB6A-73CF78679369}" dt="2022-03-28T04:27:44.238" v="5471"/>
          <ac:spMkLst>
            <pc:docMk/>
            <pc:sldMk cId="2716041945" sldId="522"/>
            <ac:spMk id="3" creationId="{AF7FEA0A-CF71-4C78-B2AC-D3A3972AB323}"/>
          </ac:spMkLst>
        </pc:spChg>
        <pc:spChg chg="mod">
          <ac:chgData name="Alejandro Paolini Godoy" userId="c3a6e11a-e51d-46b0-a788-b09d2b3af6f8" providerId="ADAL" clId="{32975FC4-60DC-4260-AB6A-73CF78679369}" dt="2022-03-28T04:41:51.170" v="5586" actId="403"/>
          <ac:spMkLst>
            <pc:docMk/>
            <pc:sldMk cId="2716041945" sldId="522"/>
            <ac:spMk id="4" creationId="{7A754651-557A-42CA-82BB-39D0DFC0B323}"/>
          </ac:spMkLst>
        </pc:spChg>
        <pc:spChg chg="mod">
          <ac:chgData name="Alejandro Paolini Godoy" userId="c3a6e11a-e51d-46b0-a788-b09d2b3af6f8" providerId="ADAL" clId="{32975FC4-60DC-4260-AB6A-73CF78679369}" dt="2022-03-28T04:41:53.935" v="5587" actId="403"/>
          <ac:spMkLst>
            <pc:docMk/>
            <pc:sldMk cId="2716041945" sldId="522"/>
            <ac:spMk id="5" creationId="{EA248A1E-79A1-41D4-A743-662BAE6BC6E3}"/>
          </ac:spMkLst>
        </pc:spChg>
        <pc:spChg chg="mod">
          <ac:chgData name="Alejandro Paolini Godoy" userId="c3a6e11a-e51d-46b0-a788-b09d2b3af6f8" providerId="ADAL" clId="{32975FC4-60DC-4260-AB6A-73CF78679369}" dt="2022-03-28T04:41:56.374" v="5588" actId="403"/>
          <ac:spMkLst>
            <pc:docMk/>
            <pc:sldMk cId="2716041945" sldId="522"/>
            <ac:spMk id="6" creationId="{9AB2D684-5072-4627-9E04-60B1970332C1}"/>
          </ac:spMkLst>
        </pc:spChg>
        <pc:spChg chg="del">
          <ac:chgData name="Alejandro Paolini Godoy" userId="c3a6e11a-e51d-46b0-a788-b09d2b3af6f8" providerId="ADAL" clId="{32975FC4-60DC-4260-AB6A-73CF78679369}" dt="2022-03-28T04:27:55.155" v="5481" actId="478"/>
          <ac:spMkLst>
            <pc:docMk/>
            <pc:sldMk cId="2716041945" sldId="522"/>
            <ac:spMk id="7" creationId="{17E1CA5E-74B2-4286-B5E7-CE442C59CF4A}"/>
          </ac:spMkLst>
        </pc:spChg>
      </pc:sldChg>
      <pc:sldChg chg="addSp delSp modSp add mod modAnim">
        <pc:chgData name="Alejandro Paolini Godoy" userId="c3a6e11a-e51d-46b0-a788-b09d2b3af6f8" providerId="ADAL" clId="{32975FC4-60DC-4260-AB6A-73CF78679369}" dt="2022-03-28T04:41:31.022" v="5585" actId="403"/>
        <pc:sldMkLst>
          <pc:docMk/>
          <pc:sldMk cId="747292005" sldId="523"/>
        </pc:sldMkLst>
        <pc:spChg chg="mod">
          <ac:chgData name="Alejandro Paolini Godoy" userId="c3a6e11a-e51d-46b0-a788-b09d2b3af6f8" providerId="ADAL" clId="{32975FC4-60DC-4260-AB6A-73CF78679369}" dt="2022-03-28T04:41:31.022" v="5585" actId="403"/>
          <ac:spMkLst>
            <pc:docMk/>
            <pc:sldMk cId="747292005" sldId="523"/>
            <ac:spMk id="4" creationId="{7A754651-557A-42CA-82BB-39D0DFC0B323}"/>
          </ac:spMkLst>
        </pc:spChg>
        <pc:spChg chg="del mod">
          <ac:chgData name="Alejandro Paolini Godoy" userId="c3a6e11a-e51d-46b0-a788-b09d2b3af6f8" providerId="ADAL" clId="{32975FC4-60DC-4260-AB6A-73CF78679369}" dt="2022-03-28T04:34:45.675" v="5535" actId="478"/>
          <ac:spMkLst>
            <pc:docMk/>
            <pc:sldMk cId="747292005" sldId="523"/>
            <ac:spMk id="5" creationId="{EA248A1E-79A1-41D4-A743-662BAE6BC6E3}"/>
          </ac:spMkLst>
        </pc:spChg>
        <pc:spChg chg="del">
          <ac:chgData name="Alejandro Paolini Godoy" userId="c3a6e11a-e51d-46b0-a788-b09d2b3af6f8" providerId="ADAL" clId="{32975FC4-60DC-4260-AB6A-73CF78679369}" dt="2022-03-28T04:31:53.690" v="5502" actId="478"/>
          <ac:spMkLst>
            <pc:docMk/>
            <pc:sldMk cId="747292005" sldId="523"/>
            <ac:spMk id="6" creationId="{9AB2D684-5072-4627-9E04-60B1970332C1}"/>
          </ac:spMkLst>
        </pc:spChg>
        <pc:spChg chg="add mod">
          <ac:chgData name="Alejandro Paolini Godoy" userId="c3a6e11a-e51d-46b0-a788-b09d2b3af6f8" providerId="ADAL" clId="{32975FC4-60DC-4260-AB6A-73CF78679369}" dt="2022-03-28T04:38:29.463" v="5556" actId="1076"/>
          <ac:spMkLst>
            <pc:docMk/>
            <pc:sldMk cId="747292005" sldId="523"/>
            <ac:spMk id="7" creationId="{30E2B351-458C-4A53-BFC8-0C60DB923C2D}"/>
          </ac:spMkLst>
        </pc:spChg>
      </pc:sldChg>
      <pc:sldChg chg="delSp modSp add mod delAnim">
        <pc:chgData name="Alejandro Paolini Godoy" userId="c3a6e11a-e51d-46b0-a788-b09d2b3af6f8" providerId="ADAL" clId="{32975FC4-60DC-4260-AB6A-73CF78679369}" dt="2022-03-28T04:41:14.647" v="5583" actId="403"/>
        <pc:sldMkLst>
          <pc:docMk/>
          <pc:sldMk cId="3753253695" sldId="524"/>
        </pc:sldMkLst>
        <pc:spChg chg="mod">
          <ac:chgData name="Alejandro Paolini Godoy" userId="c3a6e11a-e51d-46b0-a788-b09d2b3af6f8" providerId="ADAL" clId="{32975FC4-60DC-4260-AB6A-73CF78679369}" dt="2022-03-28T04:41:14.647" v="5583" actId="403"/>
          <ac:spMkLst>
            <pc:docMk/>
            <pc:sldMk cId="3753253695" sldId="524"/>
            <ac:spMk id="4" creationId="{7A754651-557A-42CA-82BB-39D0DFC0B323}"/>
          </ac:spMkLst>
        </pc:spChg>
        <pc:spChg chg="del mod">
          <ac:chgData name="Alejandro Paolini Godoy" userId="c3a6e11a-e51d-46b0-a788-b09d2b3af6f8" providerId="ADAL" clId="{32975FC4-60DC-4260-AB6A-73CF78679369}" dt="2022-03-28T04:39:07.452" v="5565" actId="478"/>
          <ac:spMkLst>
            <pc:docMk/>
            <pc:sldMk cId="3753253695" sldId="524"/>
            <ac:spMk id="7" creationId="{30E2B351-458C-4A53-BFC8-0C60DB923C2D}"/>
          </ac:spMkLst>
        </pc:spChg>
      </pc:sldChg>
      <pc:sldMasterChg chg="modSp mod delSldLayout modSldLayout">
        <pc:chgData name="Alejandro Paolini Godoy" userId="c3a6e11a-e51d-46b0-a788-b09d2b3af6f8" providerId="ADAL" clId="{32975FC4-60DC-4260-AB6A-73CF78679369}" dt="2022-03-28T05:00:00.869" v="5672"/>
        <pc:sldMasterMkLst>
          <pc:docMk/>
          <pc:sldMasterMk cId="3723443045" sldId="2147483648"/>
        </pc:sldMasterMkLst>
        <pc:spChg chg="mod">
          <ac:chgData name="Alejandro Paolini Godoy" userId="c3a6e11a-e51d-46b0-a788-b09d2b3af6f8" providerId="ADAL" clId="{32975FC4-60DC-4260-AB6A-73CF78679369}" dt="2022-03-13T04:05:00.227" v="367" actId="790"/>
          <ac:spMkLst>
            <pc:docMk/>
            <pc:sldMasterMk cId="3723443045" sldId="2147483648"/>
            <ac:spMk id="2" creationId="{1F8FD356-D67A-49FD-8EBB-36F3E7FADA7B}"/>
          </ac:spMkLst>
        </pc:spChg>
        <pc:spChg chg="mod">
          <ac:chgData name="Alejandro Paolini Godoy" userId="c3a6e11a-e51d-46b0-a788-b09d2b3af6f8" providerId="ADAL" clId="{32975FC4-60DC-4260-AB6A-73CF78679369}" dt="2022-03-13T04:05:00.227" v="367" actId="790"/>
          <ac:spMkLst>
            <pc:docMk/>
            <pc:sldMasterMk cId="3723443045" sldId="2147483648"/>
            <ac:spMk id="3" creationId="{A06529B4-86B5-4DC8-B5A5-22B15CCE9035}"/>
          </ac:spMkLst>
        </pc:spChg>
        <pc:sldLayoutChg chg="modSp mod">
          <pc:chgData name="Alejandro Paolini Godoy" userId="c3a6e11a-e51d-46b0-a788-b09d2b3af6f8" providerId="ADAL" clId="{32975FC4-60DC-4260-AB6A-73CF78679369}" dt="2022-03-13T04:04:48.267" v="366" actId="790"/>
          <pc:sldLayoutMkLst>
            <pc:docMk/>
            <pc:sldMasterMk cId="3723443045" sldId="2147483648"/>
            <pc:sldLayoutMk cId="3546385287" sldId="2147483650"/>
          </pc:sldLayoutMkLst>
          <pc:spChg chg="mod">
            <ac:chgData name="Alejandro Paolini Godoy" userId="c3a6e11a-e51d-46b0-a788-b09d2b3af6f8" providerId="ADAL" clId="{32975FC4-60DC-4260-AB6A-73CF78679369}" dt="2022-03-13T04:04:48.267" v="366" actId="790"/>
            <ac:spMkLst>
              <pc:docMk/>
              <pc:sldMasterMk cId="3723443045" sldId="2147483648"/>
              <pc:sldLayoutMk cId="3546385287" sldId="2147483650"/>
              <ac:spMk id="6" creationId="{40ACE91A-E851-4D42-9BE9-AFB4E7C10A7A}"/>
            </ac:spMkLst>
          </pc:spChg>
        </pc:sldLayoutChg>
        <pc:sldLayoutChg chg="modAnim">
          <pc:chgData name="Alejandro Paolini Godoy" userId="c3a6e11a-e51d-46b0-a788-b09d2b3af6f8" providerId="ADAL" clId="{32975FC4-60DC-4260-AB6A-73CF78679369}" dt="2022-03-13T03:22:39.632" v="6"/>
          <pc:sldLayoutMkLst>
            <pc:docMk/>
            <pc:sldMasterMk cId="3723443045" sldId="2147483648"/>
            <pc:sldLayoutMk cId="2247634786" sldId="2147483662"/>
          </pc:sldLayoutMkLst>
        </pc:sldLayoutChg>
        <pc:sldLayoutChg chg="del">
          <pc:chgData name="Alejandro Paolini Godoy" userId="c3a6e11a-e51d-46b0-a788-b09d2b3af6f8" providerId="ADAL" clId="{32975FC4-60DC-4260-AB6A-73CF78679369}" dt="2022-03-28T04:59:19.546" v="5666" actId="47"/>
          <pc:sldLayoutMkLst>
            <pc:docMk/>
            <pc:sldMasterMk cId="3723443045" sldId="2147483648"/>
            <pc:sldLayoutMk cId="3884905733" sldId="2147483668"/>
          </pc:sldLayoutMkLst>
        </pc:sldLayoutChg>
        <pc:sldLayoutChg chg="modAnim">
          <pc:chgData name="Alejandro Paolini Godoy" userId="c3a6e11a-e51d-46b0-a788-b09d2b3af6f8" providerId="ADAL" clId="{32975FC4-60DC-4260-AB6A-73CF78679369}" dt="2022-03-13T03:21:56.003" v="5"/>
          <pc:sldLayoutMkLst>
            <pc:docMk/>
            <pc:sldMasterMk cId="3723443045" sldId="2147483648"/>
            <pc:sldLayoutMk cId="1960462249" sldId="2147483669"/>
          </pc:sldLayoutMkLst>
        </pc:sldLayoutChg>
        <pc:sldLayoutChg chg="del">
          <pc:chgData name="Alejandro Paolini Godoy" userId="c3a6e11a-e51d-46b0-a788-b09d2b3af6f8" providerId="ADAL" clId="{32975FC4-60DC-4260-AB6A-73CF78679369}" dt="2022-03-28T04:59:19.546" v="5666" actId="47"/>
          <pc:sldLayoutMkLst>
            <pc:docMk/>
            <pc:sldMasterMk cId="3723443045" sldId="2147483648"/>
            <pc:sldLayoutMk cId="2806130229" sldId="2147483673"/>
          </pc:sldLayoutMkLst>
        </pc:sldLayoutChg>
        <pc:sldLayoutChg chg="modAnim">
          <pc:chgData name="Alejandro Paolini Godoy" userId="c3a6e11a-e51d-46b0-a788-b09d2b3af6f8" providerId="ADAL" clId="{32975FC4-60DC-4260-AB6A-73CF78679369}" dt="2022-03-28T05:00:00.869" v="5672"/>
          <pc:sldLayoutMkLst>
            <pc:docMk/>
            <pc:sldMasterMk cId="3723443045" sldId="2147483648"/>
            <pc:sldLayoutMk cId="3044383840" sldId="2147483674"/>
          </pc:sldLayoutMkLst>
        </pc:sldLayoutChg>
        <pc:sldLayoutChg chg="modSp mod">
          <pc:chgData name="Alejandro Paolini Godoy" userId="c3a6e11a-e51d-46b0-a788-b09d2b3af6f8" providerId="ADAL" clId="{32975FC4-60DC-4260-AB6A-73CF78679369}" dt="2022-03-13T04:05:16.104" v="368" actId="790"/>
          <pc:sldLayoutMkLst>
            <pc:docMk/>
            <pc:sldMasterMk cId="3723443045" sldId="2147483648"/>
            <pc:sldLayoutMk cId="332735961" sldId="2147483675"/>
          </pc:sldLayoutMkLst>
          <pc:spChg chg="mod">
            <ac:chgData name="Alejandro Paolini Godoy" userId="c3a6e11a-e51d-46b0-a788-b09d2b3af6f8" providerId="ADAL" clId="{32975FC4-60DC-4260-AB6A-73CF78679369}" dt="2022-03-13T04:05:16.104" v="368" actId="790"/>
            <ac:spMkLst>
              <pc:docMk/>
              <pc:sldMasterMk cId="3723443045" sldId="2147483648"/>
              <pc:sldLayoutMk cId="332735961" sldId="2147483675"/>
              <ac:spMk id="6" creationId="{40ACE91A-E851-4D42-9BE9-AFB4E7C10A7A}"/>
            </ac:spMkLst>
          </pc:spChg>
        </pc:sldLayoutChg>
        <pc:sldLayoutChg chg="del">
          <pc:chgData name="Alejandro Paolini Godoy" userId="c3a6e11a-e51d-46b0-a788-b09d2b3af6f8" providerId="ADAL" clId="{32975FC4-60DC-4260-AB6A-73CF78679369}" dt="2022-03-28T04:59:19.546" v="5666" actId="47"/>
          <pc:sldLayoutMkLst>
            <pc:docMk/>
            <pc:sldMasterMk cId="3723443045" sldId="2147483648"/>
            <pc:sldLayoutMk cId="3035517453" sldId="214748367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CB2618-338C-4B94-BA43-77CF590F705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FE38008-5827-46A4-94B7-7B9E63B9B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B762D3-EE7B-472D-9FA7-7F986A902DC7}" type="datetimeFigureOut">
              <a:rPr lang="en-US" smtClean="0"/>
              <a:t>3/24/2025</a:t>
            </a:fld>
            <a:endParaRPr lang="en-US"/>
          </a:p>
        </p:txBody>
      </p:sp>
      <p:sp>
        <p:nvSpPr>
          <p:cNvPr id="4" name="Footer Placeholder 3">
            <a:extLst>
              <a:ext uri="{FF2B5EF4-FFF2-40B4-BE49-F238E27FC236}">
                <a16:creationId xmlns:a16="http://schemas.microsoft.com/office/drawing/2014/main" id="{BBC6B9A4-54E1-4CD4-8BAB-324C78E663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916CBCE-70E6-4547-B3AA-E33DA97FB1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A6D842-F525-4302-AFE4-2CF58A98D1F5}" type="slidenum">
              <a:rPr lang="en-US" smtClean="0"/>
              <a:t>‹Nº›</a:t>
            </a:fld>
            <a:endParaRPr lang="en-US"/>
          </a:p>
        </p:txBody>
      </p:sp>
    </p:spTree>
    <p:extLst>
      <p:ext uri="{BB962C8B-B14F-4D97-AF65-F5344CB8AC3E}">
        <p14:creationId xmlns:p14="http://schemas.microsoft.com/office/powerpoint/2010/main" val="137517884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5230705"/>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ACE91A-E851-4D42-9BE9-AFB4E7C10A7A}"/>
              </a:ext>
            </a:extLst>
          </p:cNvPr>
          <p:cNvSpPr>
            <a:spLocks noGrp="1"/>
          </p:cNvSpPr>
          <p:nvPr>
            <p:ph type="title"/>
          </p:nvPr>
        </p:nvSpPr>
        <p:spPr>
          <a:xfrm>
            <a:off x="1104900" y="917575"/>
            <a:ext cx="9925050" cy="682625"/>
          </a:xfrm>
        </p:spPr>
        <p:txBody>
          <a:bodyPr wrap="none" lIns="0" tIns="91440">
            <a:normAutofit/>
          </a:bodyPr>
          <a:lstStyle>
            <a:lvl1pPr>
              <a:defRPr sz="3200"/>
            </a:lvl1pPr>
          </a:lstStyle>
          <a:p>
            <a:endParaRPr lang="es-CL" noProof="0" dirty="0"/>
          </a:p>
        </p:txBody>
      </p:sp>
    </p:spTree>
    <p:extLst>
      <p:ext uri="{BB962C8B-B14F-4D97-AF65-F5344CB8AC3E}">
        <p14:creationId xmlns:p14="http://schemas.microsoft.com/office/powerpoint/2010/main" val="354638528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ACE91A-E851-4D42-9BE9-AFB4E7C10A7A}"/>
              </a:ext>
            </a:extLst>
          </p:cNvPr>
          <p:cNvSpPr>
            <a:spLocks noGrp="1"/>
          </p:cNvSpPr>
          <p:nvPr>
            <p:ph type="title"/>
          </p:nvPr>
        </p:nvSpPr>
        <p:spPr>
          <a:xfrm>
            <a:off x="1104900" y="917575"/>
            <a:ext cx="9925050" cy="682625"/>
          </a:xfrm>
        </p:spPr>
        <p:txBody>
          <a:bodyPr wrap="none" lIns="0" tIns="91440">
            <a:normAutofit/>
          </a:bodyPr>
          <a:lstStyle>
            <a:lvl1pPr algn="ctr">
              <a:defRPr sz="3200"/>
            </a:lvl1pPr>
          </a:lstStyle>
          <a:p>
            <a:endParaRPr lang="es-CL" noProof="0" dirty="0"/>
          </a:p>
        </p:txBody>
      </p:sp>
    </p:spTree>
    <p:extLst>
      <p:ext uri="{BB962C8B-B14F-4D97-AF65-F5344CB8AC3E}">
        <p14:creationId xmlns:p14="http://schemas.microsoft.com/office/powerpoint/2010/main" val="33273596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42E282E6-A9B1-4419-9618-D1BF85899739}"/>
              </a:ext>
            </a:extLst>
          </p:cNvPr>
          <p:cNvSpPr>
            <a:spLocks noGrp="1"/>
          </p:cNvSpPr>
          <p:nvPr>
            <p:ph type="title"/>
          </p:nvPr>
        </p:nvSpPr>
        <p:spPr>
          <a:xfrm>
            <a:off x="1119187" y="724094"/>
            <a:ext cx="9953625" cy="961832"/>
          </a:xfrm>
        </p:spPr>
        <p:txBody>
          <a:bodyPr wrap="none" lIns="0" tIns="91440">
            <a:normAutofit/>
          </a:bodyPr>
          <a:lstStyle>
            <a:lvl1pPr algn="ctr">
              <a:defRPr sz="4000"/>
            </a:lvl1pPr>
          </a:lstStyle>
          <a:p>
            <a:endParaRPr lang="es-CL" noProof="0" dirty="0"/>
          </a:p>
        </p:txBody>
      </p:sp>
    </p:spTree>
    <p:extLst>
      <p:ext uri="{BB962C8B-B14F-4D97-AF65-F5344CB8AC3E}">
        <p14:creationId xmlns:p14="http://schemas.microsoft.com/office/powerpoint/2010/main" val="2247634786"/>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E3314C1-460F-454F-9D11-E0E386A42075}"/>
              </a:ext>
            </a:extLst>
          </p:cNvPr>
          <p:cNvSpPr>
            <a:spLocks noGrp="1"/>
          </p:cNvSpPr>
          <p:nvPr>
            <p:ph type="pic" sz="quarter" idx="11"/>
          </p:nvPr>
        </p:nvSpPr>
        <p:spPr>
          <a:xfrm>
            <a:off x="1104900" y="1390909"/>
            <a:ext cx="2691687" cy="2938495"/>
          </a:xfrm>
          <a:prstGeom prst="roundRect">
            <a:avLst>
              <a:gd name="adj" fmla="val 6405"/>
            </a:avLst>
          </a:prstGeom>
          <a:solidFill>
            <a:schemeClr val="accent1">
              <a:lumMod val="20000"/>
              <a:lumOff val="80000"/>
            </a:schemeClr>
          </a:solidFill>
        </p:spPr>
        <p:txBody>
          <a:bodyPr anchor="ctr" anchorCtr="0"/>
          <a:lstStyle>
            <a:lvl1pPr algn="ctr">
              <a:buNone/>
              <a:defRPr sz="1200"/>
            </a:lvl1pPr>
          </a:lstStyle>
          <a:p>
            <a:endParaRPr lang="en-US" dirty="0"/>
          </a:p>
        </p:txBody>
      </p:sp>
      <p:sp>
        <p:nvSpPr>
          <p:cNvPr id="6" name="Picture Placeholder 4">
            <a:extLst>
              <a:ext uri="{FF2B5EF4-FFF2-40B4-BE49-F238E27FC236}">
                <a16:creationId xmlns:a16="http://schemas.microsoft.com/office/drawing/2014/main" id="{81F76EA0-F286-4CF8-BDBF-EEE4511405B1}"/>
              </a:ext>
            </a:extLst>
          </p:cNvPr>
          <p:cNvSpPr>
            <a:spLocks noGrp="1"/>
          </p:cNvSpPr>
          <p:nvPr>
            <p:ph type="pic" sz="quarter" idx="12"/>
          </p:nvPr>
        </p:nvSpPr>
        <p:spPr>
          <a:xfrm>
            <a:off x="4238625" y="1390909"/>
            <a:ext cx="2691687" cy="2938495"/>
          </a:xfrm>
          <a:prstGeom prst="roundRect">
            <a:avLst>
              <a:gd name="adj" fmla="val 6405"/>
            </a:avLst>
          </a:prstGeom>
          <a:solidFill>
            <a:schemeClr val="accent1">
              <a:lumMod val="20000"/>
              <a:lumOff val="80000"/>
            </a:schemeClr>
          </a:solidFill>
        </p:spPr>
        <p:txBody>
          <a:bodyPr anchor="ctr" anchorCtr="0"/>
          <a:lstStyle>
            <a:lvl1pPr algn="ctr">
              <a:buNone/>
              <a:defRPr sz="1200"/>
            </a:lvl1pPr>
          </a:lstStyle>
          <a:p>
            <a:endParaRPr lang="en-US" dirty="0"/>
          </a:p>
        </p:txBody>
      </p:sp>
      <p:sp>
        <p:nvSpPr>
          <p:cNvPr id="7" name="Picture Placeholder 4">
            <a:extLst>
              <a:ext uri="{FF2B5EF4-FFF2-40B4-BE49-F238E27FC236}">
                <a16:creationId xmlns:a16="http://schemas.microsoft.com/office/drawing/2014/main" id="{B8A676AD-192B-414A-8B4E-8147AA0B369D}"/>
              </a:ext>
            </a:extLst>
          </p:cNvPr>
          <p:cNvSpPr>
            <a:spLocks noGrp="1"/>
          </p:cNvSpPr>
          <p:nvPr>
            <p:ph type="pic" sz="quarter" idx="13"/>
          </p:nvPr>
        </p:nvSpPr>
        <p:spPr>
          <a:xfrm>
            <a:off x="7372350" y="1390909"/>
            <a:ext cx="2691687" cy="2938495"/>
          </a:xfrm>
          <a:prstGeom prst="roundRect">
            <a:avLst>
              <a:gd name="adj" fmla="val 6405"/>
            </a:avLst>
          </a:prstGeom>
          <a:solidFill>
            <a:schemeClr val="accent1">
              <a:lumMod val="20000"/>
              <a:lumOff val="80000"/>
            </a:schemeClr>
          </a:solidFill>
        </p:spPr>
        <p:txBody>
          <a:bodyPr anchor="ctr" anchorCtr="0"/>
          <a:lstStyle>
            <a:lvl1pPr algn="ctr">
              <a:buNone/>
              <a:defRPr sz="1200"/>
            </a:lvl1pPr>
          </a:lstStyle>
          <a:p>
            <a:endParaRPr lang="en-US" dirty="0"/>
          </a:p>
        </p:txBody>
      </p:sp>
      <p:sp>
        <p:nvSpPr>
          <p:cNvPr id="8" name="Rectangle: Rounded Corners 7">
            <a:extLst>
              <a:ext uri="{FF2B5EF4-FFF2-40B4-BE49-F238E27FC236}">
                <a16:creationId xmlns:a16="http://schemas.microsoft.com/office/drawing/2014/main" id="{7C074C57-DDAA-4993-8A60-B28BB95B72DE}"/>
              </a:ext>
            </a:extLst>
          </p:cNvPr>
          <p:cNvSpPr/>
          <p:nvPr userDrawn="1"/>
        </p:nvSpPr>
        <p:spPr>
          <a:xfrm>
            <a:off x="10506075" y="1390909"/>
            <a:ext cx="2089863" cy="2938495"/>
          </a:xfrm>
          <a:prstGeom prst="roundRect">
            <a:avLst>
              <a:gd name="adj" fmla="val 675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9286072"/>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ppt_x"/>
                                          </p:val>
                                        </p:tav>
                                        <p:tav tm="100000">
                                          <p:val>
                                            <p:strVal val="#ppt_x"/>
                                          </p:val>
                                        </p:tav>
                                      </p:tavLst>
                                    </p:anim>
                                    <p:anim calcmode="lin" valueType="num">
                                      <p:cBhvr additive="base">
                                        <p:cTn id="12" dur="10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000" fill="hold"/>
                                        <p:tgtEl>
                                          <p:spTgt spid="7"/>
                                        </p:tgtEl>
                                        <p:attrNameLst>
                                          <p:attrName>ppt_x</p:attrName>
                                        </p:attrNameLst>
                                      </p:cBhvr>
                                      <p:tavLst>
                                        <p:tav tm="0">
                                          <p:val>
                                            <p:strVal val="#ppt_x"/>
                                          </p:val>
                                        </p:tav>
                                        <p:tav tm="100000">
                                          <p:val>
                                            <p:strVal val="#ppt_x"/>
                                          </p:val>
                                        </p:tav>
                                      </p:tavLst>
                                    </p:anim>
                                    <p:anim calcmode="lin" valueType="num">
                                      <p:cBhvr additive="base">
                                        <p:cTn id="16" dur="10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15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1+#ppt_w/2"/>
                                          </p:val>
                                        </p:tav>
                                        <p:tav tm="100000">
                                          <p:val>
                                            <p:strVal val="#ppt_x"/>
                                          </p:val>
                                        </p:tav>
                                      </p:tavLst>
                                    </p:anim>
                                    <p:anim calcmode="lin" valueType="num">
                                      <p:cBhvr additive="base">
                                        <p:cTn id="20"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E3314C1-460F-454F-9D11-E0E386A42075}"/>
              </a:ext>
            </a:extLst>
          </p:cNvPr>
          <p:cNvSpPr>
            <a:spLocks noGrp="1"/>
          </p:cNvSpPr>
          <p:nvPr>
            <p:ph type="pic" sz="quarter" idx="11"/>
          </p:nvPr>
        </p:nvSpPr>
        <p:spPr>
          <a:xfrm>
            <a:off x="2124075" y="1390909"/>
            <a:ext cx="2691687" cy="2938495"/>
          </a:xfrm>
          <a:prstGeom prst="roundRect">
            <a:avLst>
              <a:gd name="adj" fmla="val 6405"/>
            </a:avLst>
          </a:prstGeom>
          <a:solidFill>
            <a:schemeClr val="accent1">
              <a:lumMod val="20000"/>
              <a:lumOff val="80000"/>
            </a:schemeClr>
          </a:solidFill>
        </p:spPr>
        <p:txBody>
          <a:bodyPr anchor="ctr" anchorCtr="0"/>
          <a:lstStyle>
            <a:lvl1pPr algn="ctr">
              <a:buNone/>
              <a:defRPr sz="1200"/>
            </a:lvl1pPr>
          </a:lstStyle>
          <a:p>
            <a:endParaRPr lang="en-US" dirty="0"/>
          </a:p>
        </p:txBody>
      </p:sp>
      <p:sp>
        <p:nvSpPr>
          <p:cNvPr id="6" name="Picture Placeholder 4">
            <a:extLst>
              <a:ext uri="{FF2B5EF4-FFF2-40B4-BE49-F238E27FC236}">
                <a16:creationId xmlns:a16="http://schemas.microsoft.com/office/drawing/2014/main" id="{81F76EA0-F286-4CF8-BDBF-EEE4511405B1}"/>
              </a:ext>
            </a:extLst>
          </p:cNvPr>
          <p:cNvSpPr>
            <a:spLocks noGrp="1"/>
          </p:cNvSpPr>
          <p:nvPr>
            <p:ph type="pic" sz="quarter" idx="12"/>
          </p:nvPr>
        </p:nvSpPr>
        <p:spPr>
          <a:xfrm>
            <a:off x="5257800" y="1390909"/>
            <a:ext cx="2691687" cy="2938495"/>
          </a:xfrm>
          <a:prstGeom prst="roundRect">
            <a:avLst>
              <a:gd name="adj" fmla="val 6405"/>
            </a:avLst>
          </a:prstGeom>
          <a:solidFill>
            <a:schemeClr val="accent1">
              <a:lumMod val="20000"/>
              <a:lumOff val="80000"/>
            </a:schemeClr>
          </a:solidFill>
        </p:spPr>
        <p:txBody>
          <a:bodyPr anchor="ctr" anchorCtr="0"/>
          <a:lstStyle>
            <a:lvl1pPr algn="ctr">
              <a:buNone/>
              <a:defRPr sz="1200"/>
            </a:lvl1pPr>
          </a:lstStyle>
          <a:p>
            <a:endParaRPr lang="en-US" dirty="0"/>
          </a:p>
        </p:txBody>
      </p:sp>
      <p:sp>
        <p:nvSpPr>
          <p:cNvPr id="7" name="Picture Placeholder 4">
            <a:extLst>
              <a:ext uri="{FF2B5EF4-FFF2-40B4-BE49-F238E27FC236}">
                <a16:creationId xmlns:a16="http://schemas.microsoft.com/office/drawing/2014/main" id="{B8A676AD-192B-414A-8B4E-8147AA0B369D}"/>
              </a:ext>
            </a:extLst>
          </p:cNvPr>
          <p:cNvSpPr>
            <a:spLocks noGrp="1"/>
          </p:cNvSpPr>
          <p:nvPr>
            <p:ph type="pic" sz="quarter" idx="13"/>
          </p:nvPr>
        </p:nvSpPr>
        <p:spPr>
          <a:xfrm>
            <a:off x="8391525" y="1390909"/>
            <a:ext cx="2691687" cy="2938495"/>
          </a:xfrm>
          <a:prstGeom prst="roundRect">
            <a:avLst>
              <a:gd name="adj" fmla="val 6405"/>
            </a:avLst>
          </a:prstGeom>
          <a:solidFill>
            <a:schemeClr val="accent1">
              <a:lumMod val="20000"/>
              <a:lumOff val="80000"/>
            </a:schemeClr>
          </a:solidFill>
        </p:spPr>
        <p:txBody>
          <a:bodyPr anchor="ctr" anchorCtr="0"/>
          <a:lstStyle>
            <a:lvl1pPr algn="ctr">
              <a:buNone/>
              <a:defRPr sz="1200"/>
            </a:lvl1pPr>
          </a:lstStyle>
          <a:p>
            <a:endParaRPr lang="en-US" dirty="0"/>
          </a:p>
        </p:txBody>
      </p:sp>
      <p:sp>
        <p:nvSpPr>
          <p:cNvPr id="8" name="Rectangle: Rounded Corners 7">
            <a:extLst>
              <a:ext uri="{FF2B5EF4-FFF2-40B4-BE49-F238E27FC236}">
                <a16:creationId xmlns:a16="http://schemas.microsoft.com/office/drawing/2014/main" id="{7C074C57-DDAA-4993-8A60-B28BB95B72DE}"/>
              </a:ext>
            </a:extLst>
          </p:cNvPr>
          <p:cNvSpPr/>
          <p:nvPr userDrawn="1"/>
        </p:nvSpPr>
        <p:spPr>
          <a:xfrm>
            <a:off x="-407826" y="1390908"/>
            <a:ext cx="2089863" cy="2938495"/>
          </a:xfrm>
          <a:prstGeom prst="roundRect">
            <a:avLst>
              <a:gd name="adj" fmla="val 675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054112"/>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B8A676AD-192B-414A-8B4E-8147AA0B369D}"/>
              </a:ext>
            </a:extLst>
          </p:cNvPr>
          <p:cNvSpPr>
            <a:spLocks noGrp="1"/>
          </p:cNvSpPr>
          <p:nvPr>
            <p:ph type="pic" sz="quarter" idx="13"/>
          </p:nvPr>
        </p:nvSpPr>
        <p:spPr>
          <a:xfrm>
            <a:off x="1514475" y="1733809"/>
            <a:ext cx="9172575" cy="2933441"/>
          </a:xfrm>
          <a:prstGeom prst="roundRect">
            <a:avLst>
              <a:gd name="adj" fmla="val 6405"/>
            </a:avLst>
          </a:prstGeom>
          <a:solidFill>
            <a:schemeClr val="accent1">
              <a:lumMod val="20000"/>
              <a:lumOff val="80000"/>
            </a:schemeClr>
          </a:solidFill>
          <a:effectLst>
            <a:outerShdw blurRad="381000" dist="127000" dir="5400000" algn="ctr" rotWithShape="0">
              <a:srgbClr val="000000">
                <a:alpha val="30000"/>
              </a:srgbClr>
            </a:outerShdw>
          </a:effectLst>
        </p:spPr>
        <p:txBody>
          <a:bodyPr anchor="ctr" anchorCtr="0"/>
          <a:lstStyle>
            <a:lvl1pPr algn="ctr">
              <a:buNone/>
              <a:defRPr sz="1200"/>
            </a:lvl1pPr>
          </a:lstStyle>
          <a:p>
            <a:endParaRPr lang="en-US" dirty="0"/>
          </a:p>
        </p:txBody>
      </p:sp>
      <p:sp>
        <p:nvSpPr>
          <p:cNvPr id="11" name="Rectangle: Rounded Corners 10">
            <a:extLst>
              <a:ext uri="{FF2B5EF4-FFF2-40B4-BE49-F238E27FC236}">
                <a16:creationId xmlns:a16="http://schemas.microsoft.com/office/drawing/2014/main" id="{5D2B8647-277E-4E92-A58D-D212796DD383}"/>
              </a:ext>
            </a:extLst>
          </p:cNvPr>
          <p:cNvSpPr/>
          <p:nvPr userDrawn="1"/>
        </p:nvSpPr>
        <p:spPr>
          <a:xfrm>
            <a:off x="4481511" y="-247650"/>
            <a:ext cx="3228975" cy="1152784"/>
          </a:xfrm>
          <a:prstGeom prst="roundRect">
            <a:avLst>
              <a:gd name="adj" fmla="val 6759"/>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554571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14000" decel="86000" fill="hold" grpId="1" nodeType="withEffect">
                                  <p:stCondLst>
                                    <p:cond delay="0"/>
                                  </p:stCondLst>
                                  <p:childTnLst>
                                    <p:animMotion origin="layout" path="M -2.5E-6 4.07407E-6 L -2.5E-6 0.39259 " pathEditMode="relative" rAng="0" ptsTypes="AA">
                                      <p:cBhvr>
                                        <p:cTn id="9" dur="1250" spd="-100000" fill="hold"/>
                                        <p:tgtEl>
                                          <p:spTgt spid="7"/>
                                        </p:tgtEl>
                                        <p:attrNameLst>
                                          <p:attrName>ppt_x</p:attrName>
                                          <p:attrName>ppt_y</p:attrName>
                                        </p:attrNameLst>
                                      </p:cBhvr>
                                      <p:rCtr x="0" y="19630"/>
                                    </p:animMotion>
                                  </p:childTnLst>
                                </p:cTn>
                              </p:par>
                              <p:par>
                                <p:cTn id="10" presetID="22" presetClass="entr" presetSubtype="1"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AAB6F49-210B-4825-9C79-385F78931368}"/>
              </a:ext>
            </a:extLst>
          </p:cNvPr>
          <p:cNvSpPr>
            <a:spLocks noGrp="1"/>
          </p:cNvSpPr>
          <p:nvPr>
            <p:ph type="pic" sz="quarter" idx="13"/>
          </p:nvPr>
        </p:nvSpPr>
        <p:spPr>
          <a:xfrm>
            <a:off x="2130295" y="2789853"/>
            <a:ext cx="1928521" cy="2567862"/>
          </a:xfrm>
          <a:prstGeom prst="roundRect">
            <a:avLst>
              <a:gd name="adj" fmla="val 6405"/>
            </a:avLst>
          </a:prstGeom>
          <a:solidFill>
            <a:schemeClr val="accent1">
              <a:lumMod val="20000"/>
              <a:lumOff val="80000"/>
            </a:schemeClr>
          </a:solidFill>
          <a:effectLst>
            <a:outerShdw blurRad="381000" dist="127000" dir="5400000" algn="ctr" rotWithShape="0">
              <a:srgbClr val="000000">
                <a:alpha val="30000"/>
              </a:srgbClr>
            </a:outerShdw>
          </a:effectLst>
        </p:spPr>
        <p:txBody>
          <a:bodyPr anchor="ctr" anchorCtr="0"/>
          <a:lstStyle>
            <a:lvl1pPr algn="ctr">
              <a:buNone/>
              <a:defRPr sz="1200"/>
            </a:lvl1pPr>
          </a:lstStyle>
          <a:p>
            <a:endParaRPr lang="en-US" dirty="0"/>
          </a:p>
        </p:txBody>
      </p:sp>
      <p:sp>
        <p:nvSpPr>
          <p:cNvPr id="6" name="Rectangle: Rounded Corners 5">
            <a:extLst>
              <a:ext uri="{FF2B5EF4-FFF2-40B4-BE49-F238E27FC236}">
                <a16:creationId xmlns:a16="http://schemas.microsoft.com/office/drawing/2014/main" id="{6A98EA82-03D8-45D0-8EA6-195494FC92AD}"/>
              </a:ext>
            </a:extLst>
          </p:cNvPr>
          <p:cNvSpPr/>
          <p:nvPr userDrawn="1"/>
        </p:nvSpPr>
        <p:spPr>
          <a:xfrm>
            <a:off x="-547591" y="2789853"/>
            <a:ext cx="1928521" cy="2567862"/>
          </a:xfrm>
          <a:prstGeom prst="roundRect">
            <a:avLst>
              <a:gd name="adj" fmla="val 6759"/>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1423366D-61FF-4871-B899-AAF595B563E7}"/>
              </a:ext>
            </a:extLst>
          </p:cNvPr>
          <p:cNvSpPr/>
          <p:nvPr userDrawn="1"/>
        </p:nvSpPr>
        <p:spPr>
          <a:xfrm>
            <a:off x="11663005" y="2789853"/>
            <a:ext cx="1928521" cy="2567862"/>
          </a:xfrm>
          <a:prstGeom prst="roundRect">
            <a:avLst>
              <a:gd name="adj" fmla="val 6759"/>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42E282E6-A9B1-4419-9618-D1BF85899739}"/>
              </a:ext>
            </a:extLst>
          </p:cNvPr>
          <p:cNvSpPr>
            <a:spLocks noGrp="1"/>
          </p:cNvSpPr>
          <p:nvPr>
            <p:ph type="title"/>
          </p:nvPr>
        </p:nvSpPr>
        <p:spPr>
          <a:xfrm>
            <a:off x="1119187" y="1019369"/>
            <a:ext cx="9953625" cy="961832"/>
          </a:xfrm>
        </p:spPr>
        <p:txBody>
          <a:bodyPr wrap="none" lIns="0" tIns="91440">
            <a:normAutofit/>
          </a:bodyPr>
          <a:lstStyle>
            <a:lvl1pPr algn="ctr">
              <a:defRPr sz="4000"/>
            </a:lvl1pPr>
          </a:lstStyle>
          <a:p>
            <a:endParaRPr lang="es-CL" noProof="0" dirty="0"/>
          </a:p>
        </p:txBody>
      </p:sp>
    </p:spTree>
    <p:extLst>
      <p:ext uri="{BB962C8B-B14F-4D97-AF65-F5344CB8AC3E}">
        <p14:creationId xmlns:p14="http://schemas.microsoft.com/office/powerpoint/2010/main" val="212979212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750"/>
                                        <p:tgtEl>
                                          <p:spTgt spid="9"/>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750" fill="hold"/>
                                        <p:tgtEl>
                                          <p:spTgt spid="6"/>
                                        </p:tgtEl>
                                        <p:attrNameLst>
                                          <p:attrName>ppt_x</p:attrName>
                                        </p:attrNameLst>
                                      </p:cBhvr>
                                      <p:tavLst>
                                        <p:tav tm="0">
                                          <p:val>
                                            <p:strVal val="0-#ppt_w/2"/>
                                          </p:val>
                                        </p:tav>
                                        <p:tav tm="100000">
                                          <p:val>
                                            <p:strVal val="#ppt_x"/>
                                          </p:val>
                                        </p:tav>
                                      </p:tavLst>
                                    </p:anim>
                                    <p:anim calcmode="lin" valueType="num">
                                      <p:cBhvr additive="base">
                                        <p:cTn id="11" dur="750" fill="hold"/>
                                        <p:tgtEl>
                                          <p:spTgt spid="6"/>
                                        </p:tgtEl>
                                        <p:attrNameLst>
                                          <p:attrName>ppt_y</p:attrName>
                                        </p:attrNameLst>
                                      </p:cBhvr>
                                      <p:tavLst>
                                        <p:tav tm="0">
                                          <p:val>
                                            <p:strVal val="#ppt_y"/>
                                          </p:val>
                                        </p:tav>
                                        <p:tav tm="100000">
                                          <p:val>
                                            <p:strVal val="#ppt_y"/>
                                          </p:val>
                                        </p:tav>
                                      </p:tavLst>
                                    </p:anim>
                                  </p:childTnLst>
                                </p:cTn>
                              </p:par>
                              <p:par>
                                <p:cTn id="12" presetID="2" presetClass="entr" presetSubtype="4" decel="100000" fill="hold" grpId="0" nodeType="withEffect">
                                  <p:stCondLst>
                                    <p:cond delay="4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750" fill="hold"/>
                                        <p:tgtEl>
                                          <p:spTgt spid="5"/>
                                        </p:tgtEl>
                                        <p:attrNameLst>
                                          <p:attrName>ppt_x</p:attrName>
                                        </p:attrNameLst>
                                      </p:cBhvr>
                                      <p:tavLst>
                                        <p:tav tm="0">
                                          <p:val>
                                            <p:strVal val="#ppt_x"/>
                                          </p:val>
                                        </p:tav>
                                        <p:tav tm="100000">
                                          <p:val>
                                            <p:strVal val="#ppt_x"/>
                                          </p:val>
                                        </p:tav>
                                      </p:tavLst>
                                    </p:anim>
                                    <p:anim calcmode="lin" valueType="num">
                                      <p:cBhvr additive="base">
                                        <p:cTn id="15" dur="75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2" decel="100000" fill="hold" grpId="0" nodeType="withEffect">
                                  <p:stCondLst>
                                    <p:cond delay="14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750" fill="hold"/>
                                        <p:tgtEl>
                                          <p:spTgt spid="8"/>
                                        </p:tgtEl>
                                        <p:attrNameLst>
                                          <p:attrName>ppt_x</p:attrName>
                                        </p:attrNameLst>
                                      </p:cBhvr>
                                      <p:tavLst>
                                        <p:tav tm="0">
                                          <p:val>
                                            <p:strVal val="1+#ppt_w/2"/>
                                          </p:val>
                                        </p:tav>
                                        <p:tav tm="100000">
                                          <p:val>
                                            <p:strVal val="#ppt_x"/>
                                          </p:val>
                                        </p:tav>
                                      </p:tavLst>
                                    </p:anim>
                                    <p:anim calcmode="lin" valueType="num">
                                      <p:cBhvr additive="base">
                                        <p:cTn id="19" dur="75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FF44F6A-D835-4FF7-AA4F-028E8312C78B}"/>
              </a:ext>
            </a:extLst>
          </p:cNvPr>
          <p:cNvSpPr>
            <a:spLocks noGrp="1"/>
          </p:cNvSpPr>
          <p:nvPr>
            <p:ph type="pic" sz="quarter" idx="13"/>
          </p:nvPr>
        </p:nvSpPr>
        <p:spPr>
          <a:xfrm>
            <a:off x="0" y="0"/>
            <a:ext cx="10544175" cy="3924300"/>
          </a:xfrm>
          <a:custGeom>
            <a:avLst/>
            <a:gdLst>
              <a:gd name="connsiteX0" fmla="*/ 0 w 10544175"/>
              <a:gd name="connsiteY0" fmla="*/ 0 h 3924300"/>
              <a:gd name="connsiteX1" fmla="*/ 1235095 w 10544175"/>
              <a:gd name="connsiteY1" fmla="*/ 0 h 3924300"/>
              <a:gd name="connsiteX2" fmla="*/ 3200400 w 10544175"/>
              <a:gd name="connsiteY2" fmla="*/ 0 h 3924300"/>
              <a:gd name="connsiteX3" fmla="*/ 10544175 w 10544175"/>
              <a:gd name="connsiteY3" fmla="*/ 0 h 3924300"/>
              <a:gd name="connsiteX4" fmla="*/ 10544175 w 10544175"/>
              <a:gd name="connsiteY4" fmla="*/ 2689205 h 3924300"/>
              <a:gd name="connsiteX5" fmla="*/ 9309080 w 10544175"/>
              <a:gd name="connsiteY5" fmla="*/ 3924300 h 3924300"/>
              <a:gd name="connsiteX6" fmla="*/ 0 w 10544175"/>
              <a:gd name="connsiteY6" fmla="*/ 3924300 h 3924300"/>
              <a:gd name="connsiteX7" fmla="*/ 0 w 10544175"/>
              <a:gd name="connsiteY7" fmla="*/ 2400300 h 3924300"/>
              <a:gd name="connsiteX8" fmla="*/ 0 w 10544175"/>
              <a:gd name="connsiteY8" fmla="*/ 1235095 h 392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44175" h="3924300">
                <a:moveTo>
                  <a:pt x="0" y="0"/>
                </a:moveTo>
                <a:lnTo>
                  <a:pt x="1235095" y="0"/>
                </a:lnTo>
                <a:lnTo>
                  <a:pt x="3200400" y="0"/>
                </a:lnTo>
                <a:lnTo>
                  <a:pt x="10544175" y="0"/>
                </a:lnTo>
                <a:lnTo>
                  <a:pt x="10544175" y="2689205"/>
                </a:lnTo>
                <a:cubicBezTo>
                  <a:pt x="10544175" y="3371329"/>
                  <a:pt x="9991204" y="3924300"/>
                  <a:pt x="9309080" y="3924300"/>
                </a:cubicBezTo>
                <a:lnTo>
                  <a:pt x="0" y="3924300"/>
                </a:lnTo>
                <a:lnTo>
                  <a:pt x="0" y="2400300"/>
                </a:lnTo>
                <a:lnTo>
                  <a:pt x="0" y="1235095"/>
                </a:lnTo>
                <a:close/>
              </a:path>
            </a:pathLst>
          </a:custGeom>
          <a:solidFill>
            <a:schemeClr val="accent1">
              <a:lumMod val="20000"/>
              <a:lumOff val="80000"/>
            </a:schemeClr>
          </a:solidFill>
          <a:effectLst>
            <a:outerShdw blurRad="381000" dist="127000" dir="5400000" algn="ctr" rotWithShape="0">
              <a:srgbClr val="000000">
                <a:alpha val="30000"/>
              </a:srgbClr>
            </a:outerShdw>
          </a:effectLst>
        </p:spPr>
        <p:txBody>
          <a:bodyPr wrap="square"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318603707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250" fill="hold"/>
                                        <p:tgtEl>
                                          <p:spTgt spid="11"/>
                                        </p:tgtEl>
                                        <p:attrNameLst>
                                          <p:attrName>ppt_x</p:attrName>
                                        </p:attrNameLst>
                                      </p:cBhvr>
                                      <p:tavLst>
                                        <p:tav tm="0">
                                          <p:val>
                                            <p:strVal val="0-#ppt_w/2"/>
                                          </p:val>
                                        </p:tav>
                                        <p:tav tm="100000">
                                          <p:val>
                                            <p:strVal val="#ppt_x"/>
                                          </p:val>
                                        </p:tav>
                                      </p:tavLst>
                                    </p:anim>
                                    <p:anim calcmode="lin" valueType="num">
                                      <p:cBhvr additive="base">
                                        <p:cTn id="8" dur="12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ACE91A-E851-4D42-9BE9-AFB4E7C10A7A}"/>
              </a:ext>
            </a:extLst>
          </p:cNvPr>
          <p:cNvSpPr>
            <a:spLocks noGrp="1"/>
          </p:cNvSpPr>
          <p:nvPr>
            <p:ph type="title"/>
          </p:nvPr>
        </p:nvSpPr>
        <p:spPr>
          <a:xfrm>
            <a:off x="1104900" y="917575"/>
            <a:ext cx="9925050" cy="682625"/>
          </a:xfrm>
        </p:spPr>
        <p:txBody>
          <a:bodyPr wrap="none" lIns="0" tIns="91440">
            <a:normAutofit/>
          </a:bodyPr>
          <a:lstStyle>
            <a:lvl1pPr>
              <a:defRPr sz="3200"/>
            </a:lvl1pPr>
          </a:lstStyle>
          <a:p>
            <a:endParaRPr lang="en-US" dirty="0"/>
          </a:p>
        </p:txBody>
      </p:sp>
      <p:sp>
        <p:nvSpPr>
          <p:cNvPr id="5" name="Picture Placeholder 4">
            <a:extLst>
              <a:ext uri="{FF2B5EF4-FFF2-40B4-BE49-F238E27FC236}">
                <a16:creationId xmlns:a16="http://schemas.microsoft.com/office/drawing/2014/main" id="{F44746A0-DD2E-46F3-ADC0-70A4B9380130}"/>
              </a:ext>
            </a:extLst>
          </p:cNvPr>
          <p:cNvSpPr>
            <a:spLocks noGrp="1"/>
          </p:cNvSpPr>
          <p:nvPr>
            <p:ph type="pic" sz="quarter" idx="13"/>
          </p:nvPr>
        </p:nvSpPr>
        <p:spPr>
          <a:xfrm>
            <a:off x="1104900" y="2676524"/>
            <a:ext cx="1904999" cy="2181226"/>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7" name="Picture Placeholder 4">
            <a:extLst>
              <a:ext uri="{FF2B5EF4-FFF2-40B4-BE49-F238E27FC236}">
                <a16:creationId xmlns:a16="http://schemas.microsoft.com/office/drawing/2014/main" id="{2AF10501-93BC-4981-ACC6-AEBB50887E34}"/>
              </a:ext>
            </a:extLst>
          </p:cNvPr>
          <p:cNvSpPr>
            <a:spLocks noGrp="1"/>
          </p:cNvSpPr>
          <p:nvPr>
            <p:ph type="pic" sz="quarter" idx="14"/>
          </p:nvPr>
        </p:nvSpPr>
        <p:spPr>
          <a:xfrm>
            <a:off x="3170875" y="2676524"/>
            <a:ext cx="1904999" cy="2181226"/>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8" name="Picture Placeholder 4">
            <a:extLst>
              <a:ext uri="{FF2B5EF4-FFF2-40B4-BE49-F238E27FC236}">
                <a16:creationId xmlns:a16="http://schemas.microsoft.com/office/drawing/2014/main" id="{3ECB8E71-8D51-41AE-8031-EEE93EB933CF}"/>
              </a:ext>
            </a:extLst>
          </p:cNvPr>
          <p:cNvSpPr>
            <a:spLocks noGrp="1"/>
          </p:cNvSpPr>
          <p:nvPr>
            <p:ph type="pic" sz="quarter" idx="15"/>
          </p:nvPr>
        </p:nvSpPr>
        <p:spPr>
          <a:xfrm>
            <a:off x="5236850" y="2676524"/>
            <a:ext cx="1904999" cy="2181226"/>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9" name="Picture Placeholder 4">
            <a:extLst>
              <a:ext uri="{FF2B5EF4-FFF2-40B4-BE49-F238E27FC236}">
                <a16:creationId xmlns:a16="http://schemas.microsoft.com/office/drawing/2014/main" id="{5F399607-B036-4A42-82DE-490AEEF5125D}"/>
              </a:ext>
            </a:extLst>
          </p:cNvPr>
          <p:cNvSpPr>
            <a:spLocks noGrp="1"/>
          </p:cNvSpPr>
          <p:nvPr>
            <p:ph type="pic" sz="quarter" idx="16"/>
          </p:nvPr>
        </p:nvSpPr>
        <p:spPr>
          <a:xfrm>
            <a:off x="7302825" y="2676524"/>
            <a:ext cx="1904999" cy="2181226"/>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0" name="Picture Placeholder 4">
            <a:extLst>
              <a:ext uri="{FF2B5EF4-FFF2-40B4-BE49-F238E27FC236}">
                <a16:creationId xmlns:a16="http://schemas.microsoft.com/office/drawing/2014/main" id="{7FF1B1B7-C0E9-4D6E-8500-B91D9A94C939}"/>
              </a:ext>
            </a:extLst>
          </p:cNvPr>
          <p:cNvSpPr>
            <a:spLocks noGrp="1"/>
          </p:cNvSpPr>
          <p:nvPr>
            <p:ph type="pic" sz="quarter" idx="17"/>
          </p:nvPr>
        </p:nvSpPr>
        <p:spPr>
          <a:xfrm>
            <a:off x="9362601" y="2676524"/>
            <a:ext cx="1904999" cy="2181226"/>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Tree>
    <p:extLst>
      <p:ext uri="{BB962C8B-B14F-4D97-AF65-F5344CB8AC3E}">
        <p14:creationId xmlns:p14="http://schemas.microsoft.com/office/powerpoint/2010/main" val="372233624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3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750"/>
                                        <p:tgtEl>
                                          <p:spTgt spid="6"/>
                                        </p:tgtEl>
                                      </p:cBhvr>
                                    </p:animEffect>
                                  </p:childTnLst>
                                </p:cTn>
                              </p:par>
                              <p:par>
                                <p:cTn id="8" presetID="10" presetClass="entr" presetSubtype="0" fill="hold" grpId="0" nodeType="withEffect">
                                  <p:stCondLst>
                                    <p:cond delay="1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63" presetClass="path" presetSubtype="0" accel="14000" decel="86000" fill="hold" grpId="1" nodeType="withEffect">
                                  <p:stCondLst>
                                    <p:cond delay="1250"/>
                                  </p:stCondLst>
                                  <p:childTnLst>
                                    <p:animMotion origin="layout" path="M -2.5E-6 4.07407E-6 L -2.5E-6 0.39259 " pathEditMode="relative" rAng="0" ptsTypes="AA">
                                      <p:cBhvr>
                                        <p:cTn id="12" dur="1250" spd="-100000" fill="hold"/>
                                        <p:tgtEl>
                                          <p:spTgt spid="5"/>
                                        </p:tgtEl>
                                        <p:attrNameLst>
                                          <p:attrName>ppt_x</p:attrName>
                                          <p:attrName>ppt_y</p:attrName>
                                        </p:attrNameLst>
                                      </p:cBhvr>
                                      <p:rCtr x="0" y="19630"/>
                                    </p:animMotion>
                                  </p:childTnLst>
                                </p:cTn>
                              </p:par>
                              <p:par>
                                <p:cTn id="13" presetID="10" presetClass="entr" presetSubtype="0" fill="hold" grpId="0" nodeType="withEffect">
                                  <p:stCondLst>
                                    <p:cond delay="15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63" presetClass="path" presetSubtype="0" accel="14000" decel="86000" fill="hold" grpId="1" nodeType="withEffect">
                                  <p:stCondLst>
                                    <p:cond delay="1500"/>
                                  </p:stCondLst>
                                  <p:childTnLst>
                                    <p:animMotion origin="layout" path="M -2.5E-6 4.07407E-6 L -2.5E-6 0.39259 " pathEditMode="relative" rAng="0" ptsTypes="AA">
                                      <p:cBhvr>
                                        <p:cTn id="17" dur="1250" spd="-100000" fill="hold"/>
                                        <p:tgtEl>
                                          <p:spTgt spid="7"/>
                                        </p:tgtEl>
                                        <p:attrNameLst>
                                          <p:attrName>ppt_x</p:attrName>
                                          <p:attrName>ppt_y</p:attrName>
                                        </p:attrNameLst>
                                      </p:cBhvr>
                                      <p:rCtr x="0" y="19630"/>
                                    </p:animMotion>
                                  </p:childTnLst>
                                </p:cTn>
                              </p:par>
                              <p:par>
                                <p:cTn id="18" presetID="10" presetClass="entr" presetSubtype="0" fill="hold" grpId="0" nodeType="withEffect">
                                  <p:stCondLst>
                                    <p:cond delay="17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63" presetClass="path" presetSubtype="0" accel="14000" decel="86000" fill="hold" grpId="1" nodeType="withEffect">
                                  <p:stCondLst>
                                    <p:cond delay="1750"/>
                                  </p:stCondLst>
                                  <p:childTnLst>
                                    <p:animMotion origin="layout" path="M -2.5E-6 4.07407E-6 L -2.5E-6 0.39259 " pathEditMode="relative" rAng="0" ptsTypes="AA">
                                      <p:cBhvr>
                                        <p:cTn id="22" dur="1250" spd="-100000" fill="hold"/>
                                        <p:tgtEl>
                                          <p:spTgt spid="8"/>
                                        </p:tgtEl>
                                        <p:attrNameLst>
                                          <p:attrName>ppt_x</p:attrName>
                                          <p:attrName>ppt_y</p:attrName>
                                        </p:attrNameLst>
                                      </p:cBhvr>
                                      <p:rCtr x="0" y="19630"/>
                                    </p:animMotion>
                                  </p:childTnLst>
                                </p:cTn>
                              </p:par>
                              <p:par>
                                <p:cTn id="23" presetID="10" presetClass="entr" presetSubtype="0" fill="hold" grpId="0" nodeType="withEffect">
                                  <p:stCondLst>
                                    <p:cond delay="20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63" presetClass="path" presetSubtype="0" accel="14000" decel="86000" fill="hold" grpId="1" nodeType="withEffect">
                                  <p:stCondLst>
                                    <p:cond delay="2000"/>
                                  </p:stCondLst>
                                  <p:childTnLst>
                                    <p:animMotion origin="layout" path="M -2.5E-6 4.07407E-6 L -2.5E-6 0.39259 " pathEditMode="relative" rAng="0" ptsTypes="AA">
                                      <p:cBhvr>
                                        <p:cTn id="27" dur="1250" spd="-100000" fill="hold"/>
                                        <p:tgtEl>
                                          <p:spTgt spid="9"/>
                                        </p:tgtEl>
                                        <p:attrNameLst>
                                          <p:attrName>ppt_x</p:attrName>
                                          <p:attrName>ppt_y</p:attrName>
                                        </p:attrNameLst>
                                      </p:cBhvr>
                                      <p:rCtr x="0" y="19630"/>
                                    </p:animMotion>
                                  </p:childTnLst>
                                </p:cTn>
                              </p:par>
                              <p:par>
                                <p:cTn id="28" presetID="10" presetClass="entr" presetSubtype="0" fill="hold" grpId="0" nodeType="withEffect">
                                  <p:stCondLst>
                                    <p:cond delay="22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63" presetClass="path" presetSubtype="0" accel="14000" decel="86000" fill="hold" grpId="1" nodeType="withEffect">
                                  <p:stCondLst>
                                    <p:cond delay="2250"/>
                                  </p:stCondLst>
                                  <p:childTnLst>
                                    <p:animMotion origin="layout" path="M -2.5E-6 4.07407E-6 L -2.5E-6 0.39259 " pathEditMode="relative" rAng="0" ptsTypes="AA">
                                      <p:cBhvr>
                                        <p:cTn id="32" dur="1250" spd="-100000" fill="hold"/>
                                        <p:tgtEl>
                                          <p:spTgt spid="10"/>
                                        </p:tgtEl>
                                        <p:attrNameLst>
                                          <p:attrName>ppt_x</p:attrName>
                                          <p:attrName>ppt_y</p:attrName>
                                        </p:attrNameLst>
                                      </p:cBhvr>
                                      <p:rCtr x="0" y="1963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animBg="1"/>
      <p:bldP spid="5" grpId="1" animBg="1"/>
      <p:bldP spid="7" grpId="0" animBg="1"/>
      <p:bldP spid="7" grpId="1" animBg="1"/>
      <p:bldP spid="8" grpId="0" animBg="1"/>
      <p:bldP spid="8" grpId="1" animBg="1"/>
      <p:bldP spid="9" grpId="0" animBg="1"/>
      <p:bldP spid="9" grpId="1" animBg="1"/>
      <p:bldP spid="10" grpId="0" animBg="1"/>
      <p:bldP spid="10" grpId="1"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5AFC14BC-C77C-44BB-B2B5-7080B228B94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108058"/>
            <a:ext cx="12192000" cy="2172372"/>
          </a:xfrm>
          <a:prstGeom prst="rect">
            <a:avLst/>
          </a:prstGeom>
        </p:spPr>
      </p:pic>
      <p:sp>
        <p:nvSpPr>
          <p:cNvPr id="12" name="Title 5">
            <a:extLst>
              <a:ext uri="{FF2B5EF4-FFF2-40B4-BE49-F238E27FC236}">
                <a16:creationId xmlns:a16="http://schemas.microsoft.com/office/drawing/2014/main" id="{F9192EF0-B452-4C59-AFD6-793DCA71D499}"/>
              </a:ext>
            </a:extLst>
          </p:cNvPr>
          <p:cNvSpPr>
            <a:spLocks noGrp="1"/>
          </p:cNvSpPr>
          <p:nvPr>
            <p:ph type="title"/>
          </p:nvPr>
        </p:nvSpPr>
        <p:spPr>
          <a:xfrm>
            <a:off x="1119187" y="1019369"/>
            <a:ext cx="9953625" cy="961832"/>
          </a:xfrm>
        </p:spPr>
        <p:txBody>
          <a:bodyPr wrap="none" lIns="0" tIns="91440">
            <a:normAutofit/>
          </a:bodyPr>
          <a:lstStyle>
            <a:lvl1pPr algn="ctr">
              <a:defRPr sz="4000"/>
            </a:lvl1pPr>
          </a:lstStyle>
          <a:p>
            <a:endParaRPr lang="en-US" dirty="0"/>
          </a:p>
        </p:txBody>
      </p:sp>
      <p:sp>
        <p:nvSpPr>
          <p:cNvPr id="13" name="Picture Placeholder 4">
            <a:extLst>
              <a:ext uri="{FF2B5EF4-FFF2-40B4-BE49-F238E27FC236}">
                <a16:creationId xmlns:a16="http://schemas.microsoft.com/office/drawing/2014/main" id="{539BE51B-28F2-4498-8488-39E27F1D3060}"/>
              </a:ext>
            </a:extLst>
          </p:cNvPr>
          <p:cNvSpPr>
            <a:spLocks noGrp="1"/>
          </p:cNvSpPr>
          <p:nvPr>
            <p:ph type="pic" sz="quarter" idx="13"/>
          </p:nvPr>
        </p:nvSpPr>
        <p:spPr>
          <a:xfrm>
            <a:off x="1767373" y="2349499"/>
            <a:ext cx="1904999" cy="2178051"/>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4" name="Picture Placeholder 4">
            <a:extLst>
              <a:ext uri="{FF2B5EF4-FFF2-40B4-BE49-F238E27FC236}">
                <a16:creationId xmlns:a16="http://schemas.microsoft.com/office/drawing/2014/main" id="{A8B6CB37-A829-41E3-9FE1-D1C497D306A0}"/>
              </a:ext>
            </a:extLst>
          </p:cNvPr>
          <p:cNvSpPr>
            <a:spLocks noGrp="1"/>
          </p:cNvSpPr>
          <p:nvPr>
            <p:ph type="pic" sz="quarter" idx="14"/>
          </p:nvPr>
        </p:nvSpPr>
        <p:spPr>
          <a:xfrm>
            <a:off x="4021623" y="2349499"/>
            <a:ext cx="1904999" cy="2178051"/>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5" name="Picture Placeholder 4">
            <a:extLst>
              <a:ext uri="{FF2B5EF4-FFF2-40B4-BE49-F238E27FC236}">
                <a16:creationId xmlns:a16="http://schemas.microsoft.com/office/drawing/2014/main" id="{0C44F9BB-C7AD-4F1E-8478-526C09B8B428}"/>
              </a:ext>
            </a:extLst>
          </p:cNvPr>
          <p:cNvSpPr>
            <a:spLocks noGrp="1"/>
          </p:cNvSpPr>
          <p:nvPr>
            <p:ph type="pic" sz="quarter" idx="15"/>
          </p:nvPr>
        </p:nvSpPr>
        <p:spPr>
          <a:xfrm>
            <a:off x="6275873" y="2349499"/>
            <a:ext cx="1904999" cy="2178051"/>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6" name="Picture Placeholder 4">
            <a:extLst>
              <a:ext uri="{FF2B5EF4-FFF2-40B4-BE49-F238E27FC236}">
                <a16:creationId xmlns:a16="http://schemas.microsoft.com/office/drawing/2014/main" id="{36C0A83D-E1AC-4832-9D37-730042DA4330}"/>
              </a:ext>
            </a:extLst>
          </p:cNvPr>
          <p:cNvSpPr>
            <a:spLocks noGrp="1"/>
          </p:cNvSpPr>
          <p:nvPr>
            <p:ph type="pic" sz="quarter" idx="16"/>
          </p:nvPr>
        </p:nvSpPr>
        <p:spPr>
          <a:xfrm>
            <a:off x="8530123" y="2349499"/>
            <a:ext cx="1904999" cy="2178051"/>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4" name="AutoShape 3">
            <a:extLst>
              <a:ext uri="{FF2B5EF4-FFF2-40B4-BE49-F238E27FC236}">
                <a16:creationId xmlns:a16="http://schemas.microsoft.com/office/drawing/2014/main" id="{F8713755-15DB-4DF7-AD64-9F35B47F416F}"/>
              </a:ext>
            </a:extLst>
          </p:cNvPr>
          <p:cNvSpPr>
            <a:spLocks noChangeAspect="1" noChangeArrowheads="1" noTextEdit="1"/>
          </p:cNvSpPr>
          <p:nvPr userDrawn="1"/>
        </p:nvSpPr>
        <p:spPr bwMode="auto">
          <a:xfrm>
            <a:off x="0" y="176213"/>
            <a:ext cx="121920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0359194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3" presetClass="path" presetSubtype="0" accel="14000" decel="86000" fill="hold" grpId="1" nodeType="withEffect">
                                  <p:stCondLst>
                                    <p:cond delay="250"/>
                                  </p:stCondLst>
                                  <p:childTnLst>
                                    <p:animMotion origin="layout" path="M -2.5E-6 4.07407E-6 L -2.5E-6 0.39259 " pathEditMode="relative" rAng="0" ptsTypes="AA">
                                      <p:cBhvr>
                                        <p:cTn id="9" dur="1250" spd="-100000" fill="hold"/>
                                        <p:tgtEl>
                                          <p:spTgt spid="13"/>
                                        </p:tgtEl>
                                        <p:attrNameLst>
                                          <p:attrName>ppt_x</p:attrName>
                                          <p:attrName>ppt_y</p:attrName>
                                        </p:attrNameLst>
                                      </p:cBhvr>
                                      <p:rCtr x="0" y="19630"/>
                                    </p:animMotion>
                                  </p:childTnLst>
                                </p:cTn>
                              </p:par>
                              <p:par>
                                <p:cTn id="10" presetID="10" presetClass="entr" presetSubtype="0" fill="hold" grpId="0" nodeType="withEffect">
                                  <p:stCondLst>
                                    <p:cond delay="5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63" presetClass="path" presetSubtype="0" accel="14000" decel="86000" fill="hold" grpId="1" nodeType="withEffect">
                                  <p:stCondLst>
                                    <p:cond delay="500"/>
                                  </p:stCondLst>
                                  <p:childTnLst>
                                    <p:animMotion origin="layout" path="M -2.5E-6 4.07407E-6 L -2.5E-6 0.39259 " pathEditMode="relative" rAng="0" ptsTypes="AA">
                                      <p:cBhvr>
                                        <p:cTn id="14" dur="1250" spd="-100000" fill="hold"/>
                                        <p:tgtEl>
                                          <p:spTgt spid="14"/>
                                        </p:tgtEl>
                                        <p:attrNameLst>
                                          <p:attrName>ppt_x</p:attrName>
                                          <p:attrName>ppt_y</p:attrName>
                                        </p:attrNameLst>
                                      </p:cBhvr>
                                      <p:rCtr x="0" y="19630"/>
                                    </p:animMotion>
                                  </p:childTnLst>
                                </p:cTn>
                              </p:par>
                              <p:par>
                                <p:cTn id="15" presetID="10" presetClass="entr" presetSubtype="0" fill="hold" grpId="0" nodeType="withEffect">
                                  <p:stCondLst>
                                    <p:cond delay="75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63" presetClass="path" presetSubtype="0" accel="14000" decel="86000" fill="hold" grpId="1" nodeType="withEffect">
                                  <p:stCondLst>
                                    <p:cond delay="750"/>
                                  </p:stCondLst>
                                  <p:childTnLst>
                                    <p:animMotion origin="layout" path="M -2.5E-6 4.07407E-6 L -2.5E-6 0.39259 " pathEditMode="relative" rAng="0" ptsTypes="AA">
                                      <p:cBhvr>
                                        <p:cTn id="19" dur="1250" spd="-100000" fill="hold"/>
                                        <p:tgtEl>
                                          <p:spTgt spid="15"/>
                                        </p:tgtEl>
                                        <p:attrNameLst>
                                          <p:attrName>ppt_x</p:attrName>
                                          <p:attrName>ppt_y</p:attrName>
                                        </p:attrNameLst>
                                      </p:cBhvr>
                                      <p:rCtr x="0" y="19630"/>
                                    </p:animMotion>
                                  </p:childTnLst>
                                </p:cTn>
                              </p:par>
                              <p:par>
                                <p:cTn id="20" presetID="10" presetClass="entr" presetSubtype="0" fill="hold" grpId="0" nodeType="withEffect">
                                  <p:stCondLst>
                                    <p:cond delay="10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63" presetClass="path" presetSubtype="0" accel="14000" decel="86000" fill="hold" grpId="1" nodeType="withEffect">
                                  <p:stCondLst>
                                    <p:cond delay="1000"/>
                                  </p:stCondLst>
                                  <p:childTnLst>
                                    <p:animMotion origin="layout" path="M -2.5E-6 4.07407E-6 L -2.5E-6 0.39259 " pathEditMode="relative" rAng="0" ptsTypes="AA">
                                      <p:cBhvr>
                                        <p:cTn id="24" dur="1250" spd="-100000" fill="hold"/>
                                        <p:tgtEl>
                                          <p:spTgt spid="16"/>
                                        </p:tgtEl>
                                        <p:attrNameLst>
                                          <p:attrName>ppt_x</p:attrName>
                                          <p:attrName>ppt_y</p:attrName>
                                        </p:attrNameLst>
                                      </p:cBhvr>
                                      <p:rCtr x="0" y="19630"/>
                                    </p:animMotion>
                                  </p:childTnLst>
                                </p:cTn>
                              </p:par>
                              <p:par>
                                <p:cTn id="25" presetID="22" presetClass="entr" presetSubtype="8"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1000"/>
                                        <p:tgtEl>
                                          <p:spTgt spid="19"/>
                                        </p:tgtEl>
                                      </p:cBhvr>
                                    </p:animEffect>
                                  </p:childTnLst>
                                </p:cTn>
                              </p:par>
                              <p:par>
                                <p:cTn id="28" presetID="22" presetClass="entr" presetSubtype="8" fill="hold" grpId="0" nodeType="withEffect" nodePh="1">
                                  <p:stCondLst>
                                    <p:cond delay="500"/>
                                  </p:stCondLst>
                                  <p:endCondLst>
                                    <p:cond evt="begin" delay="0">
                                      <p:tn val="28"/>
                                    </p:cond>
                                  </p:end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3" grpId="1" animBg="1"/>
      <p:bldP spid="14" grpId="0" animBg="1"/>
      <p:bldP spid="14" grpId="1" animBg="1"/>
      <p:bldP spid="15" grpId="0" animBg="1"/>
      <p:bldP spid="15" grpId="1" animBg="1"/>
      <p:bldP spid="16" grpId="0" animBg="1"/>
      <p:bldP spid="16" grpId="1"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FF44F6A-D835-4FF7-AA4F-028E8312C78B}"/>
              </a:ext>
            </a:extLst>
          </p:cNvPr>
          <p:cNvSpPr>
            <a:spLocks noGrp="1"/>
          </p:cNvSpPr>
          <p:nvPr>
            <p:ph type="pic" sz="quarter" idx="13"/>
          </p:nvPr>
        </p:nvSpPr>
        <p:spPr>
          <a:xfrm>
            <a:off x="7410450" y="1362075"/>
            <a:ext cx="3019425" cy="4133850"/>
          </a:xfrm>
          <a:prstGeom prst="round2DiagRect">
            <a:avLst/>
          </a:prstGeom>
          <a:solidFill>
            <a:schemeClr val="accent1">
              <a:lumMod val="20000"/>
              <a:lumOff val="80000"/>
            </a:schemeClr>
          </a:solidFill>
          <a:effectLst/>
        </p:spPr>
        <p:txBody>
          <a:bodyPr wrap="square" anchor="ctr" anchorCtr="0">
            <a:noAutofit/>
          </a:bodyPr>
          <a:lstStyle>
            <a:lvl1pPr algn="ctr">
              <a:buNone/>
              <a:defRPr sz="1200"/>
            </a:lvl1pPr>
          </a:lstStyle>
          <a:p>
            <a:endParaRPr lang="en-US" dirty="0"/>
          </a:p>
        </p:txBody>
      </p:sp>
      <p:sp>
        <p:nvSpPr>
          <p:cNvPr id="4" name="Picture Placeholder 10">
            <a:extLst>
              <a:ext uri="{FF2B5EF4-FFF2-40B4-BE49-F238E27FC236}">
                <a16:creationId xmlns:a16="http://schemas.microsoft.com/office/drawing/2014/main" id="{6019433F-1B35-4CCF-B843-47355DA6BEB0}"/>
              </a:ext>
            </a:extLst>
          </p:cNvPr>
          <p:cNvSpPr>
            <a:spLocks noGrp="1"/>
          </p:cNvSpPr>
          <p:nvPr>
            <p:ph type="pic" sz="quarter" idx="14"/>
          </p:nvPr>
        </p:nvSpPr>
        <p:spPr>
          <a:xfrm>
            <a:off x="5943600" y="1957388"/>
            <a:ext cx="1785938" cy="3833812"/>
          </a:xfrm>
          <a:prstGeom prst="roundRect">
            <a:avLst>
              <a:gd name="adj" fmla="val 8747"/>
            </a:avLst>
          </a:prstGeom>
          <a:solidFill>
            <a:schemeClr val="accent1">
              <a:lumMod val="20000"/>
              <a:lumOff val="80000"/>
            </a:schemeClr>
          </a:solidFill>
          <a:effectLst/>
        </p:spPr>
        <p:txBody>
          <a:bodyPr wrap="square"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3833996165"/>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3" presetClass="path" presetSubtype="0" accel="14000" decel="86000" fill="hold" grpId="1" nodeType="withEffect">
                                  <p:stCondLst>
                                    <p:cond delay="1000"/>
                                  </p:stCondLst>
                                  <p:childTnLst>
                                    <p:animMotion origin="layout" path="M -2.5E-6 4.07407E-6 L -2.5E-6 0.39259 " pathEditMode="relative" rAng="0" ptsTypes="AA">
                                      <p:cBhvr>
                                        <p:cTn id="9" dur="1250" spd="-100000" fill="hold"/>
                                        <p:tgtEl>
                                          <p:spTgt spid="4"/>
                                        </p:tgtEl>
                                        <p:attrNameLst>
                                          <p:attrName>ppt_x</p:attrName>
                                          <p:attrName>ppt_y</p:attrName>
                                        </p:attrNameLst>
                                      </p:cBhvr>
                                      <p:rCtr x="0" y="19630"/>
                                    </p:animMotion>
                                  </p:childTnLst>
                                </p:cTn>
                              </p:par>
                              <p:par>
                                <p:cTn id="10" presetID="10" presetClass="entr" presetSubtype="0" fill="hold" grpId="0" nodeType="withEffect">
                                  <p:stCondLst>
                                    <p:cond delay="15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63" presetClass="path" presetSubtype="0" accel="14000" decel="86000" fill="hold" grpId="1" nodeType="withEffect">
                                  <p:stCondLst>
                                    <p:cond delay="1500"/>
                                  </p:stCondLst>
                                  <p:childTnLst>
                                    <p:animMotion origin="layout" path="M -2.5E-6 4.07407E-6 L -2.5E-6 0.39259 " pathEditMode="relative" rAng="0" ptsTypes="AA">
                                      <p:cBhvr>
                                        <p:cTn id="14" dur="1250" spd="-100000" fill="hold"/>
                                        <p:tgtEl>
                                          <p:spTgt spid="11"/>
                                        </p:tgtEl>
                                        <p:attrNameLst>
                                          <p:attrName>ppt_x</p:attrName>
                                          <p:attrName>ppt_y</p:attrName>
                                        </p:attrNameLst>
                                      </p:cBhvr>
                                      <p:rCtr x="0" y="1963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4" grpId="0" animBg="1"/>
      <p:bldP spid="4" grpId="1"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B8A676AD-192B-414A-8B4E-8147AA0B369D}"/>
              </a:ext>
            </a:extLst>
          </p:cNvPr>
          <p:cNvSpPr>
            <a:spLocks noGrp="1"/>
          </p:cNvSpPr>
          <p:nvPr>
            <p:ph type="pic" sz="quarter" idx="13"/>
          </p:nvPr>
        </p:nvSpPr>
        <p:spPr>
          <a:xfrm>
            <a:off x="1104900" y="1016342"/>
            <a:ext cx="10063843" cy="2933441"/>
          </a:xfrm>
          <a:prstGeom prst="roundRect">
            <a:avLst>
              <a:gd name="adj" fmla="val 6405"/>
            </a:avLst>
          </a:prstGeom>
          <a:solidFill>
            <a:schemeClr val="accent1">
              <a:lumMod val="20000"/>
              <a:lumOff val="80000"/>
            </a:schemeClr>
          </a:solidFill>
          <a:effectLst/>
        </p:spPr>
        <p:txBody>
          <a:bodyPr anchor="ctr" anchorCtr="0"/>
          <a:lstStyle>
            <a:lvl1pPr algn="ctr">
              <a:buNone/>
              <a:defRPr sz="1200"/>
            </a:lvl1pPr>
          </a:lstStyle>
          <a:p>
            <a:endParaRPr lang="en-US" dirty="0"/>
          </a:p>
        </p:txBody>
      </p:sp>
    </p:spTree>
    <p:extLst>
      <p:ext uri="{BB962C8B-B14F-4D97-AF65-F5344CB8AC3E}">
        <p14:creationId xmlns:p14="http://schemas.microsoft.com/office/powerpoint/2010/main" val="390160287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14000" decel="86000" fill="hold" grpId="1" nodeType="withEffect">
                                  <p:stCondLst>
                                    <p:cond delay="250"/>
                                  </p:stCondLst>
                                  <p:childTnLst>
                                    <p:animMotion origin="layout" path="M 4.79167E-6 2.96296E-6 L 4.79167E-6 0.69629 " pathEditMode="relative" rAng="0" ptsTypes="AA">
                                      <p:cBhvr>
                                        <p:cTn id="9" dur="1250" spd="-100000" fill="hold"/>
                                        <p:tgtEl>
                                          <p:spTgt spid="7"/>
                                        </p:tgtEl>
                                        <p:attrNameLst>
                                          <p:attrName>ppt_x</p:attrName>
                                          <p:attrName>ppt_y</p:attrName>
                                        </p:attrNameLst>
                                      </p:cBhvr>
                                      <p:rCtr x="0" y="3481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B8A676AD-192B-414A-8B4E-8147AA0B369D}"/>
              </a:ext>
            </a:extLst>
          </p:cNvPr>
          <p:cNvSpPr>
            <a:spLocks noGrp="1"/>
          </p:cNvSpPr>
          <p:nvPr>
            <p:ph type="pic" sz="quarter" idx="13"/>
          </p:nvPr>
        </p:nvSpPr>
        <p:spPr>
          <a:xfrm>
            <a:off x="6886575" y="0"/>
            <a:ext cx="5885996" cy="6858000"/>
          </a:xfrm>
          <a:prstGeom prst="roundRect">
            <a:avLst>
              <a:gd name="adj" fmla="val 194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Tree>
    <p:extLst>
      <p:ext uri="{BB962C8B-B14F-4D97-AF65-F5344CB8AC3E}">
        <p14:creationId xmlns:p14="http://schemas.microsoft.com/office/powerpoint/2010/main" val="27002351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14000" decel="86000" fill="hold" grpId="1" nodeType="withEffect">
                                  <p:stCondLst>
                                    <p:cond delay="750"/>
                                  </p:stCondLst>
                                  <p:childTnLst>
                                    <p:animMotion origin="layout" path="M 0 0 L 0.37826 0 " pathEditMode="relative" rAng="0" ptsTypes="AA">
                                      <p:cBhvr>
                                        <p:cTn id="9" dur="1250" spd="-100000" fill="hold"/>
                                        <p:tgtEl>
                                          <p:spTgt spid="7"/>
                                        </p:tgtEl>
                                        <p:attrNameLst>
                                          <p:attrName>ppt_x</p:attrName>
                                          <p:attrName>ppt_y</p:attrName>
                                        </p:attrNameLst>
                                      </p:cBhvr>
                                      <p:rCtr x="1890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B8A676AD-192B-414A-8B4E-8147AA0B369D}"/>
              </a:ext>
            </a:extLst>
          </p:cNvPr>
          <p:cNvSpPr>
            <a:spLocks noGrp="1"/>
          </p:cNvSpPr>
          <p:nvPr>
            <p:ph type="pic" sz="quarter" idx="13"/>
          </p:nvPr>
        </p:nvSpPr>
        <p:spPr>
          <a:xfrm>
            <a:off x="1" y="-200025"/>
            <a:ext cx="12192000" cy="2847975"/>
          </a:xfrm>
          <a:prstGeom prst="roundRect">
            <a:avLst>
              <a:gd name="adj" fmla="val 5690"/>
            </a:avLst>
          </a:prstGeom>
          <a:solidFill>
            <a:schemeClr val="accent1">
              <a:lumMod val="20000"/>
              <a:lumOff val="80000"/>
            </a:schemeClr>
          </a:solidFill>
          <a:effectLst>
            <a:outerShdw blurRad="381000" dist="127000" dir="5400000" algn="t" rotWithShape="0">
              <a:prstClr val="black">
                <a:alpha val="30000"/>
              </a:prstClr>
            </a:outerShdw>
          </a:effectLst>
        </p:spPr>
        <p:txBody>
          <a:bodyPr anchor="ctr" anchorCtr="0"/>
          <a:lstStyle>
            <a:lvl1pPr algn="ctr">
              <a:buNone/>
              <a:defRPr sz="1200"/>
            </a:lvl1pPr>
          </a:lstStyle>
          <a:p>
            <a:endParaRPr lang="en-US" dirty="0"/>
          </a:p>
        </p:txBody>
      </p:sp>
      <p:sp>
        <p:nvSpPr>
          <p:cNvPr id="3" name="Title 5">
            <a:extLst>
              <a:ext uri="{FF2B5EF4-FFF2-40B4-BE49-F238E27FC236}">
                <a16:creationId xmlns:a16="http://schemas.microsoft.com/office/drawing/2014/main" id="{D42B000A-93B3-402E-AF55-CF25FF79850A}"/>
              </a:ext>
            </a:extLst>
          </p:cNvPr>
          <p:cNvSpPr>
            <a:spLocks noGrp="1"/>
          </p:cNvSpPr>
          <p:nvPr>
            <p:ph type="title"/>
          </p:nvPr>
        </p:nvSpPr>
        <p:spPr>
          <a:xfrm>
            <a:off x="1119187" y="443105"/>
            <a:ext cx="9953625" cy="961832"/>
          </a:xfrm>
        </p:spPr>
        <p:txBody>
          <a:bodyPr wrap="none" lIns="0" tIns="91440">
            <a:normAutofit/>
          </a:bodyPr>
          <a:lstStyle>
            <a:lvl1pPr algn="ctr">
              <a:defRPr sz="3600">
                <a:solidFill>
                  <a:srgbClr val="FFFFFF"/>
                </a:solidFill>
              </a:defRPr>
            </a:lvl1pPr>
          </a:lstStyle>
          <a:p>
            <a:endParaRPr lang="en-US" dirty="0"/>
          </a:p>
        </p:txBody>
      </p:sp>
    </p:spTree>
    <p:extLst>
      <p:ext uri="{BB962C8B-B14F-4D97-AF65-F5344CB8AC3E}">
        <p14:creationId xmlns:p14="http://schemas.microsoft.com/office/powerpoint/2010/main" val="246216736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14000" decel="86000" fill="hold" grpId="1" nodeType="withEffect">
                                  <p:stCondLst>
                                    <p:cond delay="0"/>
                                  </p:stCondLst>
                                  <p:childTnLst>
                                    <p:animMotion origin="layout" path="M 0 -2.22222E-6 L 0 -0.33403 " pathEditMode="relative" rAng="0" ptsTypes="AA">
                                      <p:cBhvr>
                                        <p:cTn id="9" dur="1250" spd="-100000" fill="hold"/>
                                        <p:tgtEl>
                                          <p:spTgt spid="7"/>
                                        </p:tgtEl>
                                        <p:attrNameLst>
                                          <p:attrName>ppt_x</p:attrName>
                                          <p:attrName>ppt_y</p:attrName>
                                        </p:attrNameLst>
                                      </p:cBhvr>
                                      <p:rCtr x="0" y="-16713"/>
                                    </p:animMotion>
                                  </p:childTnLst>
                                </p:cTn>
                              </p:par>
                              <p:par>
                                <p:cTn id="10" presetID="22" presetClass="entr" presetSubtype="8" fill="hold" grpId="0" nodeType="withEffect" nodePh="1">
                                  <p:stCondLst>
                                    <p:cond delay="70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891E1EE-447F-44CE-B6A5-C9B6ABCBEBBC}"/>
              </a:ext>
            </a:extLst>
          </p:cNvPr>
          <p:cNvSpPr>
            <a:spLocks noGrp="1"/>
          </p:cNvSpPr>
          <p:nvPr>
            <p:ph type="pic" sz="quarter" idx="14"/>
          </p:nvPr>
        </p:nvSpPr>
        <p:spPr>
          <a:xfrm>
            <a:off x="1" y="-200025"/>
            <a:ext cx="12192000" cy="2847975"/>
          </a:xfrm>
          <a:prstGeom prst="roundRect">
            <a:avLst>
              <a:gd name="adj" fmla="val 5690"/>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3" name="Picture Placeholder 4">
            <a:extLst>
              <a:ext uri="{FF2B5EF4-FFF2-40B4-BE49-F238E27FC236}">
                <a16:creationId xmlns:a16="http://schemas.microsoft.com/office/drawing/2014/main" id="{539BE51B-28F2-4498-8488-39E27F1D3060}"/>
              </a:ext>
            </a:extLst>
          </p:cNvPr>
          <p:cNvSpPr>
            <a:spLocks noGrp="1"/>
          </p:cNvSpPr>
          <p:nvPr>
            <p:ph type="pic" sz="quarter" idx="13"/>
          </p:nvPr>
        </p:nvSpPr>
        <p:spPr>
          <a:xfrm>
            <a:off x="5421745" y="1673769"/>
            <a:ext cx="1348510" cy="1354638"/>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4" name="AutoShape 3">
            <a:extLst>
              <a:ext uri="{FF2B5EF4-FFF2-40B4-BE49-F238E27FC236}">
                <a16:creationId xmlns:a16="http://schemas.microsoft.com/office/drawing/2014/main" id="{F8713755-15DB-4DF7-AD64-9F35B47F416F}"/>
              </a:ext>
            </a:extLst>
          </p:cNvPr>
          <p:cNvSpPr>
            <a:spLocks noChangeAspect="1" noChangeArrowheads="1" noTextEdit="1"/>
          </p:cNvSpPr>
          <p:nvPr userDrawn="1"/>
        </p:nvSpPr>
        <p:spPr bwMode="auto">
          <a:xfrm>
            <a:off x="0" y="176213"/>
            <a:ext cx="121920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44088312"/>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3" presetClass="path" presetSubtype="0" accel="14000" decel="86000" fill="hold" grpId="1" nodeType="withEffect">
                                  <p:stCondLst>
                                    <p:cond delay="0"/>
                                  </p:stCondLst>
                                  <p:childTnLst>
                                    <p:animMotion origin="layout" path="M 0 -2.22222E-6 L 0 -0.33403 " pathEditMode="relative" rAng="0" ptsTypes="AA">
                                      <p:cBhvr>
                                        <p:cTn id="9" dur="1250" spd="-100000" fill="hold"/>
                                        <p:tgtEl>
                                          <p:spTgt spid="5"/>
                                        </p:tgtEl>
                                        <p:attrNameLst>
                                          <p:attrName>ppt_x</p:attrName>
                                          <p:attrName>ppt_y</p:attrName>
                                        </p:attrNameLst>
                                      </p:cBhvr>
                                      <p:rCtr x="0" y="-16713"/>
                                    </p:animMotion>
                                  </p:childTnLst>
                                </p:cTn>
                              </p:par>
                              <p:par>
                                <p:cTn id="10" presetID="6" presetClass="entr" presetSubtype="32" fill="hold" grpId="0" nodeType="withEffect">
                                  <p:stCondLst>
                                    <p:cond delay="500"/>
                                  </p:stCondLst>
                                  <p:childTnLst>
                                    <p:set>
                                      <p:cBhvr>
                                        <p:cTn id="11" dur="1" fill="hold">
                                          <p:stCondLst>
                                            <p:cond delay="0"/>
                                          </p:stCondLst>
                                        </p:cTn>
                                        <p:tgtEl>
                                          <p:spTgt spid="13"/>
                                        </p:tgtEl>
                                        <p:attrNameLst>
                                          <p:attrName>style.visibility</p:attrName>
                                        </p:attrNameLst>
                                      </p:cBhvr>
                                      <p:to>
                                        <p:strVal val="visible"/>
                                      </p:to>
                                    </p:set>
                                    <p:animEffect transition="in" filter="circle(out)">
                                      <p:cBhvr>
                                        <p:cTn id="12"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3"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4" name="AutoShape 3">
            <a:extLst>
              <a:ext uri="{FF2B5EF4-FFF2-40B4-BE49-F238E27FC236}">
                <a16:creationId xmlns:a16="http://schemas.microsoft.com/office/drawing/2014/main" id="{F8713755-15DB-4DF7-AD64-9F35B47F416F}"/>
              </a:ext>
            </a:extLst>
          </p:cNvPr>
          <p:cNvSpPr>
            <a:spLocks noChangeAspect="1" noChangeArrowheads="1" noTextEdit="1"/>
          </p:cNvSpPr>
          <p:nvPr userDrawn="1"/>
        </p:nvSpPr>
        <p:spPr bwMode="auto">
          <a:xfrm>
            <a:off x="0" y="176213"/>
            <a:ext cx="121920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Picture Placeholder 4">
            <a:extLst>
              <a:ext uri="{FF2B5EF4-FFF2-40B4-BE49-F238E27FC236}">
                <a16:creationId xmlns:a16="http://schemas.microsoft.com/office/drawing/2014/main" id="{539BE51B-28F2-4498-8488-39E27F1D3060}"/>
              </a:ext>
            </a:extLst>
          </p:cNvPr>
          <p:cNvSpPr>
            <a:spLocks noGrp="1"/>
          </p:cNvSpPr>
          <p:nvPr>
            <p:ph type="pic" sz="quarter" idx="13"/>
          </p:nvPr>
        </p:nvSpPr>
        <p:spPr>
          <a:xfrm>
            <a:off x="1860550" y="2101678"/>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7" name="Picture Placeholder 4">
            <a:extLst>
              <a:ext uri="{FF2B5EF4-FFF2-40B4-BE49-F238E27FC236}">
                <a16:creationId xmlns:a16="http://schemas.microsoft.com/office/drawing/2014/main" id="{33B81367-B7E2-45B2-B1F1-EADA8A74A8A1}"/>
              </a:ext>
            </a:extLst>
          </p:cNvPr>
          <p:cNvSpPr>
            <a:spLocks noGrp="1"/>
          </p:cNvSpPr>
          <p:nvPr>
            <p:ph type="pic" sz="quarter" idx="14"/>
          </p:nvPr>
        </p:nvSpPr>
        <p:spPr>
          <a:xfrm>
            <a:off x="1860550" y="4544974"/>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5" name="Picture Placeholder 4">
            <a:extLst>
              <a:ext uri="{FF2B5EF4-FFF2-40B4-BE49-F238E27FC236}">
                <a16:creationId xmlns:a16="http://schemas.microsoft.com/office/drawing/2014/main" id="{16DD0FFE-4535-4D50-83A2-5F6F858E9020}"/>
              </a:ext>
            </a:extLst>
          </p:cNvPr>
          <p:cNvSpPr>
            <a:spLocks noGrp="1"/>
          </p:cNvSpPr>
          <p:nvPr>
            <p:ph type="pic" sz="quarter" idx="15"/>
          </p:nvPr>
        </p:nvSpPr>
        <p:spPr>
          <a:xfrm>
            <a:off x="4441825" y="2101678"/>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6" name="Picture Placeholder 4">
            <a:extLst>
              <a:ext uri="{FF2B5EF4-FFF2-40B4-BE49-F238E27FC236}">
                <a16:creationId xmlns:a16="http://schemas.microsoft.com/office/drawing/2014/main" id="{6A38A967-2D4C-4347-8160-A937866F871D}"/>
              </a:ext>
            </a:extLst>
          </p:cNvPr>
          <p:cNvSpPr>
            <a:spLocks noGrp="1"/>
          </p:cNvSpPr>
          <p:nvPr>
            <p:ph type="pic" sz="quarter" idx="16"/>
          </p:nvPr>
        </p:nvSpPr>
        <p:spPr>
          <a:xfrm>
            <a:off x="4441825" y="4544974"/>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7" name="Picture Placeholder 4">
            <a:extLst>
              <a:ext uri="{FF2B5EF4-FFF2-40B4-BE49-F238E27FC236}">
                <a16:creationId xmlns:a16="http://schemas.microsoft.com/office/drawing/2014/main" id="{FE370F56-938E-499B-8B35-D03FE1E10996}"/>
              </a:ext>
            </a:extLst>
          </p:cNvPr>
          <p:cNvSpPr>
            <a:spLocks noGrp="1"/>
          </p:cNvSpPr>
          <p:nvPr>
            <p:ph type="pic" sz="quarter" idx="17"/>
          </p:nvPr>
        </p:nvSpPr>
        <p:spPr>
          <a:xfrm>
            <a:off x="7013575" y="1928395"/>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8" name="Picture Placeholder 4">
            <a:extLst>
              <a:ext uri="{FF2B5EF4-FFF2-40B4-BE49-F238E27FC236}">
                <a16:creationId xmlns:a16="http://schemas.microsoft.com/office/drawing/2014/main" id="{0F79FB59-7033-4037-89D1-B44F350060D9}"/>
              </a:ext>
            </a:extLst>
          </p:cNvPr>
          <p:cNvSpPr>
            <a:spLocks noGrp="1"/>
          </p:cNvSpPr>
          <p:nvPr>
            <p:ph type="pic" sz="quarter" idx="18"/>
          </p:nvPr>
        </p:nvSpPr>
        <p:spPr>
          <a:xfrm>
            <a:off x="7013575" y="4544974"/>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9" name="Picture Placeholder 4">
            <a:extLst>
              <a:ext uri="{FF2B5EF4-FFF2-40B4-BE49-F238E27FC236}">
                <a16:creationId xmlns:a16="http://schemas.microsoft.com/office/drawing/2014/main" id="{26D0D2E9-5F78-4E23-89A5-1E3C16C03826}"/>
              </a:ext>
            </a:extLst>
          </p:cNvPr>
          <p:cNvSpPr>
            <a:spLocks noGrp="1"/>
          </p:cNvSpPr>
          <p:nvPr>
            <p:ph type="pic" sz="quarter" idx="19"/>
          </p:nvPr>
        </p:nvSpPr>
        <p:spPr>
          <a:xfrm>
            <a:off x="9556750" y="2101678"/>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1" name="Title 5">
            <a:extLst>
              <a:ext uri="{FF2B5EF4-FFF2-40B4-BE49-F238E27FC236}">
                <a16:creationId xmlns:a16="http://schemas.microsoft.com/office/drawing/2014/main" id="{E4C43682-B630-4F6B-9F4D-3939B144A45D}"/>
              </a:ext>
            </a:extLst>
          </p:cNvPr>
          <p:cNvSpPr>
            <a:spLocks noGrp="1"/>
          </p:cNvSpPr>
          <p:nvPr>
            <p:ph type="title"/>
          </p:nvPr>
        </p:nvSpPr>
        <p:spPr>
          <a:xfrm>
            <a:off x="1104900" y="917575"/>
            <a:ext cx="9925050" cy="682625"/>
          </a:xfrm>
        </p:spPr>
        <p:txBody>
          <a:bodyPr wrap="none" lIns="0" tIns="91440">
            <a:normAutofit/>
          </a:bodyPr>
          <a:lstStyle>
            <a:lvl1pPr>
              <a:defRPr sz="3200"/>
            </a:lvl1pPr>
          </a:lstStyle>
          <a:p>
            <a:endParaRPr lang="en-US" dirty="0"/>
          </a:p>
        </p:txBody>
      </p:sp>
      <p:sp>
        <p:nvSpPr>
          <p:cNvPr id="23" name="Picture Placeholder 4">
            <a:extLst>
              <a:ext uri="{FF2B5EF4-FFF2-40B4-BE49-F238E27FC236}">
                <a16:creationId xmlns:a16="http://schemas.microsoft.com/office/drawing/2014/main" id="{46B7D895-3E5C-4754-93BF-21F5AAEA38D0}"/>
              </a:ext>
            </a:extLst>
          </p:cNvPr>
          <p:cNvSpPr>
            <a:spLocks noGrp="1"/>
          </p:cNvSpPr>
          <p:nvPr>
            <p:ph type="pic" sz="quarter" idx="20"/>
          </p:nvPr>
        </p:nvSpPr>
        <p:spPr>
          <a:xfrm>
            <a:off x="9556750" y="4544974"/>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Tree>
    <p:extLst>
      <p:ext uri="{BB962C8B-B14F-4D97-AF65-F5344CB8AC3E}">
        <p14:creationId xmlns:p14="http://schemas.microsoft.com/office/powerpoint/2010/main" val="246244025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500"/>
                                  </p:stCondLst>
                                  <p:endCondLst>
                                    <p:cond evt="begin" delay="0">
                                      <p:tn val="5"/>
                                    </p:cond>
                                  </p:end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1000"/>
                                        <p:tgtEl>
                                          <p:spTgt spid="21"/>
                                        </p:tgtEl>
                                      </p:cBhvr>
                                    </p:animEffect>
                                  </p:childTnLst>
                                </p:cTn>
                              </p:par>
                              <p:par>
                                <p:cTn id="8" presetID="10" presetClass="entr" presetSubtype="0" fill="hold" grpId="0" nodeType="withEffect">
                                  <p:stCondLst>
                                    <p:cond delay="125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42" presetClass="path" presetSubtype="0" repeatCount="indefinite" accel="50000" decel="50000" autoRev="1" fill="hold" grpId="1" nodeType="withEffect">
                                  <p:stCondLst>
                                    <p:cond delay="1250"/>
                                  </p:stCondLst>
                                  <p:childTnLst>
                                    <p:animMotion origin="layout" path="M 2.08333E-7 4.81481E-6 L 2.08333E-7 -0.03704 " pathEditMode="relative" rAng="0" ptsTypes="AA">
                                      <p:cBhvr>
                                        <p:cTn id="12" dur="3500" fill="hold"/>
                                        <p:tgtEl>
                                          <p:spTgt spid="17"/>
                                        </p:tgtEl>
                                        <p:attrNameLst>
                                          <p:attrName>ppt_x</p:attrName>
                                          <p:attrName>ppt_y</p:attrName>
                                        </p:attrNameLst>
                                      </p:cBhvr>
                                      <p:rCtr x="0" y="-1852"/>
                                    </p:animMotion>
                                  </p:childTnLst>
                                </p:cTn>
                              </p:par>
                              <p:par>
                                <p:cTn id="13" presetID="6" presetClass="entr" presetSubtype="32" fill="hold" grpId="0" nodeType="withEffect">
                                  <p:stCondLst>
                                    <p:cond delay="1000"/>
                                  </p:stCondLst>
                                  <p:childTnLst>
                                    <p:set>
                                      <p:cBhvr>
                                        <p:cTn id="14" dur="1" fill="hold">
                                          <p:stCondLst>
                                            <p:cond delay="0"/>
                                          </p:stCondLst>
                                        </p:cTn>
                                        <p:tgtEl>
                                          <p:spTgt spid="13"/>
                                        </p:tgtEl>
                                        <p:attrNameLst>
                                          <p:attrName>style.visibility</p:attrName>
                                        </p:attrNameLst>
                                      </p:cBhvr>
                                      <p:to>
                                        <p:strVal val="visible"/>
                                      </p:to>
                                    </p:set>
                                    <p:animEffect transition="in" filter="circle(out)">
                                      <p:cBhvr>
                                        <p:cTn id="15" dur="750"/>
                                        <p:tgtEl>
                                          <p:spTgt spid="13"/>
                                        </p:tgtEl>
                                      </p:cBhvr>
                                    </p:animEffect>
                                  </p:childTnLst>
                                </p:cTn>
                              </p:par>
                              <p:par>
                                <p:cTn id="16" presetID="6" presetClass="entr" presetSubtype="32" fill="hold" grpId="0" nodeType="withEffect">
                                  <p:stCondLst>
                                    <p:cond delay="1250"/>
                                  </p:stCondLst>
                                  <p:childTnLst>
                                    <p:set>
                                      <p:cBhvr>
                                        <p:cTn id="17" dur="1" fill="hold">
                                          <p:stCondLst>
                                            <p:cond delay="0"/>
                                          </p:stCondLst>
                                        </p:cTn>
                                        <p:tgtEl>
                                          <p:spTgt spid="15"/>
                                        </p:tgtEl>
                                        <p:attrNameLst>
                                          <p:attrName>style.visibility</p:attrName>
                                        </p:attrNameLst>
                                      </p:cBhvr>
                                      <p:to>
                                        <p:strVal val="visible"/>
                                      </p:to>
                                    </p:set>
                                    <p:animEffect transition="in" filter="circle(out)">
                                      <p:cBhvr>
                                        <p:cTn id="18" dur="750"/>
                                        <p:tgtEl>
                                          <p:spTgt spid="15"/>
                                        </p:tgtEl>
                                      </p:cBhvr>
                                    </p:animEffect>
                                  </p:childTnLst>
                                </p:cTn>
                              </p:par>
                              <p:par>
                                <p:cTn id="19" presetID="6" presetClass="entr" presetSubtype="32" fill="hold" grpId="0" nodeType="withEffect">
                                  <p:stCondLst>
                                    <p:cond delay="1500"/>
                                  </p:stCondLst>
                                  <p:childTnLst>
                                    <p:set>
                                      <p:cBhvr>
                                        <p:cTn id="20" dur="1" fill="hold">
                                          <p:stCondLst>
                                            <p:cond delay="0"/>
                                          </p:stCondLst>
                                        </p:cTn>
                                        <p:tgtEl>
                                          <p:spTgt spid="19"/>
                                        </p:tgtEl>
                                        <p:attrNameLst>
                                          <p:attrName>style.visibility</p:attrName>
                                        </p:attrNameLst>
                                      </p:cBhvr>
                                      <p:to>
                                        <p:strVal val="visible"/>
                                      </p:to>
                                    </p:set>
                                    <p:animEffect transition="in" filter="circle(out)">
                                      <p:cBhvr>
                                        <p:cTn id="21" dur="750"/>
                                        <p:tgtEl>
                                          <p:spTgt spid="19"/>
                                        </p:tgtEl>
                                      </p:cBhvr>
                                    </p:animEffect>
                                  </p:childTnLst>
                                </p:cTn>
                              </p:par>
                              <p:par>
                                <p:cTn id="22" presetID="6" presetClass="entr" presetSubtype="32" fill="hold" grpId="0" nodeType="withEffect">
                                  <p:stCondLst>
                                    <p:cond delay="1800"/>
                                  </p:stCondLst>
                                  <p:childTnLst>
                                    <p:set>
                                      <p:cBhvr>
                                        <p:cTn id="23" dur="1" fill="hold">
                                          <p:stCondLst>
                                            <p:cond delay="0"/>
                                          </p:stCondLst>
                                        </p:cTn>
                                        <p:tgtEl>
                                          <p:spTgt spid="7"/>
                                        </p:tgtEl>
                                        <p:attrNameLst>
                                          <p:attrName>style.visibility</p:attrName>
                                        </p:attrNameLst>
                                      </p:cBhvr>
                                      <p:to>
                                        <p:strVal val="visible"/>
                                      </p:to>
                                    </p:set>
                                    <p:animEffect transition="in" filter="circle(out)">
                                      <p:cBhvr>
                                        <p:cTn id="24" dur="750"/>
                                        <p:tgtEl>
                                          <p:spTgt spid="7"/>
                                        </p:tgtEl>
                                      </p:cBhvr>
                                    </p:animEffect>
                                  </p:childTnLst>
                                </p:cTn>
                              </p:par>
                              <p:par>
                                <p:cTn id="25" presetID="6" presetClass="entr" presetSubtype="32" fill="hold" grpId="0" nodeType="withEffect">
                                  <p:stCondLst>
                                    <p:cond delay="2000"/>
                                  </p:stCondLst>
                                  <p:childTnLst>
                                    <p:set>
                                      <p:cBhvr>
                                        <p:cTn id="26" dur="1" fill="hold">
                                          <p:stCondLst>
                                            <p:cond delay="0"/>
                                          </p:stCondLst>
                                        </p:cTn>
                                        <p:tgtEl>
                                          <p:spTgt spid="16"/>
                                        </p:tgtEl>
                                        <p:attrNameLst>
                                          <p:attrName>style.visibility</p:attrName>
                                        </p:attrNameLst>
                                      </p:cBhvr>
                                      <p:to>
                                        <p:strVal val="visible"/>
                                      </p:to>
                                    </p:set>
                                    <p:animEffect transition="in" filter="circle(out)">
                                      <p:cBhvr>
                                        <p:cTn id="27" dur="750"/>
                                        <p:tgtEl>
                                          <p:spTgt spid="16"/>
                                        </p:tgtEl>
                                      </p:cBhvr>
                                    </p:animEffect>
                                  </p:childTnLst>
                                </p:cTn>
                              </p:par>
                              <p:par>
                                <p:cTn id="28" presetID="6" presetClass="entr" presetSubtype="32" fill="hold" grpId="0" nodeType="withEffect">
                                  <p:stCondLst>
                                    <p:cond delay="2300"/>
                                  </p:stCondLst>
                                  <p:childTnLst>
                                    <p:set>
                                      <p:cBhvr>
                                        <p:cTn id="29" dur="1" fill="hold">
                                          <p:stCondLst>
                                            <p:cond delay="0"/>
                                          </p:stCondLst>
                                        </p:cTn>
                                        <p:tgtEl>
                                          <p:spTgt spid="18"/>
                                        </p:tgtEl>
                                        <p:attrNameLst>
                                          <p:attrName>style.visibility</p:attrName>
                                        </p:attrNameLst>
                                      </p:cBhvr>
                                      <p:to>
                                        <p:strVal val="visible"/>
                                      </p:to>
                                    </p:set>
                                    <p:animEffect transition="in" filter="circle(out)">
                                      <p:cBhvr>
                                        <p:cTn id="30" dur="750"/>
                                        <p:tgtEl>
                                          <p:spTgt spid="18"/>
                                        </p:tgtEl>
                                      </p:cBhvr>
                                    </p:animEffect>
                                  </p:childTnLst>
                                </p:cTn>
                              </p:par>
                              <p:par>
                                <p:cTn id="31" presetID="6" presetClass="entr" presetSubtype="32" fill="hold" grpId="0" nodeType="withEffect">
                                  <p:stCondLst>
                                    <p:cond delay="2700"/>
                                  </p:stCondLst>
                                  <p:childTnLst>
                                    <p:set>
                                      <p:cBhvr>
                                        <p:cTn id="32" dur="1" fill="hold">
                                          <p:stCondLst>
                                            <p:cond delay="0"/>
                                          </p:stCondLst>
                                        </p:cTn>
                                        <p:tgtEl>
                                          <p:spTgt spid="23"/>
                                        </p:tgtEl>
                                        <p:attrNameLst>
                                          <p:attrName>style.visibility</p:attrName>
                                        </p:attrNameLst>
                                      </p:cBhvr>
                                      <p:to>
                                        <p:strVal val="visible"/>
                                      </p:to>
                                    </p:set>
                                    <p:animEffect transition="in" filter="circle(out)">
                                      <p:cBhvr>
                                        <p:cTn id="33" dur="7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P spid="15" grpId="0" animBg="1"/>
      <p:bldP spid="16" grpId="0" animBg="1"/>
      <p:bldP spid="17" grpId="0" animBg="1"/>
      <p:bldP spid="17" grpId="1" animBg="1"/>
      <p:bldP spid="18" grpId="0" animBg="1"/>
      <p:bldP spid="19" grpId="0" animBg="1"/>
      <p:bldP spid="21" grpId="0"/>
      <p:bldP spid="23"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4" name="AutoShape 3">
            <a:extLst>
              <a:ext uri="{FF2B5EF4-FFF2-40B4-BE49-F238E27FC236}">
                <a16:creationId xmlns:a16="http://schemas.microsoft.com/office/drawing/2014/main" id="{F8713755-15DB-4DF7-AD64-9F35B47F416F}"/>
              </a:ext>
            </a:extLst>
          </p:cNvPr>
          <p:cNvSpPr>
            <a:spLocks noChangeAspect="1" noChangeArrowheads="1" noTextEdit="1"/>
          </p:cNvSpPr>
          <p:nvPr userDrawn="1"/>
        </p:nvSpPr>
        <p:spPr bwMode="auto">
          <a:xfrm>
            <a:off x="0" y="176213"/>
            <a:ext cx="121920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Picture Placeholder 4">
            <a:extLst>
              <a:ext uri="{FF2B5EF4-FFF2-40B4-BE49-F238E27FC236}">
                <a16:creationId xmlns:a16="http://schemas.microsoft.com/office/drawing/2014/main" id="{539BE51B-28F2-4498-8488-39E27F1D3060}"/>
              </a:ext>
            </a:extLst>
          </p:cNvPr>
          <p:cNvSpPr>
            <a:spLocks noGrp="1"/>
          </p:cNvSpPr>
          <p:nvPr>
            <p:ph type="pic" sz="quarter" idx="13"/>
          </p:nvPr>
        </p:nvSpPr>
        <p:spPr>
          <a:xfrm>
            <a:off x="1860550" y="2101678"/>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7" name="Picture Placeholder 4">
            <a:extLst>
              <a:ext uri="{FF2B5EF4-FFF2-40B4-BE49-F238E27FC236}">
                <a16:creationId xmlns:a16="http://schemas.microsoft.com/office/drawing/2014/main" id="{33B81367-B7E2-45B2-B1F1-EADA8A74A8A1}"/>
              </a:ext>
            </a:extLst>
          </p:cNvPr>
          <p:cNvSpPr>
            <a:spLocks noGrp="1"/>
          </p:cNvSpPr>
          <p:nvPr>
            <p:ph type="pic" sz="quarter" idx="14"/>
          </p:nvPr>
        </p:nvSpPr>
        <p:spPr>
          <a:xfrm>
            <a:off x="1860550" y="4544974"/>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5" name="Picture Placeholder 4">
            <a:extLst>
              <a:ext uri="{FF2B5EF4-FFF2-40B4-BE49-F238E27FC236}">
                <a16:creationId xmlns:a16="http://schemas.microsoft.com/office/drawing/2014/main" id="{16DD0FFE-4535-4D50-83A2-5F6F858E9020}"/>
              </a:ext>
            </a:extLst>
          </p:cNvPr>
          <p:cNvSpPr>
            <a:spLocks noGrp="1"/>
          </p:cNvSpPr>
          <p:nvPr>
            <p:ph type="pic" sz="quarter" idx="15"/>
          </p:nvPr>
        </p:nvSpPr>
        <p:spPr>
          <a:xfrm>
            <a:off x="4441825" y="2101678"/>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6" name="Picture Placeholder 4">
            <a:extLst>
              <a:ext uri="{FF2B5EF4-FFF2-40B4-BE49-F238E27FC236}">
                <a16:creationId xmlns:a16="http://schemas.microsoft.com/office/drawing/2014/main" id="{6A38A967-2D4C-4347-8160-A937866F871D}"/>
              </a:ext>
            </a:extLst>
          </p:cNvPr>
          <p:cNvSpPr>
            <a:spLocks noGrp="1"/>
          </p:cNvSpPr>
          <p:nvPr>
            <p:ph type="pic" sz="quarter" idx="16"/>
          </p:nvPr>
        </p:nvSpPr>
        <p:spPr>
          <a:xfrm>
            <a:off x="4441825" y="4544974"/>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7" name="Picture Placeholder 4">
            <a:extLst>
              <a:ext uri="{FF2B5EF4-FFF2-40B4-BE49-F238E27FC236}">
                <a16:creationId xmlns:a16="http://schemas.microsoft.com/office/drawing/2014/main" id="{FE370F56-938E-499B-8B35-D03FE1E10996}"/>
              </a:ext>
            </a:extLst>
          </p:cNvPr>
          <p:cNvSpPr>
            <a:spLocks noGrp="1"/>
          </p:cNvSpPr>
          <p:nvPr>
            <p:ph type="pic" sz="quarter" idx="17"/>
          </p:nvPr>
        </p:nvSpPr>
        <p:spPr>
          <a:xfrm>
            <a:off x="7013575" y="2101678"/>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8" name="Picture Placeholder 4">
            <a:extLst>
              <a:ext uri="{FF2B5EF4-FFF2-40B4-BE49-F238E27FC236}">
                <a16:creationId xmlns:a16="http://schemas.microsoft.com/office/drawing/2014/main" id="{0F79FB59-7033-4037-89D1-B44F350060D9}"/>
              </a:ext>
            </a:extLst>
          </p:cNvPr>
          <p:cNvSpPr>
            <a:spLocks noGrp="1"/>
          </p:cNvSpPr>
          <p:nvPr>
            <p:ph type="pic" sz="quarter" idx="18"/>
          </p:nvPr>
        </p:nvSpPr>
        <p:spPr>
          <a:xfrm>
            <a:off x="6775450" y="4544974"/>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9" name="Picture Placeholder 4">
            <a:extLst>
              <a:ext uri="{FF2B5EF4-FFF2-40B4-BE49-F238E27FC236}">
                <a16:creationId xmlns:a16="http://schemas.microsoft.com/office/drawing/2014/main" id="{26D0D2E9-5F78-4E23-89A5-1E3C16C03826}"/>
              </a:ext>
            </a:extLst>
          </p:cNvPr>
          <p:cNvSpPr>
            <a:spLocks noGrp="1"/>
          </p:cNvSpPr>
          <p:nvPr>
            <p:ph type="pic" sz="quarter" idx="19"/>
          </p:nvPr>
        </p:nvSpPr>
        <p:spPr>
          <a:xfrm>
            <a:off x="9556750" y="2101678"/>
            <a:ext cx="774700" cy="778220"/>
          </a:xfrm>
          <a:prstGeom prst="ellipse">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1" name="Title 5">
            <a:extLst>
              <a:ext uri="{FF2B5EF4-FFF2-40B4-BE49-F238E27FC236}">
                <a16:creationId xmlns:a16="http://schemas.microsoft.com/office/drawing/2014/main" id="{E4C43682-B630-4F6B-9F4D-3939B144A45D}"/>
              </a:ext>
            </a:extLst>
          </p:cNvPr>
          <p:cNvSpPr>
            <a:spLocks noGrp="1"/>
          </p:cNvSpPr>
          <p:nvPr>
            <p:ph type="title"/>
          </p:nvPr>
        </p:nvSpPr>
        <p:spPr>
          <a:xfrm>
            <a:off x="1104900" y="917575"/>
            <a:ext cx="9925050" cy="682625"/>
          </a:xfrm>
        </p:spPr>
        <p:txBody>
          <a:bodyPr wrap="none" lIns="0" tIns="91440">
            <a:normAutofit/>
          </a:bodyPr>
          <a:lstStyle>
            <a:lvl1pPr>
              <a:defRPr sz="3200"/>
            </a:lvl1pPr>
          </a:lstStyle>
          <a:p>
            <a:endParaRPr lang="en-US" dirty="0"/>
          </a:p>
        </p:txBody>
      </p:sp>
    </p:spTree>
    <p:extLst>
      <p:ext uri="{BB962C8B-B14F-4D97-AF65-F5344CB8AC3E}">
        <p14:creationId xmlns:p14="http://schemas.microsoft.com/office/powerpoint/2010/main" val="364230432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1000"/>
                                  </p:stCondLst>
                                  <p:childTnLst>
                                    <p:set>
                                      <p:cBhvr>
                                        <p:cTn id="6" dur="1" fill="hold">
                                          <p:stCondLst>
                                            <p:cond delay="0"/>
                                          </p:stCondLst>
                                        </p:cTn>
                                        <p:tgtEl>
                                          <p:spTgt spid="13"/>
                                        </p:tgtEl>
                                        <p:attrNameLst>
                                          <p:attrName>style.visibility</p:attrName>
                                        </p:attrNameLst>
                                      </p:cBhvr>
                                      <p:to>
                                        <p:strVal val="visible"/>
                                      </p:to>
                                    </p:set>
                                    <p:animEffect transition="in" filter="circle(out)">
                                      <p:cBhvr>
                                        <p:cTn id="7" dur="750"/>
                                        <p:tgtEl>
                                          <p:spTgt spid="13"/>
                                        </p:tgtEl>
                                      </p:cBhvr>
                                    </p:animEffect>
                                  </p:childTnLst>
                                </p:cTn>
                              </p:par>
                              <p:par>
                                <p:cTn id="8" presetID="6" presetClass="entr" presetSubtype="32" fill="hold" grpId="0" nodeType="withEffect">
                                  <p:stCondLst>
                                    <p:cond delay="1300"/>
                                  </p:stCondLst>
                                  <p:childTnLst>
                                    <p:set>
                                      <p:cBhvr>
                                        <p:cTn id="9" dur="1" fill="hold">
                                          <p:stCondLst>
                                            <p:cond delay="0"/>
                                          </p:stCondLst>
                                        </p:cTn>
                                        <p:tgtEl>
                                          <p:spTgt spid="15"/>
                                        </p:tgtEl>
                                        <p:attrNameLst>
                                          <p:attrName>style.visibility</p:attrName>
                                        </p:attrNameLst>
                                      </p:cBhvr>
                                      <p:to>
                                        <p:strVal val="visible"/>
                                      </p:to>
                                    </p:set>
                                    <p:animEffect transition="in" filter="circle(out)">
                                      <p:cBhvr>
                                        <p:cTn id="10" dur="750"/>
                                        <p:tgtEl>
                                          <p:spTgt spid="15"/>
                                        </p:tgtEl>
                                      </p:cBhvr>
                                    </p:animEffect>
                                  </p:childTnLst>
                                </p:cTn>
                              </p:par>
                              <p:par>
                                <p:cTn id="11" presetID="6" presetClass="entr" presetSubtype="32" fill="hold" grpId="0" nodeType="withEffect">
                                  <p:stCondLst>
                                    <p:cond delay="1600"/>
                                  </p:stCondLst>
                                  <p:childTnLst>
                                    <p:set>
                                      <p:cBhvr>
                                        <p:cTn id="12" dur="1" fill="hold">
                                          <p:stCondLst>
                                            <p:cond delay="0"/>
                                          </p:stCondLst>
                                        </p:cTn>
                                        <p:tgtEl>
                                          <p:spTgt spid="17"/>
                                        </p:tgtEl>
                                        <p:attrNameLst>
                                          <p:attrName>style.visibility</p:attrName>
                                        </p:attrNameLst>
                                      </p:cBhvr>
                                      <p:to>
                                        <p:strVal val="visible"/>
                                      </p:to>
                                    </p:set>
                                    <p:animEffect transition="in" filter="circle(out)">
                                      <p:cBhvr>
                                        <p:cTn id="13" dur="750"/>
                                        <p:tgtEl>
                                          <p:spTgt spid="17"/>
                                        </p:tgtEl>
                                      </p:cBhvr>
                                    </p:animEffect>
                                  </p:childTnLst>
                                </p:cTn>
                              </p:par>
                              <p:par>
                                <p:cTn id="14" presetID="6" presetClass="entr" presetSubtype="32" fill="hold" grpId="0" nodeType="withEffect">
                                  <p:stCondLst>
                                    <p:cond delay="1900"/>
                                  </p:stCondLst>
                                  <p:childTnLst>
                                    <p:set>
                                      <p:cBhvr>
                                        <p:cTn id="15" dur="1" fill="hold">
                                          <p:stCondLst>
                                            <p:cond delay="0"/>
                                          </p:stCondLst>
                                        </p:cTn>
                                        <p:tgtEl>
                                          <p:spTgt spid="19"/>
                                        </p:tgtEl>
                                        <p:attrNameLst>
                                          <p:attrName>style.visibility</p:attrName>
                                        </p:attrNameLst>
                                      </p:cBhvr>
                                      <p:to>
                                        <p:strVal val="visible"/>
                                      </p:to>
                                    </p:set>
                                    <p:animEffect transition="in" filter="circle(out)">
                                      <p:cBhvr>
                                        <p:cTn id="16" dur="750"/>
                                        <p:tgtEl>
                                          <p:spTgt spid="19"/>
                                        </p:tgtEl>
                                      </p:cBhvr>
                                    </p:animEffect>
                                  </p:childTnLst>
                                </p:cTn>
                              </p:par>
                              <p:par>
                                <p:cTn id="17" presetID="6" presetClass="entr" presetSubtype="32" fill="hold" grpId="0" nodeType="withEffect">
                                  <p:stCondLst>
                                    <p:cond delay="2200"/>
                                  </p:stCondLst>
                                  <p:childTnLst>
                                    <p:set>
                                      <p:cBhvr>
                                        <p:cTn id="18" dur="1" fill="hold">
                                          <p:stCondLst>
                                            <p:cond delay="0"/>
                                          </p:stCondLst>
                                        </p:cTn>
                                        <p:tgtEl>
                                          <p:spTgt spid="7"/>
                                        </p:tgtEl>
                                        <p:attrNameLst>
                                          <p:attrName>style.visibility</p:attrName>
                                        </p:attrNameLst>
                                      </p:cBhvr>
                                      <p:to>
                                        <p:strVal val="visible"/>
                                      </p:to>
                                    </p:set>
                                    <p:animEffect transition="in" filter="circle(out)">
                                      <p:cBhvr>
                                        <p:cTn id="19" dur="750"/>
                                        <p:tgtEl>
                                          <p:spTgt spid="7"/>
                                        </p:tgtEl>
                                      </p:cBhvr>
                                    </p:animEffect>
                                  </p:childTnLst>
                                </p:cTn>
                              </p:par>
                              <p:par>
                                <p:cTn id="20" presetID="6" presetClass="entr" presetSubtype="32" fill="hold" grpId="0" nodeType="withEffect">
                                  <p:stCondLst>
                                    <p:cond delay="2500"/>
                                  </p:stCondLst>
                                  <p:childTnLst>
                                    <p:set>
                                      <p:cBhvr>
                                        <p:cTn id="21" dur="1" fill="hold">
                                          <p:stCondLst>
                                            <p:cond delay="0"/>
                                          </p:stCondLst>
                                        </p:cTn>
                                        <p:tgtEl>
                                          <p:spTgt spid="16"/>
                                        </p:tgtEl>
                                        <p:attrNameLst>
                                          <p:attrName>style.visibility</p:attrName>
                                        </p:attrNameLst>
                                      </p:cBhvr>
                                      <p:to>
                                        <p:strVal val="visible"/>
                                      </p:to>
                                    </p:set>
                                    <p:animEffect transition="in" filter="circle(out)">
                                      <p:cBhvr>
                                        <p:cTn id="22" dur="750"/>
                                        <p:tgtEl>
                                          <p:spTgt spid="16"/>
                                        </p:tgtEl>
                                      </p:cBhvr>
                                    </p:animEffect>
                                  </p:childTnLst>
                                </p:cTn>
                              </p:par>
                              <p:par>
                                <p:cTn id="23" presetID="6" presetClass="entr" presetSubtype="32" fill="hold" grpId="0" nodeType="withEffect">
                                  <p:stCondLst>
                                    <p:cond delay="2900"/>
                                  </p:stCondLst>
                                  <p:childTnLst>
                                    <p:set>
                                      <p:cBhvr>
                                        <p:cTn id="24" dur="1" fill="hold">
                                          <p:stCondLst>
                                            <p:cond delay="0"/>
                                          </p:stCondLst>
                                        </p:cTn>
                                        <p:tgtEl>
                                          <p:spTgt spid="18"/>
                                        </p:tgtEl>
                                        <p:attrNameLst>
                                          <p:attrName>style.visibility</p:attrName>
                                        </p:attrNameLst>
                                      </p:cBhvr>
                                      <p:to>
                                        <p:strVal val="visible"/>
                                      </p:to>
                                    </p:set>
                                    <p:animEffect transition="in" filter="circle(out)">
                                      <p:cBhvr>
                                        <p:cTn id="25" dur="750"/>
                                        <p:tgtEl>
                                          <p:spTgt spid="18"/>
                                        </p:tgtEl>
                                      </p:cBhvr>
                                    </p:animEffect>
                                  </p:childTnLst>
                                </p:cTn>
                              </p:par>
                              <p:par>
                                <p:cTn id="26" presetID="22" presetClass="entr" presetSubtype="8" fill="hold" grpId="0" nodeType="withEffect" nodePh="1">
                                  <p:stCondLst>
                                    <p:cond delay="500"/>
                                  </p:stCondLst>
                                  <p:endCondLst>
                                    <p:cond evt="begin" delay="0">
                                      <p:tn val="26"/>
                                    </p:cond>
                                  </p:end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P spid="15" grpId="0" animBg="1"/>
      <p:bldP spid="16" grpId="0" animBg="1"/>
      <p:bldP spid="17" grpId="0" animBg="1"/>
      <p:bldP spid="18" grpId="0" animBg="1"/>
      <p:bldP spid="19" grpId="0" animBg="1"/>
      <p:bldP spid="21" grpId="0"/>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ACE91A-E851-4D42-9BE9-AFB4E7C10A7A}"/>
              </a:ext>
            </a:extLst>
          </p:cNvPr>
          <p:cNvSpPr>
            <a:spLocks noGrp="1"/>
          </p:cNvSpPr>
          <p:nvPr>
            <p:ph type="title"/>
          </p:nvPr>
        </p:nvSpPr>
        <p:spPr>
          <a:xfrm>
            <a:off x="1104900" y="917575"/>
            <a:ext cx="9925050" cy="682625"/>
          </a:xfrm>
        </p:spPr>
        <p:txBody>
          <a:bodyPr wrap="none" lIns="0" tIns="91440">
            <a:normAutofit/>
          </a:bodyPr>
          <a:lstStyle>
            <a:lvl1pPr>
              <a:defRPr sz="3200"/>
            </a:lvl1pPr>
          </a:lstStyle>
          <a:p>
            <a:endParaRPr lang="en-US" dirty="0"/>
          </a:p>
        </p:txBody>
      </p:sp>
      <p:sp>
        <p:nvSpPr>
          <p:cNvPr id="3" name="Picture Placeholder 4">
            <a:extLst>
              <a:ext uri="{FF2B5EF4-FFF2-40B4-BE49-F238E27FC236}">
                <a16:creationId xmlns:a16="http://schemas.microsoft.com/office/drawing/2014/main" id="{545B0F8E-71DE-450D-B48D-C2890A084986}"/>
              </a:ext>
            </a:extLst>
          </p:cNvPr>
          <p:cNvSpPr>
            <a:spLocks noGrp="1"/>
          </p:cNvSpPr>
          <p:nvPr>
            <p:ph type="pic" sz="quarter" idx="13"/>
          </p:nvPr>
        </p:nvSpPr>
        <p:spPr>
          <a:xfrm>
            <a:off x="1104901" y="1787524"/>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4" name="Picture Placeholder 4">
            <a:extLst>
              <a:ext uri="{FF2B5EF4-FFF2-40B4-BE49-F238E27FC236}">
                <a16:creationId xmlns:a16="http://schemas.microsoft.com/office/drawing/2014/main" id="{D045F2BA-4877-4ACE-911C-32DE75445E20}"/>
              </a:ext>
            </a:extLst>
          </p:cNvPr>
          <p:cNvSpPr>
            <a:spLocks noGrp="1"/>
          </p:cNvSpPr>
          <p:nvPr>
            <p:ph type="pic" sz="quarter" idx="14"/>
          </p:nvPr>
        </p:nvSpPr>
        <p:spPr>
          <a:xfrm>
            <a:off x="1104901" y="4152899"/>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5" name="Picture Placeholder 4">
            <a:extLst>
              <a:ext uri="{FF2B5EF4-FFF2-40B4-BE49-F238E27FC236}">
                <a16:creationId xmlns:a16="http://schemas.microsoft.com/office/drawing/2014/main" id="{DBB12F89-A777-4636-AD62-AC38BAACE3B2}"/>
              </a:ext>
            </a:extLst>
          </p:cNvPr>
          <p:cNvSpPr>
            <a:spLocks noGrp="1"/>
          </p:cNvSpPr>
          <p:nvPr>
            <p:ph type="pic" sz="quarter" idx="15"/>
          </p:nvPr>
        </p:nvSpPr>
        <p:spPr>
          <a:xfrm>
            <a:off x="3095626" y="1787524"/>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6" name="Picture Placeholder 4">
            <a:extLst>
              <a:ext uri="{FF2B5EF4-FFF2-40B4-BE49-F238E27FC236}">
                <a16:creationId xmlns:a16="http://schemas.microsoft.com/office/drawing/2014/main" id="{4FAF4F1A-ED5A-438D-B52E-7BD1D6D332E0}"/>
              </a:ext>
            </a:extLst>
          </p:cNvPr>
          <p:cNvSpPr>
            <a:spLocks noGrp="1"/>
          </p:cNvSpPr>
          <p:nvPr>
            <p:ph type="pic" sz="quarter" idx="16"/>
          </p:nvPr>
        </p:nvSpPr>
        <p:spPr>
          <a:xfrm>
            <a:off x="3095626" y="4152899"/>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7" name="Picture Placeholder 4">
            <a:extLst>
              <a:ext uri="{FF2B5EF4-FFF2-40B4-BE49-F238E27FC236}">
                <a16:creationId xmlns:a16="http://schemas.microsoft.com/office/drawing/2014/main" id="{B3C99E76-7164-46AF-A623-6CAF367A1F11}"/>
              </a:ext>
            </a:extLst>
          </p:cNvPr>
          <p:cNvSpPr>
            <a:spLocks noGrp="1"/>
          </p:cNvSpPr>
          <p:nvPr>
            <p:ph type="pic" sz="quarter" idx="17"/>
          </p:nvPr>
        </p:nvSpPr>
        <p:spPr>
          <a:xfrm>
            <a:off x="5086351" y="1787524"/>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8" name="Picture Placeholder 4">
            <a:extLst>
              <a:ext uri="{FF2B5EF4-FFF2-40B4-BE49-F238E27FC236}">
                <a16:creationId xmlns:a16="http://schemas.microsoft.com/office/drawing/2014/main" id="{7E28F709-B140-4B9B-8395-6060964DCCA8}"/>
              </a:ext>
            </a:extLst>
          </p:cNvPr>
          <p:cNvSpPr>
            <a:spLocks noGrp="1"/>
          </p:cNvSpPr>
          <p:nvPr>
            <p:ph type="pic" sz="quarter" idx="18"/>
          </p:nvPr>
        </p:nvSpPr>
        <p:spPr>
          <a:xfrm>
            <a:off x="5086351" y="4152899"/>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9" name="Picture Placeholder 4">
            <a:extLst>
              <a:ext uri="{FF2B5EF4-FFF2-40B4-BE49-F238E27FC236}">
                <a16:creationId xmlns:a16="http://schemas.microsoft.com/office/drawing/2014/main" id="{B551BC7B-3F62-47DF-B7BD-8CF7AA7D13A4}"/>
              </a:ext>
            </a:extLst>
          </p:cNvPr>
          <p:cNvSpPr>
            <a:spLocks noGrp="1"/>
          </p:cNvSpPr>
          <p:nvPr>
            <p:ph type="pic" sz="quarter" idx="19"/>
          </p:nvPr>
        </p:nvSpPr>
        <p:spPr>
          <a:xfrm>
            <a:off x="7077076" y="1787524"/>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0" name="Picture Placeholder 4">
            <a:extLst>
              <a:ext uri="{FF2B5EF4-FFF2-40B4-BE49-F238E27FC236}">
                <a16:creationId xmlns:a16="http://schemas.microsoft.com/office/drawing/2014/main" id="{5C06BBCE-9564-42F1-85EC-D9C1B4809245}"/>
              </a:ext>
            </a:extLst>
          </p:cNvPr>
          <p:cNvSpPr>
            <a:spLocks noGrp="1"/>
          </p:cNvSpPr>
          <p:nvPr>
            <p:ph type="pic" sz="quarter" idx="20"/>
          </p:nvPr>
        </p:nvSpPr>
        <p:spPr>
          <a:xfrm>
            <a:off x="7077076" y="4152899"/>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1" name="Picture Placeholder 4">
            <a:extLst>
              <a:ext uri="{FF2B5EF4-FFF2-40B4-BE49-F238E27FC236}">
                <a16:creationId xmlns:a16="http://schemas.microsoft.com/office/drawing/2014/main" id="{56286425-F38F-4AE8-A49D-2A50DED88CAF}"/>
              </a:ext>
            </a:extLst>
          </p:cNvPr>
          <p:cNvSpPr>
            <a:spLocks noGrp="1"/>
          </p:cNvSpPr>
          <p:nvPr>
            <p:ph type="pic" sz="quarter" idx="21"/>
          </p:nvPr>
        </p:nvSpPr>
        <p:spPr>
          <a:xfrm>
            <a:off x="9067801" y="1787524"/>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2" name="Picture Placeholder 4">
            <a:extLst>
              <a:ext uri="{FF2B5EF4-FFF2-40B4-BE49-F238E27FC236}">
                <a16:creationId xmlns:a16="http://schemas.microsoft.com/office/drawing/2014/main" id="{2A8D10B6-C676-4832-9677-25C5B27DDB26}"/>
              </a:ext>
            </a:extLst>
          </p:cNvPr>
          <p:cNvSpPr>
            <a:spLocks noGrp="1"/>
          </p:cNvSpPr>
          <p:nvPr>
            <p:ph type="pic" sz="quarter" idx="22"/>
          </p:nvPr>
        </p:nvSpPr>
        <p:spPr>
          <a:xfrm>
            <a:off x="9067801" y="4152899"/>
            <a:ext cx="1752600"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Tree>
    <p:extLst>
      <p:ext uri="{BB962C8B-B14F-4D97-AF65-F5344CB8AC3E}">
        <p14:creationId xmlns:p14="http://schemas.microsoft.com/office/powerpoint/2010/main" val="134907452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5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37"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anim calcmode="lin" valueType="num">
                                      <p:cBhvr>
                                        <p:cTn id="11" dur="750" fill="hold"/>
                                        <p:tgtEl>
                                          <p:spTgt spid="3"/>
                                        </p:tgtEl>
                                        <p:attrNameLst>
                                          <p:attrName>ppt_x</p:attrName>
                                        </p:attrNameLst>
                                      </p:cBhvr>
                                      <p:tavLst>
                                        <p:tav tm="0">
                                          <p:val>
                                            <p:strVal val="#ppt_x"/>
                                          </p:val>
                                        </p:tav>
                                        <p:tav tm="100000">
                                          <p:val>
                                            <p:strVal val="#ppt_x"/>
                                          </p:val>
                                        </p:tav>
                                      </p:tavLst>
                                    </p:anim>
                                    <p:anim calcmode="lin" valueType="num">
                                      <p:cBhvr>
                                        <p:cTn id="12" dur="675" decel="100000" fill="hold"/>
                                        <p:tgtEl>
                                          <p:spTgt spid="3"/>
                                        </p:tgtEl>
                                        <p:attrNameLst>
                                          <p:attrName>ppt_y</p:attrName>
                                        </p:attrNameLst>
                                      </p:cBhvr>
                                      <p:tavLst>
                                        <p:tav tm="0">
                                          <p:val>
                                            <p:strVal val="#ppt_y+1"/>
                                          </p:val>
                                        </p:tav>
                                        <p:tav tm="100000">
                                          <p:val>
                                            <p:strVal val="#ppt_y-.03"/>
                                          </p:val>
                                        </p:tav>
                                      </p:tavLst>
                                    </p:anim>
                                    <p:anim calcmode="lin" valueType="num">
                                      <p:cBhvr>
                                        <p:cTn id="13" dur="75" accel="100000" fill="hold">
                                          <p:stCondLst>
                                            <p:cond delay="675"/>
                                          </p:stCondLst>
                                        </p:cTn>
                                        <p:tgtEl>
                                          <p:spTgt spid="3"/>
                                        </p:tgtEl>
                                        <p:attrNameLst>
                                          <p:attrName>ppt_y</p:attrName>
                                        </p:attrNameLst>
                                      </p:cBhvr>
                                      <p:tavLst>
                                        <p:tav tm="0">
                                          <p:val>
                                            <p:strVal val="#ppt_y-.03"/>
                                          </p:val>
                                        </p:tav>
                                        <p:tav tm="100000">
                                          <p:val>
                                            <p:strVal val="#ppt_y"/>
                                          </p:val>
                                        </p:tav>
                                      </p:tavLst>
                                    </p:anim>
                                  </p:childTnLst>
                                </p:cTn>
                              </p:par>
                              <p:par>
                                <p:cTn id="14" presetID="37" presetClass="entr" presetSubtype="0" fill="hold" grpId="0" nodeType="withEffect">
                                  <p:stCondLst>
                                    <p:cond delay="25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750"/>
                                        <p:tgtEl>
                                          <p:spTgt spid="15"/>
                                        </p:tgtEl>
                                      </p:cBhvr>
                                    </p:animEffect>
                                    <p:anim calcmode="lin" valueType="num">
                                      <p:cBhvr>
                                        <p:cTn id="17" dur="750" fill="hold"/>
                                        <p:tgtEl>
                                          <p:spTgt spid="15"/>
                                        </p:tgtEl>
                                        <p:attrNameLst>
                                          <p:attrName>ppt_x</p:attrName>
                                        </p:attrNameLst>
                                      </p:cBhvr>
                                      <p:tavLst>
                                        <p:tav tm="0">
                                          <p:val>
                                            <p:strVal val="#ppt_x"/>
                                          </p:val>
                                        </p:tav>
                                        <p:tav tm="100000">
                                          <p:val>
                                            <p:strVal val="#ppt_x"/>
                                          </p:val>
                                        </p:tav>
                                      </p:tavLst>
                                    </p:anim>
                                    <p:anim calcmode="lin" valueType="num">
                                      <p:cBhvr>
                                        <p:cTn id="18" dur="675" decel="100000" fill="hold"/>
                                        <p:tgtEl>
                                          <p:spTgt spid="15"/>
                                        </p:tgtEl>
                                        <p:attrNameLst>
                                          <p:attrName>ppt_y</p:attrName>
                                        </p:attrNameLst>
                                      </p:cBhvr>
                                      <p:tavLst>
                                        <p:tav tm="0">
                                          <p:val>
                                            <p:strVal val="#ppt_y+1"/>
                                          </p:val>
                                        </p:tav>
                                        <p:tav tm="100000">
                                          <p:val>
                                            <p:strVal val="#ppt_y-.03"/>
                                          </p:val>
                                        </p:tav>
                                      </p:tavLst>
                                    </p:anim>
                                    <p:anim calcmode="lin" valueType="num">
                                      <p:cBhvr>
                                        <p:cTn id="19" dur="75" accel="100000" fill="hold">
                                          <p:stCondLst>
                                            <p:cond delay="675"/>
                                          </p:stCondLst>
                                        </p:cTn>
                                        <p:tgtEl>
                                          <p:spTgt spid="15"/>
                                        </p:tgtEl>
                                        <p:attrNameLst>
                                          <p:attrName>ppt_y</p:attrName>
                                        </p:attrNameLst>
                                      </p:cBhvr>
                                      <p:tavLst>
                                        <p:tav tm="0">
                                          <p:val>
                                            <p:strVal val="#ppt_y-.03"/>
                                          </p:val>
                                        </p:tav>
                                        <p:tav tm="100000">
                                          <p:val>
                                            <p:strVal val="#ppt_y"/>
                                          </p:val>
                                        </p:tav>
                                      </p:tavLst>
                                    </p:anim>
                                  </p:childTnLst>
                                </p:cTn>
                              </p:par>
                              <p:par>
                                <p:cTn id="20" presetID="37" presetClass="entr" presetSubtype="0" fill="hold" grpId="0" nodeType="withEffect">
                                  <p:stCondLst>
                                    <p:cond delay="5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750"/>
                                        <p:tgtEl>
                                          <p:spTgt spid="17"/>
                                        </p:tgtEl>
                                      </p:cBhvr>
                                    </p:animEffect>
                                    <p:anim calcmode="lin" valueType="num">
                                      <p:cBhvr>
                                        <p:cTn id="23" dur="750" fill="hold"/>
                                        <p:tgtEl>
                                          <p:spTgt spid="17"/>
                                        </p:tgtEl>
                                        <p:attrNameLst>
                                          <p:attrName>ppt_x</p:attrName>
                                        </p:attrNameLst>
                                      </p:cBhvr>
                                      <p:tavLst>
                                        <p:tav tm="0">
                                          <p:val>
                                            <p:strVal val="#ppt_x"/>
                                          </p:val>
                                        </p:tav>
                                        <p:tav tm="100000">
                                          <p:val>
                                            <p:strVal val="#ppt_x"/>
                                          </p:val>
                                        </p:tav>
                                      </p:tavLst>
                                    </p:anim>
                                    <p:anim calcmode="lin" valueType="num">
                                      <p:cBhvr>
                                        <p:cTn id="24" dur="675" decel="100000" fill="hold"/>
                                        <p:tgtEl>
                                          <p:spTgt spid="17"/>
                                        </p:tgtEl>
                                        <p:attrNameLst>
                                          <p:attrName>ppt_y</p:attrName>
                                        </p:attrNameLst>
                                      </p:cBhvr>
                                      <p:tavLst>
                                        <p:tav tm="0">
                                          <p:val>
                                            <p:strVal val="#ppt_y+1"/>
                                          </p:val>
                                        </p:tav>
                                        <p:tav tm="100000">
                                          <p:val>
                                            <p:strVal val="#ppt_y-.03"/>
                                          </p:val>
                                        </p:tav>
                                      </p:tavLst>
                                    </p:anim>
                                    <p:anim calcmode="lin" valueType="num">
                                      <p:cBhvr>
                                        <p:cTn id="25" dur="75" accel="100000" fill="hold">
                                          <p:stCondLst>
                                            <p:cond delay="675"/>
                                          </p:stCondLst>
                                        </p:cTn>
                                        <p:tgtEl>
                                          <p:spTgt spid="17"/>
                                        </p:tgtEl>
                                        <p:attrNameLst>
                                          <p:attrName>ppt_y</p:attrName>
                                        </p:attrNameLst>
                                      </p:cBhvr>
                                      <p:tavLst>
                                        <p:tav tm="0">
                                          <p:val>
                                            <p:strVal val="#ppt_y-.03"/>
                                          </p:val>
                                        </p:tav>
                                        <p:tav tm="100000">
                                          <p:val>
                                            <p:strVal val="#ppt_y"/>
                                          </p:val>
                                        </p:tav>
                                      </p:tavLst>
                                    </p:anim>
                                  </p:childTnLst>
                                </p:cTn>
                              </p:par>
                              <p:par>
                                <p:cTn id="26" presetID="37" presetClass="entr" presetSubtype="0" fill="hold" grpId="0" nodeType="withEffect">
                                  <p:stCondLst>
                                    <p:cond delay="75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750"/>
                                        <p:tgtEl>
                                          <p:spTgt spid="19"/>
                                        </p:tgtEl>
                                      </p:cBhvr>
                                    </p:animEffect>
                                    <p:anim calcmode="lin" valueType="num">
                                      <p:cBhvr>
                                        <p:cTn id="29" dur="750" fill="hold"/>
                                        <p:tgtEl>
                                          <p:spTgt spid="19"/>
                                        </p:tgtEl>
                                        <p:attrNameLst>
                                          <p:attrName>ppt_x</p:attrName>
                                        </p:attrNameLst>
                                      </p:cBhvr>
                                      <p:tavLst>
                                        <p:tav tm="0">
                                          <p:val>
                                            <p:strVal val="#ppt_x"/>
                                          </p:val>
                                        </p:tav>
                                        <p:tav tm="100000">
                                          <p:val>
                                            <p:strVal val="#ppt_x"/>
                                          </p:val>
                                        </p:tav>
                                      </p:tavLst>
                                    </p:anim>
                                    <p:anim calcmode="lin" valueType="num">
                                      <p:cBhvr>
                                        <p:cTn id="30" dur="675" decel="100000" fill="hold"/>
                                        <p:tgtEl>
                                          <p:spTgt spid="19"/>
                                        </p:tgtEl>
                                        <p:attrNameLst>
                                          <p:attrName>ppt_y</p:attrName>
                                        </p:attrNameLst>
                                      </p:cBhvr>
                                      <p:tavLst>
                                        <p:tav tm="0">
                                          <p:val>
                                            <p:strVal val="#ppt_y+1"/>
                                          </p:val>
                                        </p:tav>
                                        <p:tav tm="100000">
                                          <p:val>
                                            <p:strVal val="#ppt_y-.03"/>
                                          </p:val>
                                        </p:tav>
                                      </p:tavLst>
                                    </p:anim>
                                    <p:anim calcmode="lin" valueType="num">
                                      <p:cBhvr>
                                        <p:cTn id="31" dur="75" accel="100000" fill="hold">
                                          <p:stCondLst>
                                            <p:cond delay="675"/>
                                          </p:stCondLst>
                                        </p:cTn>
                                        <p:tgtEl>
                                          <p:spTgt spid="19"/>
                                        </p:tgtEl>
                                        <p:attrNameLst>
                                          <p:attrName>ppt_y</p:attrName>
                                        </p:attrNameLst>
                                      </p:cBhvr>
                                      <p:tavLst>
                                        <p:tav tm="0">
                                          <p:val>
                                            <p:strVal val="#ppt_y-.03"/>
                                          </p:val>
                                        </p:tav>
                                        <p:tav tm="100000">
                                          <p:val>
                                            <p:strVal val="#ppt_y"/>
                                          </p:val>
                                        </p:tav>
                                      </p:tavLst>
                                    </p:anim>
                                  </p:childTnLst>
                                </p:cTn>
                              </p:par>
                              <p:par>
                                <p:cTn id="32" presetID="37" presetClass="entr" presetSubtype="0" fill="hold" grpId="0" nodeType="withEffect">
                                  <p:stCondLst>
                                    <p:cond delay="100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750"/>
                                        <p:tgtEl>
                                          <p:spTgt spid="21"/>
                                        </p:tgtEl>
                                      </p:cBhvr>
                                    </p:animEffect>
                                    <p:anim calcmode="lin" valueType="num">
                                      <p:cBhvr>
                                        <p:cTn id="35" dur="750" fill="hold"/>
                                        <p:tgtEl>
                                          <p:spTgt spid="21"/>
                                        </p:tgtEl>
                                        <p:attrNameLst>
                                          <p:attrName>ppt_x</p:attrName>
                                        </p:attrNameLst>
                                      </p:cBhvr>
                                      <p:tavLst>
                                        <p:tav tm="0">
                                          <p:val>
                                            <p:strVal val="#ppt_x"/>
                                          </p:val>
                                        </p:tav>
                                        <p:tav tm="100000">
                                          <p:val>
                                            <p:strVal val="#ppt_x"/>
                                          </p:val>
                                        </p:tav>
                                      </p:tavLst>
                                    </p:anim>
                                    <p:anim calcmode="lin" valueType="num">
                                      <p:cBhvr>
                                        <p:cTn id="36" dur="675" decel="100000" fill="hold"/>
                                        <p:tgtEl>
                                          <p:spTgt spid="21"/>
                                        </p:tgtEl>
                                        <p:attrNameLst>
                                          <p:attrName>ppt_y</p:attrName>
                                        </p:attrNameLst>
                                      </p:cBhvr>
                                      <p:tavLst>
                                        <p:tav tm="0">
                                          <p:val>
                                            <p:strVal val="#ppt_y+1"/>
                                          </p:val>
                                        </p:tav>
                                        <p:tav tm="100000">
                                          <p:val>
                                            <p:strVal val="#ppt_y-.03"/>
                                          </p:val>
                                        </p:tav>
                                      </p:tavLst>
                                    </p:anim>
                                    <p:anim calcmode="lin" valueType="num">
                                      <p:cBhvr>
                                        <p:cTn id="37" dur="75" accel="100000" fill="hold">
                                          <p:stCondLst>
                                            <p:cond delay="675"/>
                                          </p:stCondLst>
                                        </p:cTn>
                                        <p:tgtEl>
                                          <p:spTgt spid="21"/>
                                        </p:tgtEl>
                                        <p:attrNameLst>
                                          <p:attrName>ppt_y</p:attrName>
                                        </p:attrNameLst>
                                      </p:cBhvr>
                                      <p:tavLst>
                                        <p:tav tm="0">
                                          <p:val>
                                            <p:strVal val="#ppt_y-.03"/>
                                          </p:val>
                                        </p:tav>
                                        <p:tav tm="100000">
                                          <p:val>
                                            <p:strVal val="#ppt_y"/>
                                          </p:val>
                                        </p:tav>
                                      </p:tavLst>
                                    </p:anim>
                                  </p:childTnLst>
                                </p:cTn>
                              </p:par>
                              <p:par>
                                <p:cTn id="38" presetID="37" presetClass="entr" presetSubtype="0" fill="hold" grpId="0" nodeType="withEffect">
                                  <p:stCondLst>
                                    <p:cond delay="12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750"/>
                                        <p:tgtEl>
                                          <p:spTgt spid="14"/>
                                        </p:tgtEl>
                                      </p:cBhvr>
                                    </p:animEffect>
                                    <p:anim calcmode="lin" valueType="num">
                                      <p:cBhvr>
                                        <p:cTn id="41" dur="750" fill="hold"/>
                                        <p:tgtEl>
                                          <p:spTgt spid="14"/>
                                        </p:tgtEl>
                                        <p:attrNameLst>
                                          <p:attrName>ppt_x</p:attrName>
                                        </p:attrNameLst>
                                      </p:cBhvr>
                                      <p:tavLst>
                                        <p:tav tm="0">
                                          <p:val>
                                            <p:strVal val="#ppt_x"/>
                                          </p:val>
                                        </p:tav>
                                        <p:tav tm="100000">
                                          <p:val>
                                            <p:strVal val="#ppt_x"/>
                                          </p:val>
                                        </p:tav>
                                      </p:tavLst>
                                    </p:anim>
                                    <p:anim calcmode="lin" valueType="num">
                                      <p:cBhvr>
                                        <p:cTn id="42" dur="675" decel="100000" fill="hold"/>
                                        <p:tgtEl>
                                          <p:spTgt spid="14"/>
                                        </p:tgtEl>
                                        <p:attrNameLst>
                                          <p:attrName>ppt_y</p:attrName>
                                        </p:attrNameLst>
                                      </p:cBhvr>
                                      <p:tavLst>
                                        <p:tav tm="0">
                                          <p:val>
                                            <p:strVal val="#ppt_y+1"/>
                                          </p:val>
                                        </p:tav>
                                        <p:tav tm="100000">
                                          <p:val>
                                            <p:strVal val="#ppt_y-.03"/>
                                          </p:val>
                                        </p:tav>
                                      </p:tavLst>
                                    </p:anim>
                                    <p:anim calcmode="lin" valueType="num">
                                      <p:cBhvr>
                                        <p:cTn id="43" dur="75" accel="100000" fill="hold">
                                          <p:stCondLst>
                                            <p:cond delay="675"/>
                                          </p:stCondLst>
                                        </p:cTn>
                                        <p:tgtEl>
                                          <p:spTgt spid="14"/>
                                        </p:tgtEl>
                                        <p:attrNameLst>
                                          <p:attrName>ppt_y</p:attrName>
                                        </p:attrNameLst>
                                      </p:cBhvr>
                                      <p:tavLst>
                                        <p:tav tm="0">
                                          <p:val>
                                            <p:strVal val="#ppt_y-.03"/>
                                          </p:val>
                                        </p:tav>
                                        <p:tav tm="100000">
                                          <p:val>
                                            <p:strVal val="#ppt_y"/>
                                          </p:val>
                                        </p:tav>
                                      </p:tavLst>
                                    </p:anim>
                                  </p:childTnLst>
                                </p:cTn>
                              </p:par>
                              <p:par>
                                <p:cTn id="44" presetID="37" presetClass="entr" presetSubtype="0" fill="hold" grpId="0" nodeType="withEffect">
                                  <p:stCondLst>
                                    <p:cond delay="150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750"/>
                                        <p:tgtEl>
                                          <p:spTgt spid="16"/>
                                        </p:tgtEl>
                                      </p:cBhvr>
                                    </p:animEffect>
                                    <p:anim calcmode="lin" valueType="num">
                                      <p:cBhvr>
                                        <p:cTn id="47" dur="750" fill="hold"/>
                                        <p:tgtEl>
                                          <p:spTgt spid="16"/>
                                        </p:tgtEl>
                                        <p:attrNameLst>
                                          <p:attrName>ppt_x</p:attrName>
                                        </p:attrNameLst>
                                      </p:cBhvr>
                                      <p:tavLst>
                                        <p:tav tm="0">
                                          <p:val>
                                            <p:strVal val="#ppt_x"/>
                                          </p:val>
                                        </p:tav>
                                        <p:tav tm="100000">
                                          <p:val>
                                            <p:strVal val="#ppt_x"/>
                                          </p:val>
                                        </p:tav>
                                      </p:tavLst>
                                    </p:anim>
                                    <p:anim calcmode="lin" valueType="num">
                                      <p:cBhvr>
                                        <p:cTn id="48" dur="675" decel="100000" fill="hold"/>
                                        <p:tgtEl>
                                          <p:spTgt spid="16"/>
                                        </p:tgtEl>
                                        <p:attrNameLst>
                                          <p:attrName>ppt_y</p:attrName>
                                        </p:attrNameLst>
                                      </p:cBhvr>
                                      <p:tavLst>
                                        <p:tav tm="0">
                                          <p:val>
                                            <p:strVal val="#ppt_y+1"/>
                                          </p:val>
                                        </p:tav>
                                        <p:tav tm="100000">
                                          <p:val>
                                            <p:strVal val="#ppt_y-.03"/>
                                          </p:val>
                                        </p:tav>
                                      </p:tavLst>
                                    </p:anim>
                                    <p:anim calcmode="lin" valueType="num">
                                      <p:cBhvr>
                                        <p:cTn id="49" dur="75" accel="100000" fill="hold">
                                          <p:stCondLst>
                                            <p:cond delay="675"/>
                                          </p:stCondLst>
                                        </p:cTn>
                                        <p:tgtEl>
                                          <p:spTgt spid="16"/>
                                        </p:tgtEl>
                                        <p:attrNameLst>
                                          <p:attrName>ppt_y</p:attrName>
                                        </p:attrNameLst>
                                      </p:cBhvr>
                                      <p:tavLst>
                                        <p:tav tm="0">
                                          <p:val>
                                            <p:strVal val="#ppt_y-.03"/>
                                          </p:val>
                                        </p:tav>
                                        <p:tav tm="100000">
                                          <p:val>
                                            <p:strVal val="#ppt_y"/>
                                          </p:val>
                                        </p:tav>
                                      </p:tavLst>
                                    </p:anim>
                                  </p:childTnLst>
                                </p:cTn>
                              </p:par>
                              <p:par>
                                <p:cTn id="50" presetID="37" presetClass="entr" presetSubtype="0" fill="hold" grpId="0" nodeType="withEffect">
                                  <p:stCondLst>
                                    <p:cond delay="17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750"/>
                                        <p:tgtEl>
                                          <p:spTgt spid="18"/>
                                        </p:tgtEl>
                                      </p:cBhvr>
                                    </p:animEffect>
                                    <p:anim calcmode="lin" valueType="num">
                                      <p:cBhvr>
                                        <p:cTn id="53" dur="750" fill="hold"/>
                                        <p:tgtEl>
                                          <p:spTgt spid="18"/>
                                        </p:tgtEl>
                                        <p:attrNameLst>
                                          <p:attrName>ppt_x</p:attrName>
                                        </p:attrNameLst>
                                      </p:cBhvr>
                                      <p:tavLst>
                                        <p:tav tm="0">
                                          <p:val>
                                            <p:strVal val="#ppt_x"/>
                                          </p:val>
                                        </p:tav>
                                        <p:tav tm="100000">
                                          <p:val>
                                            <p:strVal val="#ppt_x"/>
                                          </p:val>
                                        </p:tav>
                                      </p:tavLst>
                                    </p:anim>
                                    <p:anim calcmode="lin" valueType="num">
                                      <p:cBhvr>
                                        <p:cTn id="54" dur="675" decel="100000" fill="hold"/>
                                        <p:tgtEl>
                                          <p:spTgt spid="18"/>
                                        </p:tgtEl>
                                        <p:attrNameLst>
                                          <p:attrName>ppt_y</p:attrName>
                                        </p:attrNameLst>
                                      </p:cBhvr>
                                      <p:tavLst>
                                        <p:tav tm="0">
                                          <p:val>
                                            <p:strVal val="#ppt_y+1"/>
                                          </p:val>
                                        </p:tav>
                                        <p:tav tm="100000">
                                          <p:val>
                                            <p:strVal val="#ppt_y-.03"/>
                                          </p:val>
                                        </p:tav>
                                      </p:tavLst>
                                    </p:anim>
                                    <p:anim calcmode="lin" valueType="num">
                                      <p:cBhvr>
                                        <p:cTn id="55" dur="75" accel="100000" fill="hold">
                                          <p:stCondLst>
                                            <p:cond delay="675"/>
                                          </p:stCondLst>
                                        </p:cTn>
                                        <p:tgtEl>
                                          <p:spTgt spid="18"/>
                                        </p:tgtEl>
                                        <p:attrNameLst>
                                          <p:attrName>ppt_y</p:attrName>
                                        </p:attrNameLst>
                                      </p:cBhvr>
                                      <p:tavLst>
                                        <p:tav tm="0">
                                          <p:val>
                                            <p:strVal val="#ppt_y-.03"/>
                                          </p:val>
                                        </p:tav>
                                        <p:tav tm="100000">
                                          <p:val>
                                            <p:strVal val="#ppt_y"/>
                                          </p:val>
                                        </p:tav>
                                      </p:tavLst>
                                    </p:anim>
                                  </p:childTnLst>
                                </p:cTn>
                              </p:par>
                              <p:par>
                                <p:cTn id="56" presetID="37" presetClass="entr" presetSubtype="0" fill="hold" grpId="0" nodeType="withEffect">
                                  <p:stCondLst>
                                    <p:cond delay="20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750"/>
                                        <p:tgtEl>
                                          <p:spTgt spid="20"/>
                                        </p:tgtEl>
                                      </p:cBhvr>
                                    </p:animEffect>
                                    <p:anim calcmode="lin" valueType="num">
                                      <p:cBhvr>
                                        <p:cTn id="59" dur="750" fill="hold"/>
                                        <p:tgtEl>
                                          <p:spTgt spid="20"/>
                                        </p:tgtEl>
                                        <p:attrNameLst>
                                          <p:attrName>ppt_x</p:attrName>
                                        </p:attrNameLst>
                                      </p:cBhvr>
                                      <p:tavLst>
                                        <p:tav tm="0">
                                          <p:val>
                                            <p:strVal val="#ppt_x"/>
                                          </p:val>
                                        </p:tav>
                                        <p:tav tm="100000">
                                          <p:val>
                                            <p:strVal val="#ppt_x"/>
                                          </p:val>
                                        </p:tav>
                                      </p:tavLst>
                                    </p:anim>
                                    <p:anim calcmode="lin" valueType="num">
                                      <p:cBhvr>
                                        <p:cTn id="60" dur="675" decel="100000" fill="hold"/>
                                        <p:tgtEl>
                                          <p:spTgt spid="20"/>
                                        </p:tgtEl>
                                        <p:attrNameLst>
                                          <p:attrName>ppt_y</p:attrName>
                                        </p:attrNameLst>
                                      </p:cBhvr>
                                      <p:tavLst>
                                        <p:tav tm="0">
                                          <p:val>
                                            <p:strVal val="#ppt_y+1"/>
                                          </p:val>
                                        </p:tav>
                                        <p:tav tm="100000">
                                          <p:val>
                                            <p:strVal val="#ppt_y-.03"/>
                                          </p:val>
                                        </p:tav>
                                      </p:tavLst>
                                    </p:anim>
                                    <p:anim calcmode="lin" valueType="num">
                                      <p:cBhvr>
                                        <p:cTn id="61" dur="75" accel="100000" fill="hold">
                                          <p:stCondLst>
                                            <p:cond delay="675"/>
                                          </p:stCondLst>
                                        </p:cTn>
                                        <p:tgtEl>
                                          <p:spTgt spid="20"/>
                                        </p:tgtEl>
                                        <p:attrNameLst>
                                          <p:attrName>ppt_y</p:attrName>
                                        </p:attrNameLst>
                                      </p:cBhvr>
                                      <p:tavLst>
                                        <p:tav tm="0">
                                          <p:val>
                                            <p:strVal val="#ppt_y-.03"/>
                                          </p:val>
                                        </p:tav>
                                        <p:tav tm="100000">
                                          <p:val>
                                            <p:strVal val="#ppt_y"/>
                                          </p:val>
                                        </p:tav>
                                      </p:tavLst>
                                    </p:anim>
                                  </p:childTnLst>
                                </p:cTn>
                              </p:par>
                              <p:par>
                                <p:cTn id="62" presetID="37" presetClass="entr" presetSubtype="0" fill="hold" grpId="0" nodeType="withEffect">
                                  <p:stCondLst>
                                    <p:cond delay="22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750"/>
                                        <p:tgtEl>
                                          <p:spTgt spid="22"/>
                                        </p:tgtEl>
                                      </p:cBhvr>
                                    </p:animEffect>
                                    <p:anim calcmode="lin" valueType="num">
                                      <p:cBhvr>
                                        <p:cTn id="65" dur="750" fill="hold"/>
                                        <p:tgtEl>
                                          <p:spTgt spid="22"/>
                                        </p:tgtEl>
                                        <p:attrNameLst>
                                          <p:attrName>ppt_x</p:attrName>
                                        </p:attrNameLst>
                                      </p:cBhvr>
                                      <p:tavLst>
                                        <p:tav tm="0">
                                          <p:val>
                                            <p:strVal val="#ppt_x"/>
                                          </p:val>
                                        </p:tav>
                                        <p:tav tm="100000">
                                          <p:val>
                                            <p:strVal val="#ppt_x"/>
                                          </p:val>
                                        </p:tav>
                                      </p:tavLst>
                                    </p:anim>
                                    <p:anim calcmode="lin" valueType="num">
                                      <p:cBhvr>
                                        <p:cTn id="66" dur="675" decel="100000" fill="hold"/>
                                        <p:tgtEl>
                                          <p:spTgt spid="22"/>
                                        </p:tgtEl>
                                        <p:attrNameLst>
                                          <p:attrName>ppt_y</p:attrName>
                                        </p:attrNameLst>
                                      </p:cBhvr>
                                      <p:tavLst>
                                        <p:tav tm="0">
                                          <p:val>
                                            <p:strVal val="#ppt_y+1"/>
                                          </p:val>
                                        </p:tav>
                                        <p:tav tm="100000">
                                          <p:val>
                                            <p:strVal val="#ppt_y-.03"/>
                                          </p:val>
                                        </p:tav>
                                      </p:tavLst>
                                    </p:anim>
                                    <p:anim calcmode="lin" valueType="num">
                                      <p:cBhvr>
                                        <p:cTn id="67" dur="75" accel="100000" fill="hold">
                                          <p:stCondLst>
                                            <p:cond delay="675"/>
                                          </p:stCondLst>
                                        </p:cTn>
                                        <p:tgtEl>
                                          <p:spTgt spid="2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ACE91A-E851-4D42-9BE9-AFB4E7C10A7A}"/>
              </a:ext>
            </a:extLst>
          </p:cNvPr>
          <p:cNvSpPr>
            <a:spLocks noGrp="1"/>
          </p:cNvSpPr>
          <p:nvPr>
            <p:ph type="title"/>
          </p:nvPr>
        </p:nvSpPr>
        <p:spPr>
          <a:xfrm>
            <a:off x="1104900" y="917575"/>
            <a:ext cx="9925050" cy="682625"/>
          </a:xfrm>
        </p:spPr>
        <p:txBody>
          <a:bodyPr wrap="none" lIns="0" tIns="91440">
            <a:normAutofit/>
          </a:bodyPr>
          <a:lstStyle>
            <a:lvl1pPr>
              <a:defRPr sz="3200"/>
            </a:lvl1pPr>
          </a:lstStyle>
          <a:p>
            <a:endParaRPr lang="en-US" dirty="0"/>
          </a:p>
        </p:txBody>
      </p:sp>
      <p:sp>
        <p:nvSpPr>
          <p:cNvPr id="3" name="Picture Placeholder 4">
            <a:extLst>
              <a:ext uri="{FF2B5EF4-FFF2-40B4-BE49-F238E27FC236}">
                <a16:creationId xmlns:a16="http://schemas.microsoft.com/office/drawing/2014/main" id="{545B0F8E-71DE-450D-B48D-C2890A084986}"/>
              </a:ext>
            </a:extLst>
          </p:cNvPr>
          <p:cNvSpPr>
            <a:spLocks noGrp="1"/>
          </p:cNvSpPr>
          <p:nvPr>
            <p:ph type="pic" sz="quarter" idx="13"/>
          </p:nvPr>
        </p:nvSpPr>
        <p:spPr>
          <a:xfrm>
            <a:off x="1104900" y="1787524"/>
            <a:ext cx="2019299"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4" name="Picture Placeholder 4">
            <a:extLst>
              <a:ext uri="{FF2B5EF4-FFF2-40B4-BE49-F238E27FC236}">
                <a16:creationId xmlns:a16="http://schemas.microsoft.com/office/drawing/2014/main" id="{D045F2BA-4877-4ACE-911C-32DE75445E20}"/>
              </a:ext>
            </a:extLst>
          </p:cNvPr>
          <p:cNvSpPr>
            <a:spLocks noGrp="1"/>
          </p:cNvSpPr>
          <p:nvPr>
            <p:ph type="pic" sz="quarter" idx="14"/>
          </p:nvPr>
        </p:nvSpPr>
        <p:spPr>
          <a:xfrm>
            <a:off x="1104900" y="4152899"/>
            <a:ext cx="2019299"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3" name="Picture Placeholder 4">
            <a:extLst>
              <a:ext uri="{FF2B5EF4-FFF2-40B4-BE49-F238E27FC236}">
                <a16:creationId xmlns:a16="http://schemas.microsoft.com/office/drawing/2014/main" id="{8989045B-5C92-41B6-A78D-48619BE4C7B9}"/>
              </a:ext>
            </a:extLst>
          </p:cNvPr>
          <p:cNvSpPr>
            <a:spLocks noGrp="1"/>
          </p:cNvSpPr>
          <p:nvPr>
            <p:ph type="pic" sz="quarter" idx="23"/>
          </p:nvPr>
        </p:nvSpPr>
        <p:spPr>
          <a:xfrm>
            <a:off x="3371850" y="1787524"/>
            <a:ext cx="2019299"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3" name="Picture Placeholder 4">
            <a:extLst>
              <a:ext uri="{FF2B5EF4-FFF2-40B4-BE49-F238E27FC236}">
                <a16:creationId xmlns:a16="http://schemas.microsoft.com/office/drawing/2014/main" id="{D62F1DCF-549F-4483-ADAA-816A5D049A07}"/>
              </a:ext>
            </a:extLst>
          </p:cNvPr>
          <p:cNvSpPr>
            <a:spLocks noGrp="1"/>
          </p:cNvSpPr>
          <p:nvPr>
            <p:ph type="pic" sz="quarter" idx="24"/>
          </p:nvPr>
        </p:nvSpPr>
        <p:spPr>
          <a:xfrm>
            <a:off x="3371850" y="4152899"/>
            <a:ext cx="2019299"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4" name="Picture Placeholder 4">
            <a:extLst>
              <a:ext uri="{FF2B5EF4-FFF2-40B4-BE49-F238E27FC236}">
                <a16:creationId xmlns:a16="http://schemas.microsoft.com/office/drawing/2014/main" id="{E5E40F61-A5A2-4026-88D3-96D438756EB2}"/>
              </a:ext>
            </a:extLst>
          </p:cNvPr>
          <p:cNvSpPr>
            <a:spLocks noGrp="1"/>
          </p:cNvSpPr>
          <p:nvPr>
            <p:ph type="pic" sz="quarter" idx="25"/>
          </p:nvPr>
        </p:nvSpPr>
        <p:spPr>
          <a:xfrm>
            <a:off x="5638800" y="1787524"/>
            <a:ext cx="3124200" cy="4543426"/>
          </a:xfrm>
          <a:prstGeom prst="roundRect">
            <a:avLst>
              <a:gd name="adj" fmla="val 5463"/>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5" name="Picture Placeholder 4">
            <a:extLst>
              <a:ext uri="{FF2B5EF4-FFF2-40B4-BE49-F238E27FC236}">
                <a16:creationId xmlns:a16="http://schemas.microsoft.com/office/drawing/2014/main" id="{45131AB1-2816-4665-8A82-1721C99DC2A3}"/>
              </a:ext>
            </a:extLst>
          </p:cNvPr>
          <p:cNvSpPr>
            <a:spLocks noGrp="1"/>
          </p:cNvSpPr>
          <p:nvPr>
            <p:ph type="pic" sz="quarter" idx="26"/>
          </p:nvPr>
        </p:nvSpPr>
        <p:spPr>
          <a:xfrm>
            <a:off x="9010651" y="1787524"/>
            <a:ext cx="2019299"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26" name="Picture Placeholder 4">
            <a:extLst>
              <a:ext uri="{FF2B5EF4-FFF2-40B4-BE49-F238E27FC236}">
                <a16:creationId xmlns:a16="http://schemas.microsoft.com/office/drawing/2014/main" id="{919D3F34-FE7B-4105-85A1-59788911CFF5}"/>
              </a:ext>
            </a:extLst>
          </p:cNvPr>
          <p:cNvSpPr>
            <a:spLocks noGrp="1"/>
          </p:cNvSpPr>
          <p:nvPr>
            <p:ph type="pic" sz="quarter" idx="27"/>
          </p:nvPr>
        </p:nvSpPr>
        <p:spPr>
          <a:xfrm>
            <a:off x="9010651" y="4152898"/>
            <a:ext cx="2019299" cy="2178051"/>
          </a:xfrm>
          <a:prstGeom prst="roundRect">
            <a:avLst>
              <a:gd name="adj" fmla="val 9122"/>
            </a:avLst>
          </a:prstGeom>
          <a:solidFill>
            <a:schemeClr val="accent1">
              <a:lumMod val="20000"/>
              <a:lumOff val="80000"/>
            </a:schemeClr>
          </a:solidFill>
          <a:effectLst/>
        </p:spPr>
        <p:txBody>
          <a:bodyPr anchor="ctr" anchorCtr="0"/>
          <a:lstStyle>
            <a:lvl1pPr algn="ctr">
              <a:buNone/>
              <a:defRPr sz="1200"/>
            </a:lvl1pPr>
          </a:lstStyle>
          <a:p>
            <a:endParaRPr lang="en-US" dirty="0"/>
          </a:p>
        </p:txBody>
      </p:sp>
    </p:spTree>
    <p:extLst>
      <p:ext uri="{BB962C8B-B14F-4D97-AF65-F5344CB8AC3E}">
        <p14:creationId xmlns:p14="http://schemas.microsoft.com/office/powerpoint/2010/main" val="228319686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5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2" presetClass="entr" presetSubtype="4" decel="10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750" fill="hold"/>
                                        <p:tgtEl>
                                          <p:spTgt spid="3"/>
                                        </p:tgtEl>
                                        <p:attrNameLst>
                                          <p:attrName>ppt_x</p:attrName>
                                        </p:attrNameLst>
                                      </p:cBhvr>
                                      <p:tavLst>
                                        <p:tav tm="0">
                                          <p:val>
                                            <p:strVal val="#ppt_x"/>
                                          </p:val>
                                        </p:tav>
                                        <p:tav tm="100000">
                                          <p:val>
                                            <p:strVal val="#ppt_x"/>
                                          </p:val>
                                        </p:tav>
                                      </p:tavLst>
                                    </p:anim>
                                    <p:anim calcmode="lin" valueType="num">
                                      <p:cBhvr additive="base">
                                        <p:cTn id="11" dur="750" fill="hold"/>
                                        <p:tgtEl>
                                          <p:spTgt spid="3"/>
                                        </p:tgtEl>
                                        <p:attrNameLst>
                                          <p:attrName>ppt_y</p:attrName>
                                        </p:attrNameLst>
                                      </p:cBhvr>
                                      <p:tavLst>
                                        <p:tav tm="0">
                                          <p:val>
                                            <p:strVal val="1+#ppt_h/2"/>
                                          </p:val>
                                        </p:tav>
                                        <p:tav tm="100000">
                                          <p:val>
                                            <p:strVal val="#ppt_y"/>
                                          </p:val>
                                        </p:tav>
                                      </p:tavLst>
                                    </p:anim>
                                  </p:childTnLst>
                                </p:cTn>
                              </p:par>
                              <p:par>
                                <p:cTn id="12" presetID="2" presetClass="entr" presetSubtype="4" decel="100000" fill="hold" grpId="0" nodeType="withEffect">
                                  <p:stCondLst>
                                    <p:cond delay="25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750" fill="hold"/>
                                        <p:tgtEl>
                                          <p:spTgt spid="13"/>
                                        </p:tgtEl>
                                        <p:attrNameLst>
                                          <p:attrName>ppt_x</p:attrName>
                                        </p:attrNameLst>
                                      </p:cBhvr>
                                      <p:tavLst>
                                        <p:tav tm="0">
                                          <p:val>
                                            <p:strVal val="#ppt_x"/>
                                          </p:val>
                                        </p:tav>
                                        <p:tav tm="100000">
                                          <p:val>
                                            <p:strVal val="#ppt_x"/>
                                          </p:val>
                                        </p:tav>
                                      </p:tavLst>
                                    </p:anim>
                                    <p:anim calcmode="lin" valueType="num">
                                      <p:cBhvr additive="base">
                                        <p:cTn id="15" dur="750" fill="hold"/>
                                        <p:tgtEl>
                                          <p:spTgt spid="13"/>
                                        </p:tgtEl>
                                        <p:attrNameLst>
                                          <p:attrName>ppt_y</p:attrName>
                                        </p:attrNameLst>
                                      </p:cBhvr>
                                      <p:tavLst>
                                        <p:tav tm="0">
                                          <p:val>
                                            <p:strVal val="1+#ppt_h/2"/>
                                          </p:val>
                                        </p:tav>
                                        <p:tav tm="100000">
                                          <p:val>
                                            <p:strVal val="#ppt_y"/>
                                          </p:val>
                                        </p:tav>
                                      </p:tavLst>
                                    </p:anim>
                                  </p:childTnLst>
                                </p:cTn>
                              </p:par>
                              <p:par>
                                <p:cTn id="16" presetID="2" presetClass="entr" presetSubtype="4" decel="100000"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750" fill="hold"/>
                                        <p:tgtEl>
                                          <p:spTgt spid="14"/>
                                        </p:tgtEl>
                                        <p:attrNameLst>
                                          <p:attrName>ppt_x</p:attrName>
                                        </p:attrNameLst>
                                      </p:cBhvr>
                                      <p:tavLst>
                                        <p:tav tm="0">
                                          <p:val>
                                            <p:strVal val="#ppt_x"/>
                                          </p:val>
                                        </p:tav>
                                        <p:tav tm="100000">
                                          <p:val>
                                            <p:strVal val="#ppt_x"/>
                                          </p:val>
                                        </p:tav>
                                      </p:tavLst>
                                    </p:anim>
                                    <p:anim calcmode="lin" valueType="num">
                                      <p:cBhvr additive="base">
                                        <p:cTn id="19" dur="750" fill="hold"/>
                                        <p:tgtEl>
                                          <p:spTgt spid="14"/>
                                        </p:tgtEl>
                                        <p:attrNameLst>
                                          <p:attrName>ppt_y</p:attrName>
                                        </p:attrNameLst>
                                      </p:cBhvr>
                                      <p:tavLst>
                                        <p:tav tm="0">
                                          <p:val>
                                            <p:strVal val="1+#ppt_h/2"/>
                                          </p:val>
                                        </p:tav>
                                        <p:tav tm="100000">
                                          <p:val>
                                            <p:strVal val="#ppt_y"/>
                                          </p:val>
                                        </p:tav>
                                      </p:tavLst>
                                    </p:anim>
                                  </p:childTnLst>
                                </p:cTn>
                              </p:par>
                              <p:par>
                                <p:cTn id="20" presetID="2" presetClass="entr" presetSubtype="4" decel="100000" fill="hold" grpId="0" nodeType="withEffect">
                                  <p:stCondLst>
                                    <p:cond delay="75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750" fill="hold"/>
                                        <p:tgtEl>
                                          <p:spTgt spid="23"/>
                                        </p:tgtEl>
                                        <p:attrNameLst>
                                          <p:attrName>ppt_x</p:attrName>
                                        </p:attrNameLst>
                                      </p:cBhvr>
                                      <p:tavLst>
                                        <p:tav tm="0">
                                          <p:val>
                                            <p:strVal val="#ppt_x"/>
                                          </p:val>
                                        </p:tav>
                                        <p:tav tm="100000">
                                          <p:val>
                                            <p:strVal val="#ppt_x"/>
                                          </p:val>
                                        </p:tav>
                                      </p:tavLst>
                                    </p:anim>
                                    <p:anim calcmode="lin" valueType="num">
                                      <p:cBhvr additive="base">
                                        <p:cTn id="23" dur="750" fill="hold"/>
                                        <p:tgtEl>
                                          <p:spTgt spid="23"/>
                                        </p:tgtEl>
                                        <p:attrNameLst>
                                          <p:attrName>ppt_y</p:attrName>
                                        </p:attrNameLst>
                                      </p:cBhvr>
                                      <p:tavLst>
                                        <p:tav tm="0">
                                          <p:val>
                                            <p:strVal val="1+#ppt_h/2"/>
                                          </p:val>
                                        </p:tav>
                                        <p:tav tm="100000">
                                          <p:val>
                                            <p:strVal val="#ppt_y"/>
                                          </p:val>
                                        </p:tav>
                                      </p:tavLst>
                                    </p:anim>
                                  </p:childTnLst>
                                </p:cTn>
                              </p:par>
                              <p:par>
                                <p:cTn id="24" presetID="2" presetClass="entr" presetSubtype="4" decel="100000" fill="hold" grpId="0" nodeType="withEffect">
                                  <p:stCondLst>
                                    <p:cond delay="100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750" fill="hold"/>
                                        <p:tgtEl>
                                          <p:spTgt spid="24"/>
                                        </p:tgtEl>
                                        <p:attrNameLst>
                                          <p:attrName>ppt_x</p:attrName>
                                        </p:attrNameLst>
                                      </p:cBhvr>
                                      <p:tavLst>
                                        <p:tav tm="0">
                                          <p:val>
                                            <p:strVal val="#ppt_x"/>
                                          </p:val>
                                        </p:tav>
                                        <p:tav tm="100000">
                                          <p:val>
                                            <p:strVal val="#ppt_x"/>
                                          </p:val>
                                        </p:tav>
                                      </p:tavLst>
                                    </p:anim>
                                    <p:anim calcmode="lin" valueType="num">
                                      <p:cBhvr additive="base">
                                        <p:cTn id="27" dur="750" fill="hold"/>
                                        <p:tgtEl>
                                          <p:spTgt spid="24"/>
                                        </p:tgtEl>
                                        <p:attrNameLst>
                                          <p:attrName>ppt_y</p:attrName>
                                        </p:attrNameLst>
                                      </p:cBhvr>
                                      <p:tavLst>
                                        <p:tav tm="0">
                                          <p:val>
                                            <p:strVal val="1+#ppt_h/2"/>
                                          </p:val>
                                        </p:tav>
                                        <p:tav tm="100000">
                                          <p:val>
                                            <p:strVal val="#ppt_y"/>
                                          </p:val>
                                        </p:tav>
                                      </p:tavLst>
                                    </p:anim>
                                  </p:childTnLst>
                                </p:cTn>
                              </p:par>
                              <p:par>
                                <p:cTn id="28" presetID="2" presetClass="entr" presetSubtype="4" decel="100000" fill="hold" grpId="0" nodeType="withEffect">
                                  <p:stCondLst>
                                    <p:cond delay="125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750" fill="hold"/>
                                        <p:tgtEl>
                                          <p:spTgt spid="25"/>
                                        </p:tgtEl>
                                        <p:attrNameLst>
                                          <p:attrName>ppt_x</p:attrName>
                                        </p:attrNameLst>
                                      </p:cBhvr>
                                      <p:tavLst>
                                        <p:tav tm="0">
                                          <p:val>
                                            <p:strVal val="#ppt_x"/>
                                          </p:val>
                                        </p:tav>
                                        <p:tav tm="100000">
                                          <p:val>
                                            <p:strVal val="#ppt_x"/>
                                          </p:val>
                                        </p:tav>
                                      </p:tavLst>
                                    </p:anim>
                                    <p:anim calcmode="lin" valueType="num">
                                      <p:cBhvr additive="base">
                                        <p:cTn id="31" dur="750" fill="hold"/>
                                        <p:tgtEl>
                                          <p:spTgt spid="25"/>
                                        </p:tgtEl>
                                        <p:attrNameLst>
                                          <p:attrName>ppt_y</p:attrName>
                                        </p:attrNameLst>
                                      </p:cBhvr>
                                      <p:tavLst>
                                        <p:tav tm="0">
                                          <p:val>
                                            <p:strVal val="1+#ppt_h/2"/>
                                          </p:val>
                                        </p:tav>
                                        <p:tav tm="100000">
                                          <p:val>
                                            <p:strVal val="#ppt_y"/>
                                          </p:val>
                                        </p:tav>
                                      </p:tavLst>
                                    </p:anim>
                                  </p:childTnLst>
                                </p:cTn>
                              </p:par>
                              <p:par>
                                <p:cTn id="32" presetID="2" presetClass="entr" presetSubtype="4" decel="100000" fill="hold" grpId="0" nodeType="withEffect">
                                  <p:stCondLst>
                                    <p:cond delay="1500"/>
                                  </p:stCondLst>
                                  <p:childTnLst>
                                    <p:set>
                                      <p:cBhvr>
                                        <p:cTn id="33" dur="1" fill="hold">
                                          <p:stCondLst>
                                            <p:cond delay="0"/>
                                          </p:stCondLst>
                                        </p:cTn>
                                        <p:tgtEl>
                                          <p:spTgt spid="26"/>
                                        </p:tgtEl>
                                        <p:attrNameLst>
                                          <p:attrName>style.visibility</p:attrName>
                                        </p:attrNameLst>
                                      </p:cBhvr>
                                      <p:to>
                                        <p:strVal val="visible"/>
                                      </p:to>
                                    </p:set>
                                    <p:anim calcmode="lin" valueType="num">
                                      <p:cBhvr additive="base">
                                        <p:cTn id="34" dur="750" fill="hold"/>
                                        <p:tgtEl>
                                          <p:spTgt spid="26"/>
                                        </p:tgtEl>
                                        <p:attrNameLst>
                                          <p:attrName>ppt_x</p:attrName>
                                        </p:attrNameLst>
                                      </p:cBhvr>
                                      <p:tavLst>
                                        <p:tav tm="0">
                                          <p:val>
                                            <p:strVal val="#ppt_x"/>
                                          </p:val>
                                        </p:tav>
                                        <p:tav tm="100000">
                                          <p:val>
                                            <p:strVal val="#ppt_x"/>
                                          </p:val>
                                        </p:tav>
                                      </p:tavLst>
                                    </p:anim>
                                    <p:anim calcmode="lin" valueType="num">
                                      <p:cBhvr additive="base">
                                        <p:cTn id="35" dur="7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P spid="14" grpId="0" animBg="1"/>
      <p:bldP spid="13" grpId="0" animBg="1"/>
      <p:bldP spid="23" grpId="0" animBg="1"/>
      <p:bldP spid="24" grpId="0" animBg="1"/>
      <p:bldP spid="25" grpId="0" animBg="1"/>
      <p:bldP spid="26"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272D46B-BD21-40BA-9B98-24647404ACF4}"/>
              </a:ext>
            </a:extLst>
          </p:cNvPr>
          <p:cNvSpPr>
            <a:spLocks noGrp="1"/>
          </p:cNvSpPr>
          <p:nvPr>
            <p:ph type="pic" sz="quarter" idx="16"/>
          </p:nvPr>
        </p:nvSpPr>
        <p:spPr>
          <a:xfrm>
            <a:off x="7810498" y="2291293"/>
            <a:ext cx="2438402" cy="2465914"/>
          </a:xfrm>
          <a:prstGeom prst="roundRect">
            <a:avLst>
              <a:gd name="adj" fmla="val 7968"/>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11" name="Picture Placeholder 4">
            <a:extLst>
              <a:ext uri="{FF2B5EF4-FFF2-40B4-BE49-F238E27FC236}">
                <a16:creationId xmlns:a16="http://schemas.microsoft.com/office/drawing/2014/main" id="{BCB06EFE-04CE-4DD0-8DE7-80863174EEEB}"/>
              </a:ext>
            </a:extLst>
          </p:cNvPr>
          <p:cNvSpPr>
            <a:spLocks noGrp="1"/>
          </p:cNvSpPr>
          <p:nvPr>
            <p:ph type="pic" sz="quarter" idx="17"/>
          </p:nvPr>
        </p:nvSpPr>
        <p:spPr>
          <a:xfrm>
            <a:off x="1943100" y="2291293"/>
            <a:ext cx="2438402" cy="2465914"/>
          </a:xfrm>
          <a:prstGeom prst="roundRect">
            <a:avLst>
              <a:gd name="adj" fmla="val 7968"/>
            </a:avLst>
          </a:prstGeom>
          <a:solidFill>
            <a:schemeClr val="accent1">
              <a:lumMod val="20000"/>
              <a:lumOff val="80000"/>
            </a:schemeClr>
          </a:solidFill>
          <a:effectLst/>
        </p:spPr>
        <p:txBody>
          <a:bodyPr anchor="ctr" anchorCtr="0"/>
          <a:lstStyle>
            <a:lvl1pPr algn="ctr">
              <a:buNone/>
              <a:defRPr sz="1200"/>
            </a:lvl1pPr>
          </a:lstStyle>
          <a:p>
            <a:endParaRPr lang="en-US" dirty="0"/>
          </a:p>
        </p:txBody>
      </p:sp>
      <p:sp>
        <p:nvSpPr>
          <p:cNvPr id="9" name="Title 5">
            <a:extLst>
              <a:ext uri="{FF2B5EF4-FFF2-40B4-BE49-F238E27FC236}">
                <a16:creationId xmlns:a16="http://schemas.microsoft.com/office/drawing/2014/main" id="{42E282E6-A9B1-4419-9618-D1BF85899739}"/>
              </a:ext>
            </a:extLst>
          </p:cNvPr>
          <p:cNvSpPr>
            <a:spLocks noGrp="1"/>
          </p:cNvSpPr>
          <p:nvPr>
            <p:ph type="title"/>
          </p:nvPr>
        </p:nvSpPr>
        <p:spPr>
          <a:xfrm>
            <a:off x="1119187" y="724094"/>
            <a:ext cx="9953625" cy="961832"/>
          </a:xfrm>
        </p:spPr>
        <p:txBody>
          <a:bodyPr wrap="none" lIns="0" tIns="91440">
            <a:normAutofit/>
          </a:bodyPr>
          <a:lstStyle>
            <a:lvl1pPr algn="ctr">
              <a:defRPr sz="4000"/>
            </a:lvl1pPr>
          </a:lstStyle>
          <a:p>
            <a:endParaRPr lang="en-US" dirty="0"/>
          </a:p>
        </p:txBody>
      </p:sp>
      <p:sp>
        <p:nvSpPr>
          <p:cNvPr id="5" name="Picture Placeholder 4">
            <a:extLst>
              <a:ext uri="{FF2B5EF4-FFF2-40B4-BE49-F238E27FC236}">
                <a16:creationId xmlns:a16="http://schemas.microsoft.com/office/drawing/2014/main" id="{2A766082-4747-401A-97EE-593608175FF9}"/>
              </a:ext>
            </a:extLst>
          </p:cNvPr>
          <p:cNvSpPr>
            <a:spLocks noGrp="1"/>
          </p:cNvSpPr>
          <p:nvPr>
            <p:ph type="pic" sz="quarter" idx="15"/>
          </p:nvPr>
        </p:nvSpPr>
        <p:spPr>
          <a:xfrm>
            <a:off x="4876798" y="2034118"/>
            <a:ext cx="2438402" cy="2465914"/>
          </a:xfrm>
          <a:prstGeom prst="roundRect">
            <a:avLst>
              <a:gd name="adj" fmla="val 7968"/>
            </a:avLst>
          </a:prstGeom>
          <a:solidFill>
            <a:schemeClr val="accent1">
              <a:lumMod val="20000"/>
              <a:lumOff val="80000"/>
            </a:schemeClr>
          </a:solidFill>
          <a:effectLst>
            <a:outerShdw blurRad="381000" dist="127000" dir="5400000" algn="ctr" rotWithShape="0">
              <a:srgbClr val="000000">
                <a:alpha val="30000"/>
              </a:srgbClr>
            </a:outerShdw>
          </a:effectLst>
        </p:spPr>
        <p:txBody>
          <a:bodyPr anchor="ctr" anchorCtr="0"/>
          <a:lstStyle>
            <a:lvl1pPr algn="ctr">
              <a:buNone/>
              <a:defRPr sz="1200"/>
            </a:lvl1pPr>
          </a:lstStyle>
          <a:p>
            <a:endParaRPr lang="en-US" dirty="0"/>
          </a:p>
        </p:txBody>
      </p:sp>
      <p:sp>
        <p:nvSpPr>
          <p:cNvPr id="12" name="Rectangle: Rounded Corners 11">
            <a:extLst>
              <a:ext uri="{FF2B5EF4-FFF2-40B4-BE49-F238E27FC236}">
                <a16:creationId xmlns:a16="http://schemas.microsoft.com/office/drawing/2014/main" id="{BA5ED984-B26B-40B8-8AC3-C19F7E4001D1}"/>
              </a:ext>
            </a:extLst>
          </p:cNvPr>
          <p:cNvSpPr/>
          <p:nvPr userDrawn="1"/>
        </p:nvSpPr>
        <p:spPr>
          <a:xfrm>
            <a:off x="-547591" y="2291293"/>
            <a:ext cx="1928521" cy="2465914"/>
          </a:xfrm>
          <a:prstGeom prst="roundRect">
            <a:avLst>
              <a:gd name="adj" fmla="val 11698"/>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FDE234A-72D2-42BB-867D-CDD9795A167B}"/>
              </a:ext>
            </a:extLst>
          </p:cNvPr>
          <p:cNvSpPr/>
          <p:nvPr userDrawn="1"/>
        </p:nvSpPr>
        <p:spPr>
          <a:xfrm>
            <a:off x="10811068" y="2291293"/>
            <a:ext cx="1928521" cy="2465914"/>
          </a:xfrm>
          <a:prstGeom prst="roundRect">
            <a:avLst>
              <a:gd name="adj" fmla="val 11698"/>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046224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42E282E6-A9B1-4419-9618-D1BF85899739}"/>
              </a:ext>
            </a:extLst>
          </p:cNvPr>
          <p:cNvSpPr>
            <a:spLocks noGrp="1"/>
          </p:cNvSpPr>
          <p:nvPr>
            <p:ph type="title"/>
          </p:nvPr>
        </p:nvSpPr>
        <p:spPr>
          <a:xfrm>
            <a:off x="1119187" y="724094"/>
            <a:ext cx="9953625" cy="961832"/>
          </a:xfrm>
        </p:spPr>
        <p:txBody>
          <a:bodyPr wrap="none" lIns="0" tIns="91440">
            <a:normAutofit/>
          </a:bodyPr>
          <a:lstStyle>
            <a:lvl1pPr algn="ctr">
              <a:defRPr sz="4000"/>
            </a:lvl1pPr>
          </a:lstStyle>
          <a:p>
            <a:endParaRPr lang="en-US" dirty="0"/>
          </a:p>
        </p:txBody>
      </p:sp>
      <p:sp>
        <p:nvSpPr>
          <p:cNvPr id="11" name="Picture Placeholder 4">
            <a:extLst>
              <a:ext uri="{FF2B5EF4-FFF2-40B4-BE49-F238E27FC236}">
                <a16:creationId xmlns:a16="http://schemas.microsoft.com/office/drawing/2014/main" id="{45AC584F-29EB-42C7-93A5-764468A196BE}"/>
              </a:ext>
            </a:extLst>
          </p:cNvPr>
          <p:cNvSpPr>
            <a:spLocks noGrp="1"/>
          </p:cNvSpPr>
          <p:nvPr>
            <p:ph type="pic" sz="quarter" idx="13"/>
          </p:nvPr>
        </p:nvSpPr>
        <p:spPr>
          <a:xfrm>
            <a:off x="2889160" y="3222611"/>
            <a:ext cx="310777" cy="312189"/>
          </a:xfrm>
          <a:prstGeom prst="ellipse">
            <a:avLst/>
          </a:prstGeom>
          <a:solidFill>
            <a:schemeClr val="accent1">
              <a:lumMod val="20000"/>
              <a:lumOff val="80000"/>
            </a:schemeClr>
          </a:solidFill>
          <a:effectLst/>
        </p:spPr>
        <p:txBody>
          <a:bodyPr anchor="ctr" anchorCtr="0"/>
          <a:lstStyle>
            <a:lvl1pPr algn="ctr">
              <a:buNone/>
              <a:defRPr sz="100"/>
            </a:lvl1pPr>
          </a:lstStyle>
          <a:p>
            <a:endParaRPr lang="en-US" dirty="0"/>
          </a:p>
        </p:txBody>
      </p:sp>
      <p:sp>
        <p:nvSpPr>
          <p:cNvPr id="13" name="Picture Placeholder 4">
            <a:extLst>
              <a:ext uri="{FF2B5EF4-FFF2-40B4-BE49-F238E27FC236}">
                <a16:creationId xmlns:a16="http://schemas.microsoft.com/office/drawing/2014/main" id="{A8A82DE0-327A-4E16-8B38-D81AF883BFAD}"/>
              </a:ext>
            </a:extLst>
          </p:cNvPr>
          <p:cNvSpPr>
            <a:spLocks noGrp="1"/>
          </p:cNvSpPr>
          <p:nvPr>
            <p:ph type="pic" sz="quarter" idx="15"/>
          </p:nvPr>
        </p:nvSpPr>
        <p:spPr>
          <a:xfrm>
            <a:off x="8313412" y="3059889"/>
            <a:ext cx="310777" cy="312189"/>
          </a:xfrm>
          <a:prstGeom prst="ellipse">
            <a:avLst/>
          </a:prstGeom>
          <a:solidFill>
            <a:schemeClr val="accent1">
              <a:lumMod val="20000"/>
              <a:lumOff val="80000"/>
            </a:schemeClr>
          </a:solidFill>
          <a:effectLst/>
        </p:spPr>
        <p:txBody>
          <a:bodyPr anchor="ctr" anchorCtr="0"/>
          <a:lstStyle>
            <a:lvl1pPr algn="ctr">
              <a:buNone/>
              <a:defRPr sz="100"/>
            </a:lvl1pPr>
          </a:lstStyle>
          <a:p>
            <a:endParaRPr lang="en-US" dirty="0"/>
          </a:p>
        </p:txBody>
      </p:sp>
      <p:sp>
        <p:nvSpPr>
          <p:cNvPr id="14" name="Picture Placeholder 4">
            <a:extLst>
              <a:ext uri="{FF2B5EF4-FFF2-40B4-BE49-F238E27FC236}">
                <a16:creationId xmlns:a16="http://schemas.microsoft.com/office/drawing/2014/main" id="{6E8C6DB9-7341-4034-9BCC-354A4FC2600B}"/>
              </a:ext>
            </a:extLst>
          </p:cNvPr>
          <p:cNvSpPr>
            <a:spLocks noGrp="1"/>
          </p:cNvSpPr>
          <p:nvPr>
            <p:ph type="pic" sz="quarter" idx="16"/>
          </p:nvPr>
        </p:nvSpPr>
        <p:spPr>
          <a:xfrm>
            <a:off x="6633174" y="2167735"/>
            <a:ext cx="676812" cy="679886"/>
          </a:xfrm>
          <a:prstGeom prst="ellipse">
            <a:avLst/>
          </a:prstGeom>
          <a:solidFill>
            <a:schemeClr val="accent1">
              <a:lumMod val="20000"/>
              <a:lumOff val="80000"/>
            </a:schemeClr>
          </a:solidFill>
          <a:effectLst/>
        </p:spPr>
        <p:txBody>
          <a:bodyPr anchor="ctr" anchorCtr="0"/>
          <a:lstStyle>
            <a:lvl1pPr algn="ctr">
              <a:buNone/>
              <a:defRPr sz="100"/>
            </a:lvl1pPr>
          </a:lstStyle>
          <a:p>
            <a:endParaRPr lang="en-US" dirty="0"/>
          </a:p>
        </p:txBody>
      </p:sp>
      <p:sp>
        <p:nvSpPr>
          <p:cNvPr id="16" name="Picture Placeholder 4">
            <a:extLst>
              <a:ext uri="{FF2B5EF4-FFF2-40B4-BE49-F238E27FC236}">
                <a16:creationId xmlns:a16="http://schemas.microsoft.com/office/drawing/2014/main" id="{203EA814-8B65-4A1E-87D7-3918A72412D1}"/>
              </a:ext>
            </a:extLst>
          </p:cNvPr>
          <p:cNvSpPr>
            <a:spLocks noGrp="1"/>
          </p:cNvSpPr>
          <p:nvPr>
            <p:ph type="pic" sz="quarter" idx="18"/>
          </p:nvPr>
        </p:nvSpPr>
        <p:spPr>
          <a:xfrm>
            <a:off x="9484342" y="4275365"/>
            <a:ext cx="676812" cy="679886"/>
          </a:xfrm>
          <a:prstGeom prst="ellipse">
            <a:avLst/>
          </a:prstGeom>
          <a:solidFill>
            <a:schemeClr val="accent1">
              <a:lumMod val="20000"/>
              <a:lumOff val="80000"/>
            </a:schemeClr>
          </a:solidFill>
          <a:effectLst/>
        </p:spPr>
        <p:txBody>
          <a:bodyPr anchor="ctr" anchorCtr="0"/>
          <a:lstStyle>
            <a:lvl1pPr algn="ctr">
              <a:buNone/>
              <a:defRPr sz="100"/>
            </a:lvl1pPr>
          </a:lstStyle>
          <a:p>
            <a:endParaRPr lang="en-US" dirty="0"/>
          </a:p>
        </p:txBody>
      </p:sp>
      <p:sp>
        <p:nvSpPr>
          <p:cNvPr id="15" name="Picture Placeholder 4">
            <a:extLst>
              <a:ext uri="{FF2B5EF4-FFF2-40B4-BE49-F238E27FC236}">
                <a16:creationId xmlns:a16="http://schemas.microsoft.com/office/drawing/2014/main" id="{6B8AEBE3-1FFC-45AF-B616-9D7F2A4D7C6D}"/>
              </a:ext>
            </a:extLst>
          </p:cNvPr>
          <p:cNvSpPr>
            <a:spLocks noGrp="1"/>
          </p:cNvSpPr>
          <p:nvPr>
            <p:ph type="pic" sz="quarter" idx="17"/>
          </p:nvPr>
        </p:nvSpPr>
        <p:spPr>
          <a:xfrm>
            <a:off x="5237804" y="2920768"/>
            <a:ext cx="676812" cy="679886"/>
          </a:xfrm>
          <a:prstGeom prst="ellipse">
            <a:avLst/>
          </a:prstGeom>
          <a:solidFill>
            <a:schemeClr val="accent1">
              <a:lumMod val="20000"/>
              <a:lumOff val="80000"/>
            </a:schemeClr>
          </a:solidFill>
          <a:effectLst/>
        </p:spPr>
        <p:txBody>
          <a:bodyPr anchor="ctr" anchorCtr="0"/>
          <a:lstStyle>
            <a:lvl1pPr algn="ctr">
              <a:buNone/>
              <a:defRPr sz="100"/>
            </a:lvl1pPr>
          </a:lstStyle>
          <a:p>
            <a:endParaRPr lang="en-US" dirty="0"/>
          </a:p>
        </p:txBody>
      </p:sp>
      <p:sp>
        <p:nvSpPr>
          <p:cNvPr id="12" name="Picture Placeholder 4">
            <a:extLst>
              <a:ext uri="{FF2B5EF4-FFF2-40B4-BE49-F238E27FC236}">
                <a16:creationId xmlns:a16="http://schemas.microsoft.com/office/drawing/2014/main" id="{3B3B0BA5-8D6F-4FC2-971E-F16D70670E50}"/>
              </a:ext>
            </a:extLst>
          </p:cNvPr>
          <p:cNvSpPr>
            <a:spLocks noGrp="1"/>
          </p:cNvSpPr>
          <p:nvPr>
            <p:ph type="pic" sz="quarter" idx="14"/>
          </p:nvPr>
        </p:nvSpPr>
        <p:spPr>
          <a:xfrm>
            <a:off x="6543231" y="3999763"/>
            <a:ext cx="310777" cy="312189"/>
          </a:xfrm>
          <a:prstGeom prst="ellipse">
            <a:avLst/>
          </a:prstGeom>
          <a:solidFill>
            <a:schemeClr val="accent1">
              <a:lumMod val="20000"/>
              <a:lumOff val="80000"/>
            </a:schemeClr>
          </a:solidFill>
          <a:effectLst/>
        </p:spPr>
        <p:txBody>
          <a:bodyPr anchor="ctr" anchorCtr="0"/>
          <a:lstStyle>
            <a:lvl1pPr algn="ctr">
              <a:buNone/>
              <a:defRPr sz="100"/>
            </a:lvl1pPr>
          </a:lstStyle>
          <a:p>
            <a:endParaRPr lang="en-US" dirty="0"/>
          </a:p>
        </p:txBody>
      </p:sp>
    </p:spTree>
    <p:extLst>
      <p:ext uri="{BB962C8B-B14F-4D97-AF65-F5344CB8AC3E}">
        <p14:creationId xmlns:p14="http://schemas.microsoft.com/office/powerpoint/2010/main" val="322601518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11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750"/>
                                        <p:tgtEl>
                                          <p:spTgt spid="15"/>
                                        </p:tgtEl>
                                      </p:cBhvr>
                                    </p:animEffect>
                                    <p:anim calcmode="lin" valueType="num">
                                      <p:cBhvr>
                                        <p:cTn id="8" dur="750" fill="hold"/>
                                        <p:tgtEl>
                                          <p:spTgt spid="15"/>
                                        </p:tgtEl>
                                        <p:attrNameLst>
                                          <p:attrName>ppt_x</p:attrName>
                                        </p:attrNameLst>
                                      </p:cBhvr>
                                      <p:tavLst>
                                        <p:tav tm="0">
                                          <p:val>
                                            <p:strVal val="#ppt_x"/>
                                          </p:val>
                                        </p:tav>
                                        <p:tav tm="100000">
                                          <p:val>
                                            <p:strVal val="#ppt_x"/>
                                          </p:val>
                                        </p:tav>
                                      </p:tavLst>
                                    </p:anim>
                                    <p:anim calcmode="lin" valueType="num">
                                      <p:cBhvr>
                                        <p:cTn id="9" dur="750" fill="hold"/>
                                        <p:tgtEl>
                                          <p:spTgt spid="1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15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900"/>
                                        <p:tgtEl>
                                          <p:spTgt spid="14"/>
                                        </p:tgtEl>
                                      </p:cBhvr>
                                    </p:animEffect>
                                    <p:anim calcmode="lin" valueType="num">
                                      <p:cBhvr>
                                        <p:cTn id="13" dur="900" fill="hold"/>
                                        <p:tgtEl>
                                          <p:spTgt spid="14"/>
                                        </p:tgtEl>
                                        <p:attrNameLst>
                                          <p:attrName>ppt_x</p:attrName>
                                        </p:attrNameLst>
                                      </p:cBhvr>
                                      <p:tavLst>
                                        <p:tav tm="0">
                                          <p:val>
                                            <p:strVal val="#ppt_x"/>
                                          </p:val>
                                        </p:tav>
                                        <p:tav tm="100000">
                                          <p:val>
                                            <p:strVal val="#ppt_x"/>
                                          </p:val>
                                        </p:tav>
                                      </p:tavLst>
                                    </p:anim>
                                    <p:anim calcmode="lin" valueType="num">
                                      <p:cBhvr>
                                        <p:cTn id="14" dur="900" fill="hold"/>
                                        <p:tgtEl>
                                          <p:spTgt spid="14"/>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19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750"/>
                                        <p:tgtEl>
                                          <p:spTgt spid="16"/>
                                        </p:tgtEl>
                                      </p:cBhvr>
                                    </p:animEffect>
                                    <p:anim calcmode="lin" valueType="num">
                                      <p:cBhvr>
                                        <p:cTn id="18" dur="750" fill="hold"/>
                                        <p:tgtEl>
                                          <p:spTgt spid="16"/>
                                        </p:tgtEl>
                                        <p:attrNameLst>
                                          <p:attrName>ppt_x</p:attrName>
                                        </p:attrNameLst>
                                      </p:cBhvr>
                                      <p:tavLst>
                                        <p:tav tm="0">
                                          <p:val>
                                            <p:strVal val="#ppt_x"/>
                                          </p:val>
                                        </p:tav>
                                        <p:tav tm="100000">
                                          <p:val>
                                            <p:strVal val="#ppt_x"/>
                                          </p:val>
                                        </p:tav>
                                      </p:tavLst>
                                    </p:anim>
                                    <p:anim calcmode="lin" valueType="num">
                                      <p:cBhvr>
                                        <p:cTn id="19" dur="750" fill="hold"/>
                                        <p:tgtEl>
                                          <p:spTgt spid="16"/>
                                        </p:tgtEl>
                                        <p:attrNameLst>
                                          <p:attrName>ppt_y</p:attrName>
                                        </p:attrNameLst>
                                      </p:cBhvr>
                                      <p:tavLst>
                                        <p:tav tm="0">
                                          <p:val>
                                            <p:strVal val="#ppt_y-.1"/>
                                          </p:val>
                                        </p:tav>
                                        <p:tav tm="100000">
                                          <p:val>
                                            <p:strVal val="#ppt_y"/>
                                          </p:val>
                                        </p:tav>
                                      </p:tavLst>
                                    </p:anim>
                                  </p:childTnLst>
                                </p:cTn>
                              </p:par>
                              <p:par>
                                <p:cTn id="20" presetID="53" presetClass="entr" presetSubtype="16" fill="hold" grpId="0" nodeType="withEffect">
                                  <p:stCondLst>
                                    <p:cond delay="600"/>
                                  </p:stCondLst>
                                  <p:childTnLst>
                                    <p:set>
                                      <p:cBhvr>
                                        <p:cTn id="21" dur="1" fill="hold">
                                          <p:stCondLst>
                                            <p:cond delay="0"/>
                                          </p:stCondLst>
                                        </p:cTn>
                                        <p:tgtEl>
                                          <p:spTgt spid="11"/>
                                        </p:tgtEl>
                                        <p:attrNameLst>
                                          <p:attrName>style.visibility</p:attrName>
                                        </p:attrNameLst>
                                      </p:cBhvr>
                                      <p:to>
                                        <p:strVal val="visible"/>
                                      </p:to>
                                    </p:set>
                                    <p:anim calcmode="lin" valueType="num">
                                      <p:cBhvr>
                                        <p:cTn id="22" dur="750" fill="hold"/>
                                        <p:tgtEl>
                                          <p:spTgt spid="11"/>
                                        </p:tgtEl>
                                        <p:attrNameLst>
                                          <p:attrName>ppt_w</p:attrName>
                                        </p:attrNameLst>
                                      </p:cBhvr>
                                      <p:tavLst>
                                        <p:tav tm="0">
                                          <p:val>
                                            <p:fltVal val="0"/>
                                          </p:val>
                                        </p:tav>
                                        <p:tav tm="100000">
                                          <p:val>
                                            <p:strVal val="#ppt_w"/>
                                          </p:val>
                                        </p:tav>
                                      </p:tavLst>
                                    </p:anim>
                                    <p:anim calcmode="lin" valueType="num">
                                      <p:cBhvr>
                                        <p:cTn id="23" dur="750" fill="hold"/>
                                        <p:tgtEl>
                                          <p:spTgt spid="11"/>
                                        </p:tgtEl>
                                        <p:attrNameLst>
                                          <p:attrName>ppt_h</p:attrName>
                                        </p:attrNameLst>
                                      </p:cBhvr>
                                      <p:tavLst>
                                        <p:tav tm="0">
                                          <p:val>
                                            <p:fltVal val="0"/>
                                          </p:val>
                                        </p:tav>
                                        <p:tav tm="100000">
                                          <p:val>
                                            <p:strVal val="#ppt_h"/>
                                          </p:val>
                                        </p:tav>
                                      </p:tavLst>
                                    </p:anim>
                                    <p:animEffect transition="in" filter="fade">
                                      <p:cBhvr>
                                        <p:cTn id="24" dur="750"/>
                                        <p:tgtEl>
                                          <p:spTgt spid="1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12"/>
                                        </p:tgtEl>
                                        <p:attrNameLst>
                                          <p:attrName>style.visibility</p:attrName>
                                        </p:attrNameLst>
                                      </p:cBhvr>
                                      <p:to>
                                        <p:strVal val="visible"/>
                                      </p:to>
                                    </p:set>
                                    <p:anim calcmode="lin" valueType="num">
                                      <p:cBhvr>
                                        <p:cTn id="27" dur="750" fill="hold"/>
                                        <p:tgtEl>
                                          <p:spTgt spid="12"/>
                                        </p:tgtEl>
                                        <p:attrNameLst>
                                          <p:attrName>ppt_w</p:attrName>
                                        </p:attrNameLst>
                                      </p:cBhvr>
                                      <p:tavLst>
                                        <p:tav tm="0">
                                          <p:val>
                                            <p:fltVal val="0"/>
                                          </p:val>
                                        </p:tav>
                                        <p:tav tm="100000">
                                          <p:val>
                                            <p:strVal val="#ppt_w"/>
                                          </p:val>
                                        </p:tav>
                                      </p:tavLst>
                                    </p:anim>
                                    <p:anim calcmode="lin" valueType="num">
                                      <p:cBhvr>
                                        <p:cTn id="28" dur="750" fill="hold"/>
                                        <p:tgtEl>
                                          <p:spTgt spid="12"/>
                                        </p:tgtEl>
                                        <p:attrNameLst>
                                          <p:attrName>ppt_h</p:attrName>
                                        </p:attrNameLst>
                                      </p:cBhvr>
                                      <p:tavLst>
                                        <p:tav tm="0">
                                          <p:val>
                                            <p:fltVal val="0"/>
                                          </p:val>
                                        </p:tav>
                                        <p:tav tm="100000">
                                          <p:val>
                                            <p:strVal val="#ppt_h"/>
                                          </p:val>
                                        </p:tav>
                                      </p:tavLst>
                                    </p:anim>
                                    <p:animEffect transition="in" filter="fade">
                                      <p:cBhvr>
                                        <p:cTn id="29" dur="750"/>
                                        <p:tgtEl>
                                          <p:spTgt spid="12"/>
                                        </p:tgtEl>
                                      </p:cBhvr>
                                    </p:animEffect>
                                  </p:childTnLst>
                                </p:cTn>
                              </p:par>
                              <p:par>
                                <p:cTn id="30" presetID="53" presetClass="entr" presetSubtype="16" fill="hold" grpId="0" nodeType="withEffect">
                                  <p:stCondLst>
                                    <p:cond delay="1300"/>
                                  </p:stCondLst>
                                  <p:childTnLst>
                                    <p:set>
                                      <p:cBhvr>
                                        <p:cTn id="31" dur="1" fill="hold">
                                          <p:stCondLst>
                                            <p:cond delay="0"/>
                                          </p:stCondLst>
                                        </p:cTn>
                                        <p:tgtEl>
                                          <p:spTgt spid="13"/>
                                        </p:tgtEl>
                                        <p:attrNameLst>
                                          <p:attrName>style.visibility</p:attrName>
                                        </p:attrNameLst>
                                      </p:cBhvr>
                                      <p:to>
                                        <p:strVal val="visible"/>
                                      </p:to>
                                    </p:set>
                                    <p:anim calcmode="lin" valueType="num">
                                      <p:cBhvr>
                                        <p:cTn id="32" dur="750" fill="hold"/>
                                        <p:tgtEl>
                                          <p:spTgt spid="13"/>
                                        </p:tgtEl>
                                        <p:attrNameLst>
                                          <p:attrName>ppt_w</p:attrName>
                                        </p:attrNameLst>
                                      </p:cBhvr>
                                      <p:tavLst>
                                        <p:tav tm="0">
                                          <p:val>
                                            <p:fltVal val="0"/>
                                          </p:val>
                                        </p:tav>
                                        <p:tav tm="100000">
                                          <p:val>
                                            <p:strVal val="#ppt_w"/>
                                          </p:val>
                                        </p:tav>
                                      </p:tavLst>
                                    </p:anim>
                                    <p:anim calcmode="lin" valueType="num">
                                      <p:cBhvr>
                                        <p:cTn id="33" dur="750" fill="hold"/>
                                        <p:tgtEl>
                                          <p:spTgt spid="13"/>
                                        </p:tgtEl>
                                        <p:attrNameLst>
                                          <p:attrName>ppt_h</p:attrName>
                                        </p:attrNameLst>
                                      </p:cBhvr>
                                      <p:tavLst>
                                        <p:tav tm="0">
                                          <p:val>
                                            <p:fltVal val="0"/>
                                          </p:val>
                                        </p:tav>
                                        <p:tav tm="100000">
                                          <p:val>
                                            <p:strVal val="#ppt_h"/>
                                          </p:val>
                                        </p:tav>
                                      </p:tavLst>
                                    </p:anim>
                                    <p:animEffect transition="in" filter="fade">
                                      <p:cBhvr>
                                        <p:cTn id="34"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6" grpId="0" animBg="1"/>
      <p:bldP spid="15" grpId="0" animBg="1"/>
      <p:bldP spid="12"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0C637F5-644C-4243-8EE3-B5514C686706}"/>
              </a:ext>
            </a:extLst>
          </p:cNvPr>
          <p:cNvSpPr>
            <a:spLocks noGrp="1"/>
          </p:cNvSpPr>
          <p:nvPr>
            <p:ph type="pic" sz="quarter" idx="13"/>
          </p:nvPr>
        </p:nvSpPr>
        <p:spPr>
          <a:xfrm>
            <a:off x="5876925" y="1466849"/>
            <a:ext cx="6315075" cy="5391151"/>
          </a:xfrm>
          <a:custGeom>
            <a:avLst/>
            <a:gdLst>
              <a:gd name="connsiteX0" fmla="*/ 645442 w 6315075"/>
              <a:gd name="connsiteY0" fmla="*/ 0 h 5391151"/>
              <a:gd name="connsiteX1" fmla="*/ 5993483 w 6315075"/>
              <a:gd name="connsiteY1" fmla="*/ 0 h 5391151"/>
              <a:gd name="connsiteX2" fmla="*/ 6244718 w 6315075"/>
              <a:gd name="connsiteY2" fmla="*/ 50722 h 5391151"/>
              <a:gd name="connsiteX3" fmla="*/ 6315075 w 6315075"/>
              <a:gd name="connsiteY3" fmla="*/ 88911 h 5391151"/>
              <a:gd name="connsiteX4" fmla="*/ 6315075 w 6315075"/>
              <a:gd name="connsiteY4" fmla="*/ 5391151 h 5391151"/>
              <a:gd name="connsiteX5" fmla="*/ 0 w 6315075"/>
              <a:gd name="connsiteY5" fmla="*/ 5391151 h 5391151"/>
              <a:gd name="connsiteX6" fmla="*/ 0 w 6315075"/>
              <a:gd name="connsiteY6" fmla="*/ 645442 h 5391151"/>
              <a:gd name="connsiteX7" fmla="*/ 645442 w 6315075"/>
              <a:gd name="connsiteY7" fmla="*/ 0 h 539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5075" h="5391151">
                <a:moveTo>
                  <a:pt x="645442" y="0"/>
                </a:moveTo>
                <a:lnTo>
                  <a:pt x="5993483" y="0"/>
                </a:lnTo>
                <a:cubicBezTo>
                  <a:pt x="6082600" y="0"/>
                  <a:pt x="6167499" y="18061"/>
                  <a:pt x="6244718" y="50722"/>
                </a:cubicBezTo>
                <a:lnTo>
                  <a:pt x="6315075" y="88911"/>
                </a:lnTo>
                <a:lnTo>
                  <a:pt x="6315075" y="5391151"/>
                </a:lnTo>
                <a:lnTo>
                  <a:pt x="0" y="5391151"/>
                </a:lnTo>
                <a:lnTo>
                  <a:pt x="0" y="645442"/>
                </a:lnTo>
                <a:cubicBezTo>
                  <a:pt x="0" y="288974"/>
                  <a:pt x="288974" y="0"/>
                  <a:pt x="645442" y="0"/>
                </a:cubicBezTo>
                <a:close/>
              </a:path>
            </a:pathLst>
          </a:custGeom>
          <a:solidFill>
            <a:schemeClr val="accent1">
              <a:lumMod val="20000"/>
              <a:lumOff val="80000"/>
            </a:schemeClr>
          </a:solidFill>
        </p:spPr>
        <p:txBody>
          <a:bodyPr wrap="square" anchor="ctr" anchorCtr="0">
            <a:noAutofit/>
          </a:bodyPr>
          <a:lstStyle>
            <a:lvl1pPr algn="ctr">
              <a:defRPr sz="1400"/>
            </a:lvl1pPr>
          </a:lstStyle>
          <a:p>
            <a:endParaRPr lang="en-US" dirty="0"/>
          </a:p>
        </p:txBody>
      </p:sp>
    </p:spTree>
    <p:extLst>
      <p:ext uri="{BB962C8B-B14F-4D97-AF65-F5344CB8AC3E}">
        <p14:creationId xmlns:p14="http://schemas.microsoft.com/office/powerpoint/2010/main" val="917652575"/>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63" presetClass="path" presetSubtype="0" accel="14000" decel="86000" fill="hold" grpId="1" nodeType="withEffect">
                                  <p:stCondLst>
                                    <p:cond delay="1100"/>
                                  </p:stCondLst>
                                  <p:childTnLst>
                                    <p:animMotion origin="layout" path="M -1.04167E-6 3.33333E-6 L 0.12461 0.37916 " pathEditMode="relative" rAng="0" ptsTypes="AA">
                                      <p:cBhvr>
                                        <p:cTn id="9" dur="1250" spd="-100000" fill="hold"/>
                                        <p:tgtEl>
                                          <p:spTgt spid="9"/>
                                        </p:tgtEl>
                                        <p:attrNameLst>
                                          <p:attrName>ppt_x</p:attrName>
                                          <p:attrName>ppt_y</p:attrName>
                                        </p:attrNameLst>
                                      </p:cBhvr>
                                      <p:rCtr x="6224" y="1895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8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DD88311-F475-4319-949B-4F569A4CCDAD}"/>
              </a:ext>
            </a:extLst>
          </p:cNvPr>
          <p:cNvSpPr>
            <a:spLocks noGrp="1"/>
          </p:cNvSpPr>
          <p:nvPr>
            <p:ph type="pic" sz="quarter" idx="13"/>
          </p:nvPr>
        </p:nvSpPr>
        <p:spPr>
          <a:xfrm>
            <a:off x="6719886" y="0"/>
            <a:ext cx="3828041" cy="6858000"/>
          </a:xfrm>
          <a:prstGeom prst="roundRect">
            <a:avLst>
              <a:gd name="adj" fmla="val 8622"/>
            </a:avLst>
          </a:prstGeom>
          <a:solidFill>
            <a:schemeClr val="accent1">
              <a:lumMod val="20000"/>
              <a:lumOff val="80000"/>
            </a:schemeClr>
          </a:solidFill>
        </p:spPr>
        <p:txBody>
          <a:bodyPr anchor="ctr" anchorCtr="0">
            <a:normAutofit/>
          </a:bodyPr>
          <a:lstStyle>
            <a:lvl1pPr algn="ctr">
              <a:defRPr sz="1400"/>
            </a:lvl1pPr>
          </a:lstStyle>
          <a:p>
            <a:endParaRPr lang="en-US" dirty="0"/>
          </a:p>
        </p:txBody>
      </p:sp>
      <p:sp>
        <p:nvSpPr>
          <p:cNvPr id="8" name="Title 5">
            <a:extLst>
              <a:ext uri="{FF2B5EF4-FFF2-40B4-BE49-F238E27FC236}">
                <a16:creationId xmlns:a16="http://schemas.microsoft.com/office/drawing/2014/main" id="{96A5C26A-A27D-420D-9B89-FABF8AFD89FA}"/>
              </a:ext>
            </a:extLst>
          </p:cNvPr>
          <p:cNvSpPr>
            <a:spLocks noGrp="1"/>
          </p:cNvSpPr>
          <p:nvPr>
            <p:ph type="title"/>
          </p:nvPr>
        </p:nvSpPr>
        <p:spPr>
          <a:xfrm>
            <a:off x="1104900" y="917575"/>
            <a:ext cx="9925050" cy="682625"/>
          </a:xfrm>
        </p:spPr>
        <p:txBody>
          <a:bodyPr wrap="none" lIns="0" tIns="91440">
            <a:normAutofit/>
          </a:bodyPr>
          <a:lstStyle>
            <a:lvl1pPr>
              <a:defRPr sz="3200"/>
            </a:lvl1pPr>
          </a:lstStyle>
          <a:p>
            <a:endParaRPr lang="en-US" dirty="0"/>
          </a:p>
        </p:txBody>
      </p:sp>
    </p:spTree>
    <p:extLst>
      <p:ext uri="{BB962C8B-B14F-4D97-AF65-F5344CB8AC3E}">
        <p14:creationId xmlns:p14="http://schemas.microsoft.com/office/powerpoint/2010/main" val="3044383840"/>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8FD356-D67A-49FD-8EBB-36F3E7FADA7B}"/>
              </a:ext>
            </a:extLst>
          </p:cNvPr>
          <p:cNvSpPr>
            <a:spLocks noGrp="1"/>
          </p:cNvSpPr>
          <p:nvPr>
            <p:ph type="title"/>
          </p:nvPr>
        </p:nvSpPr>
        <p:spPr>
          <a:xfrm>
            <a:off x="1104900" y="365125"/>
            <a:ext cx="10229850" cy="1325563"/>
          </a:xfrm>
          <a:prstGeom prst="rect">
            <a:avLst/>
          </a:prstGeom>
        </p:spPr>
        <p:txBody>
          <a:bodyPr vert="horz" lIns="91440" tIns="45720" rIns="91440" bIns="45720" rtlCol="0" anchor="ctr">
            <a:normAutofit/>
          </a:bodyPr>
          <a:lstStyle/>
          <a:p>
            <a:r>
              <a:rPr lang="es-CL" noProof="0" dirty="0" err="1"/>
              <a:t>Click</a:t>
            </a:r>
            <a:r>
              <a:rPr lang="es-CL" noProof="0" dirty="0"/>
              <a:t> </a:t>
            </a:r>
            <a:r>
              <a:rPr lang="es-CL" noProof="0" dirty="0" err="1"/>
              <a:t>to</a:t>
            </a:r>
            <a:r>
              <a:rPr lang="es-CL" noProof="0" dirty="0"/>
              <a:t> </a:t>
            </a:r>
            <a:r>
              <a:rPr lang="es-CL" noProof="0" dirty="0" err="1"/>
              <a:t>edit</a:t>
            </a:r>
            <a:r>
              <a:rPr lang="es-CL" noProof="0" dirty="0"/>
              <a:t> Master </a:t>
            </a:r>
            <a:r>
              <a:rPr lang="es-CL" noProof="0" dirty="0" err="1"/>
              <a:t>title</a:t>
            </a:r>
            <a:r>
              <a:rPr lang="es-CL" noProof="0" dirty="0"/>
              <a:t> </a:t>
            </a:r>
            <a:r>
              <a:rPr lang="es-CL" noProof="0" dirty="0" err="1"/>
              <a:t>style</a:t>
            </a:r>
            <a:endParaRPr lang="es-CL" noProof="0" dirty="0"/>
          </a:p>
        </p:txBody>
      </p:sp>
      <p:sp>
        <p:nvSpPr>
          <p:cNvPr id="3" name="Text Placeholder 2">
            <a:extLst>
              <a:ext uri="{FF2B5EF4-FFF2-40B4-BE49-F238E27FC236}">
                <a16:creationId xmlns:a16="http://schemas.microsoft.com/office/drawing/2014/main" id="{A06529B4-86B5-4DC8-B5A5-22B15CCE9035}"/>
              </a:ext>
            </a:extLst>
          </p:cNvPr>
          <p:cNvSpPr>
            <a:spLocks noGrp="1"/>
          </p:cNvSpPr>
          <p:nvPr>
            <p:ph type="body" idx="1"/>
          </p:nvPr>
        </p:nvSpPr>
        <p:spPr>
          <a:xfrm>
            <a:off x="1104900" y="1825625"/>
            <a:ext cx="10229850" cy="2852511"/>
          </a:xfrm>
          <a:prstGeom prst="rect">
            <a:avLst/>
          </a:prstGeom>
        </p:spPr>
        <p:txBody>
          <a:bodyPr vert="horz" lIns="91440" tIns="45720" rIns="91440" bIns="45720" rtlCol="0">
            <a:normAutofit/>
          </a:bodyPr>
          <a:lstStyle/>
          <a:p>
            <a:pPr lvl="0"/>
            <a:r>
              <a:rPr lang="es-CL" noProof="0"/>
              <a:t>Click to edit Master text styles</a:t>
            </a:r>
          </a:p>
          <a:p>
            <a:pPr lvl="1"/>
            <a:r>
              <a:rPr lang="es-CL" noProof="0"/>
              <a:t>Second level</a:t>
            </a:r>
          </a:p>
          <a:p>
            <a:pPr lvl="2"/>
            <a:r>
              <a:rPr lang="es-CL" noProof="0"/>
              <a:t>Third level</a:t>
            </a:r>
          </a:p>
          <a:p>
            <a:pPr lvl="3"/>
            <a:r>
              <a:rPr lang="es-CL" noProof="0"/>
              <a:t>Fourth level</a:t>
            </a:r>
          </a:p>
          <a:p>
            <a:pPr lvl="4"/>
            <a:r>
              <a:rPr lang="es-CL" noProof="0"/>
              <a:t>Fifth level</a:t>
            </a:r>
          </a:p>
        </p:txBody>
      </p:sp>
      <p:sp>
        <p:nvSpPr>
          <p:cNvPr id="6" name="Slide Number Placeholder 5">
            <a:extLst>
              <a:ext uri="{FF2B5EF4-FFF2-40B4-BE49-F238E27FC236}">
                <a16:creationId xmlns:a16="http://schemas.microsoft.com/office/drawing/2014/main" id="{E785F844-32A8-4E14-A00C-E5C60FD2F1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2570D9-1452-466C-ACA1-771F4BBCCB07}" type="slidenum">
              <a:rPr lang="en-US" smtClean="0"/>
              <a:t>‹Nº›</a:t>
            </a:fld>
            <a:endParaRPr lang="en-US"/>
          </a:p>
        </p:txBody>
      </p:sp>
    </p:spTree>
    <p:extLst>
      <p:ext uri="{BB962C8B-B14F-4D97-AF65-F5344CB8AC3E}">
        <p14:creationId xmlns:p14="http://schemas.microsoft.com/office/powerpoint/2010/main" val="3723443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3" r:id="rId16"/>
    <p:sldLayoutId id="2147483664" r:id="rId17"/>
    <p:sldLayoutId id="2147483665" r:id="rId18"/>
    <p:sldLayoutId id="2147483666" r:id="rId19"/>
    <p:sldLayoutId id="2147483667" r:id="rId20"/>
    <p:sldLayoutId id="2147483669" r:id="rId21"/>
    <p:sldLayoutId id="2147483671" r:id="rId22"/>
    <p:sldLayoutId id="2147483672" r:id="rId23"/>
    <p:sldLayoutId id="2147483674" r:id="rId24"/>
  </p:sldLayoutIdLst>
  <mc:AlternateContent xmlns:mc="http://schemas.openxmlformats.org/markup-compatibility/2006" xmlns:p14="http://schemas.microsoft.com/office/powerpoint/2010/main">
    <mc:Choice Requires="p14">
      <p:transition>
        <p14:reveal/>
      </p:transition>
    </mc:Choice>
    <mc:Fallback xmlns="">
      <p:transition>
        <p:fade/>
      </p:transition>
    </mc:Fallback>
  </mc:AlternateContent>
  <p:txStyles>
    <p:title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0.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DF9DF1BD-90A0-4A8E-A082-215FF7122A90}"/>
              </a:ext>
            </a:extLst>
          </p:cNvPr>
          <p:cNvGrpSpPr/>
          <p:nvPr/>
        </p:nvGrpSpPr>
        <p:grpSpPr>
          <a:xfrm>
            <a:off x="5957405" y="620387"/>
            <a:ext cx="5603412" cy="6419046"/>
            <a:chOff x="5494338" y="449263"/>
            <a:chExt cx="5202237" cy="5959476"/>
          </a:xfrm>
        </p:grpSpPr>
        <p:sp>
          <p:nvSpPr>
            <p:cNvPr id="54" name="Freeform 5">
              <a:extLst>
                <a:ext uri="{FF2B5EF4-FFF2-40B4-BE49-F238E27FC236}">
                  <a16:creationId xmlns:a16="http://schemas.microsoft.com/office/drawing/2014/main" id="{62A03DB1-EA36-48C7-A143-981D3EBCF674}"/>
                </a:ext>
              </a:extLst>
            </p:cNvPr>
            <p:cNvSpPr>
              <a:spLocks/>
            </p:cNvSpPr>
            <p:nvPr/>
          </p:nvSpPr>
          <p:spPr bwMode="auto">
            <a:xfrm>
              <a:off x="5618163" y="3698876"/>
              <a:ext cx="4832350" cy="115888"/>
            </a:xfrm>
            <a:custGeom>
              <a:avLst/>
              <a:gdLst>
                <a:gd name="T0" fmla="*/ 1122 w 1136"/>
                <a:gd name="T1" fmla="*/ 27 h 27"/>
                <a:gd name="T2" fmla="*/ 13 w 1136"/>
                <a:gd name="T3" fmla="*/ 27 h 27"/>
                <a:gd name="T4" fmla="*/ 0 w 1136"/>
                <a:gd name="T5" fmla="*/ 14 h 27"/>
                <a:gd name="T6" fmla="*/ 13 w 1136"/>
                <a:gd name="T7" fmla="*/ 0 h 27"/>
                <a:gd name="T8" fmla="*/ 1122 w 1136"/>
                <a:gd name="T9" fmla="*/ 0 h 27"/>
                <a:gd name="T10" fmla="*/ 1136 w 1136"/>
                <a:gd name="T11" fmla="*/ 14 h 27"/>
                <a:gd name="T12" fmla="*/ 1122 w 1136"/>
                <a:gd name="T13" fmla="*/ 27 h 27"/>
              </a:gdLst>
              <a:ahLst/>
              <a:cxnLst>
                <a:cxn ang="0">
                  <a:pos x="T0" y="T1"/>
                </a:cxn>
                <a:cxn ang="0">
                  <a:pos x="T2" y="T3"/>
                </a:cxn>
                <a:cxn ang="0">
                  <a:pos x="T4" y="T5"/>
                </a:cxn>
                <a:cxn ang="0">
                  <a:pos x="T6" y="T7"/>
                </a:cxn>
                <a:cxn ang="0">
                  <a:pos x="T8" y="T9"/>
                </a:cxn>
                <a:cxn ang="0">
                  <a:pos x="T10" y="T11"/>
                </a:cxn>
                <a:cxn ang="0">
                  <a:pos x="T12" y="T13"/>
                </a:cxn>
              </a:cxnLst>
              <a:rect l="0" t="0" r="r" b="b"/>
              <a:pathLst>
                <a:path w="1136" h="27">
                  <a:moveTo>
                    <a:pt x="1122" y="27"/>
                  </a:moveTo>
                  <a:cubicBezTo>
                    <a:pt x="13" y="27"/>
                    <a:pt x="13" y="27"/>
                    <a:pt x="13" y="27"/>
                  </a:cubicBezTo>
                  <a:cubicBezTo>
                    <a:pt x="6" y="27"/>
                    <a:pt x="0" y="21"/>
                    <a:pt x="0" y="14"/>
                  </a:cubicBezTo>
                  <a:cubicBezTo>
                    <a:pt x="0" y="6"/>
                    <a:pt x="6" y="0"/>
                    <a:pt x="13" y="0"/>
                  </a:cubicBezTo>
                  <a:cubicBezTo>
                    <a:pt x="1122" y="0"/>
                    <a:pt x="1122" y="0"/>
                    <a:pt x="1122" y="0"/>
                  </a:cubicBezTo>
                  <a:cubicBezTo>
                    <a:pt x="1130" y="0"/>
                    <a:pt x="1136" y="6"/>
                    <a:pt x="1136" y="14"/>
                  </a:cubicBezTo>
                  <a:cubicBezTo>
                    <a:pt x="1136" y="21"/>
                    <a:pt x="1130" y="27"/>
                    <a:pt x="1122" y="27"/>
                  </a:cubicBezTo>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6">
              <a:extLst>
                <a:ext uri="{FF2B5EF4-FFF2-40B4-BE49-F238E27FC236}">
                  <a16:creationId xmlns:a16="http://schemas.microsoft.com/office/drawing/2014/main" id="{729ADEC3-BF08-4DFB-9A6F-048D8372BABC}"/>
                </a:ext>
              </a:extLst>
            </p:cNvPr>
            <p:cNvSpPr>
              <a:spLocks/>
            </p:cNvSpPr>
            <p:nvPr/>
          </p:nvSpPr>
          <p:spPr bwMode="auto">
            <a:xfrm>
              <a:off x="9229725" y="3698876"/>
              <a:ext cx="1220788" cy="115888"/>
            </a:xfrm>
            <a:custGeom>
              <a:avLst/>
              <a:gdLst>
                <a:gd name="T0" fmla="*/ 273 w 287"/>
                <a:gd name="T1" fmla="*/ 0 h 27"/>
                <a:gd name="T2" fmla="*/ 14 w 287"/>
                <a:gd name="T3" fmla="*/ 0 h 27"/>
                <a:gd name="T4" fmla="*/ 0 w 287"/>
                <a:gd name="T5" fmla="*/ 14 h 27"/>
                <a:gd name="T6" fmla="*/ 14 w 287"/>
                <a:gd name="T7" fmla="*/ 27 h 27"/>
                <a:gd name="T8" fmla="*/ 30 w 287"/>
                <a:gd name="T9" fmla="*/ 27 h 27"/>
                <a:gd name="T10" fmla="*/ 65 w 287"/>
                <a:gd name="T11" fmla="*/ 27 h 27"/>
                <a:gd name="T12" fmla="*/ 222 w 287"/>
                <a:gd name="T13" fmla="*/ 27 h 27"/>
                <a:gd name="T14" fmla="*/ 257 w 287"/>
                <a:gd name="T15" fmla="*/ 27 h 27"/>
                <a:gd name="T16" fmla="*/ 273 w 287"/>
                <a:gd name="T17" fmla="*/ 27 h 27"/>
                <a:gd name="T18" fmla="*/ 287 w 287"/>
                <a:gd name="T19" fmla="*/ 14 h 27"/>
                <a:gd name="T20" fmla="*/ 273 w 287"/>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7" h="27">
                  <a:moveTo>
                    <a:pt x="273" y="0"/>
                  </a:moveTo>
                  <a:cubicBezTo>
                    <a:pt x="14" y="0"/>
                    <a:pt x="14" y="0"/>
                    <a:pt x="14" y="0"/>
                  </a:cubicBezTo>
                  <a:cubicBezTo>
                    <a:pt x="6" y="0"/>
                    <a:pt x="0" y="6"/>
                    <a:pt x="0" y="14"/>
                  </a:cubicBezTo>
                  <a:cubicBezTo>
                    <a:pt x="0" y="21"/>
                    <a:pt x="6" y="27"/>
                    <a:pt x="14" y="27"/>
                  </a:cubicBezTo>
                  <a:cubicBezTo>
                    <a:pt x="30" y="27"/>
                    <a:pt x="30" y="27"/>
                    <a:pt x="30" y="27"/>
                  </a:cubicBezTo>
                  <a:cubicBezTo>
                    <a:pt x="65" y="27"/>
                    <a:pt x="65" y="27"/>
                    <a:pt x="65" y="27"/>
                  </a:cubicBezTo>
                  <a:cubicBezTo>
                    <a:pt x="222" y="27"/>
                    <a:pt x="222" y="27"/>
                    <a:pt x="222" y="27"/>
                  </a:cubicBezTo>
                  <a:cubicBezTo>
                    <a:pt x="257" y="27"/>
                    <a:pt x="257" y="27"/>
                    <a:pt x="257" y="27"/>
                  </a:cubicBezTo>
                  <a:cubicBezTo>
                    <a:pt x="273" y="27"/>
                    <a:pt x="273" y="27"/>
                    <a:pt x="273" y="27"/>
                  </a:cubicBezTo>
                  <a:cubicBezTo>
                    <a:pt x="281" y="27"/>
                    <a:pt x="287" y="21"/>
                    <a:pt x="287" y="14"/>
                  </a:cubicBezTo>
                  <a:cubicBezTo>
                    <a:pt x="287" y="6"/>
                    <a:pt x="281" y="0"/>
                    <a:pt x="273" y="0"/>
                  </a:cubicBezTo>
                </a:path>
              </a:pathLst>
            </a:custGeom>
            <a:solidFill>
              <a:srgbClr val="3865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7">
              <a:extLst>
                <a:ext uri="{FF2B5EF4-FFF2-40B4-BE49-F238E27FC236}">
                  <a16:creationId xmlns:a16="http://schemas.microsoft.com/office/drawing/2014/main" id="{E9FB1FC8-9764-4ECE-8F56-7522495B88FC}"/>
                </a:ext>
              </a:extLst>
            </p:cNvPr>
            <p:cNvSpPr>
              <a:spLocks noChangeArrowheads="1"/>
            </p:cNvSpPr>
            <p:nvPr/>
          </p:nvSpPr>
          <p:spPr bwMode="auto">
            <a:xfrm>
              <a:off x="6642100" y="3954463"/>
              <a:ext cx="3629025" cy="395288"/>
            </a:xfrm>
            <a:prstGeom prst="rect">
              <a:avLst/>
            </a:prstGeom>
            <a:solidFill>
              <a:srgbClr val="2632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8">
              <a:extLst>
                <a:ext uri="{FF2B5EF4-FFF2-40B4-BE49-F238E27FC236}">
                  <a16:creationId xmlns:a16="http://schemas.microsoft.com/office/drawing/2014/main" id="{51D13BBD-60A9-4873-8490-717C562F31CB}"/>
                </a:ext>
              </a:extLst>
            </p:cNvPr>
            <p:cNvSpPr>
              <a:spLocks noChangeArrowheads="1"/>
            </p:cNvSpPr>
            <p:nvPr/>
          </p:nvSpPr>
          <p:spPr bwMode="auto">
            <a:xfrm>
              <a:off x="6642100" y="3954463"/>
              <a:ext cx="362902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10">
              <a:extLst>
                <a:ext uri="{FF2B5EF4-FFF2-40B4-BE49-F238E27FC236}">
                  <a16:creationId xmlns:a16="http://schemas.microsoft.com/office/drawing/2014/main" id="{4B5D635C-46B8-4840-8196-BD6AEEB807AD}"/>
                </a:ext>
              </a:extLst>
            </p:cNvPr>
            <p:cNvSpPr>
              <a:spLocks/>
            </p:cNvSpPr>
            <p:nvPr/>
          </p:nvSpPr>
          <p:spPr bwMode="auto">
            <a:xfrm>
              <a:off x="10172700" y="3814763"/>
              <a:ext cx="153988" cy="2505075"/>
            </a:xfrm>
            <a:custGeom>
              <a:avLst/>
              <a:gdLst>
                <a:gd name="T0" fmla="*/ 30 w 97"/>
                <a:gd name="T1" fmla="*/ 1578 h 1578"/>
                <a:gd name="T2" fmla="*/ 97 w 97"/>
                <a:gd name="T3" fmla="*/ 1578 h 1578"/>
                <a:gd name="T4" fmla="*/ 94 w 97"/>
                <a:gd name="T5" fmla="*/ 0 h 1578"/>
                <a:gd name="T6" fmla="*/ 0 w 97"/>
                <a:gd name="T7" fmla="*/ 0 h 1578"/>
                <a:gd name="T8" fmla="*/ 30 w 97"/>
                <a:gd name="T9" fmla="*/ 1578 h 1578"/>
              </a:gdLst>
              <a:ahLst/>
              <a:cxnLst>
                <a:cxn ang="0">
                  <a:pos x="T0" y="T1"/>
                </a:cxn>
                <a:cxn ang="0">
                  <a:pos x="T2" y="T3"/>
                </a:cxn>
                <a:cxn ang="0">
                  <a:pos x="T4" y="T5"/>
                </a:cxn>
                <a:cxn ang="0">
                  <a:pos x="T6" y="T7"/>
                </a:cxn>
                <a:cxn ang="0">
                  <a:pos x="T8" y="T9"/>
                </a:cxn>
              </a:cxnLst>
              <a:rect l="0" t="0" r="r" b="b"/>
              <a:pathLst>
                <a:path w="97" h="1578">
                  <a:moveTo>
                    <a:pt x="30" y="1578"/>
                  </a:moveTo>
                  <a:lnTo>
                    <a:pt x="97" y="1578"/>
                  </a:lnTo>
                  <a:lnTo>
                    <a:pt x="94" y="0"/>
                  </a:lnTo>
                  <a:lnTo>
                    <a:pt x="0" y="0"/>
                  </a:lnTo>
                  <a:lnTo>
                    <a:pt x="30" y="1578"/>
                  </a:ln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6D6CDF16-6BED-4C64-9A52-67F3CA6584E1}"/>
                </a:ext>
              </a:extLst>
            </p:cNvPr>
            <p:cNvSpPr>
              <a:spLocks/>
            </p:cNvSpPr>
            <p:nvPr/>
          </p:nvSpPr>
          <p:spPr bwMode="auto">
            <a:xfrm>
              <a:off x="10172700" y="3814763"/>
              <a:ext cx="153988" cy="2505075"/>
            </a:xfrm>
            <a:custGeom>
              <a:avLst/>
              <a:gdLst>
                <a:gd name="T0" fmla="*/ 30 w 97"/>
                <a:gd name="T1" fmla="*/ 1578 h 1578"/>
                <a:gd name="T2" fmla="*/ 97 w 97"/>
                <a:gd name="T3" fmla="*/ 1578 h 1578"/>
                <a:gd name="T4" fmla="*/ 94 w 97"/>
                <a:gd name="T5" fmla="*/ 0 h 1578"/>
                <a:gd name="T6" fmla="*/ 0 w 97"/>
                <a:gd name="T7" fmla="*/ 0 h 1578"/>
                <a:gd name="T8" fmla="*/ 30 w 97"/>
                <a:gd name="T9" fmla="*/ 1578 h 1578"/>
              </a:gdLst>
              <a:ahLst/>
              <a:cxnLst>
                <a:cxn ang="0">
                  <a:pos x="T0" y="T1"/>
                </a:cxn>
                <a:cxn ang="0">
                  <a:pos x="T2" y="T3"/>
                </a:cxn>
                <a:cxn ang="0">
                  <a:pos x="T4" y="T5"/>
                </a:cxn>
                <a:cxn ang="0">
                  <a:pos x="T6" y="T7"/>
                </a:cxn>
                <a:cxn ang="0">
                  <a:pos x="T8" y="T9"/>
                </a:cxn>
              </a:cxnLst>
              <a:rect l="0" t="0" r="r" b="b"/>
              <a:pathLst>
                <a:path w="97" h="1578">
                  <a:moveTo>
                    <a:pt x="30" y="1578"/>
                  </a:moveTo>
                  <a:lnTo>
                    <a:pt x="97" y="1578"/>
                  </a:lnTo>
                  <a:lnTo>
                    <a:pt x="94" y="0"/>
                  </a:lnTo>
                  <a:lnTo>
                    <a:pt x="0" y="0"/>
                  </a:lnTo>
                  <a:lnTo>
                    <a:pt x="30" y="157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2">
              <a:extLst>
                <a:ext uri="{FF2B5EF4-FFF2-40B4-BE49-F238E27FC236}">
                  <a16:creationId xmlns:a16="http://schemas.microsoft.com/office/drawing/2014/main" id="{7984442A-BF98-4849-809B-D9C363D8C30C}"/>
                </a:ext>
              </a:extLst>
            </p:cNvPr>
            <p:cNvSpPr>
              <a:spLocks/>
            </p:cNvSpPr>
            <p:nvPr/>
          </p:nvSpPr>
          <p:spPr bwMode="auto">
            <a:xfrm>
              <a:off x="10172700" y="3814763"/>
              <a:ext cx="153988" cy="2505075"/>
            </a:xfrm>
            <a:custGeom>
              <a:avLst/>
              <a:gdLst>
                <a:gd name="T0" fmla="*/ 94 w 97"/>
                <a:gd name="T1" fmla="*/ 0 h 1578"/>
                <a:gd name="T2" fmla="*/ 0 w 97"/>
                <a:gd name="T3" fmla="*/ 0 h 1578"/>
                <a:gd name="T4" fmla="*/ 30 w 97"/>
                <a:gd name="T5" fmla="*/ 1578 h 1578"/>
                <a:gd name="T6" fmla="*/ 97 w 97"/>
                <a:gd name="T7" fmla="*/ 1578 h 1578"/>
                <a:gd name="T8" fmla="*/ 94 w 97"/>
                <a:gd name="T9" fmla="*/ 0 h 1578"/>
              </a:gdLst>
              <a:ahLst/>
              <a:cxnLst>
                <a:cxn ang="0">
                  <a:pos x="T0" y="T1"/>
                </a:cxn>
                <a:cxn ang="0">
                  <a:pos x="T2" y="T3"/>
                </a:cxn>
                <a:cxn ang="0">
                  <a:pos x="T4" y="T5"/>
                </a:cxn>
                <a:cxn ang="0">
                  <a:pos x="T6" y="T7"/>
                </a:cxn>
                <a:cxn ang="0">
                  <a:pos x="T8" y="T9"/>
                </a:cxn>
              </a:cxnLst>
              <a:rect l="0" t="0" r="r" b="b"/>
              <a:pathLst>
                <a:path w="97" h="1578">
                  <a:moveTo>
                    <a:pt x="94" y="0"/>
                  </a:moveTo>
                  <a:lnTo>
                    <a:pt x="0" y="0"/>
                  </a:lnTo>
                  <a:lnTo>
                    <a:pt x="30" y="1578"/>
                  </a:lnTo>
                  <a:lnTo>
                    <a:pt x="97" y="1578"/>
                  </a:lnTo>
                  <a:lnTo>
                    <a:pt x="94" y="0"/>
                  </a:lnTo>
                  <a:close/>
                </a:path>
              </a:pathLst>
            </a:custGeom>
            <a:solidFill>
              <a:srgbClr val="3C47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4">
              <a:extLst>
                <a:ext uri="{FF2B5EF4-FFF2-40B4-BE49-F238E27FC236}">
                  <a16:creationId xmlns:a16="http://schemas.microsoft.com/office/drawing/2014/main" id="{CEE08B49-172E-4CD4-9DF8-F0669CFBC132}"/>
                </a:ext>
              </a:extLst>
            </p:cNvPr>
            <p:cNvSpPr>
              <a:spLocks/>
            </p:cNvSpPr>
            <p:nvPr/>
          </p:nvSpPr>
          <p:spPr bwMode="auto">
            <a:xfrm>
              <a:off x="9110663" y="3814763"/>
              <a:ext cx="395288" cy="2505075"/>
            </a:xfrm>
            <a:custGeom>
              <a:avLst/>
              <a:gdLst>
                <a:gd name="T0" fmla="*/ 69 w 249"/>
                <a:gd name="T1" fmla="*/ 1578 h 1578"/>
                <a:gd name="T2" fmla="*/ 0 w 249"/>
                <a:gd name="T3" fmla="*/ 1578 h 1578"/>
                <a:gd name="T4" fmla="*/ 155 w 249"/>
                <a:gd name="T5" fmla="*/ 0 h 1578"/>
                <a:gd name="T6" fmla="*/ 249 w 249"/>
                <a:gd name="T7" fmla="*/ 0 h 1578"/>
                <a:gd name="T8" fmla="*/ 69 w 249"/>
                <a:gd name="T9" fmla="*/ 1578 h 1578"/>
              </a:gdLst>
              <a:ahLst/>
              <a:cxnLst>
                <a:cxn ang="0">
                  <a:pos x="T0" y="T1"/>
                </a:cxn>
                <a:cxn ang="0">
                  <a:pos x="T2" y="T3"/>
                </a:cxn>
                <a:cxn ang="0">
                  <a:pos x="T4" y="T5"/>
                </a:cxn>
                <a:cxn ang="0">
                  <a:pos x="T6" y="T7"/>
                </a:cxn>
                <a:cxn ang="0">
                  <a:pos x="T8" y="T9"/>
                </a:cxn>
              </a:cxnLst>
              <a:rect l="0" t="0" r="r" b="b"/>
              <a:pathLst>
                <a:path w="249" h="1578">
                  <a:moveTo>
                    <a:pt x="69" y="1578"/>
                  </a:moveTo>
                  <a:lnTo>
                    <a:pt x="0" y="1578"/>
                  </a:lnTo>
                  <a:lnTo>
                    <a:pt x="155" y="0"/>
                  </a:lnTo>
                  <a:lnTo>
                    <a:pt x="249" y="0"/>
                  </a:lnTo>
                  <a:lnTo>
                    <a:pt x="69" y="1578"/>
                  </a:lnTo>
                  <a:close/>
                </a:path>
              </a:pathLst>
            </a:custGeom>
            <a:solidFill>
              <a:srgbClr val="263238">
                <a:alpha val="8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5">
              <a:extLst>
                <a:ext uri="{FF2B5EF4-FFF2-40B4-BE49-F238E27FC236}">
                  <a16:creationId xmlns:a16="http://schemas.microsoft.com/office/drawing/2014/main" id="{C037E884-5CC2-4FF2-81EE-F328ADBACB83}"/>
                </a:ext>
              </a:extLst>
            </p:cNvPr>
            <p:cNvSpPr>
              <a:spLocks/>
            </p:cNvSpPr>
            <p:nvPr/>
          </p:nvSpPr>
          <p:spPr bwMode="auto">
            <a:xfrm>
              <a:off x="9110663" y="3814763"/>
              <a:ext cx="395288" cy="2505075"/>
            </a:xfrm>
            <a:custGeom>
              <a:avLst/>
              <a:gdLst>
                <a:gd name="T0" fmla="*/ 69 w 249"/>
                <a:gd name="T1" fmla="*/ 1578 h 1578"/>
                <a:gd name="T2" fmla="*/ 0 w 249"/>
                <a:gd name="T3" fmla="*/ 1578 h 1578"/>
                <a:gd name="T4" fmla="*/ 155 w 249"/>
                <a:gd name="T5" fmla="*/ 0 h 1578"/>
                <a:gd name="T6" fmla="*/ 249 w 249"/>
                <a:gd name="T7" fmla="*/ 0 h 1578"/>
                <a:gd name="T8" fmla="*/ 69 w 249"/>
                <a:gd name="T9" fmla="*/ 1578 h 1578"/>
              </a:gdLst>
              <a:ahLst/>
              <a:cxnLst>
                <a:cxn ang="0">
                  <a:pos x="T0" y="T1"/>
                </a:cxn>
                <a:cxn ang="0">
                  <a:pos x="T2" y="T3"/>
                </a:cxn>
                <a:cxn ang="0">
                  <a:pos x="T4" y="T5"/>
                </a:cxn>
                <a:cxn ang="0">
                  <a:pos x="T6" y="T7"/>
                </a:cxn>
                <a:cxn ang="0">
                  <a:pos x="T8" y="T9"/>
                </a:cxn>
              </a:cxnLst>
              <a:rect l="0" t="0" r="r" b="b"/>
              <a:pathLst>
                <a:path w="249" h="1578">
                  <a:moveTo>
                    <a:pt x="69" y="1578"/>
                  </a:moveTo>
                  <a:lnTo>
                    <a:pt x="0" y="1578"/>
                  </a:lnTo>
                  <a:lnTo>
                    <a:pt x="155" y="0"/>
                  </a:lnTo>
                  <a:lnTo>
                    <a:pt x="249" y="0"/>
                  </a:lnTo>
                  <a:lnTo>
                    <a:pt x="69" y="157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a:extLst>
                <a:ext uri="{FF2B5EF4-FFF2-40B4-BE49-F238E27FC236}">
                  <a16:creationId xmlns:a16="http://schemas.microsoft.com/office/drawing/2014/main" id="{8ED8886F-A58F-4F3F-8F8F-632E957F58AF}"/>
                </a:ext>
              </a:extLst>
            </p:cNvPr>
            <p:cNvSpPr>
              <a:spLocks/>
            </p:cNvSpPr>
            <p:nvPr/>
          </p:nvSpPr>
          <p:spPr bwMode="auto">
            <a:xfrm>
              <a:off x="9110663" y="3814763"/>
              <a:ext cx="395288" cy="2505075"/>
            </a:xfrm>
            <a:custGeom>
              <a:avLst/>
              <a:gdLst>
                <a:gd name="T0" fmla="*/ 249 w 249"/>
                <a:gd name="T1" fmla="*/ 0 h 1578"/>
                <a:gd name="T2" fmla="*/ 155 w 249"/>
                <a:gd name="T3" fmla="*/ 0 h 1578"/>
                <a:gd name="T4" fmla="*/ 0 w 249"/>
                <a:gd name="T5" fmla="*/ 1578 h 1578"/>
                <a:gd name="T6" fmla="*/ 69 w 249"/>
                <a:gd name="T7" fmla="*/ 1578 h 1578"/>
                <a:gd name="T8" fmla="*/ 249 w 249"/>
                <a:gd name="T9" fmla="*/ 0 h 1578"/>
              </a:gdLst>
              <a:ahLst/>
              <a:cxnLst>
                <a:cxn ang="0">
                  <a:pos x="T0" y="T1"/>
                </a:cxn>
                <a:cxn ang="0">
                  <a:pos x="T2" y="T3"/>
                </a:cxn>
                <a:cxn ang="0">
                  <a:pos x="T4" y="T5"/>
                </a:cxn>
                <a:cxn ang="0">
                  <a:pos x="T6" y="T7"/>
                </a:cxn>
                <a:cxn ang="0">
                  <a:pos x="T8" y="T9"/>
                </a:cxn>
              </a:cxnLst>
              <a:rect l="0" t="0" r="r" b="b"/>
              <a:pathLst>
                <a:path w="249" h="1578">
                  <a:moveTo>
                    <a:pt x="249" y="0"/>
                  </a:moveTo>
                  <a:lnTo>
                    <a:pt x="155" y="0"/>
                  </a:lnTo>
                  <a:lnTo>
                    <a:pt x="0" y="1578"/>
                  </a:lnTo>
                  <a:lnTo>
                    <a:pt x="69" y="1578"/>
                  </a:lnTo>
                  <a:lnTo>
                    <a:pt x="24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18">
              <a:extLst>
                <a:ext uri="{FF2B5EF4-FFF2-40B4-BE49-F238E27FC236}">
                  <a16:creationId xmlns:a16="http://schemas.microsoft.com/office/drawing/2014/main" id="{2569F893-6A0A-4FDB-B602-13C344104758}"/>
                </a:ext>
              </a:extLst>
            </p:cNvPr>
            <p:cNvSpPr>
              <a:spLocks/>
            </p:cNvSpPr>
            <p:nvPr/>
          </p:nvSpPr>
          <p:spPr bwMode="auto">
            <a:xfrm>
              <a:off x="6557963" y="3814763"/>
              <a:ext cx="157163" cy="2505075"/>
            </a:xfrm>
            <a:custGeom>
              <a:avLst/>
              <a:gdLst>
                <a:gd name="T0" fmla="*/ 29 w 99"/>
                <a:gd name="T1" fmla="*/ 1578 h 1578"/>
                <a:gd name="T2" fmla="*/ 99 w 99"/>
                <a:gd name="T3" fmla="*/ 1578 h 1578"/>
                <a:gd name="T4" fmla="*/ 96 w 99"/>
                <a:gd name="T5" fmla="*/ 0 h 1578"/>
                <a:gd name="T6" fmla="*/ 0 w 99"/>
                <a:gd name="T7" fmla="*/ 0 h 1578"/>
                <a:gd name="T8" fmla="*/ 29 w 99"/>
                <a:gd name="T9" fmla="*/ 1578 h 1578"/>
              </a:gdLst>
              <a:ahLst/>
              <a:cxnLst>
                <a:cxn ang="0">
                  <a:pos x="T0" y="T1"/>
                </a:cxn>
                <a:cxn ang="0">
                  <a:pos x="T2" y="T3"/>
                </a:cxn>
                <a:cxn ang="0">
                  <a:pos x="T4" y="T5"/>
                </a:cxn>
                <a:cxn ang="0">
                  <a:pos x="T6" y="T7"/>
                </a:cxn>
                <a:cxn ang="0">
                  <a:pos x="T8" y="T9"/>
                </a:cxn>
              </a:cxnLst>
              <a:rect l="0" t="0" r="r" b="b"/>
              <a:pathLst>
                <a:path w="99" h="1578">
                  <a:moveTo>
                    <a:pt x="29" y="1578"/>
                  </a:moveTo>
                  <a:lnTo>
                    <a:pt x="99" y="1578"/>
                  </a:lnTo>
                  <a:lnTo>
                    <a:pt x="96" y="0"/>
                  </a:lnTo>
                  <a:lnTo>
                    <a:pt x="0" y="0"/>
                  </a:lnTo>
                  <a:lnTo>
                    <a:pt x="29" y="1578"/>
                  </a:lnTo>
                  <a:close/>
                </a:path>
              </a:pathLst>
            </a:custGeom>
            <a:solidFill>
              <a:srgbClr val="263238">
                <a:alpha val="8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9">
              <a:extLst>
                <a:ext uri="{FF2B5EF4-FFF2-40B4-BE49-F238E27FC236}">
                  <a16:creationId xmlns:a16="http://schemas.microsoft.com/office/drawing/2014/main" id="{E5FA286D-710F-4614-B5E8-187E3125383B}"/>
                </a:ext>
              </a:extLst>
            </p:cNvPr>
            <p:cNvSpPr>
              <a:spLocks/>
            </p:cNvSpPr>
            <p:nvPr/>
          </p:nvSpPr>
          <p:spPr bwMode="auto">
            <a:xfrm>
              <a:off x="6557963" y="3814763"/>
              <a:ext cx="157163" cy="2505075"/>
            </a:xfrm>
            <a:custGeom>
              <a:avLst/>
              <a:gdLst>
                <a:gd name="T0" fmla="*/ 29 w 99"/>
                <a:gd name="T1" fmla="*/ 1578 h 1578"/>
                <a:gd name="T2" fmla="*/ 99 w 99"/>
                <a:gd name="T3" fmla="*/ 1578 h 1578"/>
                <a:gd name="T4" fmla="*/ 96 w 99"/>
                <a:gd name="T5" fmla="*/ 0 h 1578"/>
                <a:gd name="T6" fmla="*/ 0 w 99"/>
                <a:gd name="T7" fmla="*/ 0 h 1578"/>
                <a:gd name="T8" fmla="*/ 29 w 99"/>
                <a:gd name="T9" fmla="*/ 1578 h 1578"/>
              </a:gdLst>
              <a:ahLst/>
              <a:cxnLst>
                <a:cxn ang="0">
                  <a:pos x="T0" y="T1"/>
                </a:cxn>
                <a:cxn ang="0">
                  <a:pos x="T2" y="T3"/>
                </a:cxn>
                <a:cxn ang="0">
                  <a:pos x="T4" y="T5"/>
                </a:cxn>
                <a:cxn ang="0">
                  <a:pos x="T6" y="T7"/>
                </a:cxn>
                <a:cxn ang="0">
                  <a:pos x="T8" y="T9"/>
                </a:cxn>
              </a:cxnLst>
              <a:rect l="0" t="0" r="r" b="b"/>
              <a:pathLst>
                <a:path w="99" h="1578">
                  <a:moveTo>
                    <a:pt x="29" y="1578"/>
                  </a:moveTo>
                  <a:lnTo>
                    <a:pt x="99" y="1578"/>
                  </a:lnTo>
                  <a:lnTo>
                    <a:pt x="96" y="0"/>
                  </a:lnTo>
                  <a:lnTo>
                    <a:pt x="0" y="0"/>
                  </a:lnTo>
                  <a:lnTo>
                    <a:pt x="29" y="157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a:extLst>
                <a:ext uri="{FF2B5EF4-FFF2-40B4-BE49-F238E27FC236}">
                  <a16:creationId xmlns:a16="http://schemas.microsoft.com/office/drawing/2014/main" id="{6BF2D517-16A0-4E5A-81C8-B221589E20C0}"/>
                </a:ext>
              </a:extLst>
            </p:cNvPr>
            <p:cNvSpPr>
              <a:spLocks/>
            </p:cNvSpPr>
            <p:nvPr/>
          </p:nvSpPr>
          <p:spPr bwMode="auto">
            <a:xfrm>
              <a:off x="6573838" y="4660901"/>
              <a:ext cx="136525" cy="1658938"/>
            </a:xfrm>
            <a:custGeom>
              <a:avLst/>
              <a:gdLst>
                <a:gd name="T0" fmla="*/ 86 w 86"/>
                <a:gd name="T1" fmla="*/ 0 h 1045"/>
                <a:gd name="T2" fmla="*/ 0 w 86"/>
                <a:gd name="T3" fmla="*/ 0 h 1045"/>
                <a:gd name="T4" fmla="*/ 19 w 86"/>
                <a:gd name="T5" fmla="*/ 1045 h 1045"/>
                <a:gd name="T6" fmla="*/ 70 w 86"/>
                <a:gd name="T7" fmla="*/ 1045 h 1045"/>
                <a:gd name="T8" fmla="*/ 86 w 86"/>
                <a:gd name="T9" fmla="*/ 536 h 1045"/>
                <a:gd name="T10" fmla="*/ 86 w 86"/>
                <a:gd name="T11" fmla="*/ 0 h 1045"/>
              </a:gdLst>
              <a:ahLst/>
              <a:cxnLst>
                <a:cxn ang="0">
                  <a:pos x="T0" y="T1"/>
                </a:cxn>
                <a:cxn ang="0">
                  <a:pos x="T2" y="T3"/>
                </a:cxn>
                <a:cxn ang="0">
                  <a:pos x="T4" y="T5"/>
                </a:cxn>
                <a:cxn ang="0">
                  <a:pos x="T6" y="T7"/>
                </a:cxn>
                <a:cxn ang="0">
                  <a:pos x="T8" y="T9"/>
                </a:cxn>
                <a:cxn ang="0">
                  <a:pos x="T10" y="T11"/>
                </a:cxn>
              </a:cxnLst>
              <a:rect l="0" t="0" r="r" b="b"/>
              <a:pathLst>
                <a:path w="86" h="1045">
                  <a:moveTo>
                    <a:pt x="86" y="0"/>
                  </a:moveTo>
                  <a:lnTo>
                    <a:pt x="0" y="0"/>
                  </a:lnTo>
                  <a:lnTo>
                    <a:pt x="19" y="1045"/>
                  </a:lnTo>
                  <a:lnTo>
                    <a:pt x="70" y="1045"/>
                  </a:lnTo>
                  <a:lnTo>
                    <a:pt x="86" y="536"/>
                  </a:lnTo>
                  <a:lnTo>
                    <a:pt x="8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a:extLst>
                <a:ext uri="{FF2B5EF4-FFF2-40B4-BE49-F238E27FC236}">
                  <a16:creationId xmlns:a16="http://schemas.microsoft.com/office/drawing/2014/main" id="{EEF60146-5CD1-42B1-854F-A3CB44DF23E2}"/>
                </a:ext>
              </a:extLst>
            </p:cNvPr>
            <p:cNvSpPr>
              <a:spLocks/>
            </p:cNvSpPr>
            <p:nvPr/>
          </p:nvSpPr>
          <p:spPr bwMode="auto">
            <a:xfrm>
              <a:off x="5494338" y="3814763"/>
              <a:ext cx="400050" cy="2505075"/>
            </a:xfrm>
            <a:custGeom>
              <a:avLst/>
              <a:gdLst>
                <a:gd name="T0" fmla="*/ 69 w 252"/>
                <a:gd name="T1" fmla="*/ 1578 h 1578"/>
                <a:gd name="T2" fmla="*/ 0 w 252"/>
                <a:gd name="T3" fmla="*/ 1578 h 1578"/>
                <a:gd name="T4" fmla="*/ 155 w 252"/>
                <a:gd name="T5" fmla="*/ 0 h 1578"/>
                <a:gd name="T6" fmla="*/ 252 w 252"/>
                <a:gd name="T7" fmla="*/ 0 h 1578"/>
                <a:gd name="T8" fmla="*/ 69 w 252"/>
                <a:gd name="T9" fmla="*/ 1578 h 1578"/>
              </a:gdLst>
              <a:ahLst/>
              <a:cxnLst>
                <a:cxn ang="0">
                  <a:pos x="T0" y="T1"/>
                </a:cxn>
                <a:cxn ang="0">
                  <a:pos x="T2" y="T3"/>
                </a:cxn>
                <a:cxn ang="0">
                  <a:pos x="T4" y="T5"/>
                </a:cxn>
                <a:cxn ang="0">
                  <a:pos x="T6" y="T7"/>
                </a:cxn>
                <a:cxn ang="0">
                  <a:pos x="T8" y="T9"/>
                </a:cxn>
              </a:cxnLst>
              <a:rect l="0" t="0" r="r" b="b"/>
              <a:pathLst>
                <a:path w="252" h="1578">
                  <a:moveTo>
                    <a:pt x="69" y="1578"/>
                  </a:moveTo>
                  <a:lnTo>
                    <a:pt x="0" y="1578"/>
                  </a:lnTo>
                  <a:lnTo>
                    <a:pt x="155" y="0"/>
                  </a:lnTo>
                  <a:lnTo>
                    <a:pt x="252" y="0"/>
                  </a:lnTo>
                  <a:lnTo>
                    <a:pt x="69" y="1578"/>
                  </a:ln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3">
              <a:extLst>
                <a:ext uri="{FF2B5EF4-FFF2-40B4-BE49-F238E27FC236}">
                  <a16:creationId xmlns:a16="http://schemas.microsoft.com/office/drawing/2014/main" id="{0B9CB429-D67A-4D37-8D2B-C6ABF87C223C}"/>
                </a:ext>
              </a:extLst>
            </p:cNvPr>
            <p:cNvSpPr>
              <a:spLocks/>
            </p:cNvSpPr>
            <p:nvPr/>
          </p:nvSpPr>
          <p:spPr bwMode="auto">
            <a:xfrm>
              <a:off x="5494338" y="3814763"/>
              <a:ext cx="400050" cy="2505075"/>
            </a:xfrm>
            <a:custGeom>
              <a:avLst/>
              <a:gdLst>
                <a:gd name="T0" fmla="*/ 69 w 252"/>
                <a:gd name="T1" fmla="*/ 1578 h 1578"/>
                <a:gd name="T2" fmla="*/ 0 w 252"/>
                <a:gd name="T3" fmla="*/ 1578 h 1578"/>
                <a:gd name="T4" fmla="*/ 155 w 252"/>
                <a:gd name="T5" fmla="*/ 0 h 1578"/>
                <a:gd name="T6" fmla="*/ 252 w 252"/>
                <a:gd name="T7" fmla="*/ 0 h 1578"/>
                <a:gd name="T8" fmla="*/ 69 w 252"/>
                <a:gd name="T9" fmla="*/ 1578 h 1578"/>
              </a:gdLst>
              <a:ahLst/>
              <a:cxnLst>
                <a:cxn ang="0">
                  <a:pos x="T0" y="T1"/>
                </a:cxn>
                <a:cxn ang="0">
                  <a:pos x="T2" y="T3"/>
                </a:cxn>
                <a:cxn ang="0">
                  <a:pos x="T4" y="T5"/>
                </a:cxn>
                <a:cxn ang="0">
                  <a:pos x="T6" y="T7"/>
                </a:cxn>
                <a:cxn ang="0">
                  <a:pos x="T8" y="T9"/>
                </a:cxn>
              </a:cxnLst>
              <a:rect l="0" t="0" r="r" b="b"/>
              <a:pathLst>
                <a:path w="252" h="1578">
                  <a:moveTo>
                    <a:pt x="69" y="1578"/>
                  </a:moveTo>
                  <a:lnTo>
                    <a:pt x="0" y="1578"/>
                  </a:lnTo>
                  <a:lnTo>
                    <a:pt x="155" y="0"/>
                  </a:lnTo>
                  <a:lnTo>
                    <a:pt x="252" y="0"/>
                  </a:lnTo>
                  <a:lnTo>
                    <a:pt x="69" y="157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5">
              <a:extLst>
                <a:ext uri="{FF2B5EF4-FFF2-40B4-BE49-F238E27FC236}">
                  <a16:creationId xmlns:a16="http://schemas.microsoft.com/office/drawing/2014/main" id="{D6BC6BAE-AF11-4416-B00B-81F99A929DAA}"/>
                </a:ext>
              </a:extLst>
            </p:cNvPr>
            <p:cNvSpPr>
              <a:spLocks/>
            </p:cNvSpPr>
            <p:nvPr/>
          </p:nvSpPr>
          <p:spPr bwMode="auto">
            <a:xfrm>
              <a:off x="5494338" y="3814763"/>
              <a:ext cx="400050" cy="2505075"/>
            </a:xfrm>
            <a:custGeom>
              <a:avLst/>
              <a:gdLst>
                <a:gd name="T0" fmla="*/ 252 w 252"/>
                <a:gd name="T1" fmla="*/ 0 h 1578"/>
                <a:gd name="T2" fmla="*/ 155 w 252"/>
                <a:gd name="T3" fmla="*/ 0 h 1578"/>
                <a:gd name="T4" fmla="*/ 0 w 252"/>
                <a:gd name="T5" fmla="*/ 1578 h 1578"/>
                <a:gd name="T6" fmla="*/ 69 w 252"/>
                <a:gd name="T7" fmla="*/ 1578 h 1578"/>
                <a:gd name="T8" fmla="*/ 252 w 252"/>
                <a:gd name="T9" fmla="*/ 0 h 1578"/>
              </a:gdLst>
              <a:ahLst/>
              <a:cxnLst>
                <a:cxn ang="0">
                  <a:pos x="T0" y="T1"/>
                </a:cxn>
                <a:cxn ang="0">
                  <a:pos x="T2" y="T3"/>
                </a:cxn>
                <a:cxn ang="0">
                  <a:pos x="T4" y="T5"/>
                </a:cxn>
                <a:cxn ang="0">
                  <a:pos x="T6" y="T7"/>
                </a:cxn>
                <a:cxn ang="0">
                  <a:pos x="T8" y="T9"/>
                </a:cxn>
              </a:cxnLst>
              <a:rect l="0" t="0" r="r" b="b"/>
              <a:pathLst>
                <a:path w="252" h="1578">
                  <a:moveTo>
                    <a:pt x="252" y="0"/>
                  </a:moveTo>
                  <a:lnTo>
                    <a:pt x="155" y="0"/>
                  </a:lnTo>
                  <a:lnTo>
                    <a:pt x="0" y="1578"/>
                  </a:lnTo>
                  <a:lnTo>
                    <a:pt x="69" y="1578"/>
                  </a:lnTo>
                  <a:lnTo>
                    <a:pt x="25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a:extLst>
                <a:ext uri="{FF2B5EF4-FFF2-40B4-BE49-F238E27FC236}">
                  <a16:creationId xmlns:a16="http://schemas.microsoft.com/office/drawing/2014/main" id="{ADC1F903-3E7A-405F-9500-0E6A01DC6C76}"/>
                </a:ext>
              </a:extLst>
            </p:cNvPr>
            <p:cNvSpPr>
              <a:spLocks/>
            </p:cNvSpPr>
            <p:nvPr/>
          </p:nvSpPr>
          <p:spPr bwMode="auto">
            <a:xfrm>
              <a:off x="8310563" y="3209926"/>
              <a:ext cx="349250" cy="488950"/>
            </a:xfrm>
            <a:custGeom>
              <a:avLst/>
              <a:gdLst>
                <a:gd name="T0" fmla="*/ 220 w 220"/>
                <a:gd name="T1" fmla="*/ 308 h 308"/>
                <a:gd name="T2" fmla="*/ 64 w 220"/>
                <a:gd name="T3" fmla="*/ 308 h 308"/>
                <a:gd name="T4" fmla="*/ 0 w 220"/>
                <a:gd name="T5" fmla="*/ 0 h 308"/>
                <a:gd name="T6" fmla="*/ 158 w 220"/>
                <a:gd name="T7" fmla="*/ 0 h 308"/>
                <a:gd name="T8" fmla="*/ 220 w 220"/>
                <a:gd name="T9" fmla="*/ 308 h 308"/>
              </a:gdLst>
              <a:ahLst/>
              <a:cxnLst>
                <a:cxn ang="0">
                  <a:pos x="T0" y="T1"/>
                </a:cxn>
                <a:cxn ang="0">
                  <a:pos x="T2" y="T3"/>
                </a:cxn>
                <a:cxn ang="0">
                  <a:pos x="T4" y="T5"/>
                </a:cxn>
                <a:cxn ang="0">
                  <a:pos x="T6" y="T7"/>
                </a:cxn>
                <a:cxn ang="0">
                  <a:pos x="T8" y="T9"/>
                </a:cxn>
              </a:cxnLst>
              <a:rect l="0" t="0" r="r" b="b"/>
              <a:pathLst>
                <a:path w="220" h="308">
                  <a:moveTo>
                    <a:pt x="220" y="308"/>
                  </a:moveTo>
                  <a:lnTo>
                    <a:pt x="64" y="308"/>
                  </a:lnTo>
                  <a:lnTo>
                    <a:pt x="0" y="0"/>
                  </a:lnTo>
                  <a:lnTo>
                    <a:pt x="158" y="0"/>
                  </a:lnTo>
                  <a:lnTo>
                    <a:pt x="220" y="308"/>
                  </a:ln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a:extLst>
                <a:ext uri="{FF2B5EF4-FFF2-40B4-BE49-F238E27FC236}">
                  <a16:creationId xmlns:a16="http://schemas.microsoft.com/office/drawing/2014/main" id="{067B9A93-1636-439D-9E22-E68E1C8C029B}"/>
                </a:ext>
              </a:extLst>
            </p:cNvPr>
            <p:cNvSpPr>
              <a:spLocks/>
            </p:cNvSpPr>
            <p:nvPr/>
          </p:nvSpPr>
          <p:spPr bwMode="auto">
            <a:xfrm>
              <a:off x="7842250" y="2779713"/>
              <a:ext cx="1263650" cy="822325"/>
            </a:xfrm>
            <a:custGeom>
              <a:avLst/>
              <a:gdLst>
                <a:gd name="T0" fmla="*/ 271 w 297"/>
                <a:gd name="T1" fmla="*/ 193 h 193"/>
                <a:gd name="T2" fmla="*/ 15 w 297"/>
                <a:gd name="T3" fmla="*/ 193 h 193"/>
                <a:gd name="T4" fmla="*/ 1 w 297"/>
                <a:gd name="T5" fmla="*/ 177 h 193"/>
                <a:gd name="T6" fmla="*/ 10 w 297"/>
                <a:gd name="T7" fmla="*/ 15 h 193"/>
                <a:gd name="T8" fmla="*/ 27 w 297"/>
                <a:gd name="T9" fmla="*/ 0 h 193"/>
                <a:gd name="T10" fmla="*/ 282 w 297"/>
                <a:gd name="T11" fmla="*/ 0 h 193"/>
                <a:gd name="T12" fmla="*/ 297 w 297"/>
                <a:gd name="T13" fmla="*/ 15 h 193"/>
                <a:gd name="T14" fmla="*/ 287 w 297"/>
                <a:gd name="T15" fmla="*/ 177 h 193"/>
                <a:gd name="T16" fmla="*/ 271 w 297"/>
                <a:gd name="T1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93">
                  <a:moveTo>
                    <a:pt x="271" y="193"/>
                  </a:moveTo>
                  <a:cubicBezTo>
                    <a:pt x="15" y="193"/>
                    <a:pt x="15" y="193"/>
                    <a:pt x="15" y="193"/>
                  </a:cubicBezTo>
                  <a:cubicBezTo>
                    <a:pt x="7" y="193"/>
                    <a:pt x="0" y="186"/>
                    <a:pt x="1" y="177"/>
                  </a:cubicBezTo>
                  <a:cubicBezTo>
                    <a:pt x="10" y="15"/>
                    <a:pt x="10" y="15"/>
                    <a:pt x="10" y="15"/>
                  </a:cubicBezTo>
                  <a:cubicBezTo>
                    <a:pt x="11" y="7"/>
                    <a:pt x="18" y="0"/>
                    <a:pt x="27" y="0"/>
                  </a:cubicBezTo>
                  <a:cubicBezTo>
                    <a:pt x="282" y="0"/>
                    <a:pt x="282" y="0"/>
                    <a:pt x="282" y="0"/>
                  </a:cubicBezTo>
                  <a:cubicBezTo>
                    <a:pt x="291" y="0"/>
                    <a:pt x="297" y="7"/>
                    <a:pt x="297" y="15"/>
                  </a:cubicBezTo>
                  <a:cubicBezTo>
                    <a:pt x="287" y="177"/>
                    <a:pt x="287" y="177"/>
                    <a:pt x="287" y="177"/>
                  </a:cubicBezTo>
                  <a:cubicBezTo>
                    <a:pt x="286" y="186"/>
                    <a:pt x="279" y="193"/>
                    <a:pt x="271" y="193"/>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9">
              <a:extLst>
                <a:ext uri="{FF2B5EF4-FFF2-40B4-BE49-F238E27FC236}">
                  <a16:creationId xmlns:a16="http://schemas.microsoft.com/office/drawing/2014/main" id="{DD1982A5-1FAF-4966-A8DF-71CC4506EC98}"/>
                </a:ext>
              </a:extLst>
            </p:cNvPr>
            <p:cNvSpPr>
              <a:spLocks/>
            </p:cNvSpPr>
            <p:nvPr/>
          </p:nvSpPr>
          <p:spPr bwMode="auto">
            <a:xfrm>
              <a:off x="7862888" y="2814638"/>
              <a:ext cx="1192213" cy="752475"/>
            </a:xfrm>
            <a:custGeom>
              <a:avLst/>
              <a:gdLst>
                <a:gd name="T0" fmla="*/ 6 w 280"/>
                <a:gd name="T1" fmla="*/ 177 h 177"/>
                <a:gd name="T2" fmla="*/ 1 w 280"/>
                <a:gd name="T3" fmla="*/ 175 h 177"/>
                <a:gd name="T4" fmla="*/ 0 w 280"/>
                <a:gd name="T5" fmla="*/ 170 h 177"/>
                <a:gd name="T6" fmla="*/ 9 w 280"/>
                <a:gd name="T7" fmla="*/ 8 h 177"/>
                <a:gd name="T8" fmla="*/ 18 w 280"/>
                <a:gd name="T9" fmla="*/ 0 h 177"/>
                <a:gd name="T10" fmla="*/ 273 w 280"/>
                <a:gd name="T11" fmla="*/ 0 h 177"/>
                <a:gd name="T12" fmla="*/ 278 w 280"/>
                <a:gd name="T13" fmla="*/ 2 h 177"/>
                <a:gd name="T14" fmla="*/ 280 w 280"/>
                <a:gd name="T15" fmla="*/ 7 h 177"/>
                <a:gd name="T16" fmla="*/ 270 w 280"/>
                <a:gd name="T17" fmla="*/ 169 h 177"/>
                <a:gd name="T18" fmla="*/ 262 w 280"/>
                <a:gd name="T19" fmla="*/ 177 h 177"/>
                <a:gd name="T20" fmla="*/ 6 w 280"/>
                <a:gd name="T21"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177">
                  <a:moveTo>
                    <a:pt x="6" y="177"/>
                  </a:moveTo>
                  <a:cubicBezTo>
                    <a:pt x="4" y="177"/>
                    <a:pt x="3" y="176"/>
                    <a:pt x="1" y="175"/>
                  </a:cubicBezTo>
                  <a:cubicBezTo>
                    <a:pt x="0" y="173"/>
                    <a:pt x="0" y="171"/>
                    <a:pt x="0" y="170"/>
                  </a:cubicBezTo>
                  <a:cubicBezTo>
                    <a:pt x="9" y="8"/>
                    <a:pt x="9" y="8"/>
                    <a:pt x="9" y="8"/>
                  </a:cubicBezTo>
                  <a:cubicBezTo>
                    <a:pt x="10" y="4"/>
                    <a:pt x="13" y="0"/>
                    <a:pt x="18" y="0"/>
                  </a:cubicBezTo>
                  <a:cubicBezTo>
                    <a:pt x="273" y="0"/>
                    <a:pt x="273" y="0"/>
                    <a:pt x="273" y="0"/>
                  </a:cubicBezTo>
                  <a:cubicBezTo>
                    <a:pt x="275" y="0"/>
                    <a:pt x="277" y="1"/>
                    <a:pt x="278" y="2"/>
                  </a:cubicBezTo>
                  <a:cubicBezTo>
                    <a:pt x="279" y="3"/>
                    <a:pt x="280" y="5"/>
                    <a:pt x="280" y="7"/>
                  </a:cubicBezTo>
                  <a:cubicBezTo>
                    <a:pt x="270" y="169"/>
                    <a:pt x="270" y="169"/>
                    <a:pt x="270" y="169"/>
                  </a:cubicBezTo>
                  <a:cubicBezTo>
                    <a:pt x="270" y="173"/>
                    <a:pt x="266" y="177"/>
                    <a:pt x="262" y="177"/>
                  </a:cubicBezTo>
                  <a:lnTo>
                    <a:pt x="6" y="17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30">
              <a:extLst>
                <a:ext uri="{FF2B5EF4-FFF2-40B4-BE49-F238E27FC236}">
                  <a16:creationId xmlns:a16="http://schemas.microsoft.com/office/drawing/2014/main" id="{7FC16AAF-1552-4DDD-B3E3-5E29DE76019C}"/>
                </a:ext>
              </a:extLst>
            </p:cNvPr>
            <p:cNvSpPr>
              <a:spLocks/>
            </p:cNvSpPr>
            <p:nvPr/>
          </p:nvSpPr>
          <p:spPr bwMode="auto">
            <a:xfrm>
              <a:off x="8366125" y="2779713"/>
              <a:ext cx="279400" cy="242888"/>
            </a:xfrm>
            <a:custGeom>
              <a:avLst/>
              <a:gdLst>
                <a:gd name="T0" fmla="*/ 0 w 176"/>
                <a:gd name="T1" fmla="*/ 0 h 153"/>
                <a:gd name="T2" fmla="*/ 45 w 176"/>
                <a:gd name="T3" fmla="*/ 153 h 153"/>
                <a:gd name="T4" fmla="*/ 176 w 176"/>
                <a:gd name="T5" fmla="*/ 0 h 153"/>
                <a:gd name="T6" fmla="*/ 0 w 176"/>
                <a:gd name="T7" fmla="*/ 0 h 153"/>
              </a:gdLst>
              <a:ahLst/>
              <a:cxnLst>
                <a:cxn ang="0">
                  <a:pos x="T0" y="T1"/>
                </a:cxn>
                <a:cxn ang="0">
                  <a:pos x="T2" y="T3"/>
                </a:cxn>
                <a:cxn ang="0">
                  <a:pos x="T4" y="T5"/>
                </a:cxn>
                <a:cxn ang="0">
                  <a:pos x="T6" y="T7"/>
                </a:cxn>
              </a:cxnLst>
              <a:rect l="0" t="0" r="r" b="b"/>
              <a:pathLst>
                <a:path w="176" h="153">
                  <a:moveTo>
                    <a:pt x="0" y="0"/>
                  </a:moveTo>
                  <a:lnTo>
                    <a:pt x="45" y="153"/>
                  </a:lnTo>
                  <a:lnTo>
                    <a:pt x="1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a:extLst>
                <a:ext uri="{FF2B5EF4-FFF2-40B4-BE49-F238E27FC236}">
                  <a16:creationId xmlns:a16="http://schemas.microsoft.com/office/drawing/2014/main" id="{A200CD43-CB02-477D-877C-6012272F1D99}"/>
                </a:ext>
              </a:extLst>
            </p:cNvPr>
            <p:cNvSpPr>
              <a:spLocks/>
            </p:cNvSpPr>
            <p:nvPr/>
          </p:nvSpPr>
          <p:spPr bwMode="auto">
            <a:xfrm>
              <a:off x="6677025" y="2168526"/>
              <a:ext cx="33338" cy="46038"/>
            </a:xfrm>
            <a:custGeom>
              <a:avLst/>
              <a:gdLst>
                <a:gd name="T0" fmla="*/ 0 w 8"/>
                <a:gd name="T1" fmla="*/ 6 h 11"/>
                <a:gd name="T2" fmla="*/ 5 w 8"/>
                <a:gd name="T3" fmla="*/ 11 h 11"/>
                <a:gd name="T4" fmla="*/ 7 w 8"/>
                <a:gd name="T5" fmla="*/ 5 h 11"/>
                <a:gd name="T6" fmla="*/ 3 w 8"/>
                <a:gd name="T7" fmla="*/ 0 h 11"/>
                <a:gd name="T8" fmla="*/ 0 w 8"/>
                <a:gd name="T9" fmla="*/ 6 h 11"/>
              </a:gdLst>
              <a:ahLst/>
              <a:cxnLst>
                <a:cxn ang="0">
                  <a:pos x="T0" y="T1"/>
                </a:cxn>
                <a:cxn ang="0">
                  <a:pos x="T2" y="T3"/>
                </a:cxn>
                <a:cxn ang="0">
                  <a:pos x="T4" y="T5"/>
                </a:cxn>
                <a:cxn ang="0">
                  <a:pos x="T6" y="T7"/>
                </a:cxn>
                <a:cxn ang="0">
                  <a:pos x="T8" y="T9"/>
                </a:cxn>
              </a:cxnLst>
              <a:rect l="0" t="0" r="r" b="b"/>
              <a:pathLst>
                <a:path w="8" h="11">
                  <a:moveTo>
                    <a:pt x="0" y="6"/>
                  </a:moveTo>
                  <a:cubicBezTo>
                    <a:pt x="1" y="9"/>
                    <a:pt x="3" y="11"/>
                    <a:pt x="5" y="11"/>
                  </a:cubicBezTo>
                  <a:cubicBezTo>
                    <a:pt x="7" y="11"/>
                    <a:pt x="8" y="9"/>
                    <a:pt x="7" y="5"/>
                  </a:cubicBezTo>
                  <a:cubicBezTo>
                    <a:pt x="7" y="2"/>
                    <a:pt x="5" y="0"/>
                    <a:pt x="3" y="0"/>
                  </a:cubicBezTo>
                  <a:cubicBezTo>
                    <a:pt x="1" y="0"/>
                    <a:pt x="0" y="3"/>
                    <a:pt x="0" y="6"/>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a:extLst>
                <a:ext uri="{FF2B5EF4-FFF2-40B4-BE49-F238E27FC236}">
                  <a16:creationId xmlns:a16="http://schemas.microsoft.com/office/drawing/2014/main" id="{383D48F9-2C97-4986-BCC8-9E5B2C0A14E9}"/>
                </a:ext>
              </a:extLst>
            </p:cNvPr>
            <p:cNvSpPr>
              <a:spLocks/>
            </p:cNvSpPr>
            <p:nvPr/>
          </p:nvSpPr>
          <p:spPr bwMode="auto">
            <a:xfrm>
              <a:off x="6692900" y="2214563"/>
              <a:ext cx="55563" cy="111125"/>
            </a:xfrm>
            <a:custGeom>
              <a:avLst/>
              <a:gdLst>
                <a:gd name="T0" fmla="*/ 0 w 13"/>
                <a:gd name="T1" fmla="*/ 0 h 26"/>
                <a:gd name="T2" fmla="*/ 13 w 13"/>
                <a:gd name="T3" fmla="*/ 22 h 26"/>
                <a:gd name="T4" fmla="*/ 1 w 13"/>
                <a:gd name="T5" fmla="*/ 24 h 26"/>
                <a:gd name="T6" fmla="*/ 0 w 13"/>
                <a:gd name="T7" fmla="*/ 0 h 26"/>
              </a:gdLst>
              <a:ahLst/>
              <a:cxnLst>
                <a:cxn ang="0">
                  <a:pos x="T0" y="T1"/>
                </a:cxn>
                <a:cxn ang="0">
                  <a:pos x="T2" y="T3"/>
                </a:cxn>
                <a:cxn ang="0">
                  <a:pos x="T4" y="T5"/>
                </a:cxn>
                <a:cxn ang="0">
                  <a:pos x="T6" y="T7"/>
                </a:cxn>
              </a:cxnLst>
              <a:rect l="0" t="0" r="r" b="b"/>
              <a:pathLst>
                <a:path w="13" h="26">
                  <a:moveTo>
                    <a:pt x="0" y="0"/>
                  </a:moveTo>
                  <a:cubicBezTo>
                    <a:pt x="0" y="0"/>
                    <a:pt x="6" y="15"/>
                    <a:pt x="13" y="22"/>
                  </a:cubicBezTo>
                  <a:cubicBezTo>
                    <a:pt x="9" y="26"/>
                    <a:pt x="1" y="24"/>
                    <a:pt x="1" y="24"/>
                  </a:cubicBezTo>
                  <a:lnTo>
                    <a:pt x="0" y="0"/>
                  </a:lnTo>
                  <a:close/>
                </a:path>
              </a:pathLst>
            </a:custGeom>
            <a:solidFill>
              <a:srgbClr val="A027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33">
              <a:extLst>
                <a:ext uri="{FF2B5EF4-FFF2-40B4-BE49-F238E27FC236}">
                  <a16:creationId xmlns:a16="http://schemas.microsoft.com/office/drawing/2014/main" id="{081AFE51-3802-45DC-BDAE-886F9DDA2477}"/>
                </a:ext>
              </a:extLst>
            </p:cNvPr>
            <p:cNvSpPr>
              <a:spLocks/>
            </p:cNvSpPr>
            <p:nvPr/>
          </p:nvSpPr>
          <p:spPr bwMode="auto">
            <a:xfrm>
              <a:off x="6626225" y="2087563"/>
              <a:ext cx="63500" cy="53975"/>
            </a:xfrm>
            <a:custGeom>
              <a:avLst/>
              <a:gdLst>
                <a:gd name="T0" fmla="*/ 2 w 15"/>
                <a:gd name="T1" fmla="*/ 13 h 13"/>
                <a:gd name="T2" fmla="*/ 1 w 15"/>
                <a:gd name="T3" fmla="*/ 13 h 13"/>
                <a:gd name="T4" fmla="*/ 0 w 15"/>
                <a:gd name="T5" fmla="*/ 11 h 13"/>
                <a:gd name="T6" fmla="*/ 13 w 15"/>
                <a:gd name="T7" fmla="*/ 0 h 13"/>
                <a:gd name="T8" fmla="*/ 15 w 15"/>
                <a:gd name="T9" fmla="*/ 1 h 13"/>
                <a:gd name="T10" fmla="*/ 13 w 15"/>
                <a:gd name="T11" fmla="*/ 4 h 13"/>
                <a:gd name="T12" fmla="*/ 4 w 15"/>
                <a:gd name="T13" fmla="*/ 12 h 13"/>
                <a:gd name="T14" fmla="*/ 2 w 15"/>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3">
                  <a:moveTo>
                    <a:pt x="2" y="13"/>
                  </a:moveTo>
                  <a:cubicBezTo>
                    <a:pt x="1" y="13"/>
                    <a:pt x="1" y="13"/>
                    <a:pt x="1" y="13"/>
                  </a:cubicBezTo>
                  <a:cubicBezTo>
                    <a:pt x="0" y="13"/>
                    <a:pt x="0" y="12"/>
                    <a:pt x="0" y="11"/>
                  </a:cubicBezTo>
                  <a:cubicBezTo>
                    <a:pt x="4" y="2"/>
                    <a:pt x="12" y="0"/>
                    <a:pt x="13" y="0"/>
                  </a:cubicBezTo>
                  <a:cubicBezTo>
                    <a:pt x="14" y="0"/>
                    <a:pt x="15" y="1"/>
                    <a:pt x="15" y="1"/>
                  </a:cubicBezTo>
                  <a:cubicBezTo>
                    <a:pt x="15" y="2"/>
                    <a:pt x="14" y="3"/>
                    <a:pt x="13" y="4"/>
                  </a:cubicBezTo>
                  <a:cubicBezTo>
                    <a:pt x="13" y="4"/>
                    <a:pt x="7" y="5"/>
                    <a:pt x="4" y="12"/>
                  </a:cubicBezTo>
                  <a:cubicBezTo>
                    <a:pt x="3" y="13"/>
                    <a:pt x="3" y="13"/>
                    <a:pt x="2" y="13"/>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a:extLst>
                <a:ext uri="{FF2B5EF4-FFF2-40B4-BE49-F238E27FC236}">
                  <a16:creationId xmlns:a16="http://schemas.microsoft.com/office/drawing/2014/main" id="{50C3B0F4-63BA-4B15-ACEA-11B12D594890}"/>
                </a:ext>
              </a:extLst>
            </p:cNvPr>
            <p:cNvSpPr>
              <a:spLocks/>
            </p:cNvSpPr>
            <p:nvPr/>
          </p:nvSpPr>
          <p:spPr bwMode="auto">
            <a:xfrm>
              <a:off x="6281738" y="2397126"/>
              <a:ext cx="357188" cy="447675"/>
            </a:xfrm>
            <a:custGeom>
              <a:avLst/>
              <a:gdLst>
                <a:gd name="T0" fmla="*/ 3 w 84"/>
                <a:gd name="T1" fmla="*/ 0 h 105"/>
                <a:gd name="T2" fmla="*/ 27 w 84"/>
                <a:gd name="T3" fmla="*/ 19 h 105"/>
                <a:gd name="T4" fmla="*/ 59 w 84"/>
                <a:gd name="T5" fmla="*/ 44 h 105"/>
                <a:gd name="T6" fmla="*/ 56 w 84"/>
                <a:gd name="T7" fmla="*/ 56 h 105"/>
                <a:gd name="T8" fmla="*/ 74 w 84"/>
                <a:gd name="T9" fmla="*/ 77 h 105"/>
                <a:gd name="T10" fmla="*/ 83 w 84"/>
                <a:gd name="T11" fmla="*/ 86 h 105"/>
                <a:gd name="T12" fmla="*/ 62 w 84"/>
                <a:gd name="T13" fmla="*/ 102 h 105"/>
                <a:gd name="T14" fmla="*/ 8 w 84"/>
                <a:gd name="T15" fmla="*/ 93 h 105"/>
                <a:gd name="T16" fmla="*/ 4 w 84"/>
                <a:gd name="T17" fmla="*/ 76 h 105"/>
                <a:gd name="T18" fmla="*/ 3 w 84"/>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105">
                  <a:moveTo>
                    <a:pt x="3" y="0"/>
                  </a:moveTo>
                  <a:cubicBezTo>
                    <a:pt x="27" y="19"/>
                    <a:pt x="27" y="19"/>
                    <a:pt x="27" y="19"/>
                  </a:cubicBezTo>
                  <a:cubicBezTo>
                    <a:pt x="59" y="44"/>
                    <a:pt x="59" y="44"/>
                    <a:pt x="59" y="44"/>
                  </a:cubicBezTo>
                  <a:cubicBezTo>
                    <a:pt x="58" y="45"/>
                    <a:pt x="57" y="51"/>
                    <a:pt x="56" y="56"/>
                  </a:cubicBezTo>
                  <a:cubicBezTo>
                    <a:pt x="55" y="65"/>
                    <a:pt x="54" y="72"/>
                    <a:pt x="74" y="77"/>
                  </a:cubicBezTo>
                  <a:cubicBezTo>
                    <a:pt x="79" y="79"/>
                    <a:pt x="82" y="82"/>
                    <a:pt x="83" y="86"/>
                  </a:cubicBezTo>
                  <a:cubicBezTo>
                    <a:pt x="84" y="92"/>
                    <a:pt x="80" y="99"/>
                    <a:pt x="62" y="102"/>
                  </a:cubicBezTo>
                  <a:cubicBezTo>
                    <a:pt x="40" y="105"/>
                    <a:pt x="22" y="99"/>
                    <a:pt x="8" y="93"/>
                  </a:cubicBezTo>
                  <a:cubicBezTo>
                    <a:pt x="0" y="89"/>
                    <a:pt x="0" y="84"/>
                    <a:pt x="4" y="76"/>
                  </a:cubicBezTo>
                  <a:cubicBezTo>
                    <a:pt x="14" y="53"/>
                    <a:pt x="9" y="23"/>
                    <a:pt x="3" y="0"/>
                  </a:cubicBezTo>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5">
              <a:extLst>
                <a:ext uri="{FF2B5EF4-FFF2-40B4-BE49-F238E27FC236}">
                  <a16:creationId xmlns:a16="http://schemas.microsoft.com/office/drawing/2014/main" id="{C5B3E8A9-E93A-4379-92C0-D211534CE119}"/>
                </a:ext>
              </a:extLst>
            </p:cNvPr>
            <p:cNvSpPr>
              <a:spLocks/>
            </p:cNvSpPr>
            <p:nvPr/>
          </p:nvSpPr>
          <p:spPr bwMode="auto">
            <a:xfrm>
              <a:off x="6175375" y="2619376"/>
              <a:ext cx="531813" cy="160338"/>
            </a:xfrm>
            <a:custGeom>
              <a:avLst/>
              <a:gdLst>
                <a:gd name="T0" fmla="*/ 0 w 125"/>
                <a:gd name="T1" fmla="*/ 31 h 38"/>
                <a:gd name="T2" fmla="*/ 11 w 125"/>
                <a:gd name="T3" fmla="*/ 3 h 38"/>
                <a:gd name="T4" fmla="*/ 92 w 125"/>
                <a:gd name="T5" fmla="*/ 6 h 38"/>
                <a:gd name="T6" fmla="*/ 125 w 125"/>
                <a:gd name="T7" fmla="*/ 38 h 38"/>
                <a:gd name="T8" fmla="*/ 0 w 125"/>
                <a:gd name="T9" fmla="*/ 31 h 38"/>
              </a:gdLst>
              <a:ahLst/>
              <a:cxnLst>
                <a:cxn ang="0">
                  <a:pos x="T0" y="T1"/>
                </a:cxn>
                <a:cxn ang="0">
                  <a:pos x="T2" y="T3"/>
                </a:cxn>
                <a:cxn ang="0">
                  <a:pos x="T4" y="T5"/>
                </a:cxn>
                <a:cxn ang="0">
                  <a:pos x="T6" y="T7"/>
                </a:cxn>
                <a:cxn ang="0">
                  <a:pos x="T8" y="T9"/>
                </a:cxn>
              </a:cxnLst>
              <a:rect l="0" t="0" r="r" b="b"/>
              <a:pathLst>
                <a:path w="125" h="38">
                  <a:moveTo>
                    <a:pt x="0" y="31"/>
                  </a:moveTo>
                  <a:cubicBezTo>
                    <a:pt x="8" y="15"/>
                    <a:pt x="11" y="3"/>
                    <a:pt x="11" y="3"/>
                  </a:cubicBezTo>
                  <a:cubicBezTo>
                    <a:pt x="11" y="3"/>
                    <a:pt x="72" y="0"/>
                    <a:pt x="92" y="6"/>
                  </a:cubicBezTo>
                  <a:cubicBezTo>
                    <a:pt x="112" y="12"/>
                    <a:pt x="125" y="38"/>
                    <a:pt x="125" y="38"/>
                  </a:cubicBezTo>
                  <a:cubicBezTo>
                    <a:pt x="0" y="31"/>
                    <a:pt x="0" y="31"/>
                    <a:pt x="0" y="31"/>
                  </a:cubicBezTo>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36">
              <a:extLst>
                <a:ext uri="{FF2B5EF4-FFF2-40B4-BE49-F238E27FC236}">
                  <a16:creationId xmlns:a16="http://schemas.microsoft.com/office/drawing/2014/main" id="{F6F969D2-206E-4E83-A055-360991494D7F}"/>
                </a:ext>
              </a:extLst>
            </p:cNvPr>
            <p:cNvSpPr>
              <a:spLocks/>
            </p:cNvSpPr>
            <p:nvPr/>
          </p:nvSpPr>
          <p:spPr bwMode="auto">
            <a:xfrm>
              <a:off x="5949950" y="2860676"/>
              <a:ext cx="611188" cy="876300"/>
            </a:xfrm>
            <a:custGeom>
              <a:avLst/>
              <a:gdLst>
                <a:gd name="T0" fmla="*/ 78 w 144"/>
                <a:gd name="T1" fmla="*/ 19 h 206"/>
                <a:gd name="T2" fmla="*/ 74 w 144"/>
                <a:gd name="T3" fmla="*/ 34 h 206"/>
                <a:gd name="T4" fmla="*/ 69 w 144"/>
                <a:gd name="T5" fmla="*/ 50 h 206"/>
                <a:gd name="T6" fmla="*/ 62 w 144"/>
                <a:gd name="T7" fmla="*/ 81 h 206"/>
                <a:gd name="T8" fmla="*/ 56 w 144"/>
                <a:gd name="T9" fmla="*/ 112 h 206"/>
                <a:gd name="T10" fmla="*/ 56 w 144"/>
                <a:gd name="T11" fmla="*/ 141 h 206"/>
                <a:gd name="T12" fmla="*/ 57 w 144"/>
                <a:gd name="T13" fmla="*/ 152 h 206"/>
                <a:gd name="T14" fmla="*/ 58 w 144"/>
                <a:gd name="T15" fmla="*/ 155 h 206"/>
                <a:gd name="T16" fmla="*/ 59 w 144"/>
                <a:gd name="T17" fmla="*/ 157 h 206"/>
                <a:gd name="T18" fmla="*/ 59 w 144"/>
                <a:gd name="T19" fmla="*/ 157 h 206"/>
                <a:gd name="T20" fmla="*/ 59 w 144"/>
                <a:gd name="T21" fmla="*/ 157 h 206"/>
                <a:gd name="T22" fmla="*/ 58 w 144"/>
                <a:gd name="T23" fmla="*/ 156 h 206"/>
                <a:gd name="T24" fmla="*/ 57 w 144"/>
                <a:gd name="T25" fmla="*/ 154 h 206"/>
                <a:gd name="T26" fmla="*/ 55 w 144"/>
                <a:gd name="T27" fmla="*/ 153 h 206"/>
                <a:gd name="T28" fmla="*/ 54 w 144"/>
                <a:gd name="T29" fmla="*/ 152 h 206"/>
                <a:gd name="T30" fmla="*/ 58 w 144"/>
                <a:gd name="T31" fmla="*/ 154 h 206"/>
                <a:gd name="T32" fmla="*/ 64 w 144"/>
                <a:gd name="T33" fmla="*/ 157 h 206"/>
                <a:gd name="T34" fmla="*/ 79 w 144"/>
                <a:gd name="T35" fmla="*/ 161 h 206"/>
                <a:gd name="T36" fmla="*/ 144 w 144"/>
                <a:gd name="T37" fmla="*/ 175 h 206"/>
                <a:gd name="T38" fmla="*/ 143 w 144"/>
                <a:gd name="T39" fmla="*/ 203 h 206"/>
                <a:gd name="T40" fmla="*/ 108 w 144"/>
                <a:gd name="T41" fmla="*/ 206 h 206"/>
                <a:gd name="T42" fmla="*/ 72 w 144"/>
                <a:gd name="T43" fmla="*/ 205 h 206"/>
                <a:gd name="T44" fmla="*/ 53 w 144"/>
                <a:gd name="T45" fmla="*/ 203 h 206"/>
                <a:gd name="T46" fmla="*/ 43 w 144"/>
                <a:gd name="T47" fmla="*/ 200 h 206"/>
                <a:gd name="T48" fmla="*/ 31 w 144"/>
                <a:gd name="T49" fmla="*/ 196 h 206"/>
                <a:gd name="T50" fmla="*/ 23 w 144"/>
                <a:gd name="T51" fmla="*/ 191 h 206"/>
                <a:gd name="T52" fmla="*/ 18 w 144"/>
                <a:gd name="T53" fmla="*/ 186 h 206"/>
                <a:gd name="T54" fmla="*/ 16 w 144"/>
                <a:gd name="T55" fmla="*/ 183 h 206"/>
                <a:gd name="T56" fmla="*/ 14 w 144"/>
                <a:gd name="T57" fmla="*/ 181 h 206"/>
                <a:gd name="T58" fmla="*/ 14 w 144"/>
                <a:gd name="T59" fmla="*/ 180 h 206"/>
                <a:gd name="T60" fmla="*/ 11 w 144"/>
                <a:gd name="T61" fmla="*/ 174 h 206"/>
                <a:gd name="T62" fmla="*/ 9 w 144"/>
                <a:gd name="T63" fmla="*/ 169 h 206"/>
                <a:gd name="T64" fmla="*/ 3 w 144"/>
                <a:gd name="T65" fmla="*/ 147 h 206"/>
                <a:gd name="T66" fmla="*/ 7 w 144"/>
                <a:gd name="T67" fmla="*/ 70 h 206"/>
                <a:gd name="T68" fmla="*/ 15 w 144"/>
                <a:gd name="T69" fmla="*/ 35 h 206"/>
                <a:gd name="T70" fmla="*/ 20 w 144"/>
                <a:gd name="T71" fmla="*/ 18 h 206"/>
                <a:gd name="T72" fmla="*/ 26 w 144"/>
                <a:gd name="T73" fmla="*/ 0 h 206"/>
                <a:gd name="T74" fmla="*/ 78 w 144"/>
                <a:gd name="T75" fmla="*/ 19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206">
                  <a:moveTo>
                    <a:pt x="78" y="19"/>
                  </a:moveTo>
                  <a:cubicBezTo>
                    <a:pt x="77" y="24"/>
                    <a:pt x="75" y="29"/>
                    <a:pt x="74" y="34"/>
                  </a:cubicBezTo>
                  <a:cubicBezTo>
                    <a:pt x="69" y="50"/>
                    <a:pt x="69" y="50"/>
                    <a:pt x="69" y="50"/>
                  </a:cubicBezTo>
                  <a:cubicBezTo>
                    <a:pt x="66" y="60"/>
                    <a:pt x="64" y="71"/>
                    <a:pt x="62" y="81"/>
                  </a:cubicBezTo>
                  <a:cubicBezTo>
                    <a:pt x="59" y="91"/>
                    <a:pt x="58" y="102"/>
                    <a:pt x="56" y="112"/>
                  </a:cubicBezTo>
                  <a:cubicBezTo>
                    <a:pt x="55" y="122"/>
                    <a:pt x="55" y="132"/>
                    <a:pt x="56" y="141"/>
                  </a:cubicBezTo>
                  <a:cubicBezTo>
                    <a:pt x="56" y="145"/>
                    <a:pt x="57" y="149"/>
                    <a:pt x="57" y="152"/>
                  </a:cubicBezTo>
                  <a:cubicBezTo>
                    <a:pt x="58" y="153"/>
                    <a:pt x="58" y="154"/>
                    <a:pt x="58" y="155"/>
                  </a:cubicBezTo>
                  <a:cubicBezTo>
                    <a:pt x="58" y="156"/>
                    <a:pt x="59" y="156"/>
                    <a:pt x="59" y="157"/>
                  </a:cubicBezTo>
                  <a:cubicBezTo>
                    <a:pt x="59" y="157"/>
                    <a:pt x="59" y="157"/>
                    <a:pt x="59" y="157"/>
                  </a:cubicBezTo>
                  <a:cubicBezTo>
                    <a:pt x="59" y="157"/>
                    <a:pt x="59" y="157"/>
                    <a:pt x="59" y="157"/>
                  </a:cubicBezTo>
                  <a:cubicBezTo>
                    <a:pt x="59" y="157"/>
                    <a:pt x="58" y="156"/>
                    <a:pt x="58" y="156"/>
                  </a:cubicBezTo>
                  <a:cubicBezTo>
                    <a:pt x="58" y="155"/>
                    <a:pt x="57" y="155"/>
                    <a:pt x="57" y="154"/>
                  </a:cubicBezTo>
                  <a:cubicBezTo>
                    <a:pt x="56" y="153"/>
                    <a:pt x="55" y="153"/>
                    <a:pt x="55" y="153"/>
                  </a:cubicBezTo>
                  <a:cubicBezTo>
                    <a:pt x="54" y="152"/>
                    <a:pt x="54" y="152"/>
                    <a:pt x="54" y="152"/>
                  </a:cubicBezTo>
                  <a:cubicBezTo>
                    <a:pt x="55" y="153"/>
                    <a:pt x="56" y="154"/>
                    <a:pt x="58" y="154"/>
                  </a:cubicBezTo>
                  <a:cubicBezTo>
                    <a:pt x="60" y="155"/>
                    <a:pt x="62" y="156"/>
                    <a:pt x="64" y="157"/>
                  </a:cubicBezTo>
                  <a:cubicBezTo>
                    <a:pt x="69" y="158"/>
                    <a:pt x="74" y="160"/>
                    <a:pt x="79" y="161"/>
                  </a:cubicBezTo>
                  <a:cubicBezTo>
                    <a:pt x="100" y="166"/>
                    <a:pt x="122" y="170"/>
                    <a:pt x="144" y="175"/>
                  </a:cubicBezTo>
                  <a:cubicBezTo>
                    <a:pt x="143" y="203"/>
                    <a:pt x="143" y="203"/>
                    <a:pt x="143" y="203"/>
                  </a:cubicBezTo>
                  <a:cubicBezTo>
                    <a:pt x="131" y="204"/>
                    <a:pt x="120" y="205"/>
                    <a:pt x="108" y="206"/>
                  </a:cubicBezTo>
                  <a:cubicBezTo>
                    <a:pt x="96" y="206"/>
                    <a:pt x="84" y="206"/>
                    <a:pt x="72" y="205"/>
                  </a:cubicBezTo>
                  <a:cubicBezTo>
                    <a:pt x="66" y="205"/>
                    <a:pt x="60" y="204"/>
                    <a:pt x="53" y="203"/>
                  </a:cubicBezTo>
                  <a:cubicBezTo>
                    <a:pt x="50" y="202"/>
                    <a:pt x="46" y="201"/>
                    <a:pt x="43" y="200"/>
                  </a:cubicBezTo>
                  <a:cubicBezTo>
                    <a:pt x="39" y="199"/>
                    <a:pt x="35" y="198"/>
                    <a:pt x="31" y="196"/>
                  </a:cubicBezTo>
                  <a:cubicBezTo>
                    <a:pt x="28" y="195"/>
                    <a:pt x="26" y="193"/>
                    <a:pt x="23" y="191"/>
                  </a:cubicBezTo>
                  <a:cubicBezTo>
                    <a:pt x="21" y="190"/>
                    <a:pt x="20" y="188"/>
                    <a:pt x="18" y="186"/>
                  </a:cubicBezTo>
                  <a:cubicBezTo>
                    <a:pt x="17" y="185"/>
                    <a:pt x="16" y="184"/>
                    <a:pt x="16" y="183"/>
                  </a:cubicBezTo>
                  <a:cubicBezTo>
                    <a:pt x="15" y="182"/>
                    <a:pt x="15" y="182"/>
                    <a:pt x="14" y="181"/>
                  </a:cubicBezTo>
                  <a:cubicBezTo>
                    <a:pt x="14" y="180"/>
                    <a:pt x="14" y="180"/>
                    <a:pt x="14" y="180"/>
                  </a:cubicBezTo>
                  <a:cubicBezTo>
                    <a:pt x="11" y="174"/>
                    <a:pt x="11" y="174"/>
                    <a:pt x="11" y="174"/>
                  </a:cubicBezTo>
                  <a:cubicBezTo>
                    <a:pt x="10" y="172"/>
                    <a:pt x="10" y="171"/>
                    <a:pt x="9" y="169"/>
                  </a:cubicBezTo>
                  <a:cubicBezTo>
                    <a:pt x="6" y="161"/>
                    <a:pt x="4" y="154"/>
                    <a:pt x="3" y="147"/>
                  </a:cubicBezTo>
                  <a:cubicBezTo>
                    <a:pt x="0" y="119"/>
                    <a:pt x="3" y="94"/>
                    <a:pt x="7" y="70"/>
                  </a:cubicBezTo>
                  <a:cubicBezTo>
                    <a:pt x="9" y="58"/>
                    <a:pt x="12" y="47"/>
                    <a:pt x="15" y="35"/>
                  </a:cubicBezTo>
                  <a:cubicBezTo>
                    <a:pt x="16" y="29"/>
                    <a:pt x="18" y="23"/>
                    <a:pt x="20" y="18"/>
                  </a:cubicBezTo>
                  <a:cubicBezTo>
                    <a:pt x="22" y="12"/>
                    <a:pt x="24" y="6"/>
                    <a:pt x="26" y="0"/>
                  </a:cubicBezTo>
                  <a:cubicBezTo>
                    <a:pt x="78" y="19"/>
                    <a:pt x="78" y="19"/>
                    <a:pt x="78" y="19"/>
                  </a:cubicBezTo>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37">
              <a:extLst>
                <a:ext uri="{FF2B5EF4-FFF2-40B4-BE49-F238E27FC236}">
                  <a16:creationId xmlns:a16="http://schemas.microsoft.com/office/drawing/2014/main" id="{B3548BC7-4255-45C6-976E-C482CED02EF7}"/>
                </a:ext>
              </a:extLst>
            </p:cNvPr>
            <p:cNvSpPr>
              <a:spLocks/>
            </p:cNvSpPr>
            <p:nvPr/>
          </p:nvSpPr>
          <p:spPr bwMode="auto">
            <a:xfrm>
              <a:off x="5922963" y="2686051"/>
              <a:ext cx="460375" cy="574675"/>
            </a:xfrm>
            <a:custGeom>
              <a:avLst/>
              <a:gdLst>
                <a:gd name="T0" fmla="*/ 47 w 108"/>
                <a:gd name="T1" fmla="*/ 10 h 135"/>
                <a:gd name="T2" fmla="*/ 95 w 108"/>
                <a:gd name="T3" fmla="*/ 82 h 135"/>
                <a:gd name="T4" fmla="*/ 78 w 108"/>
                <a:gd name="T5" fmla="*/ 135 h 135"/>
                <a:gd name="T6" fmla="*/ 0 w 108"/>
                <a:gd name="T7" fmla="*/ 122 h 135"/>
                <a:gd name="T8" fmla="*/ 47 w 108"/>
                <a:gd name="T9" fmla="*/ 10 h 135"/>
              </a:gdLst>
              <a:ahLst/>
              <a:cxnLst>
                <a:cxn ang="0">
                  <a:pos x="T0" y="T1"/>
                </a:cxn>
                <a:cxn ang="0">
                  <a:pos x="T2" y="T3"/>
                </a:cxn>
                <a:cxn ang="0">
                  <a:pos x="T4" y="T5"/>
                </a:cxn>
                <a:cxn ang="0">
                  <a:pos x="T6" y="T7"/>
                </a:cxn>
                <a:cxn ang="0">
                  <a:pos x="T8" y="T9"/>
                </a:cxn>
              </a:cxnLst>
              <a:rect l="0" t="0" r="r" b="b"/>
              <a:pathLst>
                <a:path w="108" h="135">
                  <a:moveTo>
                    <a:pt x="47" y="10"/>
                  </a:moveTo>
                  <a:cubicBezTo>
                    <a:pt x="85" y="0"/>
                    <a:pt x="108" y="31"/>
                    <a:pt x="95" y="82"/>
                  </a:cubicBezTo>
                  <a:cubicBezTo>
                    <a:pt x="82" y="133"/>
                    <a:pt x="78" y="135"/>
                    <a:pt x="78" y="135"/>
                  </a:cubicBezTo>
                  <a:cubicBezTo>
                    <a:pt x="0" y="122"/>
                    <a:pt x="0" y="122"/>
                    <a:pt x="0" y="122"/>
                  </a:cubicBezTo>
                  <a:cubicBezTo>
                    <a:pt x="9" y="72"/>
                    <a:pt x="9" y="20"/>
                    <a:pt x="47" y="10"/>
                  </a:cubicBezTo>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38">
              <a:extLst>
                <a:ext uri="{FF2B5EF4-FFF2-40B4-BE49-F238E27FC236}">
                  <a16:creationId xmlns:a16="http://schemas.microsoft.com/office/drawing/2014/main" id="{D8CA2D45-EC25-4568-8E2A-6295F7985EBB}"/>
                </a:ext>
              </a:extLst>
            </p:cNvPr>
            <p:cNvSpPr>
              <a:spLocks/>
            </p:cNvSpPr>
            <p:nvPr/>
          </p:nvSpPr>
          <p:spPr bwMode="auto">
            <a:xfrm>
              <a:off x="6477000" y="3559176"/>
              <a:ext cx="280988" cy="203200"/>
            </a:xfrm>
            <a:custGeom>
              <a:avLst/>
              <a:gdLst>
                <a:gd name="T0" fmla="*/ 40 w 66"/>
                <a:gd name="T1" fmla="*/ 0 h 48"/>
                <a:gd name="T2" fmla="*/ 34 w 66"/>
                <a:gd name="T3" fmla="*/ 0 h 48"/>
                <a:gd name="T4" fmla="*/ 4 w 66"/>
                <a:gd name="T5" fmla="*/ 14 h 48"/>
                <a:gd name="T6" fmla="*/ 0 w 66"/>
                <a:gd name="T7" fmla="*/ 35 h 48"/>
                <a:gd name="T8" fmla="*/ 41 w 66"/>
                <a:gd name="T9" fmla="*/ 33 h 48"/>
                <a:gd name="T10" fmla="*/ 66 w 66"/>
                <a:gd name="T11" fmla="*/ 33 h 48"/>
                <a:gd name="T12" fmla="*/ 58 w 66"/>
                <a:gd name="T13" fmla="*/ 13 h 48"/>
                <a:gd name="T14" fmla="*/ 40 w 66"/>
                <a:gd name="T15" fmla="*/ 0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8">
                  <a:moveTo>
                    <a:pt x="40" y="0"/>
                  </a:moveTo>
                  <a:cubicBezTo>
                    <a:pt x="34" y="0"/>
                    <a:pt x="34" y="0"/>
                    <a:pt x="34" y="0"/>
                  </a:cubicBezTo>
                  <a:cubicBezTo>
                    <a:pt x="17" y="0"/>
                    <a:pt x="14" y="4"/>
                    <a:pt x="4" y="14"/>
                  </a:cubicBezTo>
                  <a:cubicBezTo>
                    <a:pt x="0" y="35"/>
                    <a:pt x="0" y="35"/>
                    <a:pt x="0" y="35"/>
                  </a:cubicBezTo>
                  <a:cubicBezTo>
                    <a:pt x="27" y="48"/>
                    <a:pt x="41" y="33"/>
                    <a:pt x="41" y="33"/>
                  </a:cubicBezTo>
                  <a:cubicBezTo>
                    <a:pt x="66" y="33"/>
                    <a:pt x="66" y="33"/>
                    <a:pt x="66" y="33"/>
                  </a:cubicBezTo>
                  <a:cubicBezTo>
                    <a:pt x="58" y="13"/>
                    <a:pt x="58" y="13"/>
                    <a:pt x="58" y="13"/>
                  </a:cubicBezTo>
                  <a:cubicBezTo>
                    <a:pt x="54" y="6"/>
                    <a:pt x="48" y="1"/>
                    <a:pt x="40" y="0"/>
                  </a:cubicBezTo>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39">
              <a:extLst>
                <a:ext uri="{FF2B5EF4-FFF2-40B4-BE49-F238E27FC236}">
                  <a16:creationId xmlns:a16="http://schemas.microsoft.com/office/drawing/2014/main" id="{E705B52E-2785-421C-8EC2-393DCD4D7982}"/>
                </a:ext>
              </a:extLst>
            </p:cNvPr>
            <p:cNvSpPr>
              <a:spLocks/>
            </p:cNvSpPr>
            <p:nvPr/>
          </p:nvSpPr>
          <p:spPr bwMode="auto">
            <a:xfrm>
              <a:off x="6216650" y="1933576"/>
              <a:ext cx="511175" cy="714375"/>
            </a:xfrm>
            <a:custGeom>
              <a:avLst/>
              <a:gdLst>
                <a:gd name="T0" fmla="*/ 7 w 120"/>
                <a:gd name="T1" fmla="*/ 69 h 168"/>
                <a:gd name="T2" fmla="*/ 37 w 120"/>
                <a:gd name="T3" fmla="*/ 144 h 168"/>
                <a:gd name="T4" fmla="*/ 116 w 120"/>
                <a:gd name="T5" fmla="*/ 107 h 168"/>
                <a:gd name="T6" fmla="*/ 70 w 120"/>
                <a:gd name="T7" fmla="*/ 10 h 168"/>
                <a:gd name="T8" fmla="*/ 7 w 120"/>
                <a:gd name="T9" fmla="*/ 69 h 168"/>
              </a:gdLst>
              <a:ahLst/>
              <a:cxnLst>
                <a:cxn ang="0">
                  <a:pos x="T0" y="T1"/>
                </a:cxn>
                <a:cxn ang="0">
                  <a:pos x="T2" y="T3"/>
                </a:cxn>
                <a:cxn ang="0">
                  <a:pos x="T4" y="T5"/>
                </a:cxn>
                <a:cxn ang="0">
                  <a:pos x="T6" y="T7"/>
                </a:cxn>
                <a:cxn ang="0">
                  <a:pos x="T8" y="T9"/>
                </a:cxn>
              </a:cxnLst>
              <a:rect l="0" t="0" r="r" b="b"/>
              <a:pathLst>
                <a:path w="120" h="168">
                  <a:moveTo>
                    <a:pt x="7" y="69"/>
                  </a:moveTo>
                  <a:cubicBezTo>
                    <a:pt x="14" y="106"/>
                    <a:pt x="16" y="128"/>
                    <a:pt x="37" y="144"/>
                  </a:cubicBezTo>
                  <a:cubicBezTo>
                    <a:pt x="68" y="168"/>
                    <a:pt x="112" y="145"/>
                    <a:pt x="116" y="107"/>
                  </a:cubicBezTo>
                  <a:cubicBezTo>
                    <a:pt x="120" y="73"/>
                    <a:pt x="108" y="19"/>
                    <a:pt x="70" y="10"/>
                  </a:cubicBezTo>
                  <a:cubicBezTo>
                    <a:pt x="33" y="0"/>
                    <a:pt x="0" y="33"/>
                    <a:pt x="7" y="69"/>
                  </a:cubicBezTo>
                  <a:close/>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40">
              <a:extLst>
                <a:ext uri="{FF2B5EF4-FFF2-40B4-BE49-F238E27FC236}">
                  <a16:creationId xmlns:a16="http://schemas.microsoft.com/office/drawing/2014/main" id="{491DE58A-017E-416D-8ED4-0D2C4AD109B4}"/>
                </a:ext>
              </a:extLst>
            </p:cNvPr>
            <p:cNvSpPr>
              <a:spLocks/>
            </p:cNvSpPr>
            <p:nvPr/>
          </p:nvSpPr>
          <p:spPr bwMode="auto">
            <a:xfrm>
              <a:off x="6046788" y="1806576"/>
              <a:ext cx="638175" cy="696913"/>
            </a:xfrm>
            <a:custGeom>
              <a:avLst/>
              <a:gdLst>
                <a:gd name="T0" fmla="*/ 119 w 150"/>
                <a:gd name="T1" fmla="*/ 112 h 164"/>
                <a:gd name="T2" fmla="*/ 130 w 150"/>
                <a:gd name="T3" fmla="*/ 77 h 164"/>
                <a:gd name="T4" fmla="*/ 139 w 150"/>
                <a:gd name="T5" fmla="*/ 40 h 164"/>
                <a:gd name="T6" fmla="*/ 91 w 150"/>
                <a:gd name="T7" fmla="*/ 3 h 164"/>
                <a:gd name="T8" fmla="*/ 63 w 150"/>
                <a:gd name="T9" fmla="*/ 19 h 164"/>
                <a:gd name="T10" fmla="*/ 21 w 150"/>
                <a:gd name="T11" fmla="*/ 41 h 164"/>
                <a:gd name="T12" fmla="*/ 23 w 150"/>
                <a:gd name="T13" fmla="*/ 74 h 164"/>
                <a:gd name="T14" fmla="*/ 6 w 150"/>
                <a:gd name="T15" fmla="*/ 110 h 164"/>
                <a:gd name="T16" fmla="*/ 38 w 150"/>
                <a:gd name="T17" fmla="*/ 134 h 164"/>
                <a:gd name="T18" fmla="*/ 65 w 150"/>
                <a:gd name="T19" fmla="*/ 164 h 164"/>
                <a:gd name="T20" fmla="*/ 94 w 150"/>
                <a:gd name="T21" fmla="*/ 143 h 164"/>
                <a:gd name="T22" fmla="*/ 119 w 150"/>
                <a:gd name="T23" fmla="*/ 1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0" h="164">
                  <a:moveTo>
                    <a:pt x="119" y="112"/>
                  </a:moveTo>
                  <a:cubicBezTo>
                    <a:pt x="145" y="110"/>
                    <a:pt x="138" y="83"/>
                    <a:pt x="130" y="77"/>
                  </a:cubicBezTo>
                  <a:cubicBezTo>
                    <a:pt x="142" y="72"/>
                    <a:pt x="150" y="53"/>
                    <a:pt x="139" y="40"/>
                  </a:cubicBezTo>
                  <a:cubicBezTo>
                    <a:pt x="146" y="22"/>
                    <a:pt x="126" y="0"/>
                    <a:pt x="91" y="3"/>
                  </a:cubicBezTo>
                  <a:cubicBezTo>
                    <a:pt x="66" y="6"/>
                    <a:pt x="63" y="19"/>
                    <a:pt x="63" y="19"/>
                  </a:cubicBezTo>
                  <a:cubicBezTo>
                    <a:pt x="63" y="19"/>
                    <a:pt x="33" y="16"/>
                    <a:pt x="21" y="41"/>
                  </a:cubicBezTo>
                  <a:cubicBezTo>
                    <a:pt x="10" y="62"/>
                    <a:pt x="23" y="74"/>
                    <a:pt x="23" y="74"/>
                  </a:cubicBezTo>
                  <a:cubicBezTo>
                    <a:pt x="23" y="74"/>
                    <a:pt x="0" y="80"/>
                    <a:pt x="6" y="110"/>
                  </a:cubicBezTo>
                  <a:cubicBezTo>
                    <a:pt x="13" y="141"/>
                    <a:pt x="38" y="134"/>
                    <a:pt x="38" y="134"/>
                  </a:cubicBezTo>
                  <a:cubicBezTo>
                    <a:pt x="38" y="134"/>
                    <a:pt x="32" y="163"/>
                    <a:pt x="65" y="164"/>
                  </a:cubicBezTo>
                  <a:cubicBezTo>
                    <a:pt x="94" y="164"/>
                    <a:pt x="94" y="143"/>
                    <a:pt x="94" y="143"/>
                  </a:cubicBezTo>
                  <a:cubicBezTo>
                    <a:pt x="94" y="143"/>
                    <a:pt x="131" y="139"/>
                    <a:pt x="119" y="112"/>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41">
              <a:extLst>
                <a:ext uri="{FF2B5EF4-FFF2-40B4-BE49-F238E27FC236}">
                  <a16:creationId xmlns:a16="http://schemas.microsoft.com/office/drawing/2014/main" id="{005ACBB1-7A42-42FB-89AB-7DE253F7B51D}"/>
                </a:ext>
              </a:extLst>
            </p:cNvPr>
            <p:cNvSpPr>
              <a:spLocks/>
            </p:cNvSpPr>
            <p:nvPr/>
          </p:nvSpPr>
          <p:spPr bwMode="auto">
            <a:xfrm>
              <a:off x="6459538" y="2206626"/>
              <a:ext cx="153988" cy="182563"/>
            </a:xfrm>
            <a:custGeom>
              <a:avLst/>
              <a:gdLst>
                <a:gd name="T0" fmla="*/ 3 w 36"/>
                <a:gd name="T1" fmla="*/ 20 h 43"/>
                <a:gd name="T2" fmla="*/ 19 w 36"/>
                <a:gd name="T3" fmla="*/ 38 h 43"/>
                <a:gd name="T4" fmla="*/ 34 w 36"/>
                <a:gd name="T5" fmla="*/ 23 h 43"/>
                <a:gd name="T6" fmla="*/ 14 w 36"/>
                <a:gd name="T7" fmla="*/ 1 h 43"/>
                <a:gd name="T8" fmla="*/ 3 w 36"/>
                <a:gd name="T9" fmla="*/ 20 h 43"/>
              </a:gdLst>
              <a:ahLst/>
              <a:cxnLst>
                <a:cxn ang="0">
                  <a:pos x="T0" y="T1"/>
                </a:cxn>
                <a:cxn ang="0">
                  <a:pos x="T2" y="T3"/>
                </a:cxn>
                <a:cxn ang="0">
                  <a:pos x="T4" y="T5"/>
                </a:cxn>
                <a:cxn ang="0">
                  <a:pos x="T6" y="T7"/>
                </a:cxn>
                <a:cxn ang="0">
                  <a:pos x="T8" y="T9"/>
                </a:cxn>
              </a:cxnLst>
              <a:rect l="0" t="0" r="r" b="b"/>
              <a:pathLst>
                <a:path w="36" h="43">
                  <a:moveTo>
                    <a:pt x="3" y="20"/>
                  </a:moveTo>
                  <a:cubicBezTo>
                    <a:pt x="6" y="29"/>
                    <a:pt x="13" y="35"/>
                    <a:pt x="19" y="38"/>
                  </a:cubicBezTo>
                  <a:cubicBezTo>
                    <a:pt x="28" y="43"/>
                    <a:pt x="36" y="33"/>
                    <a:pt x="34" y="23"/>
                  </a:cubicBezTo>
                  <a:cubicBezTo>
                    <a:pt x="33" y="14"/>
                    <a:pt x="24" y="2"/>
                    <a:pt x="14" y="1"/>
                  </a:cubicBezTo>
                  <a:cubicBezTo>
                    <a:pt x="4" y="0"/>
                    <a:pt x="0" y="11"/>
                    <a:pt x="3" y="20"/>
                  </a:cubicBezTo>
                  <a:close/>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42">
              <a:extLst>
                <a:ext uri="{FF2B5EF4-FFF2-40B4-BE49-F238E27FC236}">
                  <a16:creationId xmlns:a16="http://schemas.microsoft.com/office/drawing/2014/main" id="{AACC469C-B0F2-4123-99B2-398633F33397}"/>
                </a:ext>
              </a:extLst>
            </p:cNvPr>
            <p:cNvSpPr>
              <a:spLocks/>
            </p:cNvSpPr>
            <p:nvPr/>
          </p:nvSpPr>
          <p:spPr bwMode="auto">
            <a:xfrm>
              <a:off x="8016875" y="5702301"/>
              <a:ext cx="255588" cy="425450"/>
            </a:xfrm>
            <a:custGeom>
              <a:avLst/>
              <a:gdLst>
                <a:gd name="T0" fmla="*/ 67 w 161"/>
                <a:gd name="T1" fmla="*/ 268 h 268"/>
                <a:gd name="T2" fmla="*/ 161 w 161"/>
                <a:gd name="T3" fmla="*/ 228 h 268"/>
                <a:gd name="T4" fmla="*/ 94 w 161"/>
                <a:gd name="T5" fmla="*/ 0 h 268"/>
                <a:gd name="T6" fmla="*/ 0 w 161"/>
                <a:gd name="T7" fmla="*/ 38 h 268"/>
                <a:gd name="T8" fmla="*/ 67 w 161"/>
                <a:gd name="T9" fmla="*/ 268 h 268"/>
              </a:gdLst>
              <a:ahLst/>
              <a:cxnLst>
                <a:cxn ang="0">
                  <a:pos x="T0" y="T1"/>
                </a:cxn>
                <a:cxn ang="0">
                  <a:pos x="T2" y="T3"/>
                </a:cxn>
                <a:cxn ang="0">
                  <a:pos x="T4" y="T5"/>
                </a:cxn>
                <a:cxn ang="0">
                  <a:pos x="T6" y="T7"/>
                </a:cxn>
                <a:cxn ang="0">
                  <a:pos x="T8" y="T9"/>
                </a:cxn>
              </a:cxnLst>
              <a:rect l="0" t="0" r="r" b="b"/>
              <a:pathLst>
                <a:path w="161" h="268">
                  <a:moveTo>
                    <a:pt x="67" y="268"/>
                  </a:moveTo>
                  <a:lnTo>
                    <a:pt x="161" y="228"/>
                  </a:lnTo>
                  <a:lnTo>
                    <a:pt x="94" y="0"/>
                  </a:lnTo>
                  <a:lnTo>
                    <a:pt x="0" y="38"/>
                  </a:lnTo>
                  <a:lnTo>
                    <a:pt x="67" y="268"/>
                  </a:lnTo>
                  <a:close/>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43">
              <a:extLst>
                <a:ext uri="{FF2B5EF4-FFF2-40B4-BE49-F238E27FC236}">
                  <a16:creationId xmlns:a16="http://schemas.microsoft.com/office/drawing/2014/main" id="{40659D20-A6F1-432C-87D7-0B8740405A9E}"/>
                </a:ext>
              </a:extLst>
            </p:cNvPr>
            <p:cNvSpPr>
              <a:spLocks/>
            </p:cNvSpPr>
            <p:nvPr/>
          </p:nvSpPr>
          <p:spPr bwMode="auto">
            <a:xfrm>
              <a:off x="8016875" y="5702301"/>
              <a:ext cx="255588" cy="425450"/>
            </a:xfrm>
            <a:custGeom>
              <a:avLst/>
              <a:gdLst>
                <a:gd name="T0" fmla="*/ 67 w 161"/>
                <a:gd name="T1" fmla="*/ 268 h 268"/>
                <a:gd name="T2" fmla="*/ 161 w 161"/>
                <a:gd name="T3" fmla="*/ 228 h 268"/>
                <a:gd name="T4" fmla="*/ 94 w 161"/>
                <a:gd name="T5" fmla="*/ 0 h 268"/>
                <a:gd name="T6" fmla="*/ 0 w 161"/>
                <a:gd name="T7" fmla="*/ 38 h 268"/>
                <a:gd name="T8" fmla="*/ 67 w 161"/>
                <a:gd name="T9" fmla="*/ 268 h 268"/>
              </a:gdLst>
              <a:ahLst/>
              <a:cxnLst>
                <a:cxn ang="0">
                  <a:pos x="T0" y="T1"/>
                </a:cxn>
                <a:cxn ang="0">
                  <a:pos x="T2" y="T3"/>
                </a:cxn>
                <a:cxn ang="0">
                  <a:pos x="T4" y="T5"/>
                </a:cxn>
                <a:cxn ang="0">
                  <a:pos x="T6" y="T7"/>
                </a:cxn>
                <a:cxn ang="0">
                  <a:pos x="T8" y="T9"/>
                </a:cxn>
              </a:cxnLst>
              <a:rect l="0" t="0" r="r" b="b"/>
              <a:pathLst>
                <a:path w="161" h="268">
                  <a:moveTo>
                    <a:pt x="67" y="268"/>
                  </a:moveTo>
                  <a:lnTo>
                    <a:pt x="161" y="228"/>
                  </a:lnTo>
                  <a:lnTo>
                    <a:pt x="94" y="0"/>
                  </a:lnTo>
                  <a:lnTo>
                    <a:pt x="0" y="38"/>
                  </a:lnTo>
                  <a:lnTo>
                    <a:pt x="67" y="26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44">
              <a:extLst>
                <a:ext uri="{FF2B5EF4-FFF2-40B4-BE49-F238E27FC236}">
                  <a16:creationId xmlns:a16="http://schemas.microsoft.com/office/drawing/2014/main" id="{D8B18F88-2E93-48C6-A8F2-22152F0BE38C}"/>
                </a:ext>
              </a:extLst>
            </p:cNvPr>
            <p:cNvSpPr>
              <a:spLocks/>
            </p:cNvSpPr>
            <p:nvPr/>
          </p:nvSpPr>
          <p:spPr bwMode="auto">
            <a:xfrm>
              <a:off x="8191500" y="5792788"/>
              <a:ext cx="28575" cy="88900"/>
            </a:xfrm>
            <a:custGeom>
              <a:avLst/>
              <a:gdLst>
                <a:gd name="T0" fmla="*/ 0 w 18"/>
                <a:gd name="T1" fmla="*/ 0 h 56"/>
                <a:gd name="T2" fmla="*/ 0 w 18"/>
                <a:gd name="T3" fmla="*/ 0 h 56"/>
                <a:gd name="T4" fmla="*/ 18 w 18"/>
                <a:gd name="T5" fmla="*/ 56 h 56"/>
                <a:gd name="T6" fmla="*/ 18 w 18"/>
                <a:gd name="T7" fmla="*/ 56 h 56"/>
                <a:gd name="T8" fmla="*/ 0 w 18"/>
                <a:gd name="T9" fmla="*/ 0 h 56"/>
              </a:gdLst>
              <a:ahLst/>
              <a:cxnLst>
                <a:cxn ang="0">
                  <a:pos x="T0" y="T1"/>
                </a:cxn>
                <a:cxn ang="0">
                  <a:pos x="T2" y="T3"/>
                </a:cxn>
                <a:cxn ang="0">
                  <a:pos x="T4" y="T5"/>
                </a:cxn>
                <a:cxn ang="0">
                  <a:pos x="T6" y="T7"/>
                </a:cxn>
                <a:cxn ang="0">
                  <a:pos x="T8" y="T9"/>
                </a:cxn>
              </a:cxnLst>
              <a:rect l="0" t="0" r="r" b="b"/>
              <a:pathLst>
                <a:path w="18" h="56">
                  <a:moveTo>
                    <a:pt x="0" y="0"/>
                  </a:moveTo>
                  <a:lnTo>
                    <a:pt x="0" y="0"/>
                  </a:lnTo>
                  <a:lnTo>
                    <a:pt x="18" y="56"/>
                  </a:lnTo>
                  <a:lnTo>
                    <a:pt x="18" y="56"/>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45">
              <a:extLst>
                <a:ext uri="{FF2B5EF4-FFF2-40B4-BE49-F238E27FC236}">
                  <a16:creationId xmlns:a16="http://schemas.microsoft.com/office/drawing/2014/main" id="{CCBE46B4-36CC-4D25-99CC-D80C2EFC1F77}"/>
                </a:ext>
              </a:extLst>
            </p:cNvPr>
            <p:cNvSpPr>
              <a:spLocks/>
            </p:cNvSpPr>
            <p:nvPr/>
          </p:nvSpPr>
          <p:spPr bwMode="auto">
            <a:xfrm>
              <a:off x="8191500" y="5792788"/>
              <a:ext cx="28575" cy="88900"/>
            </a:xfrm>
            <a:custGeom>
              <a:avLst/>
              <a:gdLst>
                <a:gd name="T0" fmla="*/ 0 w 18"/>
                <a:gd name="T1" fmla="*/ 0 h 56"/>
                <a:gd name="T2" fmla="*/ 0 w 18"/>
                <a:gd name="T3" fmla="*/ 0 h 56"/>
                <a:gd name="T4" fmla="*/ 18 w 18"/>
                <a:gd name="T5" fmla="*/ 56 h 56"/>
                <a:gd name="T6" fmla="*/ 18 w 18"/>
                <a:gd name="T7" fmla="*/ 56 h 56"/>
                <a:gd name="T8" fmla="*/ 0 w 18"/>
                <a:gd name="T9" fmla="*/ 0 h 56"/>
              </a:gdLst>
              <a:ahLst/>
              <a:cxnLst>
                <a:cxn ang="0">
                  <a:pos x="T0" y="T1"/>
                </a:cxn>
                <a:cxn ang="0">
                  <a:pos x="T2" y="T3"/>
                </a:cxn>
                <a:cxn ang="0">
                  <a:pos x="T4" y="T5"/>
                </a:cxn>
                <a:cxn ang="0">
                  <a:pos x="T6" y="T7"/>
                </a:cxn>
                <a:cxn ang="0">
                  <a:pos x="T8" y="T9"/>
                </a:cxn>
              </a:cxnLst>
              <a:rect l="0" t="0" r="r" b="b"/>
              <a:pathLst>
                <a:path w="18" h="56">
                  <a:moveTo>
                    <a:pt x="0" y="0"/>
                  </a:moveTo>
                  <a:lnTo>
                    <a:pt x="0" y="0"/>
                  </a:lnTo>
                  <a:lnTo>
                    <a:pt x="18" y="56"/>
                  </a:lnTo>
                  <a:lnTo>
                    <a:pt x="18" y="5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46">
              <a:extLst>
                <a:ext uri="{FF2B5EF4-FFF2-40B4-BE49-F238E27FC236}">
                  <a16:creationId xmlns:a16="http://schemas.microsoft.com/office/drawing/2014/main" id="{01822415-36F2-4088-9FBC-9FE3D3E89936}"/>
                </a:ext>
              </a:extLst>
            </p:cNvPr>
            <p:cNvSpPr>
              <a:spLocks/>
            </p:cNvSpPr>
            <p:nvPr/>
          </p:nvSpPr>
          <p:spPr bwMode="auto">
            <a:xfrm>
              <a:off x="8042275" y="5792788"/>
              <a:ext cx="177800" cy="147638"/>
            </a:xfrm>
            <a:custGeom>
              <a:avLst/>
              <a:gdLst>
                <a:gd name="T0" fmla="*/ 94 w 112"/>
                <a:gd name="T1" fmla="*/ 0 h 93"/>
                <a:gd name="T2" fmla="*/ 0 w 112"/>
                <a:gd name="T3" fmla="*/ 34 h 93"/>
                <a:gd name="T4" fmla="*/ 16 w 112"/>
                <a:gd name="T5" fmla="*/ 93 h 93"/>
                <a:gd name="T6" fmla="*/ 112 w 112"/>
                <a:gd name="T7" fmla="*/ 56 h 93"/>
                <a:gd name="T8" fmla="*/ 94 w 112"/>
                <a:gd name="T9" fmla="*/ 0 h 93"/>
              </a:gdLst>
              <a:ahLst/>
              <a:cxnLst>
                <a:cxn ang="0">
                  <a:pos x="T0" y="T1"/>
                </a:cxn>
                <a:cxn ang="0">
                  <a:pos x="T2" y="T3"/>
                </a:cxn>
                <a:cxn ang="0">
                  <a:pos x="T4" y="T5"/>
                </a:cxn>
                <a:cxn ang="0">
                  <a:pos x="T6" y="T7"/>
                </a:cxn>
                <a:cxn ang="0">
                  <a:pos x="T8" y="T9"/>
                </a:cxn>
              </a:cxnLst>
              <a:rect l="0" t="0" r="r" b="b"/>
              <a:pathLst>
                <a:path w="112" h="93">
                  <a:moveTo>
                    <a:pt x="94" y="0"/>
                  </a:moveTo>
                  <a:lnTo>
                    <a:pt x="0" y="34"/>
                  </a:lnTo>
                  <a:lnTo>
                    <a:pt x="16" y="93"/>
                  </a:lnTo>
                  <a:lnTo>
                    <a:pt x="112" y="56"/>
                  </a:lnTo>
                  <a:lnTo>
                    <a:pt x="94" y="0"/>
                  </a:lnTo>
                  <a:close/>
                </a:path>
              </a:pathLst>
            </a:custGeom>
            <a:solidFill>
              <a:srgbClr val="9149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47">
              <a:extLst>
                <a:ext uri="{FF2B5EF4-FFF2-40B4-BE49-F238E27FC236}">
                  <a16:creationId xmlns:a16="http://schemas.microsoft.com/office/drawing/2014/main" id="{907BE9CF-0154-4CC5-9EC1-DAAAECDF4FD0}"/>
                </a:ext>
              </a:extLst>
            </p:cNvPr>
            <p:cNvSpPr>
              <a:spLocks/>
            </p:cNvSpPr>
            <p:nvPr/>
          </p:nvSpPr>
          <p:spPr bwMode="auto">
            <a:xfrm>
              <a:off x="8042275" y="5792788"/>
              <a:ext cx="177800" cy="147638"/>
            </a:xfrm>
            <a:custGeom>
              <a:avLst/>
              <a:gdLst>
                <a:gd name="T0" fmla="*/ 94 w 112"/>
                <a:gd name="T1" fmla="*/ 0 h 93"/>
                <a:gd name="T2" fmla="*/ 0 w 112"/>
                <a:gd name="T3" fmla="*/ 34 h 93"/>
                <a:gd name="T4" fmla="*/ 16 w 112"/>
                <a:gd name="T5" fmla="*/ 93 h 93"/>
                <a:gd name="T6" fmla="*/ 112 w 112"/>
                <a:gd name="T7" fmla="*/ 56 h 93"/>
                <a:gd name="T8" fmla="*/ 94 w 112"/>
                <a:gd name="T9" fmla="*/ 0 h 93"/>
              </a:gdLst>
              <a:ahLst/>
              <a:cxnLst>
                <a:cxn ang="0">
                  <a:pos x="T0" y="T1"/>
                </a:cxn>
                <a:cxn ang="0">
                  <a:pos x="T2" y="T3"/>
                </a:cxn>
                <a:cxn ang="0">
                  <a:pos x="T4" y="T5"/>
                </a:cxn>
                <a:cxn ang="0">
                  <a:pos x="T6" y="T7"/>
                </a:cxn>
                <a:cxn ang="0">
                  <a:pos x="T8" y="T9"/>
                </a:cxn>
              </a:cxnLst>
              <a:rect l="0" t="0" r="r" b="b"/>
              <a:pathLst>
                <a:path w="112" h="93">
                  <a:moveTo>
                    <a:pt x="94" y="0"/>
                  </a:moveTo>
                  <a:lnTo>
                    <a:pt x="0" y="34"/>
                  </a:lnTo>
                  <a:lnTo>
                    <a:pt x="16" y="93"/>
                  </a:lnTo>
                  <a:lnTo>
                    <a:pt x="112" y="56"/>
                  </a:lnTo>
                  <a:lnTo>
                    <a:pt x="9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48">
              <a:extLst>
                <a:ext uri="{FF2B5EF4-FFF2-40B4-BE49-F238E27FC236}">
                  <a16:creationId xmlns:a16="http://schemas.microsoft.com/office/drawing/2014/main" id="{64A1330D-5F13-43F7-95C2-10B465516005}"/>
                </a:ext>
              </a:extLst>
            </p:cNvPr>
            <p:cNvSpPr>
              <a:spLocks/>
            </p:cNvSpPr>
            <p:nvPr/>
          </p:nvSpPr>
          <p:spPr bwMode="auto">
            <a:xfrm>
              <a:off x="8075613" y="5975351"/>
              <a:ext cx="506413" cy="268288"/>
            </a:xfrm>
            <a:custGeom>
              <a:avLst/>
              <a:gdLst>
                <a:gd name="T0" fmla="*/ 43 w 119"/>
                <a:gd name="T1" fmla="*/ 7 h 63"/>
                <a:gd name="T2" fmla="*/ 3 w 119"/>
                <a:gd name="T3" fmla="*/ 21 h 63"/>
                <a:gd name="T4" fmla="*/ 1 w 119"/>
                <a:gd name="T5" fmla="*/ 24 h 63"/>
                <a:gd name="T6" fmla="*/ 10 w 119"/>
                <a:gd name="T7" fmla="*/ 57 h 63"/>
                <a:gd name="T8" fmla="*/ 19 w 119"/>
                <a:gd name="T9" fmla="*/ 61 h 63"/>
                <a:gd name="T10" fmla="*/ 56 w 119"/>
                <a:gd name="T11" fmla="*/ 46 h 63"/>
                <a:gd name="T12" fmla="*/ 106 w 119"/>
                <a:gd name="T13" fmla="*/ 22 h 63"/>
                <a:gd name="T14" fmla="*/ 105 w 119"/>
                <a:gd name="T15" fmla="*/ 3 h 63"/>
                <a:gd name="T16" fmla="*/ 50 w 119"/>
                <a:gd name="T17" fmla="*/ 7 h 63"/>
                <a:gd name="T18" fmla="*/ 43 w 119"/>
                <a:gd name="T19" fmla="*/ 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 h="63">
                  <a:moveTo>
                    <a:pt x="43" y="7"/>
                  </a:moveTo>
                  <a:cubicBezTo>
                    <a:pt x="3" y="21"/>
                    <a:pt x="3" y="21"/>
                    <a:pt x="3" y="21"/>
                  </a:cubicBezTo>
                  <a:cubicBezTo>
                    <a:pt x="1" y="21"/>
                    <a:pt x="0" y="23"/>
                    <a:pt x="1" y="24"/>
                  </a:cubicBezTo>
                  <a:cubicBezTo>
                    <a:pt x="10" y="57"/>
                    <a:pt x="10" y="57"/>
                    <a:pt x="10" y="57"/>
                  </a:cubicBezTo>
                  <a:cubicBezTo>
                    <a:pt x="11" y="61"/>
                    <a:pt x="15" y="63"/>
                    <a:pt x="19" y="61"/>
                  </a:cubicBezTo>
                  <a:cubicBezTo>
                    <a:pt x="33" y="56"/>
                    <a:pt x="38" y="53"/>
                    <a:pt x="56" y="46"/>
                  </a:cubicBezTo>
                  <a:cubicBezTo>
                    <a:pt x="66" y="41"/>
                    <a:pt x="92" y="30"/>
                    <a:pt x="106" y="22"/>
                  </a:cubicBezTo>
                  <a:cubicBezTo>
                    <a:pt x="119" y="14"/>
                    <a:pt x="111" y="0"/>
                    <a:pt x="105" y="3"/>
                  </a:cubicBezTo>
                  <a:cubicBezTo>
                    <a:pt x="89" y="8"/>
                    <a:pt x="63" y="11"/>
                    <a:pt x="50" y="7"/>
                  </a:cubicBezTo>
                  <a:cubicBezTo>
                    <a:pt x="48" y="6"/>
                    <a:pt x="46" y="6"/>
                    <a:pt x="43" y="7"/>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49">
              <a:extLst>
                <a:ext uri="{FF2B5EF4-FFF2-40B4-BE49-F238E27FC236}">
                  <a16:creationId xmlns:a16="http://schemas.microsoft.com/office/drawing/2014/main" id="{1DEBE460-7C02-425C-8738-3DFF7262DDF3}"/>
                </a:ext>
              </a:extLst>
            </p:cNvPr>
            <p:cNvSpPr>
              <a:spLocks/>
            </p:cNvSpPr>
            <p:nvPr/>
          </p:nvSpPr>
          <p:spPr bwMode="auto">
            <a:xfrm>
              <a:off x="6254750" y="4005263"/>
              <a:ext cx="1974850" cy="1854200"/>
            </a:xfrm>
            <a:custGeom>
              <a:avLst/>
              <a:gdLst>
                <a:gd name="T0" fmla="*/ 153 w 464"/>
                <a:gd name="T1" fmla="*/ 6 h 436"/>
                <a:gd name="T2" fmla="*/ 429 w 464"/>
                <a:gd name="T3" fmla="*/ 107 h 436"/>
                <a:gd name="T4" fmla="*/ 464 w 464"/>
                <a:gd name="T5" fmla="*/ 416 h 436"/>
                <a:gd name="T6" fmla="*/ 410 w 464"/>
                <a:gd name="T7" fmla="*/ 436 h 436"/>
                <a:gd name="T8" fmla="*/ 344 w 464"/>
                <a:gd name="T9" fmla="*/ 140 h 436"/>
                <a:gd name="T10" fmla="*/ 29 w 464"/>
                <a:gd name="T11" fmla="*/ 91 h 436"/>
                <a:gd name="T12" fmla="*/ 25 w 464"/>
                <a:gd name="T13" fmla="*/ 0 h 436"/>
                <a:gd name="T14" fmla="*/ 153 w 464"/>
                <a:gd name="T15" fmla="*/ 6 h 4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4" h="436">
                  <a:moveTo>
                    <a:pt x="153" y="6"/>
                  </a:moveTo>
                  <a:cubicBezTo>
                    <a:pt x="153" y="6"/>
                    <a:pt x="422" y="30"/>
                    <a:pt x="429" y="107"/>
                  </a:cubicBezTo>
                  <a:cubicBezTo>
                    <a:pt x="443" y="265"/>
                    <a:pt x="464" y="416"/>
                    <a:pt x="464" y="416"/>
                  </a:cubicBezTo>
                  <a:cubicBezTo>
                    <a:pt x="410" y="436"/>
                    <a:pt x="410" y="436"/>
                    <a:pt x="410" y="436"/>
                  </a:cubicBezTo>
                  <a:cubicBezTo>
                    <a:pt x="410" y="436"/>
                    <a:pt x="343" y="263"/>
                    <a:pt x="344" y="140"/>
                  </a:cubicBezTo>
                  <a:cubicBezTo>
                    <a:pt x="266" y="118"/>
                    <a:pt x="62" y="150"/>
                    <a:pt x="29" y="91"/>
                  </a:cubicBezTo>
                  <a:cubicBezTo>
                    <a:pt x="0" y="38"/>
                    <a:pt x="25" y="0"/>
                    <a:pt x="25" y="0"/>
                  </a:cubicBezTo>
                  <a:cubicBezTo>
                    <a:pt x="153" y="6"/>
                    <a:pt x="153" y="6"/>
                    <a:pt x="153" y="6"/>
                  </a:cubicBezTo>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50">
              <a:extLst>
                <a:ext uri="{FF2B5EF4-FFF2-40B4-BE49-F238E27FC236}">
                  <a16:creationId xmlns:a16="http://schemas.microsoft.com/office/drawing/2014/main" id="{1A1B7EDC-0F78-4E86-A461-BB3609BD75B0}"/>
                </a:ext>
              </a:extLst>
            </p:cNvPr>
            <p:cNvSpPr>
              <a:spLocks/>
            </p:cNvSpPr>
            <p:nvPr/>
          </p:nvSpPr>
          <p:spPr bwMode="auto">
            <a:xfrm>
              <a:off x="7931150" y="5686426"/>
              <a:ext cx="341313" cy="228600"/>
            </a:xfrm>
            <a:custGeom>
              <a:avLst/>
              <a:gdLst>
                <a:gd name="T0" fmla="*/ 32 w 215"/>
                <a:gd name="T1" fmla="*/ 144 h 144"/>
                <a:gd name="T2" fmla="*/ 215 w 215"/>
                <a:gd name="T3" fmla="*/ 83 h 144"/>
                <a:gd name="T4" fmla="*/ 207 w 215"/>
                <a:gd name="T5" fmla="*/ 0 h 144"/>
                <a:gd name="T6" fmla="*/ 0 w 215"/>
                <a:gd name="T7" fmla="*/ 64 h 144"/>
                <a:gd name="T8" fmla="*/ 32 w 215"/>
                <a:gd name="T9" fmla="*/ 144 h 144"/>
              </a:gdLst>
              <a:ahLst/>
              <a:cxnLst>
                <a:cxn ang="0">
                  <a:pos x="T0" y="T1"/>
                </a:cxn>
                <a:cxn ang="0">
                  <a:pos x="T2" y="T3"/>
                </a:cxn>
                <a:cxn ang="0">
                  <a:pos x="T4" y="T5"/>
                </a:cxn>
                <a:cxn ang="0">
                  <a:pos x="T6" y="T7"/>
                </a:cxn>
                <a:cxn ang="0">
                  <a:pos x="T8" y="T9"/>
                </a:cxn>
              </a:cxnLst>
              <a:rect l="0" t="0" r="r" b="b"/>
              <a:pathLst>
                <a:path w="215" h="144">
                  <a:moveTo>
                    <a:pt x="32" y="144"/>
                  </a:moveTo>
                  <a:lnTo>
                    <a:pt x="215" y="83"/>
                  </a:lnTo>
                  <a:lnTo>
                    <a:pt x="207" y="0"/>
                  </a:lnTo>
                  <a:lnTo>
                    <a:pt x="0" y="64"/>
                  </a:lnTo>
                  <a:lnTo>
                    <a:pt x="32" y="144"/>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51">
              <a:extLst>
                <a:ext uri="{FF2B5EF4-FFF2-40B4-BE49-F238E27FC236}">
                  <a16:creationId xmlns:a16="http://schemas.microsoft.com/office/drawing/2014/main" id="{04F74A5D-651C-4100-AF6F-0F37D110A380}"/>
                </a:ext>
              </a:extLst>
            </p:cNvPr>
            <p:cNvSpPr>
              <a:spLocks noEditPoints="1"/>
            </p:cNvSpPr>
            <p:nvPr/>
          </p:nvSpPr>
          <p:spPr bwMode="auto">
            <a:xfrm>
              <a:off x="8275638" y="5965826"/>
              <a:ext cx="77788" cy="55563"/>
            </a:xfrm>
            <a:custGeom>
              <a:avLst/>
              <a:gdLst>
                <a:gd name="T0" fmla="*/ 11 w 18"/>
                <a:gd name="T1" fmla="*/ 11 h 13"/>
                <a:gd name="T2" fmla="*/ 1 w 18"/>
                <a:gd name="T3" fmla="*/ 13 h 13"/>
                <a:gd name="T4" fmla="*/ 0 w 18"/>
                <a:gd name="T5" fmla="*/ 12 h 13"/>
                <a:gd name="T6" fmla="*/ 0 w 18"/>
                <a:gd name="T7" fmla="*/ 11 h 13"/>
                <a:gd name="T8" fmla="*/ 14 w 18"/>
                <a:gd name="T9" fmla="*/ 0 h 13"/>
                <a:gd name="T10" fmla="*/ 17 w 18"/>
                <a:gd name="T11" fmla="*/ 1 h 13"/>
                <a:gd name="T12" fmla="*/ 17 w 18"/>
                <a:gd name="T13" fmla="*/ 6 h 13"/>
                <a:gd name="T14" fmla="*/ 11 w 18"/>
                <a:gd name="T15" fmla="*/ 11 h 13"/>
                <a:gd name="T16" fmla="*/ 3 w 18"/>
                <a:gd name="T17" fmla="*/ 11 h 13"/>
                <a:gd name="T18" fmla="*/ 16 w 18"/>
                <a:gd name="T19" fmla="*/ 6 h 13"/>
                <a:gd name="T20" fmla="*/ 15 w 18"/>
                <a:gd name="T21" fmla="*/ 2 h 13"/>
                <a:gd name="T22" fmla="*/ 14 w 18"/>
                <a:gd name="T23" fmla="*/ 1 h 13"/>
                <a:gd name="T24" fmla="*/ 3 w 18"/>
                <a:gd name="T25"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3">
                  <a:moveTo>
                    <a:pt x="11" y="11"/>
                  </a:moveTo>
                  <a:cubicBezTo>
                    <a:pt x="8" y="12"/>
                    <a:pt x="4" y="12"/>
                    <a:pt x="1" y="13"/>
                  </a:cubicBezTo>
                  <a:cubicBezTo>
                    <a:pt x="0" y="12"/>
                    <a:pt x="0" y="12"/>
                    <a:pt x="0" y="12"/>
                  </a:cubicBezTo>
                  <a:cubicBezTo>
                    <a:pt x="0" y="11"/>
                    <a:pt x="0" y="11"/>
                    <a:pt x="0" y="11"/>
                  </a:cubicBezTo>
                  <a:cubicBezTo>
                    <a:pt x="1" y="10"/>
                    <a:pt x="9" y="0"/>
                    <a:pt x="14" y="0"/>
                  </a:cubicBezTo>
                  <a:cubicBezTo>
                    <a:pt x="15" y="0"/>
                    <a:pt x="16" y="0"/>
                    <a:pt x="17" y="1"/>
                  </a:cubicBezTo>
                  <a:cubicBezTo>
                    <a:pt x="18" y="3"/>
                    <a:pt x="18" y="5"/>
                    <a:pt x="17" y="6"/>
                  </a:cubicBezTo>
                  <a:cubicBezTo>
                    <a:pt x="17" y="8"/>
                    <a:pt x="14" y="10"/>
                    <a:pt x="11" y="11"/>
                  </a:cubicBezTo>
                  <a:close/>
                  <a:moveTo>
                    <a:pt x="3" y="11"/>
                  </a:moveTo>
                  <a:cubicBezTo>
                    <a:pt x="10" y="10"/>
                    <a:pt x="15" y="8"/>
                    <a:pt x="16" y="6"/>
                  </a:cubicBezTo>
                  <a:cubicBezTo>
                    <a:pt x="16" y="5"/>
                    <a:pt x="16" y="4"/>
                    <a:pt x="15" y="2"/>
                  </a:cubicBezTo>
                  <a:cubicBezTo>
                    <a:pt x="15" y="2"/>
                    <a:pt x="15" y="2"/>
                    <a:pt x="14" y="1"/>
                  </a:cubicBezTo>
                  <a:cubicBezTo>
                    <a:pt x="11" y="1"/>
                    <a:pt x="6" y="7"/>
                    <a:pt x="3" y="11"/>
                  </a:cubicBez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52">
              <a:extLst>
                <a:ext uri="{FF2B5EF4-FFF2-40B4-BE49-F238E27FC236}">
                  <a16:creationId xmlns:a16="http://schemas.microsoft.com/office/drawing/2014/main" id="{E63C0217-93FF-474F-892A-F159E7E4928F}"/>
                </a:ext>
              </a:extLst>
            </p:cNvPr>
            <p:cNvSpPr>
              <a:spLocks noEditPoints="1"/>
            </p:cNvSpPr>
            <p:nvPr/>
          </p:nvSpPr>
          <p:spPr bwMode="auto">
            <a:xfrm>
              <a:off x="8259763" y="5940426"/>
              <a:ext cx="46038" cy="80963"/>
            </a:xfrm>
            <a:custGeom>
              <a:avLst/>
              <a:gdLst>
                <a:gd name="T0" fmla="*/ 5 w 11"/>
                <a:gd name="T1" fmla="*/ 19 h 19"/>
                <a:gd name="T2" fmla="*/ 5 w 11"/>
                <a:gd name="T3" fmla="*/ 19 h 19"/>
                <a:gd name="T4" fmla="*/ 4 w 11"/>
                <a:gd name="T5" fmla="*/ 18 h 19"/>
                <a:gd name="T6" fmla="*/ 2 w 11"/>
                <a:gd name="T7" fmla="*/ 3 h 19"/>
                <a:gd name="T8" fmla="*/ 5 w 11"/>
                <a:gd name="T9" fmla="*/ 0 h 19"/>
                <a:gd name="T10" fmla="*/ 9 w 11"/>
                <a:gd name="T11" fmla="*/ 2 h 19"/>
                <a:gd name="T12" fmla="*/ 6 w 11"/>
                <a:gd name="T13" fmla="*/ 18 h 19"/>
                <a:gd name="T14" fmla="*/ 5 w 11"/>
                <a:gd name="T15" fmla="*/ 19 h 19"/>
                <a:gd name="T16" fmla="*/ 5 w 11"/>
                <a:gd name="T17" fmla="*/ 2 h 19"/>
                <a:gd name="T18" fmla="*/ 4 w 11"/>
                <a:gd name="T19" fmla="*/ 4 h 19"/>
                <a:gd name="T20" fmla="*/ 5 w 11"/>
                <a:gd name="T21" fmla="*/ 16 h 19"/>
                <a:gd name="T22" fmla="*/ 8 w 11"/>
                <a:gd name="T23" fmla="*/ 3 h 19"/>
                <a:gd name="T24" fmla="*/ 6 w 11"/>
                <a:gd name="T25" fmla="*/ 2 h 19"/>
                <a:gd name="T26" fmla="*/ 5 w 11"/>
                <a:gd name="T2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 h="19">
                  <a:moveTo>
                    <a:pt x="5" y="19"/>
                  </a:moveTo>
                  <a:cubicBezTo>
                    <a:pt x="5" y="19"/>
                    <a:pt x="5" y="19"/>
                    <a:pt x="5" y="19"/>
                  </a:cubicBezTo>
                  <a:cubicBezTo>
                    <a:pt x="4" y="18"/>
                    <a:pt x="4" y="18"/>
                    <a:pt x="4" y="18"/>
                  </a:cubicBezTo>
                  <a:cubicBezTo>
                    <a:pt x="4" y="18"/>
                    <a:pt x="0" y="8"/>
                    <a:pt x="2" y="3"/>
                  </a:cubicBezTo>
                  <a:cubicBezTo>
                    <a:pt x="3" y="2"/>
                    <a:pt x="4" y="1"/>
                    <a:pt x="5" y="0"/>
                  </a:cubicBezTo>
                  <a:cubicBezTo>
                    <a:pt x="7" y="0"/>
                    <a:pt x="8" y="1"/>
                    <a:pt x="9" y="2"/>
                  </a:cubicBezTo>
                  <a:cubicBezTo>
                    <a:pt x="11" y="6"/>
                    <a:pt x="9" y="15"/>
                    <a:pt x="6" y="18"/>
                  </a:cubicBezTo>
                  <a:lnTo>
                    <a:pt x="5" y="19"/>
                  </a:lnTo>
                  <a:close/>
                  <a:moveTo>
                    <a:pt x="5" y="2"/>
                  </a:moveTo>
                  <a:cubicBezTo>
                    <a:pt x="5" y="2"/>
                    <a:pt x="4" y="3"/>
                    <a:pt x="4" y="4"/>
                  </a:cubicBezTo>
                  <a:cubicBezTo>
                    <a:pt x="2" y="6"/>
                    <a:pt x="4" y="13"/>
                    <a:pt x="5" y="16"/>
                  </a:cubicBezTo>
                  <a:cubicBezTo>
                    <a:pt x="8" y="12"/>
                    <a:pt x="9" y="5"/>
                    <a:pt x="8" y="3"/>
                  </a:cubicBezTo>
                  <a:cubicBezTo>
                    <a:pt x="7" y="2"/>
                    <a:pt x="7" y="2"/>
                    <a:pt x="6" y="2"/>
                  </a:cubicBezTo>
                  <a:lnTo>
                    <a:pt x="5" y="2"/>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53">
              <a:extLst>
                <a:ext uri="{FF2B5EF4-FFF2-40B4-BE49-F238E27FC236}">
                  <a16:creationId xmlns:a16="http://schemas.microsoft.com/office/drawing/2014/main" id="{2775D04B-47E7-4E02-9AB0-1ED30F1E3C49}"/>
                </a:ext>
              </a:extLst>
            </p:cNvPr>
            <p:cNvSpPr>
              <a:spLocks/>
            </p:cNvSpPr>
            <p:nvPr/>
          </p:nvSpPr>
          <p:spPr bwMode="auto">
            <a:xfrm>
              <a:off x="7315200" y="5846763"/>
              <a:ext cx="187325" cy="387350"/>
            </a:xfrm>
            <a:custGeom>
              <a:avLst/>
              <a:gdLst>
                <a:gd name="T0" fmla="*/ 0 w 118"/>
                <a:gd name="T1" fmla="*/ 244 h 244"/>
                <a:gd name="T2" fmla="*/ 102 w 118"/>
                <a:gd name="T3" fmla="*/ 239 h 244"/>
                <a:gd name="T4" fmla="*/ 118 w 118"/>
                <a:gd name="T5" fmla="*/ 0 h 244"/>
                <a:gd name="T6" fmla="*/ 16 w 118"/>
                <a:gd name="T7" fmla="*/ 3 h 244"/>
                <a:gd name="T8" fmla="*/ 0 w 118"/>
                <a:gd name="T9" fmla="*/ 244 h 244"/>
              </a:gdLst>
              <a:ahLst/>
              <a:cxnLst>
                <a:cxn ang="0">
                  <a:pos x="T0" y="T1"/>
                </a:cxn>
                <a:cxn ang="0">
                  <a:pos x="T2" y="T3"/>
                </a:cxn>
                <a:cxn ang="0">
                  <a:pos x="T4" y="T5"/>
                </a:cxn>
                <a:cxn ang="0">
                  <a:pos x="T6" y="T7"/>
                </a:cxn>
                <a:cxn ang="0">
                  <a:pos x="T8" y="T9"/>
                </a:cxn>
              </a:cxnLst>
              <a:rect l="0" t="0" r="r" b="b"/>
              <a:pathLst>
                <a:path w="118" h="244">
                  <a:moveTo>
                    <a:pt x="0" y="244"/>
                  </a:moveTo>
                  <a:lnTo>
                    <a:pt x="102" y="239"/>
                  </a:lnTo>
                  <a:lnTo>
                    <a:pt x="118" y="0"/>
                  </a:lnTo>
                  <a:lnTo>
                    <a:pt x="16" y="3"/>
                  </a:lnTo>
                  <a:lnTo>
                    <a:pt x="0" y="244"/>
                  </a:lnTo>
                  <a:close/>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54">
              <a:extLst>
                <a:ext uri="{FF2B5EF4-FFF2-40B4-BE49-F238E27FC236}">
                  <a16:creationId xmlns:a16="http://schemas.microsoft.com/office/drawing/2014/main" id="{9D594013-918D-4D7F-933C-1FAB18292276}"/>
                </a:ext>
              </a:extLst>
            </p:cNvPr>
            <p:cNvSpPr>
              <a:spLocks/>
            </p:cNvSpPr>
            <p:nvPr/>
          </p:nvSpPr>
          <p:spPr bwMode="auto">
            <a:xfrm>
              <a:off x="7315200" y="5846763"/>
              <a:ext cx="187325" cy="387350"/>
            </a:xfrm>
            <a:custGeom>
              <a:avLst/>
              <a:gdLst>
                <a:gd name="T0" fmla="*/ 0 w 118"/>
                <a:gd name="T1" fmla="*/ 244 h 244"/>
                <a:gd name="T2" fmla="*/ 102 w 118"/>
                <a:gd name="T3" fmla="*/ 239 h 244"/>
                <a:gd name="T4" fmla="*/ 118 w 118"/>
                <a:gd name="T5" fmla="*/ 0 h 244"/>
                <a:gd name="T6" fmla="*/ 16 w 118"/>
                <a:gd name="T7" fmla="*/ 3 h 244"/>
                <a:gd name="T8" fmla="*/ 0 w 118"/>
                <a:gd name="T9" fmla="*/ 244 h 244"/>
              </a:gdLst>
              <a:ahLst/>
              <a:cxnLst>
                <a:cxn ang="0">
                  <a:pos x="T0" y="T1"/>
                </a:cxn>
                <a:cxn ang="0">
                  <a:pos x="T2" y="T3"/>
                </a:cxn>
                <a:cxn ang="0">
                  <a:pos x="T4" y="T5"/>
                </a:cxn>
                <a:cxn ang="0">
                  <a:pos x="T6" y="T7"/>
                </a:cxn>
                <a:cxn ang="0">
                  <a:pos x="T8" y="T9"/>
                </a:cxn>
              </a:cxnLst>
              <a:rect l="0" t="0" r="r" b="b"/>
              <a:pathLst>
                <a:path w="118" h="244">
                  <a:moveTo>
                    <a:pt x="0" y="244"/>
                  </a:moveTo>
                  <a:lnTo>
                    <a:pt x="102" y="239"/>
                  </a:lnTo>
                  <a:lnTo>
                    <a:pt x="118" y="0"/>
                  </a:lnTo>
                  <a:lnTo>
                    <a:pt x="16" y="3"/>
                  </a:lnTo>
                  <a:lnTo>
                    <a:pt x="0"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55">
              <a:extLst>
                <a:ext uri="{FF2B5EF4-FFF2-40B4-BE49-F238E27FC236}">
                  <a16:creationId xmlns:a16="http://schemas.microsoft.com/office/drawing/2014/main" id="{3B3F7035-91A0-4066-903D-01BB7E1D8A9C}"/>
                </a:ext>
              </a:extLst>
            </p:cNvPr>
            <p:cNvSpPr>
              <a:spLocks/>
            </p:cNvSpPr>
            <p:nvPr/>
          </p:nvSpPr>
          <p:spPr bwMode="auto">
            <a:xfrm>
              <a:off x="7267575" y="6191251"/>
              <a:ext cx="485775" cy="196850"/>
            </a:xfrm>
            <a:custGeom>
              <a:avLst/>
              <a:gdLst>
                <a:gd name="T0" fmla="*/ 49 w 114"/>
                <a:gd name="T1" fmla="*/ 2 h 46"/>
                <a:gd name="T2" fmla="*/ 6 w 114"/>
                <a:gd name="T3" fmla="*/ 0 h 46"/>
                <a:gd name="T4" fmla="*/ 4 w 114"/>
                <a:gd name="T5" fmla="*/ 3 h 46"/>
                <a:gd name="T6" fmla="*/ 0 w 114"/>
                <a:gd name="T7" fmla="*/ 37 h 46"/>
                <a:gd name="T8" fmla="*/ 7 w 114"/>
                <a:gd name="T9" fmla="*/ 44 h 46"/>
                <a:gd name="T10" fmla="*/ 48 w 114"/>
                <a:gd name="T11" fmla="*/ 44 h 46"/>
                <a:gd name="T12" fmla="*/ 98 w 114"/>
                <a:gd name="T13" fmla="*/ 44 h 46"/>
                <a:gd name="T14" fmla="*/ 105 w 114"/>
                <a:gd name="T15" fmla="*/ 26 h 46"/>
                <a:gd name="T16" fmla="*/ 56 w 114"/>
                <a:gd name="T17" fmla="*/ 4 h 46"/>
                <a:gd name="T18" fmla="*/ 49 w 114"/>
                <a:gd name="T19"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46">
                  <a:moveTo>
                    <a:pt x="49" y="2"/>
                  </a:moveTo>
                  <a:cubicBezTo>
                    <a:pt x="6" y="0"/>
                    <a:pt x="6" y="0"/>
                    <a:pt x="6" y="0"/>
                  </a:cubicBezTo>
                  <a:cubicBezTo>
                    <a:pt x="5" y="0"/>
                    <a:pt x="4" y="1"/>
                    <a:pt x="4" y="3"/>
                  </a:cubicBezTo>
                  <a:cubicBezTo>
                    <a:pt x="0" y="37"/>
                    <a:pt x="0" y="37"/>
                    <a:pt x="0" y="37"/>
                  </a:cubicBezTo>
                  <a:cubicBezTo>
                    <a:pt x="0" y="40"/>
                    <a:pt x="3" y="44"/>
                    <a:pt x="7" y="44"/>
                  </a:cubicBezTo>
                  <a:cubicBezTo>
                    <a:pt x="22" y="44"/>
                    <a:pt x="29" y="44"/>
                    <a:pt x="48" y="44"/>
                  </a:cubicBezTo>
                  <a:cubicBezTo>
                    <a:pt x="60" y="44"/>
                    <a:pt x="82" y="46"/>
                    <a:pt x="98" y="44"/>
                  </a:cubicBezTo>
                  <a:cubicBezTo>
                    <a:pt x="114" y="42"/>
                    <a:pt x="112" y="26"/>
                    <a:pt x="105" y="26"/>
                  </a:cubicBezTo>
                  <a:cubicBezTo>
                    <a:pt x="89" y="25"/>
                    <a:pt x="67" y="13"/>
                    <a:pt x="56" y="4"/>
                  </a:cubicBezTo>
                  <a:cubicBezTo>
                    <a:pt x="54" y="3"/>
                    <a:pt x="52" y="2"/>
                    <a:pt x="49" y="2"/>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56">
              <a:extLst>
                <a:ext uri="{FF2B5EF4-FFF2-40B4-BE49-F238E27FC236}">
                  <a16:creationId xmlns:a16="http://schemas.microsoft.com/office/drawing/2014/main" id="{F98343D7-09E4-4809-9A3F-21399D47E079}"/>
                </a:ext>
              </a:extLst>
            </p:cNvPr>
            <p:cNvSpPr>
              <a:spLocks noEditPoints="1"/>
            </p:cNvSpPr>
            <p:nvPr/>
          </p:nvSpPr>
          <p:spPr bwMode="auto">
            <a:xfrm>
              <a:off x="7489825" y="6183313"/>
              <a:ext cx="84138" cy="47625"/>
            </a:xfrm>
            <a:custGeom>
              <a:avLst/>
              <a:gdLst>
                <a:gd name="T0" fmla="*/ 11 w 20"/>
                <a:gd name="T1" fmla="*/ 11 h 11"/>
                <a:gd name="T2" fmla="*/ 1 w 20"/>
                <a:gd name="T3" fmla="*/ 9 h 11"/>
                <a:gd name="T4" fmla="*/ 0 w 20"/>
                <a:gd name="T5" fmla="*/ 8 h 11"/>
                <a:gd name="T6" fmla="*/ 0 w 20"/>
                <a:gd name="T7" fmla="*/ 8 h 11"/>
                <a:gd name="T8" fmla="*/ 17 w 20"/>
                <a:gd name="T9" fmla="*/ 2 h 11"/>
                <a:gd name="T10" fmla="*/ 19 w 20"/>
                <a:gd name="T11" fmla="*/ 4 h 11"/>
                <a:gd name="T12" fmla="*/ 18 w 20"/>
                <a:gd name="T13" fmla="*/ 9 h 11"/>
                <a:gd name="T14" fmla="*/ 11 w 20"/>
                <a:gd name="T15" fmla="*/ 11 h 11"/>
                <a:gd name="T16" fmla="*/ 3 w 20"/>
                <a:gd name="T17" fmla="*/ 8 h 11"/>
                <a:gd name="T18" fmla="*/ 17 w 20"/>
                <a:gd name="T19" fmla="*/ 8 h 11"/>
                <a:gd name="T20" fmla="*/ 18 w 20"/>
                <a:gd name="T21" fmla="*/ 5 h 11"/>
                <a:gd name="T22" fmla="*/ 17 w 20"/>
                <a:gd name="T23" fmla="*/ 3 h 11"/>
                <a:gd name="T24" fmla="*/ 3 w 20"/>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11">
                  <a:moveTo>
                    <a:pt x="11" y="11"/>
                  </a:moveTo>
                  <a:cubicBezTo>
                    <a:pt x="7" y="11"/>
                    <a:pt x="3" y="10"/>
                    <a:pt x="1" y="9"/>
                  </a:cubicBezTo>
                  <a:cubicBezTo>
                    <a:pt x="0" y="8"/>
                    <a:pt x="0" y="8"/>
                    <a:pt x="0" y="8"/>
                  </a:cubicBezTo>
                  <a:cubicBezTo>
                    <a:pt x="0" y="8"/>
                    <a:pt x="0" y="8"/>
                    <a:pt x="0" y="8"/>
                  </a:cubicBezTo>
                  <a:cubicBezTo>
                    <a:pt x="2" y="7"/>
                    <a:pt x="13" y="0"/>
                    <a:pt x="17" y="2"/>
                  </a:cubicBezTo>
                  <a:cubicBezTo>
                    <a:pt x="18" y="2"/>
                    <a:pt x="19" y="3"/>
                    <a:pt x="19" y="4"/>
                  </a:cubicBezTo>
                  <a:cubicBezTo>
                    <a:pt x="20" y="6"/>
                    <a:pt x="19" y="8"/>
                    <a:pt x="18" y="9"/>
                  </a:cubicBezTo>
                  <a:cubicBezTo>
                    <a:pt x="17" y="11"/>
                    <a:pt x="14" y="11"/>
                    <a:pt x="11" y="11"/>
                  </a:cubicBezTo>
                  <a:close/>
                  <a:moveTo>
                    <a:pt x="3" y="8"/>
                  </a:moveTo>
                  <a:cubicBezTo>
                    <a:pt x="10" y="10"/>
                    <a:pt x="15" y="10"/>
                    <a:pt x="17" y="8"/>
                  </a:cubicBezTo>
                  <a:cubicBezTo>
                    <a:pt x="18" y="7"/>
                    <a:pt x="18" y="6"/>
                    <a:pt x="18" y="5"/>
                  </a:cubicBezTo>
                  <a:cubicBezTo>
                    <a:pt x="17" y="4"/>
                    <a:pt x="17" y="4"/>
                    <a:pt x="17" y="3"/>
                  </a:cubicBezTo>
                  <a:cubicBezTo>
                    <a:pt x="14" y="2"/>
                    <a:pt x="8" y="5"/>
                    <a:pt x="3" y="8"/>
                  </a:cubicBez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57">
              <a:extLst>
                <a:ext uri="{FF2B5EF4-FFF2-40B4-BE49-F238E27FC236}">
                  <a16:creationId xmlns:a16="http://schemas.microsoft.com/office/drawing/2014/main" id="{E118AEC1-C407-4366-9BC1-6B961F858322}"/>
                </a:ext>
              </a:extLst>
            </p:cNvPr>
            <p:cNvSpPr>
              <a:spLocks noEditPoints="1"/>
            </p:cNvSpPr>
            <p:nvPr/>
          </p:nvSpPr>
          <p:spPr bwMode="auto">
            <a:xfrm>
              <a:off x="7485063" y="6149976"/>
              <a:ext cx="50800" cy="71438"/>
            </a:xfrm>
            <a:custGeom>
              <a:avLst/>
              <a:gdLst>
                <a:gd name="T0" fmla="*/ 2 w 12"/>
                <a:gd name="T1" fmla="*/ 17 h 17"/>
                <a:gd name="T2" fmla="*/ 1 w 12"/>
                <a:gd name="T3" fmla="*/ 17 h 17"/>
                <a:gd name="T4" fmla="*/ 1 w 12"/>
                <a:gd name="T5" fmla="*/ 16 h 17"/>
                <a:gd name="T6" fmla="*/ 4 w 12"/>
                <a:gd name="T7" fmla="*/ 1 h 17"/>
                <a:gd name="T8" fmla="*/ 8 w 12"/>
                <a:gd name="T9" fmla="*/ 0 h 17"/>
                <a:gd name="T10" fmla="*/ 11 w 12"/>
                <a:gd name="T11" fmla="*/ 3 h 17"/>
                <a:gd name="T12" fmla="*/ 2 w 12"/>
                <a:gd name="T13" fmla="*/ 17 h 17"/>
                <a:gd name="T14" fmla="*/ 8 w 12"/>
                <a:gd name="T15" fmla="*/ 2 h 17"/>
                <a:gd name="T16" fmla="*/ 6 w 12"/>
                <a:gd name="T17" fmla="*/ 3 h 17"/>
                <a:gd name="T18" fmla="*/ 3 w 12"/>
                <a:gd name="T19" fmla="*/ 15 h 17"/>
                <a:gd name="T20" fmla="*/ 10 w 12"/>
                <a:gd name="T21" fmla="*/ 3 h 17"/>
                <a:gd name="T22" fmla="*/ 8 w 12"/>
                <a:gd name="T23"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7">
                  <a:moveTo>
                    <a:pt x="2" y="17"/>
                  </a:moveTo>
                  <a:cubicBezTo>
                    <a:pt x="1" y="17"/>
                    <a:pt x="1" y="17"/>
                    <a:pt x="1" y="17"/>
                  </a:cubicBezTo>
                  <a:cubicBezTo>
                    <a:pt x="1" y="16"/>
                    <a:pt x="1" y="16"/>
                    <a:pt x="1" y="16"/>
                  </a:cubicBezTo>
                  <a:cubicBezTo>
                    <a:pt x="1" y="16"/>
                    <a:pt x="0" y="5"/>
                    <a:pt x="4" y="1"/>
                  </a:cubicBezTo>
                  <a:cubicBezTo>
                    <a:pt x="6" y="0"/>
                    <a:pt x="7" y="0"/>
                    <a:pt x="8" y="0"/>
                  </a:cubicBezTo>
                  <a:cubicBezTo>
                    <a:pt x="10" y="0"/>
                    <a:pt x="11" y="1"/>
                    <a:pt x="11" y="3"/>
                  </a:cubicBezTo>
                  <a:cubicBezTo>
                    <a:pt x="12" y="7"/>
                    <a:pt x="6" y="15"/>
                    <a:pt x="2" y="17"/>
                  </a:cubicBezTo>
                  <a:close/>
                  <a:moveTo>
                    <a:pt x="8" y="2"/>
                  </a:moveTo>
                  <a:cubicBezTo>
                    <a:pt x="7" y="2"/>
                    <a:pt x="6" y="2"/>
                    <a:pt x="6" y="3"/>
                  </a:cubicBezTo>
                  <a:cubicBezTo>
                    <a:pt x="3" y="5"/>
                    <a:pt x="3" y="11"/>
                    <a:pt x="3" y="15"/>
                  </a:cubicBezTo>
                  <a:cubicBezTo>
                    <a:pt x="6" y="12"/>
                    <a:pt x="10" y="6"/>
                    <a:pt x="10" y="3"/>
                  </a:cubicBezTo>
                  <a:cubicBezTo>
                    <a:pt x="10" y="3"/>
                    <a:pt x="9" y="2"/>
                    <a:pt x="8" y="2"/>
                  </a:cubicBez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58">
              <a:extLst>
                <a:ext uri="{FF2B5EF4-FFF2-40B4-BE49-F238E27FC236}">
                  <a16:creationId xmlns:a16="http://schemas.microsoft.com/office/drawing/2014/main" id="{BB3A34D7-9432-4953-8699-E58CBD3425C3}"/>
                </a:ext>
              </a:extLst>
            </p:cNvPr>
            <p:cNvSpPr>
              <a:spLocks/>
            </p:cNvSpPr>
            <p:nvPr/>
          </p:nvSpPr>
          <p:spPr bwMode="auto">
            <a:xfrm>
              <a:off x="7323138" y="5995988"/>
              <a:ext cx="4763" cy="68263"/>
            </a:xfrm>
            <a:custGeom>
              <a:avLst/>
              <a:gdLst>
                <a:gd name="T0" fmla="*/ 3 w 3"/>
                <a:gd name="T1" fmla="*/ 0 h 43"/>
                <a:gd name="T2" fmla="*/ 3 w 3"/>
                <a:gd name="T3" fmla="*/ 0 h 43"/>
                <a:gd name="T4" fmla="*/ 0 w 3"/>
                <a:gd name="T5" fmla="*/ 43 h 43"/>
                <a:gd name="T6" fmla="*/ 0 w 3"/>
                <a:gd name="T7" fmla="*/ 43 h 43"/>
                <a:gd name="T8" fmla="*/ 3 w 3"/>
                <a:gd name="T9" fmla="*/ 0 h 43"/>
              </a:gdLst>
              <a:ahLst/>
              <a:cxnLst>
                <a:cxn ang="0">
                  <a:pos x="T0" y="T1"/>
                </a:cxn>
                <a:cxn ang="0">
                  <a:pos x="T2" y="T3"/>
                </a:cxn>
                <a:cxn ang="0">
                  <a:pos x="T4" y="T5"/>
                </a:cxn>
                <a:cxn ang="0">
                  <a:pos x="T6" y="T7"/>
                </a:cxn>
                <a:cxn ang="0">
                  <a:pos x="T8" y="T9"/>
                </a:cxn>
              </a:cxnLst>
              <a:rect l="0" t="0" r="r" b="b"/>
              <a:pathLst>
                <a:path w="3" h="43">
                  <a:moveTo>
                    <a:pt x="3" y="0"/>
                  </a:moveTo>
                  <a:lnTo>
                    <a:pt x="3" y="0"/>
                  </a:lnTo>
                  <a:lnTo>
                    <a:pt x="0" y="43"/>
                  </a:lnTo>
                  <a:lnTo>
                    <a:pt x="0" y="43"/>
                  </a:lnTo>
                  <a:lnTo>
                    <a:pt x="3"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59">
              <a:extLst>
                <a:ext uri="{FF2B5EF4-FFF2-40B4-BE49-F238E27FC236}">
                  <a16:creationId xmlns:a16="http://schemas.microsoft.com/office/drawing/2014/main" id="{8A2847C1-9D39-44B1-A19A-00A37699589B}"/>
                </a:ext>
              </a:extLst>
            </p:cNvPr>
            <p:cNvSpPr>
              <a:spLocks/>
            </p:cNvSpPr>
            <p:nvPr/>
          </p:nvSpPr>
          <p:spPr bwMode="auto">
            <a:xfrm>
              <a:off x="7323138" y="5995988"/>
              <a:ext cx="4763" cy="68263"/>
            </a:xfrm>
            <a:custGeom>
              <a:avLst/>
              <a:gdLst>
                <a:gd name="T0" fmla="*/ 3 w 3"/>
                <a:gd name="T1" fmla="*/ 0 h 43"/>
                <a:gd name="T2" fmla="*/ 3 w 3"/>
                <a:gd name="T3" fmla="*/ 0 h 43"/>
                <a:gd name="T4" fmla="*/ 0 w 3"/>
                <a:gd name="T5" fmla="*/ 43 h 43"/>
                <a:gd name="T6" fmla="*/ 0 w 3"/>
                <a:gd name="T7" fmla="*/ 43 h 43"/>
                <a:gd name="T8" fmla="*/ 3 w 3"/>
                <a:gd name="T9" fmla="*/ 0 h 43"/>
              </a:gdLst>
              <a:ahLst/>
              <a:cxnLst>
                <a:cxn ang="0">
                  <a:pos x="T0" y="T1"/>
                </a:cxn>
                <a:cxn ang="0">
                  <a:pos x="T2" y="T3"/>
                </a:cxn>
                <a:cxn ang="0">
                  <a:pos x="T4" y="T5"/>
                </a:cxn>
                <a:cxn ang="0">
                  <a:pos x="T6" y="T7"/>
                </a:cxn>
                <a:cxn ang="0">
                  <a:pos x="T8" y="T9"/>
                </a:cxn>
              </a:cxnLst>
              <a:rect l="0" t="0" r="r" b="b"/>
              <a:pathLst>
                <a:path w="3" h="43">
                  <a:moveTo>
                    <a:pt x="3" y="0"/>
                  </a:moveTo>
                  <a:lnTo>
                    <a:pt x="3" y="0"/>
                  </a:lnTo>
                  <a:lnTo>
                    <a:pt x="0" y="43"/>
                  </a:lnTo>
                  <a:lnTo>
                    <a:pt x="0" y="43"/>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60">
              <a:extLst>
                <a:ext uri="{FF2B5EF4-FFF2-40B4-BE49-F238E27FC236}">
                  <a16:creationId xmlns:a16="http://schemas.microsoft.com/office/drawing/2014/main" id="{AFAB261F-BAFA-4418-A1D0-5A839B37461A}"/>
                </a:ext>
              </a:extLst>
            </p:cNvPr>
            <p:cNvSpPr>
              <a:spLocks/>
            </p:cNvSpPr>
            <p:nvPr/>
          </p:nvSpPr>
          <p:spPr bwMode="auto">
            <a:xfrm>
              <a:off x="7323138" y="5992813"/>
              <a:ext cx="166688" cy="71438"/>
            </a:xfrm>
            <a:custGeom>
              <a:avLst/>
              <a:gdLst>
                <a:gd name="T0" fmla="*/ 105 w 105"/>
                <a:gd name="T1" fmla="*/ 0 h 45"/>
                <a:gd name="T2" fmla="*/ 3 w 105"/>
                <a:gd name="T3" fmla="*/ 2 h 45"/>
                <a:gd name="T4" fmla="*/ 0 w 105"/>
                <a:gd name="T5" fmla="*/ 45 h 45"/>
                <a:gd name="T6" fmla="*/ 102 w 105"/>
                <a:gd name="T7" fmla="*/ 45 h 45"/>
                <a:gd name="T8" fmla="*/ 105 w 105"/>
                <a:gd name="T9" fmla="*/ 0 h 45"/>
              </a:gdLst>
              <a:ahLst/>
              <a:cxnLst>
                <a:cxn ang="0">
                  <a:pos x="T0" y="T1"/>
                </a:cxn>
                <a:cxn ang="0">
                  <a:pos x="T2" y="T3"/>
                </a:cxn>
                <a:cxn ang="0">
                  <a:pos x="T4" y="T5"/>
                </a:cxn>
                <a:cxn ang="0">
                  <a:pos x="T6" y="T7"/>
                </a:cxn>
                <a:cxn ang="0">
                  <a:pos x="T8" y="T9"/>
                </a:cxn>
              </a:cxnLst>
              <a:rect l="0" t="0" r="r" b="b"/>
              <a:pathLst>
                <a:path w="105" h="45">
                  <a:moveTo>
                    <a:pt x="105" y="0"/>
                  </a:moveTo>
                  <a:lnTo>
                    <a:pt x="3" y="2"/>
                  </a:lnTo>
                  <a:lnTo>
                    <a:pt x="0" y="45"/>
                  </a:lnTo>
                  <a:lnTo>
                    <a:pt x="102" y="45"/>
                  </a:lnTo>
                  <a:lnTo>
                    <a:pt x="105" y="0"/>
                  </a:lnTo>
                  <a:close/>
                </a:path>
              </a:pathLst>
            </a:custGeom>
            <a:solidFill>
              <a:srgbClr val="9149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61">
              <a:extLst>
                <a:ext uri="{FF2B5EF4-FFF2-40B4-BE49-F238E27FC236}">
                  <a16:creationId xmlns:a16="http://schemas.microsoft.com/office/drawing/2014/main" id="{88206CDD-7A8C-4F9C-A2E0-681B5A192990}"/>
                </a:ext>
              </a:extLst>
            </p:cNvPr>
            <p:cNvSpPr>
              <a:spLocks/>
            </p:cNvSpPr>
            <p:nvPr/>
          </p:nvSpPr>
          <p:spPr bwMode="auto">
            <a:xfrm>
              <a:off x="7323138" y="5992813"/>
              <a:ext cx="166688" cy="71438"/>
            </a:xfrm>
            <a:custGeom>
              <a:avLst/>
              <a:gdLst>
                <a:gd name="T0" fmla="*/ 105 w 105"/>
                <a:gd name="T1" fmla="*/ 0 h 45"/>
                <a:gd name="T2" fmla="*/ 3 w 105"/>
                <a:gd name="T3" fmla="*/ 2 h 45"/>
                <a:gd name="T4" fmla="*/ 0 w 105"/>
                <a:gd name="T5" fmla="*/ 45 h 45"/>
                <a:gd name="T6" fmla="*/ 102 w 105"/>
                <a:gd name="T7" fmla="*/ 45 h 45"/>
                <a:gd name="T8" fmla="*/ 105 w 105"/>
                <a:gd name="T9" fmla="*/ 0 h 45"/>
              </a:gdLst>
              <a:ahLst/>
              <a:cxnLst>
                <a:cxn ang="0">
                  <a:pos x="T0" y="T1"/>
                </a:cxn>
                <a:cxn ang="0">
                  <a:pos x="T2" y="T3"/>
                </a:cxn>
                <a:cxn ang="0">
                  <a:pos x="T4" y="T5"/>
                </a:cxn>
                <a:cxn ang="0">
                  <a:pos x="T6" y="T7"/>
                </a:cxn>
                <a:cxn ang="0">
                  <a:pos x="T8" y="T9"/>
                </a:cxn>
              </a:cxnLst>
              <a:rect l="0" t="0" r="r" b="b"/>
              <a:pathLst>
                <a:path w="105" h="45">
                  <a:moveTo>
                    <a:pt x="105" y="0"/>
                  </a:moveTo>
                  <a:lnTo>
                    <a:pt x="3" y="2"/>
                  </a:lnTo>
                  <a:lnTo>
                    <a:pt x="0" y="45"/>
                  </a:lnTo>
                  <a:lnTo>
                    <a:pt x="102" y="45"/>
                  </a:lnTo>
                  <a:lnTo>
                    <a:pt x="10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62">
              <a:extLst>
                <a:ext uri="{FF2B5EF4-FFF2-40B4-BE49-F238E27FC236}">
                  <a16:creationId xmlns:a16="http://schemas.microsoft.com/office/drawing/2014/main" id="{78E0224A-2C50-4186-8D3C-A0CBFA71E7C1}"/>
                </a:ext>
              </a:extLst>
            </p:cNvPr>
            <p:cNvSpPr>
              <a:spLocks/>
            </p:cNvSpPr>
            <p:nvPr/>
          </p:nvSpPr>
          <p:spPr bwMode="auto">
            <a:xfrm>
              <a:off x="5919788" y="3992563"/>
              <a:ext cx="1841500" cy="2003425"/>
            </a:xfrm>
            <a:custGeom>
              <a:avLst/>
              <a:gdLst>
                <a:gd name="T0" fmla="*/ 143 w 433"/>
                <a:gd name="T1" fmla="*/ 5 h 471"/>
                <a:gd name="T2" fmla="*/ 428 w 433"/>
                <a:gd name="T3" fmla="*/ 116 h 471"/>
                <a:gd name="T4" fmla="*/ 379 w 433"/>
                <a:gd name="T5" fmla="*/ 470 h 471"/>
                <a:gd name="T6" fmla="*/ 322 w 433"/>
                <a:gd name="T7" fmla="*/ 471 h 471"/>
                <a:gd name="T8" fmla="*/ 330 w 433"/>
                <a:gd name="T9" fmla="*/ 143 h 471"/>
                <a:gd name="T10" fmla="*/ 31 w 433"/>
                <a:gd name="T11" fmla="*/ 104 h 471"/>
                <a:gd name="T12" fmla="*/ 32 w 433"/>
                <a:gd name="T13" fmla="*/ 0 h 471"/>
                <a:gd name="T14" fmla="*/ 143 w 433"/>
                <a:gd name="T15" fmla="*/ 5 h 4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3" h="471">
                  <a:moveTo>
                    <a:pt x="143" y="5"/>
                  </a:moveTo>
                  <a:cubicBezTo>
                    <a:pt x="143" y="5"/>
                    <a:pt x="433" y="49"/>
                    <a:pt x="428" y="116"/>
                  </a:cubicBezTo>
                  <a:cubicBezTo>
                    <a:pt x="420" y="236"/>
                    <a:pt x="379" y="470"/>
                    <a:pt x="379" y="470"/>
                  </a:cubicBezTo>
                  <a:cubicBezTo>
                    <a:pt x="322" y="471"/>
                    <a:pt x="322" y="471"/>
                    <a:pt x="322" y="471"/>
                  </a:cubicBezTo>
                  <a:cubicBezTo>
                    <a:pt x="322" y="471"/>
                    <a:pt x="309" y="230"/>
                    <a:pt x="330" y="143"/>
                  </a:cubicBezTo>
                  <a:cubicBezTo>
                    <a:pt x="259" y="143"/>
                    <a:pt x="58" y="140"/>
                    <a:pt x="31" y="104"/>
                  </a:cubicBezTo>
                  <a:cubicBezTo>
                    <a:pt x="0" y="63"/>
                    <a:pt x="32" y="0"/>
                    <a:pt x="32" y="0"/>
                  </a:cubicBezTo>
                  <a:cubicBezTo>
                    <a:pt x="143" y="5"/>
                    <a:pt x="143" y="5"/>
                    <a:pt x="143" y="5"/>
                  </a:cubicBezTo>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63">
              <a:extLst>
                <a:ext uri="{FF2B5EF4-FFF2-40B4-BE49-F238E27FC236}">
                  <a16:creationId xmlns:a16="http://schemas.microsoft.com/office/drawing/2014/main" id="{C25E6800-18A1-4FB2-B364-A54B11B9DF35}"/>
                </a:ext>
              </a:extLst>
            </p:cNvPr>
            <p:cNvSpPr>
              <a:spLocks/>
            </p:cNvSpPr>
            <p:nvPr/>
          </p:nvSpPr>
          <p:spPr bwMode="auto">
            <a:xfrm>
              <a:off x="7246938" y="5856288"/>
              <a:ext cx="322263" cy="157163"/>
            </a:xfrm>
            <a:custGeom>
              <a:avLst/>
              <a:gdLst>
                <a:gd name="T0" fmla="*/ 11 w 203"/>
                <a:gd name="T1" fmla="*/ 99 h 99"/>
                <a:gd name="T2" fmla="*/ 195 w 203"/>
                <a:gd name="T3" fmla="*/ 96 h 99"/>
                <a:gd name="T4" fmla="*/ 203 w 203"/>
                <a:gd name="T5" fmla="*/ 0 h 99"/>
                <a:gd name="T6" fmla="*/ 0 w 203"/>
                <a:gd name="T7" fmla="*/ 8 h 99"/>
                <a:gd name="T8" fmla="*/ 11 w 203"/>
                <a:gd name="T9" fmla="*/ 99 h 99"/>
              </a:gdLst>
              <a:ahLst/>
              <a:cxnLst>
                <a:cxn ang="0">
                  <a:pos x="T0" y="T1"/>
                </a:cxn>
                <a:cxn ang="0">
                  <a:pos x="T2" y="T3"/>
                </a:cxn>
                <a:cxn ang="0">
                  <a:pos x="T4" y="T5"/>
                </a:cxn>
                <a:cxn ang="0">
                  <a:pos x="T6" y="T7"/>
                </a:cxn>
                <a:cxn ang="0">
                  <a:pos x="T8" y="T9"/>
                </a:cxn>
              </a:cxnLst>
              <a:rect l="0" t="0" r="r" b="b"/>
              <a:pathLst>
                <a:path w="203" h="99">
                  <a:moveTo>
                    <a:pt x="11" y="99"/>
                  </a:moveTo>
                  <a:lnTo>
                    <a:pt x="195" y="96"/>
                  </a:lnTo>
                  <a:lnTo>
                    <a:pt x="203" y="0"/>
                  </a:lnTo>
                  <a:lnTo>
                    <a:pt x="0" y="8"/>
                  </a:lnTo>
                  <a:lnTo>
                    <a:pt x="11" y="99"/>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64">
              <a:extLst>
                <a:ext uri="{FF2B5EF4-FFF2-40B4-BE49-F238E27FC236}">
                  <a16:creationId xmlns:a16="http://schemas.microsoft.com/office/drawing/2014/main" id="{15AB523A-7080-49A6-8FB4-38C963FE4D33}"/>
                </a:ext>
              </a:extLst>
            </p:cNvPr>
            <p:cNvSpPr>
              <a:spLocks/>
            </p:cNvSpPr>
            <p:nvPr/>
          </p:nvSpPr>
          <p:spPr bwMode="auto">
            <a:xfrm>
              <a:off x="6000750" y="2690813"/>
              <a:ext cx="904875" cy="1339850"/>
            </a:xfrm>
            <a:custGeom>
              <a:avLst/>
              <a:gdLst>
                <a:gd name="T0" fmla="*/ 175 w 213"/>
                <a:gd name="T1" fmla="*/ 5 h 315"/>
                <a:gd name="T2" fmla="*/ 47 w 213"/>
                <a:gd name="T3" fmla="*/ 2 h 315"/>
                <a:gd name="T4" fmla="*/ 4 w 213"/>
                <a:gd name="T5" fmla="*/ 39 h 315"/>
                <a:gd name="T6" fmla="*/ 21 w 213"/>
                <a:gd name="T7" fmla="*/ 181 h 315"/>
                <a:gd name="T8" fmla="*/ 13 w 213"/>
                <a:gd name="T9" fmla="*/ 306 h 315"/>
                <a:gd name="T10" fmla="*/ 213 w 213"/>
                <a:gd name="T11" fmla="*/ 315 h 315"/>
                <a:gd name="T12" fmla="*/ 203 w 213"/>
                <a:gd name="T13" fmla="*/ 41 h 315"/>
                <a:gd name="T14" fmla="*/ 175 w 213"/>
                <a:gd name="T15" fmla="*/ 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315">
                  <a:moveTo>
                    <a:pt x="175" y="5"/>
                  </a:moveTo>
                  <a:cubicBezTo>
                    <a:pt x="152" y="0"/>
                    <a:pt x="47" y="2"/>
                    <a:pt x="47" y="2"/>
                  </a:cubicBezTo>
                  <a:cubicBezTo>
                    <a:pt x="25" y="1"/>
                    <a:pt x="6" y="17"/>
                    <a:pt x="4" y="39"/>
                  </a:cubicBezTo>
                  <a:cubicBezTo>
                    <a:pt x="0" y="71"/>
                    <a:pt x="21" y="144"/>
                    <a:pt x="21" y="181"/>
                  </a:cubicBezTo>
                  <a:cubicBezTo>
                    <a:pt x="22" y="226"/>
                    <a:pt x="13" y="245"/>
                    <a:pt x="13" y="306"/>
                  </a:cubicBezTo>
                  <a:cubicBezTo>
                    <a:pt x="213" y="315"/>
                    <a:pt x="213" y="315"/>
                    <a:pt x="213" y="315"/>
                  </a:cubicBezTo>
                  <a:cubicBezTo>
                    <a:pt x="213" y="192"/>
                    <a:pt x="208" y="90"/>
                    <a:pt x="203" y="41"/>
                  </a:cubicBezTo>
                  <a:cubicBezTo>
                    <a:pt x="201" y="24"/>
                    <a:pt x="198" y="10"/>
                    <a:pt x="175" y="5"/>
                  </a:cubicBezTo>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65">
              <a:extLst>
                <a:ext uri="{FF2B5EF4-FFF2-40B4-BE49-F238E27FC236}">
                  <a16:creationId xmlns:a16="http://schemas.microsoft.com/office/drawing/2014/main" id="{351D85DE-789A-433B-B543-1BF623A212FA}"/>
                </a:ext>
              </a:extLst>
            </p:cNvPr>
            <p:cNvSpPr>
              <a:spLocks/>
            </p:cNvSpPr>
            <p:nvPr/>
          </p:nvSpPr>
          <p:spPr bwMode="auto">
            <a:xfrm>
              <a:off x="6013450" y="2698751"/>
              <a:ext cx="892175" cy="1331913"/>
            </a:xfrm>
            <a:custGeom>
              <a:avLst/>
              <a:gdLst>
                <a:gd name="T0" fmla="*/ 76 w 210"/>
                <a:gd name="T1" fmla="*/ 0 h 313"/>
                <a:gd name="T2" fmla="*/ 44 w 210"/>
                <a:gd name="T3" fmla="*/ 0 h 313"/>
                <a:gd name="T4" fmla="*/ 42 w 210"/>
                <a:gd name="T5" fmla="*/ 0 h 313"/>
                <a:gd name="T6" fmla="*/ 1 w 210"/>
                <a:gd name="T7" fmla="*/ 37 h 313"/>
                <a:gd name="T8" fmla="*/ 0 w 210"/>
                <a:gd name="T9" fmla="*/ 46 h 313"/>
                <a:gd name="T10" fmla="*/ 18 w 210"/>
                <a:gd name="T11" fmla="*/ 179 h 313"/>
                <a:gd name="T12" fmla="*/ 18 w 210"/>
                <a:gd name="T13" fmla="*/ 185 h 313"/>
                <a:gd name="T14" fmla="*/ 10 w 210"/>
                <a:gd name="T15" fmla="*/ 304 h 313"/>
                <a:gd name="T16" fmla="*/ 210 w 210"/>
                <a:gd name="T17" fmla="*/ 313 h 313"/>
                <a:gd name="T18" fmla="*/ 210 w 210"/>
                <a:gd name="T19" fmla="*/ 295 h 313"/>
                <a:gd name="T20" fmla="*/ 210 w 210"/>
                <a:gd name="T21" fmla="*/ 295 h 313"/>
                <a:gd name="T22" fmla="*/ 210 w 210"/>
                <a:gd name="T23" fmla="*/ 262 h 313"/>
                <a:gd name="T24" fmla="*/ 210 w 210"/>
                <a:gd name="T25" fmla="*/ 235 h 313"/>
                <a:gd name="T26" fmla="*/ 200 w 210"/>
                <a:gd name="T27" fmla="*/ 39 h 313"/>
                <a:gd name="T28" fmla="*/ 172 w 210"/>
                <a:gd name="T29" fmla="*/ 3 h 313"/>
                <a:gd name="T30" fmla="*/ 76 w 210"/>
                <a:gd name="T3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0" h="313">
                  <a:moveTo>
                    <a:pt x="76" y="0"/>
                  </a:moveTo>
                  <a:cubicBezTo>
                    <a:pt x="57" y="0"/>
                    <a:pt x="44" y="0"/>
                    <a:pt x="44" y="0"/>
                  </a:cubicBezTo>
                  <a:cubicBezTo>
                    <a:pt x="43" y="0"/>
                    <a:pt x="43" y="0"/>
                    <a:pt x="42" y="0"/>
                  </a:cubicBezTo>
                  <a:cubicBezTo>
                    <a:pt x="21" y="0"/>
                    <a:pt x="3" y="16"/>
                    <a:pt x="1" y="37"/>
                  </a:cubicBezTo>
                  <a:cubicBezTo>
                    <a:pt x="0" y="40"/>
                    <a:pt x="0" y="42"/>
                    <a:pt x="0" y="46"/>
                  </a:cubicBezTo>
                  <a:cubicBezTo>
                    <a:pt x="0" y="81"/>
                    <a:pt x="18" y="145"/>
                    <a:pt x="18" y="179"/>
                  </a:cubicBezTo>
                  <a:cubicBezTo>
                    <a:pt x="18" y="181"/>
                    <a:pt x="18" y="183"/>
                    <a:pt x="18" y="185"/>
                  </a:cubicBezTo>
                  <a:cubicBezTo>
                    <a:pt x="18" y="226"/>
                    <a:pt x="10" y="245"/>
                    <a:pt x="10" y="304"/>
                  </a:cubicBezTo>
                  <a:cubicBezTo>
                    <a:pt x="210" y="313"/>
                    <a:pt x="210" y="313"/>
                    <a:pt x="210" y="313"/>
                  </a:cubicBezTo>
                  <a:cubicBezTo>
                    <a:pt x="210" y="307"/>
                    <a:pt x="210" y="301"/>
                    <a:pt x="210" y="295"/>
                  </a:cubicBezTo>
                  <a:cubicBezTo>
                    <a:pt x="210" y="295"/>
                    <a:pt x="210" y="295"/>
                    <a:pt x="210" y="295"/>
                  </a:cubicBezTo>
                  <a:cubicBezTo>
                    <a:pt x="210" y="284"/>
                    <a:pt x="210" y="273"/>
                    <a:pt x="210" y="262"/>
                  </a:cubicBezTo>
                  <a:cubicBezTo>
                    <a:pt x="210" y="253"/>
                    <a:pt x="210" y="244"/>
                    <a:pt x="210" y="235"/>
                  </a:cubicBezTo>
                  <a:cubicBezTo>
                    <a:pt x="208" y="148"/>
                    <a:pt x="204" y="77"/>
                    <a:pt x="200" y="39"/>
                  </a:cubicBezTo>
                  <a:cubicBezTo>
                    <a:pt x="198" y="22"/>
                    <a:pt x="195" y="8"/>
                    <a:pt x="172" y="3"/>
                  </a:cubicBezTo>
                  <a:cubicBezTo>
                    <a:pt x="157" y="0"/>
                    <a:pt x="109" y="0"/>
                    <a:pt x="76" y="0"/>
                  </a:cubicBezTo>
                </a:path>
              </a:pathLst>
            </a:custGeom>
            <a:solidFill>
              <a:srgbClr val="7AA3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66">
              <a:extLst>
                <a:ext uri="{FF2B5EF4-FFF2-40B4-BE49-F238E27FC236}">
                  <a16:creationId xmlns:a16="http://schemas.microsoft.com/office/drawing/2014/main" id="{D86AF614-1EEA-433E-9349-D750735D0025}"/>
                </a:ext>
              </a:extLst>
            </p:cNvPr>
            <p:cNvSpPr>
              <a:spLocks/>
            </p:cNvSpPr>
            <p:nvPr/>
          </p:nvSpPr>
          <p:spPr bwMode="auto">
            <a:xfrm>
              <a:off x="6629400" y="2878138"/>
              <a:ext cx="804863" cy="858838"/>
            </a:xfrm>
            <a:custGeom>
              <a:avLst/>
              <a:gdLst>
                <a:gd name="T0" fmla="*/ 54 w 189"/>
                <a:gd name="T1" fmla="*/ 0 h 202"/>
                <a:gd name="T2" fmla="*/ 74 w 189"/>
                <a:gd name="T3" fmla="*/ 65 h 202"/>
                <a:gd name="T4" fmla="*/ 94 w 189"/>
                <a:gd name="T5" fmla="*/ 129 h 202"/>
                <a:gd name="T6" fmla="*/ 100 w 189"/>
                <a:gd name="T7" fmla="*/ 144 h 202"/>
                <a:gd name="T8" fmla="*/ 103 w 189"/>
                <a:gd name="T9" fmla="*/ 152 h 202"/>
                <a:gd name="T10" fmla="*/ 104 w 189"/>
                <a:gd name="T11" fmla="*/ 152 h 202"/>
                <a:gd name="T12" fmla="*/ 104 w 189"/>
                <a:gd name="T13" fmla="*/ 153 h 202"/>
                <a:gd name="T14" fmla="*/ 104 w 189"/>
                <a:gd name="T15" fmla="*/ 153 h 202"/>
                <a:gd name="T16" fmla="*/ 104 w 189"/>
                <a:gd name="T17" fmla="*/ 153 h 202"/>
                <a:gd name="T18" fmla="*/ 104 w 189"/>
                <a:gd name="T19" fmla="*/ 153 h 202"/>
                <a:gd name="T20" fmla="*/ 101 w 189"/>
                <a:gd name="T21" fmla="*/ 150 h 202"/>
                <a:gd name="T22" fmla="*/ 99 w 189"/>
                <a:gd name="T23" fmla="*/ 148 h 202"/>
                <a:gd name="T24" fmla="*/ 102 w 189"/>
                <a:gd name="T25" fmla="*/ 150 h 202"/>
                <a:gd name="T26" fmla="*/ 108 w 189"/>
                <a:gd name="T27" fmla="*/ 152 h 202"/>
                <a:gd name="T28" fmla="*/ 123 w 189"/>
                <a:gd name="T29" fmla="*/ 157 h 202"/>
                <a:gd name="T30" fmla="*/ 189 w 189"/>
                <a:gd name="T31" fmla="*/ 171 h 202"/>
                <a:gd name="T32" fmla="*/ 188 w 189"/>
                <a:gd name="T33" fmla="*/ 199 h 202"/>
                <a:gd name="T34" fmla="*/ 152 w 189"/>
                <a:gd name="T35" fmla="*/ 202 h 202"/>
                <a:gd name="T36" fmla="*/ 116 w 189"/>
                <a:gd name="T37" fmla="*/ 201 h 202"/>
                <a:gd name="T38" fmla="*/ 97 w 189"/>
                <a:gd name="T39" fmla="*/ 198 h 202"/>
                <a:gd name="T40" fmla="*/ 86 w 189"/>
                <a:gd name="T41" fmla="*/ 196 h 202"/>
                <a:gd name="T42" fmla="*/ 73 w 189"/>
                <a:gd name="T43" fmla="*/ 191 h 202"/>
                <a:gd name="T44" fmla="*/ 64 w 189"/>
                <a:gd name="T45" fmla="*/ 184 h 202"/>
                <a:gd name="T46" fmla="*/ 59 w 189"/>
                <a:gd name="T47" fmla="*/ 177 h 202"/>
                <a:gd name="T48" fmla="*/ 58 w 189"/>
                <a:gd name="T49" fmla="*/ 174 h 202"/>
                <a:gd name="T50" fmla="*/ 53 w 189"/>
                <a:gd name="T51" fmla="*/ 166 h 202"/>
                <a:gd name="T52" fmla="*/ 46 w 189"/>
                <a:gd name="T53" fmla="*/ 149 h 202"/>
                <a:gd name="T54" fmla="*/ 32 w 189"/>
                <a:gd name="T55" fmla="*/ 116 h 202"/>
                <a:gd name="T56" fmla="*/ 20 w 189"/>
                <a:gd name="T57" fmla="*/ 82 h 202"/>
                <a:gd name="T58" fmla="*/ 0 w 189"/>
                <a:gd name="T59" fmla="*/ 14 h 202"/>
                <a:gd name="T60" fmla="*/ 54 w 189"/>
                <a:gd name="T61"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9" h="202">
                  <a:moveTo>
                    <a:pt x="54" y="0"/>
                  </a:moveTo>
                  <a:cubicBezTo>
                    <a:pt x="61" y="21"/>
                    <a:pt x="67" y="44"/>
                    <a:pt x="74" y="65"/>
                  </a:cubicBezTo>
                  <a:cubicBezTo>
                    <a:pt x="80" y="87"/>
                    <a:pt x="87" y="109"/>
                    <a:pt x="94" y="129"/>
                  </a:cubicBezTo>
                  <a:cubicBezTo>
                    <a:pt x="96" y="135"/>
                    <a:pt x="98" y="139"/>
                    <a:pt x="100" y="144"/>
                  </a:cubicBezTo>
                  <a:cubicBezTo>
                    <a:pt x="103" y="152"/>
                    <a:pt x="103" y="152"/>
                    <a:pt x="103" y="152"/>
                  </a:cubicBezTo>
                  <a:cubicBezTo>
                    <a:pt x="104" y="152"/>
                    <a:pt x="104" y="152"/>
                    <a:pt x="104" y="152"/>
                  </a:cubicBezTo>
                  <a:cubicBezTo>
                    <a:pt x="104" y="153"/>
                    <a:pt x="104" y="153"/>
                    <a:pt x="104" y="153"/>
                  </a:cubicBezTo>
                  <a:cubicBezTo>
                    <a:pt x="104" y="153"/>
                    <a:pt x="104" y="153"/>
                    <a:pt x="104" y="153"/>
                  </a:cubicBezTo>
                  <a:cubicBezTo>
                    <a:pt x="104" y="153"/>
                    <a:pt x="104" y="153"/>
                    <a:pt x="104" y="153"/>
                  </a:cubicBezTo>
                  <a:cubicBezTo>
                    <a:pt x="104" y="153"/>
                    <a:pt x="104" y="153"/>
                    <a:pt x="104" y="153"/>
                  </a:cubicBezTo>
                  <a:cubicBezTo>
                    <a:pt x="103" y="151"/>
                    <a:pt x="102" y="150"/>
                    <a:pt x="101" y="150"/>
                  </a:cubicBezTo>
                  <a:cubicBezTo>
                    <a:pt x="100" y="148"/>
                    <a:pt x="99" y="148"/>
                    <a:pt x="99" y="148"/>
                  </a:cubicBezTo>
                  <a:cubicBezTo>
                    <a:pt x="99" y="148"/>
                    <a:pt x="100" y="149"/>
                    <a:pt x="102" y="150"/>
                  </a:cubicBezTo>
                  <a:cubicBezTo>
                    <a:pt x="104" y="151"/>
                    <a:pt x="106" y="152"/>
                    <a:pt x="108" y="152"/>
                  </a:cubicBezTo>
                  <a:cubicBezTo>
                    <a:pt x="113" y="154"/>
                    <a:pt x="118" y="155"/>
                    <a:pt x="123" y="157"/>
                  </a:cubicBezTo>
                  <a:cubicBezTo>
                    <a:pt x="144" y="162"/>
                    <a:pt x="167" y="166"/>
                    <a:pt x="189" y="171"/>
                  </a:cubicBezTo>
                  <a:cubicBezTo>
                    <a:pt x="188" y="199"/>
                    <a:pt x="188" y="199"/>
                    <a:pt x="188" y="199"/>
                  </a:cubicBezTo>
                  <a:cubicBezTo>
                    <a:pt x="176" y="200"/>
                    <a:pt x="164" y="201"/>
                    <a:pt x="152" y="202"/>
                  </a:cubicBezTo>
                  <a:cubicBezTo>
                    <a:pt x="140" y="202"/>
                    <a:pt x="128" y="202"/>
                    <a:pt x="116" y="201"/>
                  </a:cubicBezTo>
                  <a:cubicBezTo>
                    <a:pt x="110" y="200"/>
                    <a:pt x="103" y="200"/>
                    <a:pt x="97" y="198"/>
                  </a:cubicBezTo>
                  <a:cubicBezTo>
                    <a:pt x="93" y="198"/>
                    <a:pt x="90" y="197"/>
                    <a:pt x="86" y="196"/>
                  </a:cubicBezTo>
                  <a:cubicBezTo>
                    <a:pt x="82" y="195"/>
                    <a:pt x="78" y="193"/>
                    <a:pt x="73" y="191"/>
                  </a:cubicBezTo>
                  <a:cubicBezTo>
                    <a:pt x="71" y="189"/>
                    <a:pt x="68" y="187"/>
                    <a:pt x="64" y="184"/>
                  </a:cubicBezTo>
                  <a:cubicBezTo>
                    <a:pt x="63" y="182"/>
                    <a:pt x="61" y="180"/>
                    <a:pt x="59" y="177"/>
                  </a:cubicBezTo>
                  <a:cubicBezTo>
                    <a:pt x="58" y="174"/>
                    <a:pt x="58" y="174"/>
                    <a:pt x="58" y="174"/>
                  </a:cubicBezTo>
                  <a:cubicBezTo>
                    <a:pt x="53" y="166"/>
                    <a:pt x="53" y="166"/>
                    <a:pt x="53" y="166"/>
                  </a:cubicBezTo>
                  <a:cubicBezTo>
                    <a:pt x="51" y="160"/>
                    <a:pt x="48" y="155"/>
                    <a:pt x="46" y="149"/>
                  </a:cubicBezTo>
                  <a:cubicBezTo>
                    <a:pt x="41" y="138"/>
                    <a:pt x="36" y="127"/>
                    <a:pt x="32" y="116"/>
                  </a:cubicBezTo>
                  <a:cubicBezTo>
                    <a:pt x="28" y="104"/>
                    <a:pt x="24" y="93"/>
                    <a:pt x="20" y="82"/>
                  </a:cubicBezTo>
                  <a:cubicBezTo>
                    <a:pt x="13" y="60"/>
                    <a:pt x="6" y="37"/>
                    <a:pt x="0" y="14"/>
                  </a:cubicBezTo>
                  <a:lnTo>
                    <a:pt x="54" y="0"/>
                  </a:lnTo>
                  <a:close/>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67">
              <a:extLst>
                <a:ext uri="{FF2B5EF4-FFF2-40B4-BE49-F238E27FC236}">
                  <a16:creationId xmlns:a16="http://schemas.microsoft.com/office/drawing/2014/main" id="{B77B7097-141D-46C1-A85A-150CA135140A}"/>
                </a:ext>
              </a:extLst>
            </p:cNvPr>
            <p:cNvSpPr>
              <a:spLocks/>
            </p:cNvSpPr>
            <p:nvPr/>
          </p:nvSpPr>
          <p:spPr bwMode="auto">
            <a:xfrm>
              <a:off x="6497638" y="2665413"/>
              <a:ext cx="514350" cy="630238"/>
            </a:xfrm>
            <a:custGeom>
              <a:avLst/>
              <a:gdLst>
                <a:gd name="T0" fmla="*/ 28 w 121"/>
                <a:gd name="T1" fmla="*/ 27 h 148"/>
                <a:gd name="T2" fmla="*/ 106 w 121"/>
                <a:gd name="T3" fmla="*/ 65 h 148"/>
                <a:gd name="T4" fmla="*/ 118 w 121"/>
                <a:gd name="T5" fmla="*/ 120 h 148"/>
                <a:gd name="T6" fmla="*/ 45 w 121"/>
                <a:gd name="T7" fmla="*/ 148 h 148"/>
                <a:gd name="T8" fmla="*/ 28 w 121"/>
                <a:gd name="T9" fmla="*/ 27 h 148"/>
              </a:gdLst>
              <a:ahLst/>
              <a:cxnLst>
                <a:cxn ang="0">
                  <a:pos x="T0" y="T1"/>
                </a:cxn>
                <a:cxn ang="0">
                  <a:pos x="T2" y="T3"/>
                </a:cxn>
                <a:cxn ang="0">
                  <a:pos x="T4" y="T5"/>
                </a:cxn>
                <a:cxn ang="0">
                  <a:pos x="T6" y="T7"/>
                </a:cxn>
                <a:cxn ang="0">
                  <a:pos x="T8" y="T9"/>
                </a:cxn>
              </a:cxnLst>
              <a:rect l="0" t="0" r="r" b="b"/>
              <a:pathLst>
                <a:path w="121" h="148">
                  <a:moveTo>
                    <a:pt x="28" y="27"/>
                  </a:moveTo>
                  <a:cubicBezTo>
                    <a:pt x="56" y="0"/>
                    <a:pt x="91" y="15"/>
                    <a:pt x="106" y="65"/>
                  </a:cubicBezTo>
                  <a:cubicBezTo>
                    <a:pt x="121" y="116"/>
                    <a:pt x="118" y="120"/>
                    <a:pt x="118" y="120"/>
                  </a:cubicBezTo>
                  <a:cubicBezTo>
                    <a:pt x="45" y="148"/>
                    <a:pt x="45" y="148"/>
                    <a:pt x="45" y="148"/>
                  </a:cubicBezTo>
                  <a:cubicBezTo>
                    <a:pt x="27" y="100"/>
                    <a:pt x="0" y="56"/>
                    <a:pt x="28" y="27"/>
                  </a:cubicBez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68">
              <a:extLst>
                <a:ext uri="{FF2B5EF4-FFF2-40B4-BE49-F238E27FC236}">
                  <a16:creationId xmlns:a16="http://schemas.microsoft.com/office/drawing/2014/main" id="{0258EA21-C2AA-4ACA-9984-F11A08AD2599}"/>
                </a:ext>
              </a:extLst>
            </p:cNvPr>
            <p:cNvSpPr>
              <a:spLocks/>
            </p:cNvSpPr>
            <p:nvPr/>
          </p:nvSpPr>
          <p:spPr bwMode="auto">
            <a:xfrm>
              <a:off x="7348538" y="3559176"/>
              <a:ext cx="280988" cy="207963"/>
            </a:xfrm>
            <a:custGeom>
              <a:avLst/>
              <a:gdLst>
                <a:gd name="T0" fmla="*/ 39 w 66"/>
                <a:gd name="T1" fmla="*/ 0 h 49"/>
                <a:gd name="T2" fmla="*/ 34 w 66"/>
                <a:gd name="T3" fmla="*/ 0 h 49"/>
                <a:gd name="T4" fmla="*/ 4 w 66"/>
                <a:gd name="T5" fmla="*/ 14 h 49"/>
                <a:gd name="T6" fmla="*/ 0 w 66"/>
                <a:gd name="T7" fmla="*/ 35 h 49"/>
                <a:gd name="T8" fmla="*/ 41 w 66"/>
                <a:gd name="T9" fmla="*/ 33 h 49"/>
                <a:gd name="T10" fmla="*/ 66 w 66"/>
                <a:gd name="T11" fmla="*/ 33 h 49"/>
                <a:gd name="T12" fmla="*/ 58 w 66"/>
                <a:gd name="T13" fmla="*/ 13 h 49"/>
                <a:gd name="T14" fmla="*/ 39 w 66"/>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9">
                  <a:moveTo>
                    <a:pt x="39" y="0"/>
                  </a:moveTo>
                  <a:cubicBezTo>
                    <a:pt x="34" y="0"/>
                    <a:pt x="34" y="0"/>
                    <a:pt x="34" y="0"/>
                  </a:cubicBezTo>
                  <a:cubicBezTo>
                    <a:pt x="17" y="0"/>
                    <a:pt x="14" y="4"/>
                    <a:pt x="4" y="14"/>
                  </a:cubicBezTo>
                  <a:cubicBezTo>
                    <a:pt x="0" y="35"/>
                    <a:pt x="0" y="35"/>
                    <a:pt x="0" y="35"/>
                  </a:cubicBezTo>
                  <a:cubicBezTo>
                    <a:pt x="27" y="49"/>
                    <a:pt x="41" y="33"/>
                    <a:pt x="41" y="33"/>
                  </a:cubicBezTo>
                  <a:cubicBezTo>
                    <a:pt x="66" y="33"/>
                    <a:pt x="66" y="33"/>
                    <a:pt x="66" y="33"/>
                  </a:cubicBezTo>
                  <a:cubicBezTo>
                    <a:pt x="58" y="13"/>
                    <a:pt x="58" y="13"/>
                    <a:pt x="58" y="13"/>
                  </a:cubicBezTo>
                  <a:cubicBezTo>
                    <a:pt x="54" y="6"/>
                    <a:pt x="47" y="1"/>
                    <a:pt x="39" y="0"/>
                  </a:cubicBezTo>
                  <a:close/>
                </a:path>
              </a:pathLst>
            </a:custGeom>
            <a:solidFill>
              <a:srgbClr val="B55B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69">
              <a:extLst>
                <a:ext uri="{FF2B5EF4-FFF2-40B4-BE49-F238E27FC236}">
                  <a16:creationId xmlns:a16="http://schemas.microsoft.com/office/drawing/2014/main" id="{DBF3798A-0A28-4FB8-B548-984D5CDF0EA4}"/>
                </a:ext>
              </a:extLst>
            </p:cNvPr>
            <p:cNvSpPr>
              <a:spLocks/>
            </p:cNvSpPr>
            <p:nvPr/>
          </p:nvSpPr>
          <p:spPr bwMode="auto">
            <a:xfrm>
              <a:off x="6046788" y="4503738"/>
              <a:ext cx="1177925" cy="157163"/>
            </a:xfrm>
            <a:custGeom>
              <a:avLst/>
              <a:gdLst>
                <a:gd name="T0" fmla="*/ 10 w 277"/>
                <a:gd name="T1" fmla="*/ 37 h 37"/>
                <a:gd name="T2" fmla="*/ 267 w 277"/>
                <a:gd name="T3" fmla="*/ 37 h 37"/>
                <a:gd name="T4" fmla="*/ 277 w 277"/>
                <a:gd name="T5" fmla="*/ 27 h 37"/>
                <a:gd name="T6" fmla="*/ 277 w 277"/>
                <a:gd name="T7" fmla="*/ 11 h 37"/>
                <a:gd name="T8" fmla="*/ 267 w 277"/>
                <a:gd name="T9" fmla="*/ 0 h 37"/>
                <a:gd name="T10" fmla="*/ 10 w 277"/>
                <a:gd name="T11" fmla="*/ 0 h 37"/>
                <a:gd name="T12" fmla="*/ 0 w 277"/>
                <a:gd name="T13" fmla="*/ 11 h 37"/>
                <a:gd name="T14" fmla="*/ 0 w 277"/>
                <a:gd name="T15" fmla="*/ 27 h 37"/>
                <a:gd name="T16" fmla="*/ 10 w 277"/>
                <a:gd name="T17"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7" h="37">
                  <a:moveTo>
                    <a:pt x="10" y="37"/>
                  </a:moveTo>
                  <a:cubicBezTo>
                    <a:pt x="267" y="37"/>
                    <a:pt x="267" y="37"/>
                    <a:pt x="267" y="37"/>
                  </a:cubicBezTo>
                  <a:cubicBezTo>
                    <a:pt x="272" y="37"/>
                    <a:pt x="277" y="33"/>
                    <a:pt x="277" y="27"/>
                  </a:cubicBezTo>
                  <a:cubicBezTo>
                    <a:pt x="277" y="11"/>
                    <a:pt x="277" y="11"/>
                    <a:pt x="277" y="11"/>
                  </a:cubicBezTo>
                  <a:cubicBezTo>
                    <a:pt x="277" y="5"/>
                    <a:pt x="272" y="0"/>
                    <a:pt x="267" y="0"/>
                  </a:cubicBezTo>
                  <a:cubicBezTo>
                    <a:pt x="10" y="0"/>
                    <a:pt x="10" y="0"/>
                    <a:pt x="10" y="0"/>
                  </a:cubicBezTo>
                  <a:cubicBezTo>
                    <a:pt x="5" y="0"/>
                    <a:pt x="0" y="5"/>
                    <a:pt x="0" y="11"/>
                  </a:cubicBezTo>
                  <a:cubicBezTo>
                    <a:pt x="0" y="27"/>
                    <a:pt x="0" y="27"/>
                    <a:pt x="0" y="27"/>
                  </a:cubicBezTo>
                  <a:cubicBezTo>
                    <a:pt x="0" y="33"/>
                    <a:pt x="5" y="37"/>
                    <a:pt x="10" y="37"/>
                  </a:cubicBezTo>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70">
              <a:extLst>
                <a:ext uri="{FF2B5EF4-FFF2-40B4-BE49-F238E27FC236}">
                  <a16:creationId xmlns:a16="http://schemas.microsoft.com/office/drawing/2014/main" id="{0A58C888-FEA5-40EC-B710-442C62293982}"/>
                </a:ext>
              </a:extLst>
            </p:cNvPr>
            <p:cNvSpPr>
              <a:spLocks/>
            </p:cNvSpPr>
            <p:nvPr/>
          </p:nvSpPr>
          <p:spPr bwMode="auto">
            <a:xfrm>
              <a:off x="6046788" y="4660901"/>
              <a:ext cx="123825" cy="1747838"/>
            </a:xfrm>
            <a:custGeom>
              <a:avLst/>
              <a:gdLst>
                <a:gd name="T0" fmla="*/ 32 w 78"/>
                <a:gd name="T1" fmla="*/ 1101 h 1101"/>
                <a:gd name="T2" fmla="*/ 0 w 78"/>
                <a:gd name="T3" fmla="*/ 1101 h 1101"/>
                <a:gd name="T4" fmla="*/ 35 w 78"/>
                <a:gd name="T5" fmla="*/ 0 h 1101"/>
                <a:gd name="T6" fmla="*/ 78 w 78"/>
                <a:gd name="T7" fmla="*/ 0 h 1101"/>
                <a:gd name="T8" fmla="*/ 32 w 78"/>
                <a:gd name="T9" fmla="*/ 1101 h 1101"/>
              </a:gdLst>
              <a:ahLst/>
              <a:cxnLst>
                <a:cxn ang="0">
                  <a:pos x="T0" y="T1"/>
                </a:cxn>
                <a:cxn ang="0">
                  <a:pos x="T2" y="T3"/>
                </a:cxn>
                <a:cxn ang="0">
                  <a:pos x="T4" y="T5"/>
                </a:cxn>
                <a:cxn ang="0">
                  <a:pos x="T6" y="T7"/>
                </a:cxn>
                <a:cxn ang="0">
                  <a:pos x="T8" y="T9"/>
                </a:cxn>
              </a:cxnLst>
              <a:rect l="0" t="0" r="r" b="b"/>
              <a:pathLst>
                <a:path w="78" h="1101">
                  <a:moveTo>
                    <a:pt x="32" y="1101"/>
                  </a:moveTo>
                  <a:lnTo>
                    <a:pt x="0" y="1101"/>
                  </a:lnTo>
                  <a:lnTo>
                    <a:pt x="35" y="0"/>
                  </a:lnTo>
                  <a:lnTo>
                    <a:pt x="78" y="0"/>
                  </a:lnTo>
                  <a:lnTo>
                    <a:pt x="32" y="1101"/>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71">
              <a:extLst>
                <a:ext uri="{FF2B5EF4-FFF2-40B4-BE49-F238E27FC236}">
                  <a16:creationId xmlns:a16="http://schemas.microsoft.com/office/drawing/2014/main" id="{EEE2AEC2-8639-45C8-99D2-2BE3AAC0593B}"/>
                </a:ext>
              </a:extLst>
            </p:cNvPr>
            <p:cNvSpPr>
              <a:spLocks/>
            </p:cNvSpPr>
            <p:nvPr/>
          </p:nvSpPr>
          <p:spPr bwMode="auto">
            <a:xfrm>
              <a:off x="6046788" y="4660901"/>
              <a:ext cx="123825" cy="1747838"/>
            </a:xfrm>
            <a:custGeom>
              <a:avLst/>
              <a:gdLst>
                <a:gd name="T0" fmla="*/ 32 w 78"/>
                <a:gd name="T1" fmla="*/ 1101 h 1101"/>
                <a:gd name="T2" fmla="*/ 0 w 78"/>
                <a:gd name="T3" fmla="*/ 1101 h 1101"/>
                <a:gd name="T4" fmla="*/ 35 w 78"/>
                <a:gd name="T5" fmla="*/ 0 h 1101"/>
                <a:gd name="T6" fmla="*/ 78 w 78"/>
                <a:gd name="T7" fmla="*/ 0 h 1101"/>
                <a:gd name="T8" fmla="*/ 32 w 78"/>
                <a:gd name="T9" fmla="*/ 1101 h 1101"/>
              </a:gdLst>
              <a:ahLst/>
              <a:cxnLst>
                <a:cxn ang="0">
                  <a:pos x="T0" y="T1"/>
                </a:cxn>
                <a:cxn ang="0">
                  <a:pos x="T2" y="T3"/>
                </a:cxn>
                <a:cxn ang="0">
                  <a:pos x="T4" y="T5"/>
                </a:cxn>
                <a:cxn ang="0">
                  <a:pos x="T6" y="T7"/>
                </a:cxn>
                <a:cxn ang="0">
                  <a:pos x="T8" y="T9"/>
                </a:cxn>
              </a:cxnLst>
              <a:rect l="0" t="0" r="r" b="b"/>
              <a:pathLst>
                <a:path w="78" h="1101">
                  <a:moveTo>
                    <a:pt x="32" y="1101"/>
                  </a:moveTo>
                  <a:lnTo>
                    <a:pt x="0" y="1101"/>
                  </a:lnTo>
                  <a:lnTo>
                    <a:pt x="35" y="0"/>
                  </a:lnTo>
                  <a:lnTo>
                    <a:pt x="78" y="0"/>
                  </a:lnTo>
                  <a:lnTo>
                    <a:pt x="32" y="110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74">
              <a:extLst>
                <a:ext uri="{FF2B5EF4-FFF2-40B4-BE49-F238E27FC236}">
                  <a16:creationId xmlns:a16="http://schemas.microsoft.com/office/drawing/2014/main" id="{6FCF6CD4-6483-4CE8-BD99-6A5513D3A4B7}"/>
                </a:ext>
              </a:extLst>
            </p:cNvPr>
            <p:cNvSpPr>
              <a:spLocks/>
            </p:cNvSpPr>
            <p:nvPr/>
          </p:nvSpPr>
          <p:spPr bwMode="auto">
            <a:xfrm>
              <a:off x="6467475" y="4660901"/>
              <a:ext cx="119063" cy="1747838"/>
            </a:xfrm>
            <a:custGeom>
              <a:avLst/>
              <a:gdLst>
                <a:gd name="T0" fmla="*/ 46 w 75"/>
                <a:gd name="T1" fmla="*/ 1101 h 1101"/>
                <a:gd name="T2" fmla="*/ 75 w 75"/>
                <a:gd name="T3" fmla="*/ 1101 h 1101"/>
                <a:gd name="T4" fmla="*/ 41 w 75"/>
                <a:gd name="T5" fmla="*/ 0 h 1101"/>
                <a:gd name="T6" fmla="*/ 0 w 75"/>
                <a:gd name="T7" fmla="*/ 0 h 1101"/>
                <a:gd name="T8" fmla="*/ 46 w 75"/>
                <a:gd name="T9" fmla="*/ 1101 h 1101"/>
              </a:gdLst>
              <a:ahLst/>
              <a:cxnLst>
                <a:cxn ang="0">
                  <a:pos x="T0" y="T1"/>
                </a:cxn>
                <a:cxn ang="0">
                  <a:pos x="T2" y="T3"/>
                </a:cxn>
                <a:cxn ang="0">
                  <a:pos x="T4" y="T5"/>
                </a:cxn>
                <a:cxn ang="0">
                  <a:pos x="T6" y="T7"/>
                </a:cxn>
                <a:cxn ang="0">
                  <a:pos x="T8" y="T9"/>
                </a:cxn>
              </a:cxnLst>
              <a:rect l="0" t="0" r="r" b="b"/>
              <a:pathLst>
                <a:path w="75" h="1101">
                  <a:moveTo>
                    <a:pt x="46" y="1101"/>
                  </a:moveTo>
                  <a:lnTo>
                    <a:pt x="75" y="1101"/>
                  </a:lnTo>
                  <a:lnTo>
                    <a:pt x="41" y="0"/>
                  </a:lnTo>
                  <a:lnTo>
                    <a:pt x="0" y="0"/>
                  </a:lnTo>
                  <a:lnTo>
                    <a:pt x="46" y="1101"/>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75">
              <a:extLst>
                <a:ext uri="{FF2B5EF4-FFF2-40B4-BE49-F238E27FC236}">
                  <a16:creationId xmlns:a16="http://schemas.microsoft.com/office/drawing/2014/main" id="{8FE3892E-A868-49A8-B552-44C74E9D55DB}"/>
                </a:ext>
              </a:extLst>
            </p:cNvPr>
            <p:cNvSpPr>
              <a:spLocks/>
            </p:cNvSpPr>
            <p:nvPr/>
          </p:nvSpPr>
          <p:spPr bwMode="auto">
            <a:xfrm>
              <a:off x="6467475" y="4660901"/>
              <a:ext cx="119063" cy="1747838"/>
            </a:xfrm>
            <a:custGeom>
              <a:avLst/>
              <a:gdLst>
                <a:gd name="T0" fmla="*/ 46 w 75"/>
                <a:gd name="T1" fmla="*/ 1101 h 1101"/>
                <a:gd name="T2" fmla="*/ 75 w 75"/>
                <a:gd name="T3" fmla="*/ 1101 h 1101"/>
                <a:gd name="T4" fmla="*/ 41 w 75"/>
                <a:gd name="T5" fmla="*/ 0 h 1101"/>
                <a:gd name="T6" fmla="*/ 0 w 75"/>
                <a:gd name="T7" fmla="*/ 0 h 1101"/>
                <a:gd name="T8" fmla="*/ 46 w 75"/>
                <a:gd name="T9" fmla="*/ 1101 h 1101"/>
              </a:gdLst>
              <a:ahLst/>
              <a:cxnLst>
                <a:cxn ang="0">
                  <a:pos x="T0" y="T1"/>
                </a:cxn>
                <a:cxn ang="0">
                  <a:pos x="T2" y="T3"/>
                </a:cxn>
                <a:cxn ang="0">
                  <a:pos x="T4" y="T5"/>
                </a:cxn>
                <a:cxn ang="0">
                  <a:pos x="T6" y="T7"/>
                </a:cxn>
                <a:cxn ang="0">
                  <a:pos x="T8" y="T9"/>
                </a:cxn>
              </a:cxnLst>
              <a:rect l="0" t="0" r="r" b="b"/>
              <a:pathLst>
                <a:path w="75" h="1101">
                  <a:moveTo>
                    <a:pt x="46" y="1101"/>
                  </a:moveTo>
                  <a:lnTo>
                    <a:pt x="75" y="1101"/>
                  </a:lnTo>
                  <a:lnTo>
                    <a:pt x="41" y="0"/>
                  </a:lnTo>
                  <a:lnTo>
                    <a:pt x="0" y="0"/>
                  </a:lnTo>
                  <a:lnTo>
                    <a:pt x="46" y="110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78">
              <a:extLst>
                <a:ext uri="{FF2B5EF4-FFF2-40B4-BE49-F238E27FC236}">
                  <a16:creationId xmlns:a16="http://schemas.microsoft.com/office/drawing/2014/main" id="{BBA93306-5070-43C9-95B6-3ED49A425372}"/>
                </a:ext>
              </a:extLst>
            </p:cNvPr>
            <p:cNvSpPr>
              <a:spLocks/>
            </p:cNvSpPr>
            <p:nvPr/>
          </p:nvSpPr>
          <p:spPr bwMode="auto">
            <a:xfrm>
              <a:off x="6684963" y="4660901"/>
              <a:ext cx="123825" cy="1747838"/>
            </a:xfrm>
            <a:custGeom>
              <a:avLst/>
              <a:gdLst>
                <a:gd name="T0" fmla="*/ 30 w 78"/>
                <a:gd name="T1" fmla="*/ 1101 h 1101"/>
                <a:gd name="T2" fmla="*/ 0 w 78"/>
                <a:gd name="T3" fmla="*/ 1101 h 1101"/>
                <a:gd name="T4" fmla="*/ 35 w 78"/>
                <a:gd name="T5" fmla="*/ 0 h 1101"/>
                <a:gd name="T6" fmla="*/ 78 w 78"/>
                <a:gd name="T7" fmla="*/ 0 h 1101"/>
                <a:gd name="T8" fmla="*/ 30 w 78"/>
                <a:gd name="T9" fmla="*/ 1101 h 1101"/>
              </a:gdLst>
              <a:ahLst/>
              <a:cxnLst>
                <a:cxn ang="0">
                  <a:pos x="T0" y="T1"/>
                </a:cxn>
                <a:cxn ang="0">
                  <a:pos x="T2" y="T3"/>
                </a:cxn>
                <a:cxn ang="0">
                  <a:pos x="T4" y="T5"/>
                </a:cxn>
                <a:cxn ang="0">
                  <a:pos x="T6" y="T7"/>
                </a:cxn>
                <a:cxn ang="0">
                  <a:pos x="T8" y="T9"/>
                </a:cxn>
              </a:cxnLst>
              <a:rect l="0" t="0" r="r" b="b"/>
              <a:pathLst>
                <a:path w="78" h="1101">
                  <a:moveTo>
                    <a:pt x="30" y="1101"/>
                  </a:moveTo>
                  <a:lnTo>
                    <a:pt x="0" y="1101"/>
                  </a:lnTo>
                  <a:lnTo>
                    <a:pt x="35" y="0"/>
                  </a:lnTo>
                  <a:lnTo>
                    <a:pt x="78" y="0"/>
                  </a:lnTo>
                  <a:lnTo>
                    <a:pt x="30" y="1101"/>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79">
              <a:extLst>
                <a:ext uri="{FF2B5EF4-FFF2-40B4-BE49-F238E27FC236}">
                  <a16:creationId xmlns:a16="http://schemas.microsoft.com/office/drawing/2014/main" id="{43A24DC9-0B42-47E5-BB81-1351C6F09EC4}"/>
                </a:ext>
              </a:extLst>
            </p:cNvPr>
            <p:cNvSpPr>
              <a:spLocks/>
            </p:cNvSpPr>
            <p:nvPr/>
          </p:nvSpPr>
          <p:spPr bwMode="auto">
            <a:xfrm>
              <a:off x="6684963" y="4660901"/>
              <a:ext cx="123825" cy="1747838"/>
            </a:xfrm>
            <a:custGeom>
              <a:avLst/>
              <a:gdLst>
                <a:gd name="T0" fmla="*/ 30 w 78"/>
                <a:gd name="T1" fmla="*/ 1101 h 1101"/>
                <a:gd name="T2" fmla="*/ 0 w 78"/>
                <a:gd name="T3" fmla="*/ 1101 h 1101"/>
                <a:gd name="T4" fmla="*/ 35 w 78"/>
                <a:gd name="T5" fmla="*/ 0 h 1101"/>
                <a:gd name="T6" fmla="*/ 78 w 78"/>
                <a:gd name="T7" fmla="*/ 0 h 1101"/>
                <a:gd name="T8" fmla="*/ 30 w 78"/>
                <a:gd name="T9" fmla="*/ 1101 h 1101"/>
              </a:gdLst>
              <a:ahLst/>
              <a:cxnLst>
                <a:cxn ang="0">
                  <a:pos x="T0" y="T1"/>
                </a:cxn>
                <a:cxn ang="0">
                  <a:pos x="T2" y="T3"/>
                </a:cxn>
                <a:cxn ang="0">
                  <a:pos x="T4" y="T5"/>
                </a:cxn>
                <a:cxn ang="0">
                  <a:pos x="T6" y="T7"/>
                </a:cxn>
                <a:cxn ang="0">
                  <a:pos x="T8" y="T9"/>
                </a:cxn>
              </a:cxnLst>
              <a:rect l="0" t="0" r="r" b="b"/>
              <a:pathLst>
                <a:path w="78" h="1101">
                  <a:moveTo>
                    <a:pt x="30" y="1101"/>
                  </a:moveTo>
                  <a:lnTo>
                    <a:pt x="0" y="1101"/>
                  </a:lnTo>
                  <a:lnTo>
                    <a:pt x="35" y="0"/>
                  </a:lnTo>
                  <a:lnTo>
                    <a:pt x="78" y="0"/>
                  </a:lnTo>
                  <a:lnTo>
                    <a:pt x="30" y="110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80">
              <a:extLst>
                <a:ext uri="{FF2B5EF4-FFF2-40B4-BE49-F238E27FC236}">
                  <a16:creationId xmlns:a16="http://schemas.microsoft.com/office/drawing/2014/main" id="{0BF269A8-9FB1-42ED-B638-47E55723F993}"/>
                </a:ext>
              </a:extLst>
            </p:cNvPr>
            <p:cNvSpPr>
              <a:spLocks/>
            </p:cNvSpPr>
            <p:nvPr/>
          </p:nvSpPr>
          <p:spPr bwMode="auto">
            <a:xfrm>
              <a:off x="6804025" y="4660901"/>
              <a:ext cx="4763" cy="68263"/>
            </a:xfrm>
            <a:custGeom>
              <a:avLst/>
              <a:gdLst>
                <a:gd name="T0" fmla="*/ 3 w 3"/>
                <a:gd name="T1" fmla="*/ 0 h 43"/>
                <a:gd name="T2" fmla="*/ 0 w 3"/>
                <a:gd name="T3" fmla="*/ 0 h 43"/>
                <a:gd name="T4" fmla="*/ 0 w 3"/>
                <a:gd name="T5" fmla="*/ 43 h 43"/>
                <a:gd name="T6" fmla="*/ 3 w 3"/>
                <a:gd name="T7" fmla="*/ 0 h 43"/>
              </a:gdLst>
              <a:ahLst/>
              <a:cxnLst>
                <a:cxn ang="0">
                  <a:pos x="T0" y="T1"/>
                </a:cxn>
                <a:cxn ang="0">
                  <a:pos x="T2" y="T3"/>
                </a:cxn>
                <a:cxn ang="0">
                  <a:pos x="T4" y="T5"/>
                </a:cxn>
                <a:cxn ang="0">
                  <a:pos x="T6" y="T7"/>
                </a:cxn>
              </a:cxnLst>
              <a:rect l="0" t="0" r="r" b="b"/>
              <a:pathLst>
                <a:path w="3" h="43">
                  <a:moveTo>
                    <a:pt x="3" y="0"/>
                  </a:moveTo>
                  <a:lnTo>
                    <a:pt x="0" y="0"/>
                  </a:lnTo>
                  <a:lnTo>
                    <a:pt x="0" y="43"/>
                  </a:lnTo>
                  <a:lnTo>
                    <a:pt x="3" y="0"/>
                  </a:lnTo>
                  <a:close/>
                </a:path>
              </a:pathLst>
            </a:custGeom>
            <a:solidFill>
              <a:srgbClr val="8CB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81">
              <a:extLst>
                <a:ext uri="{FF2B5EF4-FFF2-40B4-BE49-F238E27FC236}">
                  <a16:creationId xmlns:a16="http://schemas.microsoft.com/office/drawing/2014/main" id="{47FF61AF-7B39-41C4-B119-7E9A87AFEFD0}"/>
                </a:ext>
              </a:extLst>
            </p:cNvPr>
            <p:cNvSpPr>
              <a:spLocks/>
            </p:cNvSpPr>
            <p:nvPr/>
          </p:nvSpPr>
          <p:spPr bwMode="auto">
            <a:xfrm>
              <a:off x="6804025" y="4660901"/>
              <a:ext cx="4763" cy="68263"/>
            </a:xfrm>
            <a:custGeom>
              <a:avLst/>
              <a:gdLst>
                <a:gd name="T0" fmla="*/ 3 w 3"/>
                <a:gd name="T1" fmla="*/ 0 h 43"/>
                <a:gd name="T2" fmla="*/ 0 w 3"/>
                <a:gd name="T3" fmla="*/ 0 h 43"/>
                <a:gd name="T4" fmla="*/ 0 w 3"/>
                <a:gd name="T5" fmla="*/ 43 h 43"/>
                <a:gd name="T6" fmla="*/ 3 w 3"/>
                <a:gd name="T7" fmla="*/ 0 h 43"/>
              </a:gdLst>
              <a:ahLst/>
              <a:cxnLst>
                <a:cxn ang="0">
                  <a:pos x="T0" y="T1"/>
                </a:cxn>
                <a:cxn ang="0">
                  <a:pos x="T2" y="T3"/>
                </a:cxn>
                <a:cxn ang="0">
                  <a:pos x="T4" y="T5"/>
                </a:cxn>
                <a:cxn ang="0">
                  <a:pos x="T6" y="T7"/>
                </a:cxn>
              </a:cxnLst>
              <a:rect l="0" t="0" r="r" b="b"/>
              <a:pathLst>
                <a:path w="3" h="43">
                  <a:moveTo>
                    <a:pt x="3" y="0"/>
                  </a:moveTo>
                  <a:lnTo>
                    <a:pt x="0" y="0"/>
                  </a:lnTo>
                  <a:lnTo>
                    <a:pt x="0" y="43"/>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84">
              <a:extLst>
                <a:ext uri="{FF2B5EF4-FFF2-40B4-BE49-F238E27FC236}">
                  <a16:creationId xmlns:a16="http://schemas.microsoft.com/office/drawing/2014/main" id="{EE71E2EA-6ED9-43A3-A0E3-395A178DE2FE}"/>
                </a:ext>
              </a:extLst>
            </p:cNvPr>
            <p:cNvSpPr>
              <a:spLocks/>
            </p:cNvSpPr>
            <p:nvPr/>
          </p:nvSpPr>
          <p:spPr bwMode="auto">
            <a:xfrm>
              <a:off x="7102475" y="4660901"/>
              <a:ext cx="122238" cy="1747838"/>
            </a:xfrm>
            <a:custGeom>
              <a:avLst/>
              <a:gdLst>
                <a:gd name="T0" fmla="*/ 48 w 77"/>
                <a:gd name="T1" fmla="*/ 1101 h 1101"/>
                <a:gd name="T2" fmla="*/ 77 w 77"/>
                <a:gd name="T3" fmla="*/ 1101 h 1101"/>
                <a:gd name="T4" fmla="*/ 43 w 77"/>
                <a:gd name="T5" fmla="*/ 0 h 1101"/>
                <a:gd name="T6" fmla="*/ 0 w 77"/>
                <a:gd name="T7" fmla="*/ 0 h 1101"/>
                <a:gd name="T8" fmla="*/ 48 w 77"/>
                <a:gd name="T9" fmla="*/ 1101 h 1101"/>
              </a:gdLst>
              <a:ahLst/>
              <a:cxnLst>
                <a:cxn ang="0">
                  <a:pos x="T0" y="T1"/>
                </a:cxn>
                <a:cxn ang="0">
                  <a:pos x="T2" y="T3"/>
                </a:cxn>
                <a:cxn ang="0">
                  <a:pos x="T4" y="T5"/>
                </a:cxn>
                <a:cxn ang="0">
                  <a:pos x="T6" y="T7"/>
                </a:cxn>
                <a:cxn ang="0">
                  <a:pos x="T8" y="T9"/>
                </a:cxn>
              </a:cxnLst>
              <a:rect l="0" t="0" r="r" b="b"/>
              <a:pathLst>
                <a:path w="77" h="1101">
                  <a:moveTo>
                    <a:pt x="48" y="1101"/>
                  </a:moveTo>
                  <a:lnTo>
                    <a:pt x="77" y="1101"/>
                  </a:lnTo>
                  <a:lnTo>
                    <a:pt x="43" y="0"/>
                  </a:lnTo>
                  <a:lnTo>
                    <a:pt x="0" y="0"/>
                  </a:lnTo>
                  <a:lnTo>
                    <a:pt x="48" y="1101"/>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85">
              <a:extLst>
                <a:ext uri="{FF2B5EF4-FFF2-40B4-BE49-F238E27FC236}">
                  <a16:creationId xmlns:a16="http://schemas.microsoft.com/office/drawing/2014/main" id="{14FE2D37-91FD-484A-8FB7-6D6001F649B9}"/>
                </a:ext>
              </a:extLst>
            </p:cNvPr>
            <p:cNvSpPr>
              <a:spLocks/>
            </p:cNvSpPr>
            <p:nvPr/>
          </p:nvSpPr>
          <p:spPr bwMode="auto">
            <a:xfrm>
              <a:off x="7102475" y="4660901"/>
              <a:ext cx="122238" cy="1747838"/>
            </a:xfrm>
            <a:custGeom>
              <a:avLst/>
              <a:gdLst>
                <a:gd name="T0" fmla="*/ 48 w 77"/>
                <a:gd name="T1" fmla="*/ 1101 h 1101"/>
                <a:gd name="T2" fmla="*/ 77 w 77"/>
                <a:gd name="T3" fmla="*/ 1101 h 1101"/>
                <a:gd name="T4" fmla="*/ 43 w 77"/>
                <a:gd name="T5" fmla="*/ 0 h 1101"/>
                <a:gd name="T6" fmla="*/ 0 w 77"/>
                <a:gd name="T7" fmla="*/ 0 h 1101"/>
                <a:gd name="T8" fmla="*/ 48 w 77"/>
                <a:gd name="T9" fmla="*/ 1101 h 1101"/>
              </a:gdLst>
              <a:ahLst/>
              <a:cxnLst>
                <a:cxn ang="0">
                  <a:pos x="T0" y="T1"/>
                </a:cxn>
                <a:cxn ang="0">
                  <a:pos x="T2" y="T3"/>
                </a:cxn>
                <a:cxn ang="0">
                  <a:pos x="T4" y="T5"/>
                </a:cxn>
                <a:cxn ang="0">
                  <a:pos x="T6" y="T7"/>
                </a:cxn>
                <a:cxn ang="0">
                  <a:pos x="T8" y="T9"/>
                </a:cxn>
              </a:cxnLst>
              <a:rect l="0" t="0" r="r" b="b"/>
              <a:pathLst>
                <a:path w="77" h="1101">
                  <a:moveTo>
                    <a:pt x="48" y="1101"/>
                  </a:moveTo>
                  <a:lnTo>
                    <a:pt x="77" y="1101"/>
                  </a:lnTo>
                  <a:lnTo>
                    <a:pt x="43" y="0"/>
                  </a:lnTo>
                  <a:lnTo>
                    <a:pt x="0" y="0"/>
                  </a:lnTo>
                  <a:lnTo>
                    <a:pt x="48" y="110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87">
              <a:extLst>
                <a:ext uri="{FF2B5EF4-FFF2-40B4-BE49-F238E27FC236}">
                  <a16:creationId xmlns:a16="http://schemas.microsoft.com/office/drawing/2014/main" id="{CC32B076-770B-45E5-AF55-60735863B95D}"/>
                </a:ext>
              </a:extLst>
            </p:cNvPr>
            <p:cNvSpPr>
              <a:spLocks/>
            </p:cNvSpPr>
            <p:nvPr/>
          </p:nvSpPr>
          <p:spPr bwMode="auto">
            <a:xfrm>
              <a:off x="7105650" y="4737101"/>
              <a:ext cx="119063" cy="1671638"/>
            </a:xfrm>
            <a:custGeom>
              <a:avLst/>
              <a:gdLst>
                <a:gd name="T0" fmla="*/ 41 w 75"/>
                <a:gd name="T1" fmla="*/ 0 h 1053"/>
                <a:gd name="T2" fmla="*/ 0 w 75"/>
                <a:gd name="T3" fmla="*/ 0 h 1053"/>
                <a:gd name="T4" fmla="*/ 46 w 75"/>
                <a:gd name="T5" fmla="*/ 1053 h 1053"/>
                <a:gd name="T6" fmla="*/ 75 w 75"/>
                <a:gd name="T7" fmla="*/ 1053 h 1053"/>
                <a:gd name="T8" fmla="*/ 41 w 75"/>
                <a:gd name="T9" fmla="*/ 0 h 1053"/>
              </a:gdLst>
              <a:ahLst/>
              <a:cxnLst>
                <a:cxn ang="0">
                  <a:pos x="T0" y="T1"/>
                </a:cxn>
                <a:cxn ang="0">
                  <a:pos x="T2" y="T3"/>
                </a:cxn>
                <a:cxn ang="0">
                  <a:pos x="T4" y="T5"/>
                </a:cxn>
                <a:cxn ang="0">
                  <a:pos x="T6" y="T7"/>
                </a:cxn>
                <a:cxn ang="0">
                  <a:pos x="T8" y="T9"/>
                </a:cxn>
              </a:cxnLst>
              <a:rect l="0" t="0" r="r" b="b"/>
              <a:pathLst>
                <a:path w="75" h="1053">
                  <a:moveTo>
                    <a:pt x="41" y="0"/>
                  </a:moveTo>
                  <a:lnTo>
                    <a:pt x="0" y="0"/>
                  </a:lnTo>
                  <a:lnTo>
                    <a:pt x="46" y="1053"/>
                  </a:lnTo>
                  <a:lnTo>
                    <a:pt x="75" y="1053"/>
                  </a:lnTo>
                  <a:lnTo>
                    <a:pt x="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88">
              <a:extLst>
                <a:ext uri="{FF2B5EF4-FFF2-40B4-BE49-F238E27FC236}">
                  <a16:creationId xmlns:a16="http://schemas.microsoft.com/office/drawing/2014/main" id="{653B1572-A156-463A-ABBE-84D64FA9035B}"/>
                </a:ext>
              </a:extLst>
            </p:cNvPr>
            <p:cNvSpPr>
              <a:spLocks noEditPoints="1"/>
            </p:cNvSpPr>
            <p:nvPr/>
          </p:nvSpPr>
          <p:spPr bwMode="auto">
            <a:xfrm>
              <a:off x="6102350" y="4660901"/>
              <a:ext cx="68263" cy="76200"/>
            </a:xfrm>
            <a:custGeom>
              <a:avLst/>
              <a:gdLst>
                <a:gd name="T0" fmla="*/ 0 w 43"/>
                <a:gd name="T1" fmla="*/ 0 h 48"/>
                <a:gd name="T2" fmla="*/ 0 w 43"/>
                <a:gd name="T3" fmla="*/ 0 h 48"/>
                <a:gd name="T4" fmla="*/ 0 w 43"/>
                <a:gd name="T5" fmla="*/ 48 h 48"/>
                <a:gd name="T6" fmla="*/ 0 w 43"/>
                <a:gd name="T7" fmla="*/ 48 h 48"/>
                <a:gd name="T8" fmla="*/ 0 w 43"/>
                <a:gd name="T9" fmla="*/ 0 h 48"/>
                <a:gd name="T10" fmla="*/ 43 w 43"/>
                <a:gd name="T11" fmla="*/ 0 h 48"/>
                <a:gd name="T12" fmla="*/ 43 w 43"/>
                <a:gd name="T13" fmla="*/ 0 h 48"/>
                <a:gd name="T14" fmla="*/ 40 w 43"/>
                <a:gd name="T15" fmla="*/ 48 h 48"/>
                <a:gd name="T16" fmla="*/ 40 w 43"/>
                <a:gd name="T17" fmla="*/ 48 h 48"/>
                <a:gd name="T18" fmla="*/ 43 w 43"/>
                <a:gd name="T1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8">
                  <a:moveTo>
                    <a:pt x="0" y="0"/>
                  </a:moveTo>
                  <a:lnTo>
                    <a:pt x="0" y="0"/>
                  </a:lnTo>
                  <a:lnTo>
                    <a:pt x="0" y="48"/>
                  </a:lnTo>
                  <a:lnTo>
                    <a:pt x="0" y="48"/>
                  </a:lnTo>
                  <a:lnTo>
                    <a:pt x="0" y="0"/>
                  </a:lnTo>
                  <a:close/>
                  <a:moveTo>
                    <a:pt x="43" y="0"/>
                  </a:moveTo>
                  <a:lnTo>
                    <a:pt x="43" y="0"/>
                  </a:lnTo>
                  <a:lnTo>
                    <a:pt x="40" y="48"/>
                  </a:lnTo>
                  <a:lnTo>
                    <a:pt x="40" y="48"/>
                  </a:lnTo>
                  <a:lnTo>
                    <a:pt x="43" y="0"/>
                  </a:lnTo>
                  <a:close/>
                </a:path>
              </a:pathLst>
            </a:custGeom>
            <a:solidFill>
              <a:srgbClr val="C5D7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89">
              <a:extLst>
                <a:ext uri="{FF2B5EF4-FFF2-40B4-BE49-F238E27FC236}">
                  <a16:creationId xmlns:a16="http://schemas.microsoft.com/office/drawing/2014/main" id="{8CD79598-605A-4910-BA9C-7BC94802CFE4}"/>
                </a:ext>
              </a:extLst>
            </p:cNvPr>
            <p:cNvSpPr>
              <a:spLocks noEditPoints="1"/>
            </p:cNvSpPr>
            <p:nvPr/>
          </p:nvSpPr>
          <p:spPr bwMode="auto">
            <a:xfrm>
              <a:off x="6102350" y="4660901"/>
              <a:ext cx="68263" cy="76200"/>
            </a:xfrm>
            <a:custGeom>
              <a:avLst/>
              <a:gdLst>
                <a:gd name="T0" fmla="*/ 0 w 43"/>
                <a:gd name="T1" fmla="*/ 0 h 48"/>
                <a:gd name="T2" fmla="*/ 0 w 43"/>
                <a:gd name="T3" fmla="*/ 0 h 48"/>
                <a:gd name="T4" fmla="*/ 0 w 43"/>
                <a:gd name="T5" fmla="*/ 48 h 48"/>
                <a:gd name="T6" fmla="*/ 0 w 43"/>
                <a:gd name="T7" fmla="*/ 48 h 48"/>
                <a:gd name="T8" fmla="*/ 0 w 43"/>
                <a:gd name="T9" fmla="*/ 0 h 48"/>
                <a:gd name="T10" fmla="*/ 43 w 43"/>
                <a:gd name="T11" fmla="*/ 0 h 48"/>
                <a:gd name="T12" fmla="*/ 43 w 43"/>
                <a:gd name="T13" fmla="*/ 0 h 48"/>
                <a:gd name="T14" fmla="*/ 40 w 43"/>
                <a:gd name="T15" fmla="*/ 48 h 48"/>
                <a:gd name="T16" fmla="*/ 40 w 43"/>
                <a:gd name="T17" fmla="*/ 48 h 48"/>
                <a:gd name="T18" fmla="*/ 43 w 43"/>
                <a:gd name="T1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8">
                  <a:moveTo>
                    <a:pt x="0" y="0"/>
                  </a:moveTo>
                  <a:lnTo>
                    <a:pt x="0" y="0"/>
                  </a:lnTo>
                  <a:lnTo>
                    <a:pt x="0" y="48"/>
                  </a:lnTo>
                  <a:lnTo>
                    <a:pt x="0" y="48"/>
                  </a:lnTo>
                  <a:lnTo>
                    <a:pt x="0" y="0"/>
                  </a:lnTo>
                  <a:moveTo>
                    <a:pt x="43" y="0"/>
                  </a:moveTo>
                  <a:lnTo>
                    <a:pt x="43" y="0"/>
                  </a:lnTo>
                  <a:lnTo>
                    <a:pt x="40" y="48"/>
                  </a:lnTo>
                  <a:lnTo>
                    <a:pt x="40" y="48"/>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90">
              <a:extLst>
                <a:ext uri="{FF2B5EF4-FFF2-40B4-BE49-F238E27FC236}">
                  <a16:creationId xmlns:a16="http://schemas.microsoft.com/office/drawing/2014/main" id="{92252699-0EF9-42E2-BC8F-F2293851F3E5}"/>
                </a:ext>
              </a:extLst>
            </p:cNvPr>
            <p:cNvSpPr>
              <a:spLocks/>
            </p:cNvSpPr>
            <p:nvPr/>
          </p:nvSpPr>
          <p:spPr bwMode="auto">
            <a:xfrm>
              <a:off x="6102350" y="4660901"/>
              <a:ext cx="68263" cy="0"/>
            </a:xfrm>
            <a:custGeom>
              <a:avLst/>
              <a:gdLst>
                <a:gd name="T0" fmla="*/ 43 w 43"/>
                <a:gd name="T1" fmla="*/ 0 w 43"/>
                <a:gd name="T2" fmla="*/ 0 w 43"/>
                <a:gd name="T3" fmla="*/ 0 w 43"/>
                <a:gd name="T4" fmla="*/ 43 w 43"/>
                <a:gd name="T5" fmla="*/ 43 w 43"/>
                <a:gd name="T6" fmla="*/ 43 w 43"/>
              </a:gdLst>
              <a:ahLst/>
              <a:cxnLst>
                <a:cxn ang="0">
                  <a:pos x="T0" y="0"/>
                </a:cxn>
                <a:cxn ang="0">
                  <a:pos x="T1" y="0"/>
                </a:cxn>
                <a:cxn ang="0">
                  <a:pos x="T2" y="0"/>
                </a:cxn>
                <a:cxn ang="0">
                  <a:pos x="T3" y="0"/>
                </a:cxn>
                <a:cxn ang="0">
                  <a:pos x="T4" y="0"/>
                </a:cxn>
                <a:cxn ang="0">
                  <a:pos x="T5" y="0"/>
                </a:cxn>
                <a:cxn ang="0">
                  <a:pos x="T6" y="0"/>
                </a:cxn>
              </a:cxnLst>
              <a:rect l="0" t="0" r="r" b="b"/>
              <a:pathLst>
                <a:path w="43">
                  <a:moveTo>
                    <a:pt x="43" y="0"/>
                  </a:moveTo>
                  <a:lnTo>
                    <a:pt x="0" y="0"/>
                  </a:lnTo>
                  <a:lnTo>
                    <a:pt x="0" y="0"/>
                  </a:lnTo>
                  <a:lnTo>
                    <a:pt x="0" y="0"/>
                  </a:lnTo>
                  <a:lnTo>
                    <a:pt x="43" y="0"/>
                  </a:lnTo>
                  <a:lnTo>
                    <a:pt x="43" y="0"/>
                  </a:lnTo>
                  <a:lnTo>
                    <a:pt x="43" y="0"/>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91">
              <a:extLst>
                <a:ext uri="{FF2B5EF4-FFF2-40B4-BE49-F238E27FC236}">
                  <a16:creationId xmlns:a16="http://schemas.microsoft.com/office/drawing/2014/main" id="{44AD7B15-0E08-44F3-BBF9-4986EFCE4A0E}"/>
                </a:ext>
              </a:extLst>
            </p:cNvPr>
            <p:cNvSpPr>
              <a:spLocks/>
            </p:cNvSpPr>
            <p:nvPr/>
          </p:nvSpPr>
          <p:spPr bwMode="auto">
            <a:xfrm>
              <a:off x="6102350" y="4660901"/>
              <a:ext cx="68263" cy="0"/>
            </a:xfrm>
            <a:custGeom>
              <a:avLst/>
              <a:gdLst>
                <a:gd name="T0" fmla="*/ 43 w 43"/>
                <a:gd name="T1" fmla="*/ 0 w 43"/>
                <a:gd name="T2" fmla="*/ 0 w 43"/>
                <a:gd name="T3" fmla="*/ 0 w 43"/>
                <a:gd name="T4" fmla="*/ 43 w 43"/>
                <a:gd name="T5" fmla="*/ 43 w 43"/>
                <a:gd name="T6" fmla="*/ 43 w 43"/>
              </a:gdLst>
              <a:ahLst/>
              <a:cxnLst>
                <a:cxn ang="0">
                  <a:pos x="T0" y="0"/>
                </a:cxn>
                <a:cxn ang="0">
                  <a:pos x="T1" y="0"/>
                </a:cxn>
                <a:cxn ang="0">
                  <a:pos x="T2" y="0"/>
                </a:cxn>
                <a:cxn ang="0">
                  <a:pos x="T3" y="0"/>
                </a:cxn>
                <a:cxn ang="0">
                  <a:pos x="T4" y="0"/>
                </a:cxn>
                <a:cxn ang="0">
                  <a:pos x="T5" y="0"/>
                </a:cxn>
                <a:cxn ang="0">
                  <a:pos x="T6" y="0"/>
                </a:cxn>
              </a:cxnLst>
              <a:rect l="0" t="0" r="r" b="b"/>
              <a:pathLst>
                <a:path w="43">
                  <a:moveTo>
                    <a:pt x="43" y="0"/>
                  </a:moveTo>
                  <a:lnTo>
                    <a:pt x="0" y="0"/>
                  </a:lnTo>
                  <a:lnTo>
                    <a:pt x="0" y="0"/>
                  </a:lnTo>
                  <a:lnTo>
                    <a:pt x="0" y="0"/>
                  </a:lnTo>
                  <a:lnTo>
                    <a:pt x="43" y="0"/>
                  </a:lnTo>
                  <a:lnTo>
                    <a:pt x="43" y="0"/>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93">
              <a:extLst>
                <a:ext uri="{FF2B5EF4-FFF2-40B4-BE49-F238E27FC236}">
                  <a16:creationId xmlns:a16="http://schemas.microsoft.com/office/drawing/2014/main" id="{BC773107-BFFB-4EF3-B37E-5B21C96BCC9F}"/>
                </a:ext>
              </a:extLst>
            </p:cNvPr>
            <p:cNvSpPr>
              <a:spLocks/>
            </p:cNvSpPr>
            <p:nvPr/>
          </p:nvSpPr>
          <p:spPr bwMode="auto">
            <a:xfrm>
              <a:off x="6102350" y="4660901"/>
              <a:ext cx="68263" cy="76200"/>
            </a:xfrm>
            <a:custGeom>
              <a:avLst/>
              <a:gdLst>
                <a:gd name="T0" fmla="*/ 43 w 43"/>
                <a:gd name="T1" fmla="*/ 0 h 48"/>
                <a:gd name="T2" fmla="*/ 0 w 43"/>
                <a:gd name="T3" fmla="*/ 0 h 48"/>
                <a:gd name="T4" fmla="*/ 0 w 43"/>
                <a:gd name="T5" fmla="*/ 48 h 48"/>
                <a:gd name="T6" fmla="*/ 40 w 43"/>
                <a:gd name="T7" fmla="*/ 48 h 48"/>
                <a:gd name="T8" fmla="*/ 43 w 43"/>
                <a:gd name="T9" fmla="*/ 0 h 48"/>
              </a:gdLst>
              <a:ahLst/>
              <a:cxnLst>
                <a:cxn ang="0">
                  <a:pos x="T0" y="T1"/>
                </a:cxn>
                <a:cxn ang="0">
                  <a:pos x="T2" y="T3"/>
                </a:cxn>
                <a:cxn ang="0">
                  <a:pos x="T4" y="T5"/>
                </a:cxn>
                <a:cxn ang="0">
                  <a:pos x="T6" y="T7"/>
                </a:cxn>
                <a:cxn ang="0">
                  <a:pos x="T8" y="T9"/>
                </a:cxn>
              </a:cxnLst>
              <a:rect l="0" t="0" r="r" b="b"/>
              <a:pathLst>
                <a:path w="43" h="48">
                  <a:moveTo>
                    <a:pt x="43" y="0"/>
                  </a:moveTo>
                  <a:lnTo>
                    <a:pt x="0" y="0"/>
                  </a:lnTo>
                  <a:lnTo>
                    <a:pt x="0" y="48"/>
                  </a:lnTo>
                  <a:lnTo>
                    <a:pt x="40" y="48"/>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94">
              <a:extLst>
                <a:ext uri="{FF2B5EF4-FFF2-40B4-BE49-F238E27FC236}">
                  <a16:creationId xmlns:a16="http://schemas.microsoft.com/office/drawing/2014/main" id="{15A3B277-4D96-4A75-A05A-7EF65EBC430D}"/>
                </a:ext>
              </a:extLst>
            </p:cNvPr>
            <p:cNvSpPr>
              <a:spLocks noEditPoints="1"/>
            </p:cNvSpPr>
            <p:nvPr/>
          </p:nvSpPr>
          <p:spPr bwMode="auto">
            <a:xfrm>
              <a:off x="6467475" y="4660901"/>
              <a:ext cx="68263" cy="76200"/>
            </a:xfrm>
            <a:custGeom>
              <a:avLst/>
              <a:gdLst>
                <a:gd name="T0" fmla="*/ 0 w 43"/>
                <a:gd name="T1" fmla="*/ 45 h 48"/>
                <a:gd name="T2" fmla="*/ 0 w 43"/>
                <a:gd name="T3" fmla="*/ 48 h 48"/>
                <a:gd name="T4" fmla="*/ 0 w 43"/>
                <a:gd name="T5" fmla="*/ 45 h 48"/>
                <a:gd name="T6" fmla="*/ 41 w 43"/>
                <a:gd name="T7" fmla="*/ 0 h 48"/>
                <a:gd name="T8" fmla="*/ 41 w 43"/>
                <a:gd name="T9" fmla="*/ 0 h 48"/>
                <a:gd name="T10" fmla="*/ 43 w 43"/>
                <a:gd name="T11" fmla="*/ 48 h 48"/>
                <a:gd name="T12" fmla="*/ 43 w 43"/>
                <a:gd name="T13" fmla="*/ 48 h 48"/>
                <a:gd name="T14" fmla="*/ 41 w 43"/>
                <a:gd name="T15" fmla="*/ 0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8">
                  <a:moveTo>
                    <a:pt x="0" y="45"/>
                  </a:moveTo>
                  <a:lnTo>
                    <a:pt x="0" y="48"/>
                  </a:lnTo>
                  <a:lnTo>
                    <a:pt x="0" y="45"/>
                  </a:lnTo>
                  <a:close/>
                  <a:moveTo>
                    <a:pt x="41" y="0"/>
                  </a:moveTo>
                  <a:lnTo>
                    <a:pt x="41" y="0"/>
                  </a:lnTo>
                  <a:lnTo>
                    <a:pt x="43" y="48"/>
                  </a:lnTo>
                  <a:lnTo>
                    <a:pt x="43" y="48"/>
                  </a:lnTo>
                  <a:lnTo>
                    <a:pt x="41" y="0"/>
                  </a:lnTo>
                  <a:close/>
                </a:path>
              </a:pathLst>
            </a:custGeom>
            <a:solidFill>
              <a:srgbClr val="C5D7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95">
              <a:extLst>
                <a:ext uri="{FF2B5EF4-FFF2-40B4-BE49-F238E27FC236}">
                  <a16:creationId xmlns:a16="http://schemas.microsoft.com/office/drawing/2014/main" id="{2437FBB7-371D-4347-983A-4309B7952941}"/>
                </a:ext>
              </a:extLst>
            </p:cNvPr>
            <p:cNvSpPr>
              <a:spLocks noEditPoints="1"/>
            </p:cNvSpPr>
            <p:nvPr/>
          </p:nvSpPr>
          <p:spPr bwMode="auto">
            <a:xfrm>
              <a:off x="6467475" y="4660901"/>
              <a:ext cx="68263" cy="76200"/>
            </a:xfrm>
            <a:custGeom>
              <a:avLst/>
              <a:gdLst>
                <a:gd name="T0" fmla="*/ 0 w 43"/>
                <a:gd name="T1" fmla="*/ 45 h 48"/>
                <a:gd name="T2" fmla="*/ 0 w 43"/>
                <a:gd name="T3" fmla="*/ 48 h 48"/>
                <a:gd name="T4" fmla="*/ 0 w 43"/>
                <a:gd name="T5" fmla="*/ 45 h 48"/>
                <a:gd name="T6" fmla="*/ 41 w 43"/>
                <a:gd name="T7" fmla="*/ 0 h 48"/>
                <a:gd name="T8" fmla="*/ 41 w 43"/>
                <a:gd name="T9" fmla="*/ 0 h 48"/>
                <a:gd name="T10" fmla="*/ 43 w 43"/>
                <a:gd name="T11" fmla="*/ 48 h 48"/>
                <a:gd name="T12" fmla="*/ 43 w 43"/>
                <a:gd name="T13" fmla="*/ 48 h 48"/>
                <a:gd name="T14" fmla="*/ 41 w 43"/>
                <a:gd name="T15" fmla="*/ 0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8">
                  <a:moveTo>
                    <a:pt x="0" y="45"/>
                  </a:moveTo>
                  <a:lnTo>
                    <a:pt x="0" y="48"/>
                  </a:lnTo>
                  <a:lnTo>
                    <a:pt x="0" y="45"/>
                  </a:lnTo>
                  <a:moveTo>
                    <a:pt x="41" y="0"/>
                  </a:moveTo>
                  <a:lnTo>
                    <a:pt x="41" y="0"/>
                  </a:lnTo>
                  <a:lnTo>
                    <a:pt x="43" y="48"/>
                  </a:lnTo>
                  <a:lnTo>
                    <a:pt x="43" y="48"/>
                  </a:lnTo>
                  <a:lnTo>
                    <a:pt x="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Rectangle 96">
              <a:extLst>
                <a:ext uri="{FF2B5EF4-FFF2-40B4-BE49-F238E27FC236}">
                  <a16:creationId xmlns:a16="http://schemas.microsoft.com/office/drawing/2014/main" id="{00478F86-08A9-4F99-A256-DF6C57F468C8}"/>
                </a:ext>
              </a:extLst>
            </p:cNvPr>
            <p:cNvSpPr>
              <a:spLocks noChangeArrowheads="1"/>
            </p:cNvSpPr>
            <p:nvPr/>
          </p:nvSpPr>
          <p:spPr bwMode="auto">
            <a:xfrm>
              <a:off x="6467475" y="4660901"/>
              <a:ext cx="65088" cy="1588"/>
            </a:xfrm>
            <a:prstGeom prst="rect">
              <a:avLst/>
            </a:prstGeom>
            <a:solidFill>
              <a:srgbClr val="407B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Rectangle 97">
              <a:extLst>
                <a:ext uri="{FF2B5EF4-FFF2-40B4-BE49-F238E27FC236}">
                  <a16:creationId xmlns:a16="http://schemas.microsoft.com/office/drawing/2014/main" id="{9654F0FE-D33E-49B6-ABC1-D42DB02F6A28}"/>
                </a:ext>
              </a:extLst>
            </p:cNvPr>
            <p:cNvSpPr>
              <a:spLocks noChangeArrowheads="1"/>
            </p:cNvSpPr>
            <p:nvPr/>
          </p:nvSpPr>
          <p:spPr bwMode="auto">
            <a:xfrm>
              <a:off x="6467475" y="4660901"/>
              <a:ext cx="650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99">
              <a:extLst>
                <a:ext uri="{FF2B5EF4-FFF2-40B4-BE49-F238E27FC236}">
                  <a16:creationId xmlns:a16="http://schemas.microsoft.com/office/drawing/2014/main" id="{533798BB-5EF2-48A5-B39A-56E13B328B1B}"/>
                </a:ext>
              </a:extLst>
            </p:cNvPr>
            <p:cNvSpPr>
              <a:spLocks/>
            </p:cNvSpPr>
            <p:nvPr/>
          </p:nvSpPr>
          <p:spPr bwMode="auto">
            <a:xfrm>
              <a:off x="6467475" y="4660901"/>
              <a:ext cx="68263" cy="76200"/>
            </a:xfrm>
            <a:custGeom>
              <a:avLst/>
              <a:gdLst>
                <a:gd name="T0" fmla="*/ 41 w 43"/>
                <a:gd name="T1" fmla="*/ 0 h 48"/>
                <a:gd name="T2" fmla="*/ 0 w 43"/>
                <a:gd name="T3" fmla="*/ 0 h 48"/>
                <a:gd name="T4" fmla="*/ 0 w 43"/>
                <a:gd name="T5" fmla="*/ 45 h 48"/>
                <a:gd name="T6" fmla="*/ 0 w 43"/>
                <a:gd name="T7" fmla="*/ 48 h 48"/>
                <a:gd name="T8" fmla="*/ 43 w 43"/>
                <a:gd name="T9" fmla="*/ 48 h 48"/>
                <a:gd name="T10" fmla="*/ 41 w 43"/>
                <a:gd name="T11" fmla="*/ 0 h 48"/>
              </a:gdLst>
              <a:ahLst/>
              <a:cxnLst>
                <a:cxn ang="0">
                  <a:pos x="T0" y="T1"/>
                </a:cxn>
                <a:cxn ang="0">
                  <a:pos x="T2" y="T3"/>
                </a:cxn>
                <a:cxn ang="0">
                  <a:pos x="T4" y="T5"/>
                </a:cxn>
                <a:cxn ang="0">
                  <a:pos x="T6" y="T7"/>
                </a:cxn>
                <a:cxn ang="0">
                  <a:pos x="T8" y="T9"/>
                </a:cxn>
                <a:cxn ang="0">
                  <a:pos x="T10" y="T11"/>
                </a:cxn>
              </a:cxnLst>
              <a:rect l="0" t="0" r="r" b="b"/>
              <a:pathLst>
                <a:path w="43" h="48">
                  <a:moveTo>
                    <a:pt x="41" y="0"/>
                  </a:moveTo>
                  <a:lnTo>
                    <a:pt x="0" y="0"/>
                  </a:lnTo>
                  <a:lnTo>
                    <a:pt x="0" y="45"/>
                  </a:lnTo>
                  <a:lnTo>
                    <a:pt x="0" y="48"/>
                  </a:lnTo>
                  <a:lnTo>
                    <a:pt x="43" y="48"/>
                  </a:lnTo>
                  <a:lnTo>
                    <a:pt x="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Rectangle 100">
              <a:extLst>
                <a:ext uri="{FF2B5EF4-FFF2-40B4-BE49-F238E27FC236}">
                  <a16:creationId xmlns:a16="http://schemas.microsoft.com/office/drawing/2014/main" id="{95172CC0-F086-4536-853C-AAC0485066E9}"/>
                </a:ext>
              </a:extLst>
            </p:cNvPr>
            <p:cNvSpPr>
              <a:spLocks noChangeArrowheads="1"/>
            </p:cNvSpPr>
            <p:nvPr/>
          </p:nvSpPr>
          <p:spPr bwMode="auto">
            <a:xfrm>
              <a:off x="6740525" y="4660901"/>
              <a:ext cx="63500" cy="1588"/>
            </a:xfrm>
            <a:prstGeom prst="rect">
              <a:avLst/>
            </a:prstGeom>
            <a:solidFill>
              <a:srgbClr val="407B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Rectangle 101">
              <a:extLst>
                <a:ext uri="{FF2B5EF4-FFF2-40B4-BE49-F238E27FC236}">
                  <a16:creationId xmlns:a16="http://schemas.microsoft.com/office/drawing/2014/main" id="{79DD03BA-1888-4A8C-89E7-567E696A2161}"/>
                </a:ext>
              </a:extLst>
            </p:cNvPr>
            <p:cNvSpPr>
              <a:spLocks noChangeArrowheads="1"/>
            </p:cNvSpPr>
            <p:nvPr/>
          </p:nvSpPr>
          <p:spPr bwMode="auto">
            <a:xfrm>
              <a:off x="6740525" y="4660901"/>
              <a:ext cx="63500"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03">
              <a:extLst>
                <a:ext uri="{FF2B5EF4-FFF2-40B4-BE49-F238E27FC236}">
                  <a16:creationId xmlns:a16="http://schemas.microsoft.com/office/drawing/2014/main" id="{8C69E694-ED2D-4ED6-817D-6225758A939D}"/>
                </a:ext>
              </a:extLst>
            </p:cNvPr>
            <p:cNvSpPr>
              <a:spLocks/>
            </p:cNvSpPr>
            <p:nvPr/>
          </p:nvSpPr>
          <p:spPr bwMode="auto">
            <a:xfrm>
              <a:off x="6735763" y="4660901"/>
              <a:ext cx="68263" cy="76200"/>
            </a:xfrm>
            <a:custGeom>
              <a:avLst/>
              <a:gdLst>
                <a:gd name="T0" fmla="*/ 43 w 43"/>
                <a:gd name="T1" fmla="*/ 0 h 48"/>
                <a:gd name="T2" fmla="*/ 3 w 43"/>
                <a:gd name="T3" fmla="*/ 0 h 48"/>
                <a:gd name="T4" fmla="*/ 0 w 43"/>
                <a:gd name="T5" fmla="*/ 48 h 48"/>
                <a:gd name="T6" fmla="*/ 43 w 43"/>
                <a:gd name="T7" fmla="*/ 48 h 48"/>
                <a:gd name="T8" fmla="*/ 43 w 43"/>
                <a:gd name="T9" fmla="*/ 43 h 48"/>
                <a:gd name="T10" fmla="*/ 43 w 43"/>
                <a:gd name="T11" fmla="*/ 0 h 48"/>
              </a:gdLst>
              <a:ahLst/>
              <a:cxnLst>
                <a:cxn ang="0">
                  <a:pos x="T0" y="T1"/>
                </a:cxn>
                <a:cxn ang="0">
                  <a:pos x="T2" y="T3"/>
                </a:cxn>
                <a:cxn ang="0">
                  <a:pos x="T4" y="T5"/>
                </a:cxn>
                <a:cxn ang="0">
                  <a:pos x="T6" y="T7"/>
                </a:cxn>
                <a:cxn ang="0">
                  <a:pos x="T8" y="T9"/>
                </a:cxn>
                <a:cxn ang="0">
                  <a:pos x="T10" y="T11"/>
                </a:cxn>
              </a:cxnLst>
              <a:rect l="0" t="0" r="r" b="b"/>
              <a:pathLst>
                <a:path w="43" h="48">
                  <a:moveTo>
                    <a:pt x="43" y="0"/>
                  </a:moveTo>
                  <a:lnTo>
                    <a:pt x="3" y="0"/>
                  </a:lnTo>
                  <a:lnTo>
                    <a:pt x="0" y="48"/>
                  </a:lnTo>
                  <a:lnTo>
                    <a:pt x="43" y="48"/>
                  </a:lnTo>
                  <a:lnTo>
                    <a:pt x="43" y="43"/>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04">
              <a:extLst>
                <a:ext uri="{FF2B5EF4-FFF2-40B4-BE49-F238E27FC236}">
                  <a16:creationId xmlns:a16="http://schemas.microsoft.com/office/drawing/2014/main" id="{0B4FD192-D034-4CDE-9AFC-1AAC46D488EC}"/>
                </a:ext>
              </a:extLst>
            </p:cNvPr>
            <p:cNvSpPr>
              <a:spLocks noEditPoints="1"/>
            </p:cNvSpPr>
            <p:nvPr/>
          </p:nvSpPr>
          <p:spPr bwMode="auto">
            <a:xfrm>
              <a:off x="7102475" y="4660901"/>
              <a:ext cx="68263" cy="76200"/>
            </a:xfrm>
            <a:custGeom>
              <a:avLst/>
              <a:gdLst>
                <a:gd name="T0" fmla="*/ 0 w 43"/>
                <a:gd name="T1" fmla="*/ 0 h 48"/>
                <a:gd name="T2" fmla="*/ 0 w 43"/>
                <a:gd name="T3" fmla="*/ 0 h 48"/>
                <a:gd name="T4" fmla="*/ 2 w 43"/>
                <a:gd name="T5" fmla="*/ 48 h 48"/>
                <a:gd name="T6" fmla="*/ 2 w 43"/>
                <a:gd name="T7" fmla="*/ 48 h 48"/>
                <a:gd name="T8" fmla="*/ 0 w 43"/>
                <a:gd name="T9" fmla="*/ 0 h 48"/>
                <a:gd name="T10" fmla="*/ 43 w 43"/>
                <a:gd name="T11" fmla="*/ 0 h 48"/>
                <a:gd name="T12" fmla="*/ 43 w 43"/>
                <a:gd name="T13" fmla="*/ 0 h 48"/>
                <a:gd name="T14" fmla="*/ 43 w 43"/>
                <a:gd name="T15" fmla="*/ 48 h 48"/>
                <a:gd name="T16" fmla="*/ 43 w 43"/>
                <a:gd name="T17" fmla="*/ 48 h 48"/>
                <a:gd name="T18" fmla="*/ 43 w 43"/>
                <a:gd name="T1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8">
                  <a:moveTo>
                    <a:pt x="0" y="0"/>
                  </a:moveTo>
                  <a:lnTo>
                    <a:pt x="0" y="0"/>
                  </a:lnTo>
                  <a:lnTo>
                    <a:pt x="2" y="48"/>
                  </a:lnTo>
                  <a:lnTo>
                    <a:pt x="2" y="48"/>
                  </a:lnTo>
                  <a:lnTo>
                    <a:pt x="0" y="0"/>
                  </a:lnTo>
                  <a:close/>
                  <a:moveTo>
                    <a:pt x="43" y="0"/>
                  </a:moveTo>
                  <a:lnTo>
                    <a:pt x="43" y="0"/>
                  </a:lnTo>
                  <a:lnTo>
                    <a:pt x="43" y="48"/>
                  </a:lnTo>
                  <a:lnTo>
                    <a:pt x="43" y="48"/>
                  </a:lnTo>
                  <a:lnTo>
                    <a:pt x="43" y="0"/>
                  </a:lnTo>
                  <a:close/>
                </a:path>
              </a:pathLst>
            </a:custGeom>
            <a:solidFill>
              <a:srgbClr val="C5D7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05">
              <a:extLst>
                <a:ext uri="{FF2B5EF4-FFF2-40B4-BE49-F238E27FC236}">
                  <a16:creationId xmlns:a16="http://schemas.microsoft.com/office/drawing/2014/main" id="{5DF72E55-0787-46A5-8CC9-F0EAF636E015}"/>
                </a:ext>
              </a:extLst>
            </p:cNvPr>
            <p:cNvSpPr>
              <a:spLocks noEditPoints="1"/>
            </p:cNvSpPr>
            <p:nvPr/>
          </p:nvSpPr>
          <p:spPr bwMode="auto">
            <a:xfrm>
              <a:off x="7102475" y="4660901"/>
              <a:ext cx="68263" cy="76200"/>
            </a:xfrm>
            <a:custGeom>
              <a:avLst/>
              <a:gdLst>
                <a:gd name="T0" fmla="*/ 0 w 43"/>
                <a:gd name="T1" fmla="*/ 0 h 48"/>
                <a:gd name="T2" fmla="*/ 0 w 43"/>
                <a:gd name="T3" fmla="*/ 0 h 48"/>
                <a:gd name="T4" fmla="*/ 2 w 43"/>
                <a:gd name="T5" fmla="*/ 48 h 48"/>
                <a:gd name="T6" fmla="*/ 2 w 43"/>
                <a:gd name="T7" fmla="*/ 48 h 48"/>
                <a:gd name="T8" fmla="*/ 0 w 43"/>
                <a:gd name="T9" fmla="*/ 0 h 48"/>
                <a:gd name="T10" fmla="*/ 43 w 43"/>
                <a:gd name="T11" fmla="*/ 0 h 48"/>
                <a:gd name="T12" fmla="*/ 43 w 43"/>
                <a:gd name="T13" fmla="*/ 0 h 48"/>
                <a:gd name="T14" fmla="*/ 43 w 43"/>
                <a:gd name="T15" fmla="*/ 48 h 48"/>
                <a:gd name="T16" fmla="*/ 43 w 43"/>
                <a:gd name="T17" fmla="*/ 48 h 48"/>
                <a:gd name="T18" fmla="*/ 43 w 43"/>
                <a:gd name="T1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8">
                  <a:moveTo>
                    <a:pt x="0" y="0"/>
                  </a:moveTo>
                  <a:lnTo>
                    <a:pt x="0" y="0"/>
                  </a:lnTo>
                  <a:lnTo>
                    <a:pt x="2" y="48"/>
                  </a:lnTo>
                  <a:lnTo>
                    <a:pt x="2" y="48"/>
                  </a:lnTo>
                  <a:lnTo>
                    <a:pt x="0" y="0"/>
                  </a:lnTo>
                  <a:moveTo>
                    <a:pt x="43" y="0"/>
                  </a:moveTo>
                  <a:lnTo>
                    <a:pt x="43" y="0"/>
                  </a:lnTo>
                  <a:lnTo>
                    <a:pt x="43" y="48"/>
                  </a:lnTo>
                  <a:lnTo>
                    <a:pt x="43" y="48"/>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06">
              <a:extLst>
                <a:ext uri="{FF2B5EF4-FFF2-40B4-BE49-F238E27FC236}">
                  <a16:creationId xmlns:a16="http://schemas.microsoft.com/office/drawing/2014/main" id="{5001C204-9C17-46F8-AAE8-CF0A7C53C0F0}"/>
                </a:ext>
              </a:extLst>
            </p:cNvPr>
            <p:cNvSpPr>
              <a:spLocks/>
            </p:cNvSpPr>
            <p:nvPr/>
          </p:nvSpPr>
          <p:spPr bwMode="auto">
            <a:xfrm>
              <a:off x="7102475" y="4660901"/>
              <a:ext cx="68263" cy="0"/>
            </a:xfrm>
            <a:custGeom>
              <a:avLst/>
              <a:gdLst>
                <a:gd name="T0" fmla="*/ 43 w 43"/>
                <a:gd name="T1" fmla="*/ 0 w 43"/>
                <a:gd name="T2" fmla="*/ 0 w 43"/>
                <a:gd name="T3" fmla="*/ 0 w 43"/>
                <a:gd name="T4" fmla="*/ 43 w 43"/>
                <a:gd name="T5" fmla="*/ 43 w 43"/>
                <a:gd name="T6" fmla="*/ 43 w 43"/>
              </a:gdLst>
              <a:ahLst/>
              <a:cxnLst>
                <a:cxn ang="0">
                  <a:pos x="T0" y="0"/>
                </a:cxn>
                <a:cxn ang="0">
                  <a:pos x="T1" y="0"/>
                </a:cxn>
                <a:cxn ang="0">
                  <a:pos x="T2" y="0"/>
                </a:cxn>
                <a:cxn ang="0">
                  <a:pos x="T3" y="0"/>
                </a:cxn>
                <a:cxn ang="0">
                  <a:pos x="T4" y="0"/>
                </a:cxn>
                <a:cxn ang="0">
                  <a:pos x="T5" y="0"/>
                </a:cxn>
                <a:cxn ang="0">
                  <a:pos x="T6" y="0"/>
                </a:cxn>
              </a:cxnLst>
              <a:rect l="0" t="0" r="r" b="b"/>
              <a:pathLst>
                <a:path w="43">
                  <a:moveTo>
                    <a:pt x="43" y="0"/>
                  </a:moveTo>
                  <a:lnTo>
                    <a:pt x="0" y="0"/>
                  </a:lnTo>
                  <a:lnTo>
                    <a:pt x="0" y="0"/>
                  </a:lnTo>
                  <a:lnTo>
                    <a:pt x="0" y="0"/>
                  </a:lnTo>
                  <a:lnTo>
                    <a:pt x="43" y="0"/>
                  </a:lnTo>
                  <a:lnTo>
                    <a:pt x="43" y="0"/>
                  </a:lnTo>
                  <a:lnTo>
                    <a:pt x="43" y="0"/>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07">
              <a:extLst>
                <a:ext uri="{FF2B5EF4-FFF2-40B4-BE49-F238E27FC236}">
                  <a16:creationId xmlns:a16="http://schemas.microsoft.com/office/drawing/2014/main" id="{7F75BB50-5A2C-4A8B-BB3F-A8D1F49035F5}"/>
                </a:ext>
              </a:extLst>
            </p:cNvPr>
            <p:cNvSpPr>
              <a:spLocks/>
            </p:cNvSpPr>
            <p:nvPr/>
          </p:nvSpPr>
          <p:spPr bwMode="auto">
            <a:xfrm>
              <a:off x="7102475" y="4660901"/>
              <a:ext cx="68263" cy="0"/>
            </a:xfrm>
            <a:custGeom>
              <a:avLst/>
              <a:gdLst>
                <a:gd name="T0" fmla="*/ 43 w 43"/>
                <a:gd name="T1" fmla="*/ 0 w 43"/>
                <a:gd name="T2" fmla="*/ 0 w 43"/>
                <a:gd name="T3" fmla="*/ 0 w 43"/>
                <a:gd name="T4" fmla="*/ 43 w 43"/>
                <a:gd name="T5" fmla="*/ 43 w 43"/>
                <a:gd name="T6" fmla="*/ 43 w 43"/>
              </a:gdLst>
              <a:ahLst/>
              <a:cxnLst>
                <a:cxn ang="0">
                  <a:pos x="T0" y="0"/>
                </a:cxn>
                <a:cxn ang="0">
                  <a:pos x="T1" y="0"/>
                </a:cxn>
                <a:cxn ang="0">
                  <a:pos x="T2" y="0"/>
                </a:cxn>
                <a:cxn ang="0">
                  <a:pos x="T3" y="0"/>
                </a:cxn>
                <a:cxn ang="0">
                  <a:pos x="T4" y="0"/>
                </a:cxn>
                <a:cxn ang="0">
                  <a:pos x="T5" y="0"/>
                </a:cxn>
                <a:cxn ang="0">
                  <a:pos x="T6" y="0"/>
                </a:cxn>
              </a:cxnLst>
              <a:rect l="0" t="0" r="r" b="b"/>
              <a:pathLst>
                <a:path w="43">
                  <a:moveTo>
                    <a:pt x="43" y="0"/>
                  </a:moveTo>
                  <a:lnTo>
                    <a:pt x="0" y="0"/>
                  </a:lnTo>
                  <a:lnTo>
                    <a:pt x="0" y="0"/>
                  </a:lnTo>
                  <a:lnTo>
                    <a:pt x="0" y="0"/>
                  </a:lnTo>
                  <a:lnTo>
                    <a:pt x="43" y="0"/>
                  </a:lnTo>
                  <a:lnTo>
                    <a:pt x="43" y="0"/>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109">
              <a:extLst>
                <a:ext uri="{FF2B5EF4-FFF2-40B4-BE49-F238E27FC236}">
                  <a16:creationId xmlns:a16="http://schemas.microsoft.com/office/drawing/2014/main" id="{23BFBA19-9CC8-4EFB-8953-798031E853F0}"/>
                </a:ext>
              </a:extLst>
            </p:cNvPr>
            <p:cNvSpPr>
              <a:spLocks/>
            </p:cNvSpPr>
            <p:nvPr/>
          </p:nvSpPr>
          <p:spPr bwMode="auto">
            <a:xfrm>
              <a:off x="7102475" y="4660901"/>
              <a:ext cx="68263" cy="76200"/>
            </a:xfrm>
            <a:custGeom>
              <a:avLst/>
              <a:gdLst>
                <a:gd name="T0" fmla="*/ 43 w 43"/>
                <a:gd name="T1" fmla="*/ 0 h 48"/>
                <a:gd name="T2" fmla="*/ 0 w 43"/>
                <a:gd name="T3" fmla="*/ 0 h 48"/>
                <a:gd name="T4" fmla="*/ 2 w 43"/>
                <a:gd name="T5" fmla="*/ 48 h 48"/>
                <a:gd name="T6" fmla="*/ 43 w 43"/>
                <a:gd name="T7" fmla="*/ 48 h 48"/>
                <a:gd name="T8" fmla="*/ 43 w 43"/>
                <a:gd name="T9" fmla="*/ 0 h 48"/>
              </a:gdLst>
              <a:ahLst/>
              <a:cxnLst>
                <a:cxn ang="0">
                  <a:pos x="T0" y="T1"/>
                </a:cxn>
                <a:cxn ang="0">
                  <a:pos x="T2" y="T3"/>
                </a:cxn>
                <a:cxn ang="0">
                  <a:pos x="T4" y="T5"/>
                </a:cxn>
                <a:cxn ang="0">
                  <a:pos x="T6" y="T7"/>
                </a:cxn>
                <a:cxn ang="0">
                  <a:pos x="T8" y="T9"/>
                </a:cxn>
              </a:cxnLst>
              <a:rect l="0" t="0" r="r" b="b"/>
              <a:pathLst>
                <a:path w="43" h="48">
                  <a:moveTo>
                    <a:pt x="43" y="0"/>
                  </a:moveTo>
                  <a:lnTo>
                    <a:pt x="0" y="0"/>
                  </a:lnTo>
                  <a:lnTo>
                    <a:pt x="2" y="48"/>
                  </a:lnTo>
                  <a:lnTo>
                    <a:pt x="43" y="48"/>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110">
              <a:extLst>
                <a:ext uri="{FF2B5EF4-FFF2-40B4-BE49-F238E27FC236}">
                  <a16:creationId xmlns:a16="http://schemas.microsoft.com/office/drawing/2014/main" id="{7015153F-22C1-4853-BC12-626009D0B652}"/>
                </a:ext>
              </a:extLst>
            </p:cNvPr>
            <p:cNvSpPr>
              <a:spLocks/>
            </p:cNvSpPr>
            <p:nvPr/>
          </p:nvSpPr>
          <p:spPr bwMode="auto">
            <a:xfrm>
              <a:off x="7527925" y="474663"/>
              <a:ext cx="3168650" cy="2051050"/>
            </a:xfrm>
            <a:custGeom>
              <a:avLst/>
              <a:gdLst>
                <a:gd name="T0" fmla="*/ 678 w 745"/>
                <a:gd name="T1" fmla="*/ 482 h 482"/>
                <a:gd name="T2" fmla="*/ 37 w 745"/>
                <a:gd name="T3" fmla="*/ 482 h 482"/>
                <a:gd name="T4" fmla="*/ 1 w 745"/>
                <a:gd name="T5" fmla="*/ 444 h 482"/>
                <a:gd name="T6" fmla="*/ 25 w 745"/>
                <a:gd name="T7" fmla="*/ 38 h 482"/>
                <a:gd name="T8" fmla="*/ 66 w 745"/>
                <a:gd name="T9" fmla="*/ 0 h 482"/>
                <a:gd name="T10" fmla="*/ 707 w 745"/>
                <a:gd name="T11" fmla="*/ 0 h 482"/>
                <a:gd name="T12" fmla="*/ 743 w 745"/>
                <a:gd name="T13" fmla="*/ 38 h 482"/>
                <a:gd name="T14" fmla="*/ 719 w 745"/>
                <a:gd name="T15" fmla="*/ 444 h 482"/>
                <a:gd name="T16" fmla="*/ 678 w 745"/>
                <a:gd name="T17" fmla="*/ 482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 h="482">
                  <a:moveTo>
                    <a:pt x="678" y="482"/>
                  </a:moveTo>
                  <a:cubicBezTo>
                    <a:pt x="37" y="482"/>
                    <a:pt x="37" y="482"/>
                    <a:pt x="37" y="482"/>
                  </a:cubicBezTo>
                  <a:cubicBezTo>
                    <a:pt x="16" y="482"/>
                    <a:pt x="0" y="465"/>
                    <a:pt x="1" y="444"/>
                  </a:cubicBezTo>
                  <a:cubicBezTo>
                    <a:pt x="25" y="38"/>
                    <a:pt x="25" y="38"/>
                    <a:pt x="25" y="38"/>
                  </a:cubicBezTo>
                  <a:cubicBezTo>
                    <a:pt x="27" y="17"/>
                    <a:pt x="45" y="0"/>
                    <a:pt x="66" y="0"/>
                  </a:cubicBezTo>
                  <a:cubicBezTo>
                    <a:pt x="707" y="0"/>
                    <a:pt x="707" y="0"/>
                    <a:pt x="707" y="0"/>
                  </a:cubicBezTo>
                  <a:cubicBezTo>
                    <a:pt x="728" y="0"/>
                    <a:pt x="745" y="17"/>
                    <a:pt x="743" y="38"/>
                  </a:cubicBezTo>
                  <a:cubicBezTo>
                    <a:pt x="719" y="444"/>
                    <a:pt x="719" y="444"/>
                    <a:pt x="719" y="444"/>
                  </a:cubicBezTo>
                  <a:cubicBezTo>
                    <a:pt x="717" y="465"/>
                    <a:pt x="699" y="482"/>
                    <a:pt x="678" y="482"/>
                  </a:cubicBezTo>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111">
              <a:extLst>
                <a:ext uri="{FF2B5EF4-FFF2-40B4-BE49-F238E27FC236}">
                  <a16:creationId xmlns:a16="http://schemas.microsoft.com/office/drawing/2014/main" id="{3590D661-CA13-4634-84AD-A14A1A4E98F6}"/>
                </a:ext>
              </a:extLst>
            </p:cNvPr>
            <p:cNvSpPr>
              <a:spLocks/>
            </p:cNvSpPr>
            <p:nvPr/>
          </p:nvSpPr>
          <p:spPr bwMode="auto">
            <a:xfrm>
              <a:off x="8050213" y="2163763"/>
              <a:ext cx="995363" cy="858838"/>
            </a:xfrm>
            <a:custGeom>
              <a:avLst/>
              <a:gdLst>
                <a:gd name="T0" fmla="*/ 0 w 627"/>
                <a:gd name="T1" fmla="*/ 0 h 541"/>
                <a:gd name="T2" fmla="*/ 158 w 627"/>
                <a:gd name="T3" fmla="*/ 541 h 541"/>
                <a:gd name="T4" fmla="*/ 627 w 627"/>
                <a:gd name="T5" fmla="*/ 0 h 541"/>
                <a:gd name="T6" fmla="*/ 0 w 627"/>
                <a:gd name="T7" fmla="*/ 0 h 541"/>
              </a:gdLst>
              <a:ahLst/>
              <a:cxnLst>
                <a:cxn ang="0">
                  <a:pos x="T0" y="T1"/>
                </a:cxn>
                <a:cxn ang="0">
                  <a:pos x="T2" y="T3"/>
                </a:cxn>
                <a:cxn ang="0">
                  <a:pos x="T4" y="T5"/>
                </a:cxn>
                <a:cxn ang="0">
                  <a:pos x="T6" y="T7"/>
                </a:cxn>
              </a:cxnLst>
              <a:rect l="0" t="0" r="r" b="b"/>
              <a:pathLst>
                <a:path w="627" h="541">
                  <a:moveTo>
                    <a:pt x="0" y="0"/>
                  </a:moveTo>
                  <a:lnTo>
                    <a:pt x="158" y="541"/>
                  </a:lnTo>
                  <a:lnTo>
                    <a:pt x="627" y="0"/>
                  </a:lnTo>
                  <a:lnTo>
                    <a:pt x="0" y="0"/>
                  </a:lnTo>
                  <a:close/>
                </a:path>
              </a:pathLst>
            </a:custGeom>
            <a:solidFill>
              <a:srgbClr val="407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112">
              <a:extLst>
                <a:ext uri="{FF2B5EF4-FFF2-40B4-BE49-F238E27FC236}">
                  <a16:creationId xmlns:a16="http://schemas.microsoft.com/office/drawing/2014/main" id="{0FA828B5-8843-487B-B053-7F626044E1FD}"/>
                </a:ext>
              </a:extLst>
            </p:cNvPr>
            <p:cNvSpPr>
              <a:spLocks/>
            </p:cNvSpPr>
            <p:nvPr/>
          </p:nvSpPr>
          <p:spPr bwMode="auto">
            <a:xfrm>
              <a:off x="8050213" y="2163763"/>
              <a:ext cx="995363" cy="858838"/>
            </a:xfrm>
            <a:custGeom>
              <a:avLst/>
              <a:gdLst>
                <a:gd name="T0" fmla="*/ 0 w 627"/>
                <a:gd name="T1" fmla="*/ 0 h 541"/>
                <a:gd name="T2" fmla="*/ 158 w 627"/>
                <a:gd name="T3" fmla="*/ 541 h 541"/>
                <a:gd name="T4" fmla="*/ 627 w 627"/>
                <a:gd name="T5" fmla="*/ 0 h 541"/>
                <a:gd name="T6" fmla="*/ 0 w 627"/>
                <a:gd name="T7" fmla="*/ 0 h 541"/>
              </a:gdLst>
              <a:ahLst/>
              <a:cxnLst>
                <a:cxn ang="0">
                  <a:pos x="T0" y="T1"/>
                </a:cxn>
                <a:cxn ang="0">
                  <a:pos x="T2" y="T3"/>
                </a:cxn>
                <a:cxn ang="0">
                  <a:pos x="T4" y="T5"/>
                </a:cxn>
                <a:cxn ang="0">
                  <a:pos x="T6" y="T7"/>
                </a:cxn>
              </a:cxnLst>
              <a:rect l="0" t="0" r="r" b="b"/>
              <a:pathLst>
                <a:path w="627" h="541">
                  <a:moveTo>
                    <a:pt x="0" y="0"/>
                  </a:moveTo>
                  <a:lnTo>
                    <a:pt x="158" y="541"/>
                  </a:lnTo>
                  <a:lnTo>
                    <a:pt x="627"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113">
              <a:extLst>
                <a:ext uri="{FF2B5EF4-FFF2-40B4-BE49-F238E27FC236}">
                  <a16:creationId xmlns:a16="http://schemas.microsoft.com/office/drawing/2014/main" id="{751E9826-5108-49A4-9466-81C22FD1B7EE}"/>
                </a:ext>
              </a:extLst>
            </p:cNvPr>
            <p:cNvSpPr>
              <a:spLocks/>
            </p:cNvSpPr>
            <p:nvPr/>
          </p:nvSpPr>
          <p:spPr bwMode="auto">
            <a:xfrm>
              <a:off x="8701088" y="682626"/>
              <a:ext cx="1736725" cy="1149350"/>
            </a:xfrm>
            <a:custGeom>
              <a:avLst/>
              <a:gdLst>
                <a:gd name="T0" fmla="*/ 387 w 408"/>
                <a:gd name="T1" fmla="*/ 0 h 270"/>
                <a:gd name="T2" fmla="*/ 28 w 408"/>
                <a:gd name="T3" fmla="*/ 0 h 270"/>
                <a:gd name="T4" fmla="*/ 5 w 408"/>
                <a:gd name="T5" fmla="*/ 21 h 270"/>
                <a:gd name="T6" fmla="*/ 0 w 408"/>
                <a:gd name="T7" fmla="*/ 98 h 270"/>
                <a:gd name="T8" fmla="*/ 92 w 408"/>
                <a:gd name="T9" fmla="*/ 98 h 270"/>
                <a:gd name="T10" fmla="*/ 105 w 408"/>
                <a:gd name="T11" fmla="*/ 87 h 270"/>
                <a:gd name="T12" fmla="*/ 105 w 408"/>
                <a:gd name="T13" fmla="*/ 87 h 270"/>
                <a:gd name="T14" fmla="*/ 124 w 408"/>
                <a:gd name="T15" fmla="*/ 72 h 270"/>
                <a:gd name="T16" fmla="*/ 120 w 408"/>
                <a:gd name="T17" fmla="*/ 98 h 270"/>
                <a:gd name="T18" fmla="*/ 195 w 408"/>
                <a:gd name="T19" fmla="*/ 98 h 270"/>
                <a:gd name="T20" fmla="*/ 215 w 408"/>
                <a:gd name="T21" fmla="*/ 119 h 270"/>
                <a:gd name="T22" fmla="*/ 206 w 408"/>
                <a:gd name="T23" fmla="*/ 270 h 270"/>
                <a:gd name="T24" fmla="*/ 371 w 408"/>
                <a:gd name="T25" fmla="*/ 270 h 270"/>
                <a:gd name="T26" fmla="*/ 394 w 408"/>
                <a:gd name="T27" fmla="*/ 249 h 270"/>
                <a:gd name="T28" fmla="*/ 407 w 408"/>
                <a:gd name="T29" fmla="*/ 21 h 270"/>
                <a:gd name="T30" fmla="*/ 387 w 408"/>
                <a:gd name="T31"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270">
                  <a:moveTo>
                    <a:pt x="387" y="0"/>
                  </a:moveTo>
                  <a:cubicBezTo>
                    <a:pt x="28" y="0"/>
                    <a:pt x="28" y="0"/>
                    <a:pt x="28" y="0"/>
                  </a:cubicBezTo>
                  <a:cubicBezTo>
                    <a:pt x="16" y="0"/>
                    <a:pt x="6" y="9"/>
                    <a:pt x="5" y="21"/>
                  </a:cubicBezTo>
                  <a:cubicBezTo>
                    <a:pt x="0" y="98"/>
                    <a:pt x="0" y="98"/>
                    <a:pt x="0" y="98"/>
                  </a:cubicBezTo>
                  <a:cubicBezTo>
                    <a:pt x="92" y="98"/>
                    <a:pt x="92" y="98"/>
                    <a:pt x="92" y="98"/>
                  </a:cubicBezTo>
                  <a:cubicBezTo>
                    <a:pt x="105" y="87"/>
                    <a:pt x="105" y="87"/>
                    <a:pt x="105" y="87"/>
                  </a:cubicBezTo>
                  <a:cubicBezTo>
                    <a:pt x="105" y="87"/>
                    <a:pt x="105" y="87"/>
                    <a:pt x="105" y="87"/>
                  </a:cubicBezTo>
                  <a:cubicBezTo>
                    <a:pt x="124" y="72"/>
                    <a:pt x="124" y="72"/>
                    <a:pt x="124" y="72"/>
                  </a:cubicBezTo>
                  <a:cubicBezTo>
                    <a:pt x="123" y="79"/>
                    <a:pt x="121" y="88"/>
                    <a:pt x="120" y="98"/>
                  </a:cubicBezTo>
                  <a:cubicBezTo>
                    <a:pt x="195" y="98"/>
                    <a:pt x="195" y="98"/>
                    <a:pt x="195" y="98"/>
                  </a:cubicBezTo>
                  <a:cubicBezTo>
                    <a:pt x="207" y="98"/>
                    <a:pt x="216" y="107"/>
                    <a:pt x="215" y="119"/>
                  </a:cubicBezTo>
                  <a:cubicBezTo>
                    <a:pt x="206" y="270"/>
                    <a:pt x="206" y="270"/>
                    <a:pt x="206" y="270"/>
                  </a:cubicBezTo>
                  <a:cubicBezTo>
                    <a:pt x="371" y="270"/>
                    <a:pt x="371" y="270"/>
                    <a:pt x="371" y="270"/>
                  </a:cubicBezTo>
                  <a:cubicBezTo>
                    <a:pt x="383" y="270"/>
                    <a:pt x="393" y="261"/>
                    <a:pt x="394" y="249"/>
                  </a:cubicBezTo>
                  <a:cubicBezTo>
                    <a:pt x="407" y="21"/>
                    <a:pt x="407" y="21"/>
                    <a:pt x="407" y="21"/>
                  </a:cubicBezTo>
                  <a:cubicBezTo>
                    <a:pt x="408" y="9"/>
                    <a:pt x="399" y="0"/>
                    <a:pt x="387" y="0"/>
                  </a:cubicBezTo>
                </a:path>
              </a:pathLst>
            </a:custGeom>
            <a:solidFill>
              <a:srgbClr val="538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114">
              <a:extLst>
                <a:ext uri="{FF2B5EF4-FFF2-40B4-BE49-F238E27FC236}">
                  <a16:creationId xmlns:a16="http://schemas.microsoft.com/office/drawing/2014/main" id="{A835A6C6-9ED7-4C22-8053-7600966D3BAA}"/>
                </a:ext>
              </a:extLst>
            </p:cNvPr>
            <p:cNvSpPr>
              <a:spLocks noEditPoints="1"/>
            </p:cNvSpPr>
            <p:nvPr/>
          </p:nvSpPr>
          <p:spPr bwMode="auto">
            <a:xfrm>
              <a:off x="7847013" y="1100138"/>
              <a:ext cx="1730375" cy="1147763"/>
            </a:xfrm>
            <a:custGeom>
              <a:avLst/>
              <a:gdLst>
                <a:gd name="T0" fmla="*/ 407 w 407"/>
                <a:gd name="T1" fmla="*/ 172 h 270"/>
                <a:gd name="T2" fmla="*/ 372 w 407"/>
                <a:gd name="T3" fmla="*/ 172 h 270"/>
                <a:gd name="T4" fmla="*/ 365 w 407"/>
                <a:gd name="T5" fmla="*/ 228 h 270"/>
                <a:gd name="T6" fmla="*/ 365 w 407"/>
                <a:gd name="T7" fmla="*/ 228 h 270"/>
                <a:gd name="T8" fmla="*/ 365 w 407"/>
                <a:gd name="T9" fmla="*/ 229 h 270"/>
                <a:gd name="T10" fmla="*/ 362 w 407"/>
                <a:gd name="T11" fmla="*/ 270 h 270"/>
                <a:gd name="T12" fmla="*/ 380 w 407"/>
                <a:gd name="T13" fmla="*/ 270 h 270"/>
                <a:gd name="T14" fmla="*/ 403 w 407"/>
                <a:gd name="T15" fmla="*/ 249 h 270"/>
                <a:gd name="T16" fmla="*/ 407 w 407"/>
                <a:gd name="T17" fmla="*/ 172 h 270"/>
                <a:gd name="T18" fmla="*/ 201 w 407"/>
                <a:gd name="T19" fmla="*/ 0 h 270"/>
                <a:gd name="T20" fmla="*/ 37 w 407"/>
                <a:gd name="T21" fmla="*/ 0 h 270"/>
                <a:gd name="T22" fmla="*/ 14 w 407"/>
                <a:gd name="T23" fmla="*/ 21 h 270"/>
                <a:gd name="T24" fmla="*/ 0 w 407"/>
                <a:gd name="T25" fmla="*/ 249 h 270"/>
                <a:gd name="T26" fmla="*/ 21 w 407"/>
                <a:gd name="T27" fmla="*/ 270 h 270"/>
                <a:gd name="T28" fmla="*/ 54 w 407"/>
                <a:gd name="T29" fmla="*/ 270 h 270"/>
                <a:gd name="T30" fmla="*/ 48 w 407"/>
                <a:gd name="T31" fmla="*/ 250 h 270"/>
                <a:gd name="T32" fmla="*/ 180 w 407"/>
                <a:gd name="T33" fmla="*/ 250 h 270"/>
                <a:gd name="T34" fmla="*/ 196 w 407"/>
                <a:gd name="T35" fmla="*/ 92 h 270"/>
                <a:gd name="T36" fmla="*/ 201 w 407"/>
                <a:gd name="T37"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7" h="270">
                  <a:moveTo>
                    <a:pt x="407" y="172"/>
                  </a:moveTo>
                  <a:cubicBezTo>
                    <a:pt x="372" y="172"/>
                    <a:pt x="372" y="172"/>
                    <a:pt x="372" y="172"/>
                  </a:cubicBezTo>
                  <a:cubicBezTo>
                    <a:pt x="370" y="192"/>
                    <a:pt x="367" y="211"/>
                    <a:pt x="365" y="228"/>
                  </a:cubicBezTo>
                  <a:cubicBezTo>
                    <a:pt x="365" y="228"/>
                    <a:pt x="365" y="228"/>
                    <a:pt x="365" y="228"/>
                  </a:cubicBezTo>
                  <a:cubicBezTo>
                    <a:pt x="365" y="229"/>
                    <a:pt x="365" y="229"/>
                    <a:pt x="365" y="229"/>
                  </a:cubicBezTo>
                  <a:cubicBezTo>
                    <a:pt x="363" y="245"/>
                    <a:pt x="362" y="258"/>
                    <a:pt x="362" y="270"/>
                  </a:cubicBezTo>
                  <a:cubicBezTo>
                    <a:pt x="380" y="270"/>
                    <a:pt x="380" y="270"/>
                    <a:pt x="380" y="270"/>
                  </a:cubicBezTo>
                  <a:cubicBezTo>
                    <a:pt x="392" y="270"/>
                    <a:pt x="402" y="261"/>
                    <a:pt x="403" y="249"/>
                  </a:cubicBezTo>
                  <a:cubicBezTo>
                    <a:pt x="407" y="172"/>
                    <a:pt x="407" y="172"/>
                    <a:pt x="407" y="172"/>
                  </a:cubicBezTo>
                  <a:moveTo>
                    <a:pt x="201" y="0"/>
                  </a:moveTo>
                  <a:cubicBezTo>
                    <a:pt x="37" y="0"/>
                    <a:pt x="37" y="0"/>
                    <a:pt x="37" y="0"/>
                  </a:cubicBezTo>
                  <a:cubicBezTo>
                    <a:pt x="25" y="0"/>
                    <a:pt x="15" y="9"/>
                    <a:pt x="14" y="21"/>
                  </a:cubicBezTo>
                  <a:cubicBezTo>
                    <a:pt x="0" y="249"/>
                    <a:pt x="0" y="249"/>
                    <a:pt x="0" y="249"/>
                  </a:cubicBezTo>
                  <a:cubicBezTo>
                    <a:pt x="0" y="261"/>
                    <a:pt x="9" y="270"/>
                    <a:pt x="21" y="270"/>
                  </a:cubicBezTo>
                  <a:cubicBezTo>
                    <a:pt x="54" y="270"/>
                    <a:pt x="54" y="270"/>
                    <a:pt x="54" y="270"/>
                  </a:cubicBezTo>
                  <a:cubicBezTo>
                    <a:pt x="48" y="250"/>
                    <a:pt x="48" y="250"/>
                    <a:pt x="48" y="250"/>
                  </a:cubicBezTo>
                  <a:cubicBezTo>
                    <a:pt x="180" y="250"/>
                    <a:pt x="180" y="250"/>
                    <a:pt x="180" y="250"/>
                  </a:cubicBezTo>
                  <a:cubicBezTo>
                    <a:pt x="179" y="166"/>
                    <a:pt x="188" y="119"/>
                    <a:pt x="196" y="92"/>
                  </a:cubicBezTo>
                  <a:cubicBezTo>
                    <a:pt x="201" y="0"/>
                    <a:pt x="201" y="0"/>
                    <a:pt x="201" y="0"/>
                  </a:cubicBezTo>
                </a:path>
              </a:pathLst>
            </a:custGeom>
            <a:solidFill>
              <a:srgbClr val="538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115">
              <a:extLst>
                <a:ext uri="{FF2B5EF4-FFF2-40B4-BE49-F238E27FC236}">
                  <a16:creationId xmlns:a16="http://schemas.microsoft.com/office/drawing/2014/main" id="{87D7521F-56D6-4520-BAED-BBB4FDED44C4}"/>
                </a:ext>
              </a:extLst>
            </p:cNvPr>
            <p:cNvSpPr>
              <a:spLocks/>
            </p:cNvSpPr>
            <p:nvPr/>
          </p:nvSpPr>
          <p:spPr bwMode="auto">
            <a:xfrm>
              <a:off x="8050213" y="2163763"/>
              <a:ext cx="561975" cy="84138"/>
            </a:xfrm>
            <a:custGeom>
              <a:avLst/>
              <a:gdLst>
                <a:gd name="T0" fmla="*/ 132 w 132"/>
                <a:gd name="T1" fmla="*/ 0 h 20"/>
                <a:gd name="T2" fmla="*/ 0 w 132"/>
                <a:gd name="T3" fmla="*/ 0 h 20"/>
                <a:gd name="T4" fmla="*/ 6 w 132"/>
                <a:gd name="T5" fmla="*/ 20 h 20"/>
                <a:gd name="T6" fmla="*/ 132 w 132"/>
                <a:gd name="T7" fmla="*/ 20 h 20"/>
                <a:gd name="T8" fmla="*/ 132 w 132"/>
                <a:gd name="T9" fmla="*/ 0 h 20"/>
              </a:gdLst>
              <a:ahLst/>
              <a:cxnLst>
                <a:cxn ang="0">
                  <a:pos x="T0" y="T1"/>
                </a:cxn>
                <a:cxn ang="0">
                  <a:pos x="T2" y="T3"/>
                </a:cxn>
                <a:cxn ang="0">
                  <a:pos x="T4" y="T5"/>
                </a:cxn>
                <a:cxn ang="0">
                  <a:pos x="T6" y="T7"/>
                </a:cxn>
                <a:cxn ang="0">
                  <a:pos x="T8" y="T9"/>
                </a:cxn>
              </a:cxnLst>
              <a:rect l="0" t="0" r="r" b="b"/>
              <a:pathLst>
                <a:path w="132" h="20">
                  <a:moveTo>
                    <a:pt x="132" y="0"/>
                  </a:moveTo>
                  <a:cubicBezTo>
                    <a:pt x="0" y="0"/>
                    <a:pt x="0" y="0"/>
                    <a:pt x="0" y="0"/>
                  </a:cubicBezTo>
                  <a:cubicBezTo>
                    <a:pt x="6" y="20"/>
                    <a:pt x="6" y="20"/>
                    <a:pt x="6" y="20"/>
                  </a:cubicBezTo>
                  <a:cubicBezTo>
                    <a:pt x="132" y="20"/>
                    <a:pt x="132" y="20"/>
                    <a:pt x="132" y="20"/>
                  </a:cubicBezTo>
                  <a:cubicBezTo>
                    <a:pt x="132" y="13"/>
                    <a:pt x="132" y="6"/>
                    <a:pt x="132" y="0"/>
                  </a:cubicBezTo>
                </a:path>
              </a:pathLst>
            </a:custGeom>
            <a:solidFill>
              <a:srgbClr val="538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116">
              <a:extLst>
                <a:ext uri="{FF2B5EF4-FFF2-40B4-BE49-F238E27FC236}">
                  <a16:creationId xmlns:a16="http://schemas.microsoft.com/office/drawing/2014/main" id="{BE3B529C-982C-4414-BC7C-01333DB0D77B}"/>
                </a:ext>
              </a:extLst>
            </p:cNvPr>
            <p:cNvSpPr>
              <a:spLocks noEditPoints="1"/>
            </p:cNvSpPr>
            <p:nvPr/>
          </p:nvSpPr>
          <p:spPr bwMode="auto">
            <a:xfrm>
              <a:off x="8680450" y="1100138"/>
              <a:ext cx="939800" cy="731838"/>
            </a:xfrm>
            <a:custGeom>
              <a:avLst/>
              <a:gdLst>
                <a:gd name="T0" fmla="*/ 97 w 221"/>
                <a:gd name="T1" fmla="*/ 0 h 172"/>
                <a:gd name="T2" fmla="*/ 5 w 221"/>
                <a:gd name="T3" fmla="*/ 0 h 172"/>
                <a:gd name="T4" fmla="*/ 0 w 221"/>
                <a:gd name="T5" fmla="*/ 92 h 172"/>
                <a:gd name="T6" fmla="*/ 5 w 221"/>
                <a:gd name="T7" fmla="*/ 77 h 172"/>
                <a:gd name="T8" fmla="*/ 30 w 221"/>
                <a:gd name="T9" fmla="*/ 54 h 172"/>
                <a:gd name="T10" fmla="*/ 63 w 221"/>
                <a:gd name="T11" fmla="*/ 51 h 172"/>
                <a:gd name="T12" fmla="*/ 64 w 221"/>
                <a:gd name="T13" fmla="*/ 51 h 172"/>
                <a:gd name="T14" fmla="*/ 63 w 221"/>
                <a:gd name="T15" fmla="*/ 52 h 172"/>
                <a:gd name="T16" fmla="*/ 86 w 221"/>
                <a:gd name="T17" fmla="*/ 21 h 172"/>
                <a:gd name="T18" fmla="*/ 84 w 221"/>
                <a:gd name="T19" fmla="*/ 10 h 172"/>
                <a:gd name="T20" fmla="*/ 84 w 221"/>
                <a:gd name="T21" fmla="*/ 10 h 172"/>
                <a:gd name="T22" fmla="*/ 84 w 221"/>
                <a:gd name="T23" fmla="*/ 10 h 172"/>
                <a:gd name="T24" fmla="*/ 97 w 221"/>
                <a:gd name="T25" fmla="*/ 0 h 172"/>
                <a:gd name="T26" fmla="*/ 200 w 221"/>
                <a:gd name="T27" fmla="*/ 0 h 172"/>
                <a:gd name="T28" fmla="*/ 125 w 221"/>
                <a:gd name="T29" fmla="*/ 0 h 172"/>
                <a:gd name="T30" fmla="*/ 132 w 221"/>
                <a:gd name="T31" fmla="*/ 51 h 172"/>
                <a:gd name="T32" fmla="*/ 134 w 221"/>
                <a:gd name="T33" fmla="*/ 51 h 172"/>
                <a:gd name="T34" fmla="*/ 171 w 221"/>
                <a:gd name="T35" fmla="*/ 56 h 172"/>
                <a:gd name="T36" fmla="*/ 171 w 221"/>
                <a:gd name="T37" fmla="*/ 56 h 172"/>
                <a:gd name="T38" fmla="*/ 189 w 221"/>
                <a:gd name="T39" fmla="*/ 81 h 172"/>
                <a:gd name="T40" fmla="*/ 187 w 221"/>
                <a:gd name="T41" fmla="*/ 97 h 172"/>
                <a:gd name="T42" fmla="*/ 187 w 221"/>
                <a:gd name="T43" fmla="*/ 97 h 172"/>
                <a:gd name="T44" fmla="*/ 176 w 221"/>
                <a:gd name="T45" fmla="*/ 172 h 172"/>
                <a:gd name="T46" fmla="*/ 211 w 221"/>
                <a:gd name="T47" fmla="*/ 172 h 172"/>
                <a:gd name="T48" fmla="*/ 220 w 221"/>
                <a:gd name="T49" fmla="*/ 21 h 172"/>
                <a:gd name="T50" fmla="*/ 200 w 221"/>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1" h="172">
                  <a:moveTo>
                    <a:pt x="97" y="0"/>
                  </a:moveTo>
                  <a:cubicBezTo>
                    <a:pt x="5" y="0"/>
                    <a:pt x="5" y="0"/>
                    <a:pt x="5" y="0"/>
                  </a:cubicBezTo>
                  <a:cubicBezTo>
                    <a:pt x="0" y="92"/>
                    <a:pt x="0" y="92"/>
                    <a:pt x="0" y="92"/>
                  </a:cubicBezTo>
                  <a:cubicBezTo>
                    <a:pt x="2" y="86"/>
                    <a:pt x="3" y="82"/>
                    <a:pt x="5" y="77"/>
                  </a:cubicBezTo>
                  <a:cubicBezTo>
                    <a:pt x="9" y="65"/>
                    <a:pt x="19" y="56"/>
                    <a:pt x="30" y="54"/>
                  </a:cubicBezTo>
                  <a:cubicBezTo>
                    <a:pt x="38" y="52"/>
                    <a:pt x="58" y="51"/>
                    <a:pt x="63" y="51"/>
                  </a:cubicBezTo>
                  <a:cubicBezTo>
                    <a:pt x="64" y="51"/>
                    <a:pt x="64" y="51"/>
                    <a:pt x="64" y="51"/>
                  </a:cubicBezTo>
                  <a:cubicBezTo>
                    <a:pt x="64" y="51"/>
                    <a:pt x="64" y="52"/>
                    <a:pt x="63" y="52"/>
                  </a:cubicBezTo>
                  <a:cubicBezTo>
                    <a:pt x="84" y="48"/>
                    <a:pt x="88" y="35"/>
                    <a:pt x="86" y="21"/>
                  </a:cubicBezTo>
                  <a:cubicBezTo>
                    <a:pt x="86" y="17"/>
                    <a:pt x="85" y="14"/>
                    <a:pt x="84" y="10"/>
                  </a:cubicBezTo>
                  <a:cubicBezTo>
                    <a:pt x="84" y="10"/>
                    <a:pt x="84" y="10"/>
                    <a:pt x="84" y="10"/>
                  </a:cubicBezTo>
                  <a:cubicBezTo>
                    <a:pt x="84" y="10"/>
                    <a:pt x="84" y="10"/>
                    <a:pt x="84" y="10"/>
                  </a:cubicBezTo>
                  <a:cubicBezTo>
                    <a:pt x="97" y="0"/>
                    <a:pt x="97" y="0"/>
                    <a:pt x="97" y="0"/>
                  </a:cubicBezTo>
                  <a:moveTo>
                    <a:pt x="200" y="0"/>
                  </a:moveTo>
                  <a:cubicBezTo>
                    <a:pt x="125" y="0"/>
                    <a:pt x="125" y="0"/>
                    <a:pt x="125" y="0"/>
                  </a:cubicBezTo>
                  <a:cubicBezTo>
                    <a:pt x="123" y="19"/>
                    <a:pt x="123" y="39"/>
                    <a:pt x="132" y="51"/>
                  </a:cubicBezTo>
                  <a:cubicBezTo>
                    <a:pt x="132" y="51"/>
                    <a:pt x="133" y="51"/>
                    <a:pt x="134" y="51"/>
                  </a:cubicBezTo>
                  <a:cubicBezTo>
                    <a:pt x="147" y="52"/>
                    <a:pt x="160" y="54"/>
                    <a:pt x="171" y="56"/>
                  </a:cubicBezTo>
                  <a:cubicBezTo>
                    <a:pt x="171" y="56"/>
                    <a:pt x="171" y="56"/>
                    <a:pt x="171" y="56"/>
                  </a:cubicBezTo>
                  <a:cubicBezTo>
                    <a:pt x="183" y="58"/>
                    <a:pt x="191" y="69"/>
                    <a:pt x="189" y="81"/>
                  </a:cubicBezTo>
                  <a:cubicBezTo>
                    <a:pt x="189" y="85"/>
                    <a:pt x="188" y="91"/>
                    <a:pt x="187" y="97"/>
                  </a:cubicBezTo>
                  <a:cubicBezTo>
                    <a:pt x="187" y="97"/>
                    <a:pt x="187" y="97"/>
                    <a:pt x="187" y="97"/>
                  </a:cubicBezTo>
                  <a:cubicBezTo>
                    <a:pt x="184" y="117"/>
                    <a:pt x="180" y="144"/>
                    <a:pt x="176" y="172"/>
                  </a:cubicBezTo>
                  <a:cubicBezTo>
                    <a:pt x="211" y="172"/>
                    <a:pt x="211" y="172"/>
                    <a:pt x="211" y="172"/>
                  </a:cubicBezTo>
                  <a:cubicBezTo>
                    <a:pt x="220" y="21"/>
                    <a:pt x="220" y="21"/>
                    <a:pt x="220" y="21"/>
                  </a:cubicBezTo>
                  <a:cubicBezTo>
                    <a:pt x="221" y="9"/>
                    <a:pt x="212" y="0"/>
                    <a:pt x="200" y="0"/>
                  </a:cubicBezTo>
                </a:path>
              </a:pathLst>
            </a:custGeom>
            <a:solidFill>
              <a:srgbClr val="659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117">
              <a:extLst>
                <a:ext uri="{FF2B5EF4-FFF2-40B4-BE49-F238E27FC236}">
                  <a16:creationId xmlns:a16="http://schemas.microsoft.com/office/drawing/2014/main" id="{E455BEFE-69F9-4163-BC63-612DAEEBD3B8}"/>
                </a:ext>
              </a:extLst>
            </p:cNvPr>
            <p:cNvSpPr>
              <a:spLocks/>
            </p:cNvSpPr>
            <p:nvPr/>
          </p:nvSpPr>
          <p:spPr bwMode="auto">
            <a:xfrm>
              <a:off x="7821613" y="573088"/>
              <a:ext cx="93663" cy="101600"/>
            </a:xfrm>
            <a:custGeom>
              <a:avLst/>
              <a:gdLst>
                <a:gd name="T0" fmla="*/ 12 w 22"/>
                <a:gd name="T1" fmla="*/ 0 h 24"/>
                <a:gd name="T2" fmla="*/ 1 w 22"/>
                <a:gd name="T3" fmla="*/ 12 h 24"/>
                <a:gd name="T4" fmla="*/ 10 w 22"/>
                <a:gd name="T5" fmla="*/ 24 h 24"/>
                <a:gd name="T6" fmla="*/ 22 w 22"/>
                <a:gd name="T7" fmla="*/ 12 h 24"/>
                <a:gd name="T8" fmla="*/ 12 w 22"/>
                <a:gd name="T9" fmla="*/ 0 h 24"/>
              </a:gdLst>
              <a:ahLst/>
              <a:cxnLst>
                <a:cxn ang="0">
                  <a:pos x="T0" y="T1"/>
                </a:cxn>
                <a:cxn ang="0">
                  <a:pos x="T2" y="T3"/>
                </a:cxn>
                <a:cxn ang="0">
                  <a:pos x="T4" y="T5"/>
                </a:cxn>
                <a:cxn ang="0">
                  <a:pos x="T6" y="T7"/>
                </a:cxn>
                <a:cxn ang="0">
                  <a:pos x="T8" y="T9"/>
                </a:cxn>
              </a:cxnLst>
              <a:rect l="0" t="0" r="r" b="b"/>
              <a:pathLst>
                <a:path w="22" h="24">
                  <a:moveTo>
                    <a:pt x="12" y="0"/>
                  </a:moveTo>
                  <a:cubicBezTo>
                    <a:pt x="6" y="0"/>
                    <a:pt x="1" y="5"/>
                    <a:pt x="1" y="12"/>
                  </a:cubicBezTo>
                  <a:cubicBezTo>
                    <a:pt x="0" y="19"/>
                    <a:pt x="5" y="24"/>
                    <a:pt x="10" y="24"/>
                  </a:cubicBezTo>
                  <a:cubicBezTo>
                    <a:pt x="16" y="24"/>
                    <a:pt x="21" y="19"/>
                    <a:pt x="22" y="12"/>
                  </a:cubicBezTo>
                  <a:cubicBezTo>
                    <a:pt x="22" y="5"/>
                    <a:pt x="18" y="0"/>
                    <a:pt x="12" y="0"/>
                  </a:cubicBezTo>
                </a:path>
              </a:pathLst>
            </a:custGeom>
            <a:solidFill>
              <a:srgbClr val="A0BD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118">
              <a:extLst>
                <a:ext uri="{FF2B5EF4-FFF2-40B4-BE49-F238E27FC236}">
                  <a16:creationId xmlns:a16="http://schemas.microsoft.com/office/drawing/2014/main" id="{370BCED4-0EA7-40BF-96E4-F165AE3AE27C}"/>
                </a:ext>
              </a:extLst>
            </p:cNvPr>
            <p:cNvSpPr>
              <a:spLocks/>
            </p:cNvSpPr>
            <p:nvPr/>
          </p:nvSpPr>
          <p:spPr bwMode="auto">
            <a:xfrm>
              <a:off x="7986713" y="573088"/>
              <a:ext cx="98425" cy="101600"/>
            </a:xfrm>
            <a:custGeom>
              <a:avLst/>
              <a:gdLst>
                <a:gd name="T0" fmla="*/ 12 w 23"/>
                <a:gd name="T1" fmla="*/ 0 h 24"/>
                <a:gd name="T2" fmla="*/ 1 w 23"/>
                <a:gd name="T3" fmla="*/ 12 h 24"/>
                <a:gd name="T4" fmla="*/ 11 w 23"/>
                <a:gd name="T5" fmla="*/ 24 h 24"/>
                <a:gd name="T6" fmla="*/ 22 w 23"/>
                <a:gd name="T7" fmla="*/ 12 h 24"/>
                <a:gd name="T8" fmla="*/ 12 w 23"/>
                <a:gd name="T9" fmla="*/ 0 h 24"/>
              </a:gdLst>
              <a:ahLst/>
              <a:cxnLst>
                <a:cxn ang="0">
                  <a:pos x="T0" y="T1"/>
                </a:cxn>
                <a:cxn ang="0">
                  <a:pos x="T2" y="T3"/>
                </a:cxn>
                <a:cxn ang="0">
                  <a:pos x="T4" y="T5"/>
                </a:cxn>
                <a:cxn ang="0">
                  <a:pos x="T6" y="T7"/>
                </a:cxn>
                <a:cxn ang="0">
                  <a:pos x="T8" y="T9"/>
                </a:cxn>
              </a:cxnLst>
              <a:rect l="0" t="0" r="r" b="b"/>
              <a:pathLst>
                <a:path w="23" h="24">
                  <a:moveTo>
                    <a:pt x="12" y="0"/>
                  </a:moveTo>
                  <a:cubicBezTo>
                    <a:pt x="7" y="0"/>
                    <a:pt x="1" y="5"/>
                    <a:pt x="1" y="12"/>
                  </a:cubicBezTo>
                  <a:cubicBezTo>
                    <a:pt x="0" y="19"/>
                    <a:pt x="5" y="24"/>
                    <a:pt x="11" y="24"/>
                  </a:cubicBezTo>
                  <a:cubicBezTo>
                    <a:pt x="17" y="24"/>
                    <a:pt x="22" y="19"/>
                    <a:pt x="22" y="12"/>
                  </a:cubicBezTo>
                  <a:cubicBezTo>
                    <a:pt x="23" y="5"/>
                    <a:pt x="18" y="0"/>
                    <a:pt x="12" y="0"/>
                  </a:cubicBezTo>
                </a:path>
              </a:pathLst>
            </a:custGeom>
            <a:solidFill>
              <a:srgbClr val="A0BD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119">
              <a:extLst>
                <a:ext uri="{FF2B5EF4-FFF2-40B4-BE49-F238E27FC236}">
                  <a16:creationId xmlns:a16="http://schemas.microsoft.com/office/drawing/2014/main" id="{65472F1C-71E7-49BE-A685-DB19F4CB4CCC}"/>
                </a:ext>
              </a:extLst>
            </p:cNvPr>
            <p:cNvSpPr>
              <a:spLocks/>
            </p:cNvSpPr>
            <p:nvPr/>
          </p:nvSpPr>
          <p:spPr bwMode="auto">
            <a:xfrm>
              <a:off x="8156575" y="573088"/>
              <a:ext cx="93663" cy="101600"/>
            </a:xfrm>
            <a:custGeom>
              <a:avLst/>
              <a:gdLst>
                <a:gd name="T0" fmla="*/ 12 w 22"/>
                <a:gd name="T1" fmla="*/ 0 h 24"/>
                <a:gd name="T2" fmla="*/ 0 w 22"/>
                <a:gd name="T3" fmla="*/ 12 h 24"/>
                <a:gd name="T4" fmla="*/ 10 w 22"/>
                <a:gd name="T5" fmla="*/ 24 h 24"/>
                <a:gd name="T6" fmla="*/ 21 w 22"/>
                <a:gd name="T7" fmla="*/ 12 h 24"/>
                <a:gd name="T8" fmla="*/ 12 w 22"/>
                <a:gd name="T9" fmla="*/ 0 h 24"/>
              </a:gdLst>
              <a:ahLst/>
              <a:cxnLst>
                <a:cxn ang="0">
                  <a:pos x="T0" y="T1"/>
                </a:cxn>
                <a:cxn ang="0">
                  <a:pos x="T2" y="T3"/>
                </a:cxn>
                <a:cxn ang="0">
                  <a:pos x="T4" y="T5"/>
                </a:cxn>
                <a:cxn ang="0">
                  <a:pos x="T6" y="T7"/>
                </a:cxn>
                <a:cxn ang="0">
                  <a:pos x="T8" y="T9"/>
                </a:cxn>
              </a:cxnLst>
              <a:rect l="0" t="0" r="r" b="b"/>
              <a:pathLst>
                <a:path w="22" h="24">
                  <a:moveTo>
                    <a:pt x="12" y="0"/>
                  </a:moveTo>
                  <a:cubicBezTo>
                    <a:pt x="6" y="0"/>
                    <a:pt x="1" y="5"/>
                    <a:pt x="0" y="12"/>
                  </a:cubicBezTo>
                  <a:cubicBezTo>
                    <a:pt x="0" y="19"/>
                    <a:pt x="4" y="24"/>
                    <a:pt x="10" y="24"/>
                  </a:cubicBezTo>
                  <a:cubicBezTo>
                    <a:pt x="16" y="24"/>
                    <a:pt x="21" y="19"/>
                    <a:pt x="21" y="12"/>
                  </a:cubicBezTo>
                  <a:cubicBezTo>
                    <a:pt x="22" y="5"/>
                    <a:pt x="18" y="0"/>
                    <a:pt x="12" y="0"/>
                  </a:cubicBezTo>
                </a:path>
              </a:pathLst>
            </a:custGeom>
            <a:solidFill>
              <a:srgbClr val="A0BD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120">
              <a:extLst>
                <a:ext uri="{FF2B5EF4-FFF2-40B4-BE49-F238E27FC236}">
                  <a16:creationId xmlns:a16="http://schemas.microsoft.com/office/drawing/2014/main" id="{8900C5E5-2800-4A9F-A30E-7EC6E1056039}"/>
                </a:ext>
              </a:extLst>
            </p:cNvPr>
            <p:cNvSpPr>
              <a:spLocks/>
            </p:cNvSpPr>
            <p:nvPr/>
          </p:nvSpPr>
          <p:spPr bwMode="auto">
            <a:xfrm>
              <a:off x="7505700" y="449263"/>
              <a:ext cx="3144838" cy="2036763"/>
            </a:xfrm>
            <a:custGeom>
              <a:avLst/>
              <a:gdLst>
                <a:gd name="T0" fmla="*/ 707 w 739"/>
                <a:gd name="T1" fmla="*/ 0 h 479"/>
                <a:gd name="T2" fmla="*/ 67 w 739"/>
                <a:gd name="T3" fmla="*/ 0 h 479"/>
                <a:gd name="T4" fmla="*/ 25 w 739"/>
                <a:gd name="T5" fmla="*/ 40 h 479"/>
                <a:gd name="T6" fmla="*/ 0 w 739"/>
                <a:gd name="T7" fmla="*/ 445 h 479"/>
                <a:gd name="T8" fmla="*/ 10 w 739"/>
                <a:gd name="T9" fmla="*/ 473 h 479"/>
                <a:gd name="T10" fmla="*/ 18 w 739"/>
                <a:gd name="T11" fmla="*/ 479 h 479"/>
                <a:gd name="T12" fmla="*/ 11 w 739"/>
                <a:gd name="T13" fmla="*/ 471 h 479"/>
                <a:gd name="T14" fmla="*/ 2 w 739"/>
                <a:gd name="T15" fmla="*/ 445 h 479"/>
                <a:gd name="T16" fmla="*/ 27 w 739"/>
                <a:gd name="T17" fmla="*/ 40 h 479"/>
                <a:gd name="T18" fmla="*/ 67 w 739"/>
                <a:gd name="T19" fmla="*/ 2 h 479"/>
                <a:gd name="T20" fmla="*/ 707 w 739"/>
                <a:gd name="T21" fmla="*/ 2 h 479"/>
                <a:gd name="T22" fmla="*/ 731 w 739"/>
                <a:gd name="T23" fmla="*/ 11 h 479"/>
                <a:gd name="T24" fmla="*/ 739 w 739"/>
                <a:gd name="T25" fmla="*/ 18 h 479"/>
                <a:gd name="T26" fmla="*/ 734 w 739"/>
                <a:gd name="T27" fmla="*/ 12 h 479"/>
                <a:gd name="T28" fmla="*/ 707 w 739"/>
                <a:gd name="T29" fmla="*/ 0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9" h="479">
                  <a:moveTo>
                    <a:pt x="707" y="0"/>
                  </a:moveTo>
                  <a:cubicBezTo>
                    <a:pt x="67" y="0"/>
                    <a:pt x="67" y="0"/>
                    <a:pt x="67" y="0"/>
                  </a:cubicBezTo>
                  <a:cubicBezTo>
                    <a:pt x="45" y="0"/>
                    <a:pt x="26" y="18"/>
                    <a:pt x="25" y="40"/>
                  </a:cubicBezTo>
                  <a:cubicBezTo>
                    <a:pt x="0" y="445"/>
                    <a:pt x="0" y="445"/>
                    <a:pt x="0" y="445"/>
                  </a:cubicBezTo>
                  <a:cubicBezTo>
                    <a:pt x="0" y="456"/>
                    <a:pt x="3" y="466"/>
                    <a:pt x="10" y="473"/>
                  </a:cubicBezTo>
                  <a:cubicBezTo>
                    <a:pt x="13" y="476"/>
                    <a:pt x="15" y="478"/>
                    <a:pt x="18" y="479"/>
                  </a:cubicBezTo>
                  <a:cubicBezTo>
                    <a:pt x="15" y="477"/>
                    <a:pt x="13" y="474"/>
                    <a:pt x="11" y="471"/>
                  </a:cubicBezTo>
                  <a:cubicBezTo>
                    <a:pt x="5" y="464"/>
                    <a:pt x="2" y="455"/>
                    <a:pt x="2" y="445"/>
                  </a:cubicBezTo>
                  <a:cubicBezTo>
                    <a:pt x="27" y="40"/>
                    <a:pt x="27" y="40"/>
                    <a:pt x="27" y="40"/>
                  </a:cubicBezTo>
                  <a:cubicBezTo>
                    <a:pt x="28" y="19"/>
                    <a:pt x="46" y="2"/>
                    <a:pt x="67" y="2"/>
                  </a:cubicBezTo>
                  <a:cubicBezTo>
                    <a:pt x="707" y="2"/>
                    <a:pt x="707" y="2"/>
                    <a:pt x="707" y="2"/>
                  </a:cubicBezTo>
                  <a:cubicBezTo>
                    <a:pt x="716" y="2"/>
                    <a:pt x="724" y="5"/>
                    <a:pt x="731" y="11"/>
                  </a:cubicBezTo>
                  <a:cubicBezTo>
                    <a:pt x="734" y="13"/>
                    <a:pt x="737" y="15"/>
                    <a:pt x="739" y="18"/>
                  </a:cubicBezTo>
                  <a:cubicBezTo>
                    <a:pt x="738" y="16"/>
                    <a:pt x="736" y="14"/>
                    <a:pt x="734" y="12"/>
                  </a:cubicBezTo>
                  <a:cubicBezTo>
                    <a:pt x="727" y="4"/>
                    <a:pt x="718" y="0"/>
                    <a:pt x="707" y="0"/>
                  </a:cubicBezTo>
                </a:path>
              </a:pathLst>
            </a:custGeom>
            <a:solidFill>
              <a:srgbClr val="BDC1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122">
              <a:extLst>
                <a:ext uri="{FF2B5EF4-FFF2-40B4-BE49-F238E27FC236}">
                  <a16:creationId xmlns:a16="http://schemas.microsoft.com/office/drawing/2014/main" id="{ABFE2C27-E4EC-498E-916C-27AF24F803C9}"/>
                </a:ext>
              </a:extLst>
            </p:cNvPr>
            <p:cNvSpPr>
              <a:spLocks/>
            </p:cNvSpPr>
            <p:nvPr/>
          </p:nvSpPr>
          <p:spPr bwMode="auto">
            <a:xfrm>
              <a:off x="8148638" y="2503488"/>
              <a:ext cx="600075" cy="9525"/>
            </a:xfrm>
            <a:custGeom>
              <a:avLst/>
              <a:gdLst>
                <a:gd name="T0" fmla="*/ 112 w 141"/>
                <a:gd name="T1" fmla="*/ 0 h 2"/>
                <a:gd name="T2" fmla="*/ 0 w 141"/>
                <a:gd name="T3" fmla="*/ 0 h 2"/>
                <a:gd name="T4" fmla="*/ 1 w 141"/>
                <a:gd name="T5" fmla="*/ 2 h 2"/>
                <a:gd name="T6" fmla="*/ 140 w 141"/>
                <a:gd name="T7" fmla="*/ 2 h 2"/>
                <a:gd name="T8" fmla="*/ 141 w 141"/>
                <a:gd name="T9" fmla="*/ 1 h 2"/>
                <a:gd name="T10" fmla="*/ 113 w 141"/>
                <a:gd name="T11" fmla="*/ 1 h 2"/>
                <a:gd name="T12" fmla="*/ 112 w 141"/>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41" h="2">
                  <a:moveTo>
                    <a:pt x="112" y="0"/>
                  </a:moveTo>
                  <a:cubicBezTo>
                    <a:pt x="0" y="0"/>
                    <a:pt x="0" y="0"/>
                    <a:pt x="0" y="0"/>
                  </a:cubicBezTo>
                  <a:cubicBezTo>
                    <a:pt x="1" y="2"/>
                    <a:pt x="1" y="2"/>
                    <a:pt x="1" y="2"/>
                  </a:cubicBezTo>
                  <a:cubicBezTo>
                    <a:pt x="140" y="2"/>
                    <a:pt x="140" y="2"/>
                    <a:pt x="140" y="2"/>
                  </a:cubicBezTo>
                  <a:cubicBezTo>
                    <a:pt x="141" y="1"/>
                    <a:pt x="141" y="1"/>
                    <a:pt x="141" y="1"/>
                  </a:cubicBezTo>
                  <a:cubicBezTo>
                    <a:pt x="113" y="1"/>
                    <a:pt x="113" y="1"/>
                    <a:pt x="113" y="1"/>
                  </a:cubicBezTo>
                  <a:cubicBezTo>
                    <a:pt x="113" y="0"/>
                    <a:pt x="113" y="0"/>
                    <a:pt x="112" y="0"/>
                  </a:cubicBezTo>
                </a:path>
              </a:pathLst>
            </a:custGeom>
            <a:solidFill>
              <a:srgbClr val="3865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123">
              <a:extLst>
                <a:ext uri="{FF2B5EF4-FFF2-40B4-BE49-F238E27FC236}">
                  <a16:creationId xmlns:a16="http://schemas.microsoft.com/office/drawing/2014/main" id="{CB890A2D-D1BC-4F82-AC50-BA189A13E5E3}"/>
                </a:ext>
              </a:extLst>
            </p:cNvPr>
            <p:cNvSpPr>
              <a:spLocks/>
            </p:cNvSpPr>
            <p:nvPr/>
          </p:nvSpPr>
          <p:spPr bwMode="auto">
            <a:xfrm>
              <a:off x="8199438" y="1317626"/>
              <a:ext cx="739775" cy="782638"/>
            </a:xfrm>
            <a:custGeom>
              <a:avLst/>
              <a:gdLst>
                <a:gd name="T0" fmla="*/ 168 w 174"/>
                <a:gd name="T1" fmla="*/ 44 h 184"/>
                <a:gd name="T2" fmla="*/ 160 w 174"/>
                <a:gd name="T3" fmla="*/ 60 h 184"/>
                <a:gd name="T4" fmla="*/ 152 w 174"/>
                <a:gd name="T5" fmla="*/ 75 h 184"/>
                <a:gd name="T6" fmla="*/ 133 w 174"/>
                <a:gd name="T7" fmla="*/ 104 h 184"/>
                <a:gd name="T8" fmla="*/ 123 w 174"/>
                <a:gd name="T9" fmla="*/ 118 h 184"/>
                <a:gd name="T10" fmla="*/ 112 w 174"/>
                <a:gd name="T11" fmla="*/ 132 h 184"/>
                <a:gd name="T12" fmla="*/ 88 w 174"/>
                <a:gd name="T13" fmla="*/ 159 h 184"/>
                <a:gd name="T14" fmla="*/ 81 w 174"/>
                <a:gd name="T15" fmla="*/ 165 h 184"/>
                <a:gd name="T16" fmla="*/ 73 w 174"/>
                <a:gd name="T17" fmla="*/ 171 h 184"/>
                <a:gd name="T18" fmla="*/ 66 w 174"/>
                <a:gd name="T19" fmla="*/ 177 h 184"/>
                <a:gd name="T20" fmla="*/ 63 w 174"/>
                <a:gd name="T21" fmla="*/ 178 h 184"/>
                <a:gd name="T22" fmla="*/ 60 w 174"/>
                <a:gd name="T23" fmla="*/ 180 h 184"/>
                <a:gd name="T24" fmla="*/ 53 w 174"/>
                <a:gd name="T25" fmla="*/ 183 h 184"/>
                <a:gd name="T26" fmla="*/ 39 w 174"/>
                <a:gd name="T27" fmla="*/ 183 h 184"/>
                <a:gd name="T28" fmla="*/ 26 w 174"/>
                <a:gd name="T29" fmla="*/ 177 h 184"/>
                <a:gd name="T30" fmla="*/ 21 w 174"/>
                <a:gd name="T31" fmla="*/ 172 h 184"/>
                <a:gd name="T32" fmla="*/ 20 w 174"/>
                <a:gd name="T33" fmla="*/ 170 h 184"/>
                <a:gd name="T34" fmla="*/ 19 w 174"/>
                <a:gd name="T35" fmla="*/ 170 h 184"/>
                <a:gd name="T36" fmla="*/ 19 w 174"/>
                <a:gd name="T37" fmla="*/ 169 h 184"/>
                <a:gd name="T38" fmla="*/ 18 w 174"/>
                <a:gd name="T39" fmla="*/ 168 h 184"/>
                <a:gd name="T40" fmla="*/ 15 w 174"/>
                <a:gd name="T41" fmla="*/ 163 h 184"/>
                <a:gd name="T42" fmla="*/ 13 w 174"/>
                <a:gd name="T43" fmla="*/ 158 h 184"/>
                <a:gd name="T44" fmla="*/ 7 w 174"/>
                <a:gd name="T45" fmla="*/ 139 h 184"/>
                <a:gd name="T46" fmla="*/ 1 w 174"/>
                <a:gd name="T47" fmla="*/ 104 h 184"/>
                <a:gd name="T48" fmla="*/ 0 w 174"/>
                <a:gd name="T49" fmla="*/ 69 h 184"/>
                <a:gd name="T50" fmla="*/ 14 w 174"/>
                <a:gd name="T51" fmla="*/ 56 h 184"/>
                <a:gd name="T52" fmla="*/ 27 w 174"/>
                <a:gd name="T53" fmla="*/ 66 h 184"/>
                <a:gd name="T54" fmla="*/ 27 w 174"/>
                <a:gd name="T55" fmla="*/ 66 h 184"/>
                <a:gd name="T56" fmla="*/ 47 w 174"/>
                <a:gd name="T57" fmla="*/ 126 h 184"/>
                <a:gd name="T58" fmla="*/ 53 w 174"/>
                <a:gd name="T59" fmla="*/ 138 h 184"/>
                <a:gd name="T60" fmla="*/ 54 w 174"/>
                <a:gd name="T61" fmla="*/ 141 h 184"/>
                <a:gd name="T62" fmla="*/ 56 w 174"/>
                <a:gd name="T63" fmla="*/ 143 h 184"/>
                <a:gd name="T64" fmla="*/ 56 w 174"/>
                <a:gd name="T65" fmla="*/ 143 h 184"/>
                <a:gd name="T66" fmla="*/ 56 w 174"/>
                <a:gd name="T67" fmla="*/ 143 h 184"/>
                <a:gd name="T68" fmla="*/ 56 w 174"/>
                <a:gd name="T69" fmla="*/ 143 h 184"/>
                <a:gd name="T70" fmla="*/ 56 w 174"/>
                <a:gd name="T71" fmla="*/ 142 h 184"/>
                <a:gd name="T72" fmla="*/ 53 w 174"/>
                <a:gd name="T73" fmla="*/ 140 h 184"/>
                <a:gd name="T74" fmla="*/ 48 w 174"/>
                <a:gd name="T75" fmla="*/ 137 h 184"/>
                <a:gd name="T76" fmla="*/ 42 w 174"/>
                <a:gd name="T77" fmla="*/ 137 h 184"/>
                <a:gd name="T78" fmla="*/ 39 w 174"/>
                <a:gd name="T79" fmla="*/ 138 h 184"/>
                <a:gd name="T80" fmla="*/ 38 w 174"/>
                <a:gd name="T81" fmla="*/ 139 h 184"/>
                <a:gd name="T82" fmla="*/ 37 w 174"/>
                <a:gd name="T83" fmla="*/ 139 h 184"/>
                <a:gd name="T84" fmla="*/ 42 w 174"/>
                <a:gd name="T85" fmla="*/ 135 h 184"/>
                <a:gd name="T86" fmla="*/ 47 w 174"/>
                <a:gd name="T87" fmla="*/ 129 h 184"/>
                <a:gd name="T88" fmla="*/ 52 w 174"/>
                <a:gd name="T89" fmla="*/ 124 h 184"/>
                <a:gd name="T90" fmla="*/ 87 w 174"/>
                <a:gd name="T91" fmla="*/ 74 h 184"/>
                <a:gd name="T92" fmla="*/ 104 w 174"/>
                <a:gd name="T93" fmla="*/ 47 h 184"/>
                <a:gd name="T94" fmla="*/ 111 w 174"/>
                <a:gd name="T95" fmla="*/ 33 h 184"/>
                <a:gd name="T96" fmla="*/ 119 w 174"/>
                <a:gd name="T97" fmla="*/ 20 h 184"/>
                <a:gd name="T98" fmla="*/ 119 w 174"/>
                <a:gd name="T99" fmla="*/ 19 h 184"/>
                <a:gd name="T100" fmla="*/ 156 w 174"/>
                <a:gd name="T101" fmla="*/ 8 h 184"/>
                <a:gd name="T102" fmla="*/ 168 w 174"/>
                <a:gd name="T103" fmla="*/ 4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4" h="184">
                  <a:moveTo>
                    <a:pt x="168" y="44"/>
                  </a:moveTo>
                  <a:cubicBezTo>
                    <a:pt x="165" y="49"/>
                    <a:pt x="163" y="54"/>
                    <a:pt x="160" y="60"/>
                  </a:cubicBezTo>
                  <a:cubicBezTo>
                    <a:pt x="158" y="65"/>
                    <a:pt x="155" y="70"/>
                    <a:pt x="152" y="75"/>
                  </a:cubicBezTo>
                  <a:cubicBezTo>
                    <a:pt x="146" y="85"/>
                    <a:pt x="140" y="94"/>
                    <a:pt x="133" y="104"/>
                  </a:cubicBezTo>
                  <a:cubicBezTo>
                    <a:pt x="130" y="109"/>
                    <a:pt x="126" y="114"/>
                    <a:pt x="123" y="118"/>
                  </a:cubicBezTo>
                  <a:cubicBezTo>
                    <a:pt x="119" y="123"/>
                    <a:pt x="116" y="128"/>
                    <a:pt x="112" y="132"/>
                  </a:cubicBezTo>
                  <a:cubicBezTo>
                    <a:pt x="105" y="141"/>
                    <a:pt x="96" y="150"/>
                    <a:pt x="88" y="159"/>
                  </a:cubicBezTo>
                  <a:cubicBezTo>
                    <a:pt x="85" y="161"/>
                    <a:pt x="83" y="163"/>
                    <a:pt x="81" y="165"/>
                  </a:cubicBezTo>
                  <a:cubicBezTo>
                    <a:pt x="78" y="167"/>
                    <a:pt x="76" y="169"/>
                    <a:pt x="73" y="171"/>
                  </a:cubicBezTo>
                  <a:cubicBezTo>
                    <a:pt x="66" y="177"/>
                    <a:pt x="66" y="177"/>
                    <a:pt x="66" y="177"/>
                  </a:cubicBezTo>
                  <a:cubicBezTo>
                    <a:pt x="66" y="177"/>
                    <a:pt x="64" y="178"/>
                    <a:pt x="63" y="178"/>
                  </a:cubicBezTo>
                  <a:cubicBezTo>
                    <a:pt x="62" y="179"/>
                    <a:pt x="61" y="180"/>
                    <a:pt x="60" y="180"/>
                  </a:cubicBezTo>
                  <a:cubicBezTo>
                    <a:pt x="58" y="181"/>
                    <a:pt x="56" y="182"/>
                    <a:pt x="53" y="183"/>
                  </a:cubicBezTo>
                  <a:cubicBezTo>
                    <a:pt x="49" y="184"/>
                    <a:pt x="44" y="184"/>
                    <a:pt x="39" y="183"/>
                  </a:cubicBezTo>
                  <a:cubicBezTo>
                    <a:pt x="34" y="182"/>
                    <a:pt x="30" y="180"/>
                    <a:pt x="26" y="177"/>
                  </a:cubicBezTo>
                  <a:cubicBezTo>
                    <a:pt x="24" y="175"/>
                    <a:pt x="22" y="174"/>
                    <a:pt x="21" y="172"/>
                  </a:cubicBezTo>
                  <a:cubicBezTo>
                    <a:pt x="20" y="170"/>
                    <a:pt x="20" y="170"/>
                    <a:pt x="20" y="170"/>
                  </a:cubicBezTo>
                  <a:cubicBezTo>
                    <a:pt x="19" y="170"/>
                    <a:pt x="19" y="170"/>
                    <a:pt x="19" y="170"/>
                  </a:cubicBezTo>
                  <a:cubicBezTo>
                    <a:pt x="19" y="169"/>
                    <a:pt x="19" y="169"/>
                    <a:pt x="19" y="169"/>
                  </a:cubicBezTo>
                  <a:cubicBezTo>
                    <a:pt x="18" y="168"/>
                    <a:pt x="18" y="168"/>
                    <a:pt x="18" y="168"/>
                  </a:cubicBezTo>
                  <a:cubicBezTo>
                    <a:pt x="15" y="163"/>
                    <a:pt x="15" y="163"/>
                    <a:pt x="15" y="163"/>
                  </a:cubicBezTo>
                  <a:cubicBezTo>
                    <a:pt x="15" y="161"/>
                    <a:pt x="14" y="159"/>
                    <a:pt x="13" y="158"/>
                  </a:cubicBezTo>
                  <a:cubicBezTo>
                    <a:pt x="10" y="151"/>
                    <a:pt x="9" y="145"/>
                    <a:pt x="7" y="139"/>
                  </a:cubicBezTo>
                  <a:cubicBezTo>
                    <a:pt x="4" y="127"/>
                    <a:pt x="2" y="116"/>
                    <a:pt x="1" y="104"/>
                  </a:cubicBezTo>
                  <a:cubicBezTo>
                    <a:pt x="0" y="92"/>
                    <a:pt x="0" y="81"/>
                    <a:pt x="0" y="69"/>
                  </a:cubicBezTo>
                  <a:cubicBezTo>
                    <a:pt x="0" y="62"/>
                    <a:pt x="6" y="56"/>
                    <a:pt x="14" y="56"/>
                  </a:cubicBezTo>
                  <a:cubicBezTo>
                    <a:pt x="20" y="56"/>
                    <a:pt x="25" y="60"/>
                    <a:pt x="27" y="66"/>
                  </a:cubicBezTo>
                  <a:cubicBezTo>
                    <a:pt x="27" y="66"/>
                    <a:pt x="27" y="66"/>
                    <a:pt x="27" y="66"/>
                  </a:cubicBezTo>
                  <a:cubicBezTo>
                    <a:pt x="33" y="87"/>
                    <a:pt x="39" y="108"/>
                    <a:pt x="47" y="126"/>
                  </a:cubicBezTo>
                  <a:cubicBezTo>
                    <a:pt x="49" y="131"/>
                    <a:pt x="51" y="135"/>
                    <a:pt x="53" y="138"/>
                  </a:cubicBezTo>
                  <a:cubicBezTo>
                    <a:pt x="53" y="139"/>
                    <a:pt x="54" y="140"/>
                    <a:pt x="54" y="141"/>
                  </a:cubicBezTo>
                  <a:cubicBezTo>
                    <a:pt x="55" y="141"/>
                    <a:pt x="55" y="142"/>
                    <a:pt x="56" y="143"/>
                  </a:cubicBezTo>
                  <a:cubicBezTo>
                    <a:pt x="56" y="143"/>
                    <a:pt x="56" y="143"/>
                    <a:pt x="56" y="143"/>
                  </a:cubicBezTo>
                  <a:cubicBezTo>
                    <a:pt x="56" y="143"/>
                    <a:pt x="56" y="143"/>
                    <a:pt x="56" y="143"/>
                  </a:cubicBezTo>
                  <a:cubicBezTo>
                    <a:pt x="56" y="143"/>
                    <a:pt x="56" y="143"/>
                    <a:pt x="56" y="143"/>
                  </a:cubicBezTo>
                  <a:cubicBezTo>
                    <a:pt x="56" y="142"/>
                    <a:pt x="56" y="142"/>
                    <a:pt x="56" y="142"/>
                  </a:cubicBezTo>
                  <a:cubicBezTo>
                    <a:pt x="55" y="142"/>
                    <a:pt x="54" y="141"/>
                    <a:pt x="53" y="140"/>
                  </a:cubicBezTo>
                  <a:cubicBezTo>
                    <a:pt x="52" y="139"/>
                    <a:pt x="50" y="138"/>
                    <a:pt x="48" y="137"/>
                  </a:cubicBezTo>
                  <a:cubicBezTo>
                    <a:pt x="46" y="137"/>
                    <a:pt x="44" y="137"/>
                    <a:pt x="42" y="137"/>
                  </a:cubicBezTo>
                  <a:cubicBezTo>
                    <a:pt x="41" y="138"/>
                    <a:pt x="40" y="138"/>
                    <a:pt x="39" y="138"/>
                  </a:cubicBezTo>
                  <a:cubicBezTo>
                    <a:pt x="38" y="139"/>
                    <a:pt x="38" y="139"/>
                    <a:pt x="38" y="139"/>
                  </a:cubicBezTo>
                  <a:cubicBezTo>
                    <a:pt x="37" y="139"/>
                    <a:pt x="36" y="140"/>
                    <a:pt x="37" y="139"/>
                  </a:cubicBezTo>
                  <a:cubicBezTo>
                    <a:pt x="42" y="135"/>
                    <a:pt x="42" y="135"/>
                    <a:pt x="42" y="135"/>
                  </a:cubicBezTo>
                  <a:cubicBezTo>
                    <a:pt x="44" y="133"/>
                    <a:pt x="45" y="131"/>
                    <a:pt x="47" y="129"/>
                  </a:cubicBezTo>
                  <a:cubicBezTo>
                    <a:pt x="48" y="128"/>
                    <a:pt x="50" y="126"/>
                    <a:pt x="52" y="124"/>
                  </a:cubicBezTo>
                  <a:cubicBezTo>
                    <a:pt x="65" y="109"/>
                    <a:pt x="76" y="92"/>
                    <a:pt x="87" y="74"/>
                  </a:cubicBezTo>
                  <a:cubicBezTo>
                    <a:pt x="93" y="65"/>
                    <a:pt x="98" y="56"/>
                    <a:pt x="104" y="47"/>
                  </a:cubicBezTo>
                  <a:cubicBezTo>
                    <a:pt x="111" y="33"/>
                    <a:pt x="111" y="33"/>
                    <a:pt x="111" y="33"/>
                  </a:cubicBezTo>
                  <a:cubicBezTo>
                    <a:pt x="119" y="20"/>
                    <a:pt x="119" y="20"/>
                    <a:pt x="119" y="20"/>
                  </a:cubicBezTo>
                  <a:cubicBezTo>
                    <a:pt x="119" y="19"/>
                    <a:pt x="119" y="19"/>
                    <a:pt x="119" y="19"/>
                  </a:cubicBezTo>
                  <a:cubicBezTo>
                    <a:pt x="126" y="5"/>
                    <a:pt x="143" y="0"/>
                    <a:pt x="156" y="8"/>
                  </a:cubicBezTo>
                  <a:cubicBezTo>
                    <a:pt x="169" y="15"/>
                    <a:pt x="174" y="30"/>
                    <a:pt x="168" y="44"/>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124">
              <a:extLst>
                <a:ext uri="{FF2B5EF4-FFF2-40B4-BE49-F238E27FC236}">
                  <a16:creationId xmlns:a16="http://schemas.microsoft.com/office/drawing/2014/main" id="{3C554E96-A2EC-472A-94EE-11E203372808}"/>
                </a:ext>
              </a:extLst>
            </p:cNvPr>
            <p:cNvSpPr>
              <a:spLocks/>
            </p:cNvSpPr>
            <p:nvPr/>
          </p:nvSpPr>
          <p:spPr bwMode="auto">
            <a:xfrm>
              <a:off x="8131175" y="1465263"/>
              <a:ext cx="182563" cy="153988"/>
            </a:xfrm>
            <a:custGeom>
              <a:avLst/>
              <a:gdLst>
                <a:gd name="T0" fmla="*/ 19 w 43"/>
                <a:gd name="T1" fmla="*/ 33 h 36"/>
                <a:gd name="T2" fmla="*/ 0 w 43"/>
                <a:gd name="T3" fmla="*/ 22 h 36"/>
                <a:gd name="T4" fmla="*/ 21 w 43"/>
                <a:gd name="T5" fmla="*/ 0 h 36"/>
                <a:gd name="T6" fmla="*/ 38 w 43"/>
                <a:gd name="T7" fmla="*/ 15 h 36"/>
                <a:gd name="T8" fmla="*/ 35 w 43"/>
                <a:gd name="T9" fmla="*/ 33 h 36"/>
                <a:gd name="T10" fmla="*/ 19 w 43"/>
                <a:gd name="T11" fmla="*/ 33 h 36"/>
              </a:gdLst>
              <a:ahLst/>
              <a:cxnLst>
                <a:cxn ang="0">
                  <a:pos x="T0" y="T1"/>
                </a:cxn>
                <a:cxn ang="0">
                  <a:pos x="T2" y="T3"/>
                </a:cxn>
                <a:cxn ang="0">
                  <a:pos x="T4" y="T5"/>
                </a:cxn>
                <a:cxn ang="0">
                  <a:pos x="T6" y="T7"/>
                </a:cxn>
                <a:cxn ang="0">
                  <a:pos x="T8" y="T9"/>
                </a:cxn>
                <a:cxn ang="0">
                  <a:pos x="T10" y="T11"/>
                </a:cxn>
              </a:cxnLst>
              <a:rect l="0" t="0" r="r" b="b"/>
              <a:pathLst>
                <a:path w="43" h="36">
                  <a:moveTo>
                    <a:pt x="19" y="33"/>
                  </a:moveTo>
                  <a:cubicBezTo>
                    <a:pt x="0" y="22"/>
                    <a:pt x="0" y="22"/>
                    <a:pt x="0" y="22"/>
                  </a:cubicBezTo>
                  <a:cubicBezTo>
                    <a:pt x="21" y="0"/>
                    <a:pt x="21" y="0"/>
                    <a:pt x="21" y="0"/>
                  </a:cubicBezTo>
                  <a:cubicBezTo>
                    <a:pt x="21" y="0"/>
                    <a:pt x="30" y="6"/>
                    <a:pt x="38" y="15"/>
                  </a:cubicBezTo>
                  <a:cubicBezTo>
                    <a:pt x="43" y="21"/>
                    <a:pt x="42" y="30"/>
                    <a:pt x="35" y="33"/>
                  </a:cubicBezTo>
                  <a:cubicBezTo>
                    <a:pt x="30" y="36"/>
                    <a:pt x="24" y="35"/>
                    <a:pt x="19" y="33"/>
                  </a:cubicBezTo>
                  <a:close/>
                </a:path>
              </a:pathLst>
            </a:custGeom>
            <a:solidFill>
              <a:srgbClr val="FFC3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125">
              <a:extLst>
                <a:ext uri="{FF2B5EF4-FFF2-40B4-BE49-F238E27FC236}">
                  <a16:creationId xmlns:a16="http://schemas.microsoft.com/office/drawing/2014/main" id="{8FC76A34-D530-4654-8419-DD9EC4AEC724}"/>
                </a:ext>
              </a:extLst>
            </p:cNvPr>
            <p:cNvSpPr>
              <a:spLocks/>
            </p:cNvSpPr>
            <p:nvPr/>
          </p:nvSpPr>
          <p:spPr bwMode="auto">
            <a:xfrm>
              <a:off x="8097838" y="1419226"/>
              <a:ext cx="122238" cy="139700"/>
            </a:xfrm>
            <a:custGeom>
              <a:avLst/>
              <a:gdLst>
                <a:gd name="T0" fmla="*/ 4 w 29"/>
                <a:gd name="T1" fmla="*/ 10 h 33"/>
                <a:gd name="T2" fmla="*/ 14 w 29"/>
                <a:gd name="T3" fmla="*/ 2 h 33"/>
                <a:gd name="T4" fmla="*/ 23 w 29"/>
                <a:gd name="T5" fmla="*/ 3 h 33"/>
                <a:gd name="T6" fmla="*/ 29 w 29"/>
                <a:gd name="T7" fmla="*/ 11 h 33"/>
                <a:gd name="T8" fmla="*/ 8 w 29"/>
                <a:gd name="T9" fmla="*/ 33 h 33"/>
                <a:gd name="T10" fmla="*/ 1 w 29"/>
                <a:gd name="T11" fmla="*/ 18 h 33"/>
                <a:gd name="T12" fmla="*/ 4 w 29"/>
                <a:gd name="T13" fmla="*/ 10 h 33"/>
              </a:gdLst>
              <a:ahLst/>
              <a:cxnLst>
                <a:cxn ang="0">
                  <a:pos x="T0" y="T1"/>
                </a:cxn>
                <a:cxn ang="0">
                  <a:pos x="T2" y="T3"/>
                </a:cxn>
                <a:cxn ang="0">
                  <a:pos x="T4" y="T5"/>
                </a:cxn>
                <a:cxn ang="0">
                  <a:pos x="T6" y="T7"/>
                </a:cxn>
                <a:cxn ang="0">
                  <a:pos x="T8" y="T9"/>
                </a:cxn>
                <a:cxn ang="0">
                  <a:pos x="T10" y="T11"/>
                </a:cxn>
                <a:cxn ang="0">
                  <a:pos x="T12" y="T13"/>
                </a:cxn>
              </a:cxnLst>
              <a:rect l="0" t="0" r="r" b="b"/>
              <a:pathLst>
                <a:path w="29" h="33">
                  <a:moveTo>
                    <a:pt x="4" y="10"/>
                  </a:moveTo>
                  <a:cubicBezTo>
                    <a:pt x="14" y="2"/>
                    <a:pt x="14" y="2"/>
                    <a:pt x="14" y="2"/>
                  </a:cubicBezTo>
                  <a:cubicBezTo>
                    <a:pt x="17" y="0"/>
                    <a:pt x="21" y="1"/>
                    <a:pt x="23" y="3"/>
                  </a:cubicBezTo>
                  <a:cubicBezTo>
                    <a:pt x="29" y="11"/>
                    <a:pt x="29" y="11"/>
                    <a:pt x="29" y="11"/>
                  </a:cubicBezTo>
                  <a:cubicBezTo>
                    <a:pt x="8" y="33"/>
                    <a:pt x="8" y="33"/>
                    <a:pt x="8" y="33"/>
                  </a:cubicBezTo>
                  <a:cubicBezTo>
                    <a:pt x="1" y="18"/>
                    <a:pt x="1" y="18"/>
                    <a:pt x="1" y="18"/>
                  </a:cubicBezTo>
                  <a:cubicBezTo>
                    <a:pt x="0" y="15"/>
                    <a:pt x="1" y="11"/>
                    <a:pt x="4" y="10"/>
                  </a:cubicBezTo>
                  <a:close/>
                </a:path>
              </a:pathLst>
            </a:custGeom>
            <a:solidFill>
              <a:srgbClr val="FFC3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126">
              <a:extLst>
                <a:ext uri="{FF2B5EF4-FFF2-40B4-BE49-F238E27FC236}">
                  <a16:creationId xmlns:a16="http://schemas.microsoft.com/office/drawing/2014/main" id="{DBF68CBB-5196-4F9B-AC92-6D3458FAAB23}"/>
                </a:ext>
              </a:extLst>
            </p:cNvPr>
            <p:cNvSpPr>
              <a:spLocks/>
            </p:cNvSpPr>
            <p:nvPr/>
          </p:nvSpPr>
          <p:spPr bwMode="auto">
            <a:xfrm>
              <a:off x="8632825" y="1317626"/>
              <a:ext cx="838200" cy="1147763"/>
            </a:xfrm>
            <a:custGeom>
              <a:avLst/>
              <a:gdLst>
                <a:gd name="T0" fmla="*/ 24 w 197"/>
                <a:gd name="T1" fmla="*/ 26 h 270"/>
                <a:gd name="T2" fmla="*/ 47 w 197"/>
                <a:gd name="T3" fmla="*/ 5 h 270"/>
                <a:gd name="T4" fmla="*/ 71 w 197"/>
                <a:gd name="T5" fmla="*/ 2 h 270"/>
                <a:gd name="T6" fmla="*/ 142 w 197"/>
                <a:gd name="T7" fmla="*/ 3 h 270"/>
                <a:gd name="T8" fmla="*/ 178 w 197"/>
                <a:gd name="T9" fmla="*/ 7 h 270"/>
                <a:gd name="T10" fmla="*/ 178 w 197"/>
                <a:gd name="T11" fmla="*/ 7 h 270"/>
                <a:gd name="T12" fmla="*/ 195 w 197"/>
                <a:gd name="T13" fmla="*/ 31 h 270"/>
                <a:gd name="T14" fmla="*/ 174 w 197"/>
                <a:gd name="T15" fmla="*/ 157 h 270"/>
                <a:gd name="T16" fmla="*/ 172 w 197"/>
                <a:gd name="T17" fmla="*/ 270 h 270"/>
                <a:gd name="T18" fmla="*/ 11 w 197"/>
                <a:gd name="T19" fmla="*/ 267 h 270"/>
                <a:gd name="T20" fmla="*/ 24 w 197"/>
                <a:gd name="T21" fmla="*/ 2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7" h="270">
                  <a:moveTo>
                    <a:pt x="24" y="26"/>
                  </a:moveTo>
                  <a:cubicBezTo>
                    <a:pt x="27" y="15"/>
                    <a:pt x="36" y="7"/>
                    <a:pt x="47" y="5"/>
                  </a:cubicBezTo>
                  <a:cubicBezTo>
                    <a:pt x="56" y="4"/>
                    <a:pt x="60" y="2"/>
                    <a:pt x="71" y="2"/>
                  </a:cubicBezTo>
                  <a:cubicBezTo>
                    <a:pt x="90" y="0"/>
                    <a:pt x="121" y="1"/>
                    <a:pt x="142" y="3"/>
                  </a:cubicBezTo>
                  <a:cubicBezTo>
                    <a:pt x="155" y="4"/>
                    <a:pt x="168" y="5"/>
                    <a:pt x="178" y="7"/>
                  </a:cubicBezTo>
                  <a:cubicBezTo>
                    <a:pt x="178" y="7"/>
                    <a:pt x="178" y="7"/>
                    <a:pt x="178" y="7"/>
                  </a:cubicBezTo>
                  <a:cubicBezTo>
                    <a:pt x="189" y="9"/>
                    <a:pt x="197" y="20"/>
                    <a:pt x="195" y="31"/>
                  </a:cubicBezTo>
                  <a:cubicBezTo>
                    <a:pt x="190" y="60"/>
                    <a:pt x="176" y="110"/>
                    <a:pt x="174" y="157"/>
                  </a:cubicBezTo>
                  <a:cubicBezTo>
                    <a:pt x="172" y="220"/>
                    <a:pt x="173" y="255"/>
                    <a:pt x="172" y="270"/>
                  </a:cubicBezTo>
                  <a:cubicBezTo>
                    <a:pt x="11" y="267"/>
                    <a:pt x="11" y="267"/>
                    <a:pt x="11" y="267"/>
                  </a:cubicBezTo>
                  <a:cubicBezTo>
                    <a:pt x="0" y="115"/>
                    <a:pt x="14" y="60"/>
                    <a:pt x="24" y="2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127">
              <a:extLst>
                <a:ext uri="{FF2B5EF4-FFF2-40B4-BE49-F238E27FC236}">
                  <a16:creationId xmlns:a16="http://schemas.microsoft.com/office/drawing/2014/main" id="{99DBF917-A1AA-49FC-9E70-8EA482A2C5D4}"/>
                </a:ext>
              </a:extLst>
            </p:cNvPr>
            <p:cNvSpPr>
              <a:spLocks/>
            </p:cNvSpPr>
            <p:nvPr/>
          </p:nvSpPr>
          <p:spPr bwMode="auto">
            <a:xfrm>
              <a:off x="8578850" y="1317626"/>
              <a:ext cx="914400" cy="1190625"/>
            </a:xfrm>
            <a:custGeom>
              <a:avLst/>
              <a:gdLst>
                <a:gd name="T0" fmla="*/ 195 w 215"/>
                <a:gd name="T1" fmla="*/ 5 h 280"/>
                <a:gd name="T2" fmla="*/ 195 w 215"/>
                <a:gd name="T3" fmla="*/ 5 h 280"/>
                <a:gd name="T4" fmla="*/ 158 w 215"/>
                <a:gd name="T5" fmla="*/ 0 h 280"/>
                <a:gd name="T6" fmla="*/ 151 w 215"/>
                <a:gd name="T7" fmla="*/ 0 h 280"/>
                <a:gd name="T8" fmla="*/ 89 w 215"/>
                <a:gd name="T9" fmla="*/ 151 h 280"/>
                <a:gd name="T10" fmla="*/ 88 w 215"/>
                <a:gd name="T11" fmla="*/ 0 h 280"/>
                <a:gd name="T12" fmla="*/ 54 w 215"/>
                <a:gd name="T13" fmla="*/ 3 h 280"/>
                <a:gd name="T14" fmla="*/ 29 w 215"/>
                <a:gd name="T15" fmla="*/ 26 h 280"/>
                <a:gd name="T16" fmla="*/ 12 w 215"/>
                <a:gd name="T17" fmla="*/ 280 h 280"/>
                <a:gd name="T18" fmla="*/ 190 w 215"/>
                <a:gd name="T19" fmla="*/ 280 h 280"/>
                <a:gd name="T20" fmla="*/ 193 w 215"/>
                <a:gd name="T21" fmla="*/ 178 h 280"/>
                <a:gd name="T22" fmla="*/ 213 w 215"/>
                <a:gd name="T23" fmla="*/ 30 h 280"/>
                <a:gd name="T24" fmla="*/ 195 w 215"/>
                <a:gd name="T25" fmla="*/ 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5" h="280">
                  <a:moveTo>
                    <a:pt x="195" y="5"/>
                  </a:moveTo>
                  <a:cubicBezTo>
                    <a:pt x="195" y="5"/>
                    <a:pt x="195" y="5"/>
                    <a:pt x="195" y="5"/>
                  </a:cubicBezTo>
                  <a:cubicBezTo>
                    <a:pt x="184" y="3"/>
                    <a:pt x="171" y="1"/>
                    <a:pt x="158" y="0"/>
                  </a:cubicBezTo>
                  <a:cubicBezTo>
                    <a:pt x="156" y="0"/>
                    <a:pt x="153" y="0"/>
                    <a:pt x="151" y="0"/>
                  </a:cubicBezTo>
                  <a:cubicBezTo>
                    <a:pt x="144" y="29"/>
                    <a:pt x="102" y="77"/>
                    <a:pt x="89" y="151"/>
                  </a:cubicBezTo>
                  <a:cubicBezTo>
                    <a:pt x="84" y="90"/>
                    <a:pt x="81" y="25"/>
                    <a:pt x="88" y="0"/>
                  </a:cubicBezTo>
                  <a:cubicBezTo>
                    <a:pt x="83" y="0"/>
                    <a:pt x="63" y="1"/>
                    <a:pt x="54" y="3"/>
                  </a:cubicBezTo>
                  <a:cubicBezTo>
                    <a:pt x="43" y="5"/>
                    <a:pt x="33" y="14"/>
                    <a:pt x="29" y="26"/>
                  </a:cubicBezTo>
                  <a:cubicBezTo>
                    <a:pt x="19" y="55"/>
                    <a:pt x="0" y="120"/>
                    <a:pt x="12" y="280"/>
                  </a:cubicBezTo>
                  <a:cubicBezTo>
                    <a:pt x="190" y="280"/>
                    <a:pt x="190" y="280"/>
                    <a:pt x="190" y="280"/>
                  </a:cubicBezTo>
                  <a:cubicBezTo>
                    <a:pt x="191" y="264"/>
                    <a:pt x="187" y="230"/>
                    <a:pt x="193" y="178"/>
                  </a:cubicBezTo>
                  <a:cubicBezTo>
                    <a:pt x="199" y="128"/>
                    <a:pt x="208" y="60"/>
                    <a:pt x="213" y="30"/>
                  </a:cubicBezTo>
                  <a:cubicBezTo>
                    <a:pt x="215" y="18"/>
                    <a:pt x="207" y="7"/>
                    <a:pt x="195" y="5"/>
                  </a:cubicBezTo>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128">
              <a:extLst>
                <a:ext uri="{FF2B5EF4-FFF2-40B4-BE49-F238E27FC236}">
                  <a16:creationId xmlns:a16="http://schemas.microsoft.com/office/drawing/2014/main" id="{644CFD73-9BC7-4622-92B1-2DABBD5AEE23}"/>
                </a:ext>
              </a:extLst>
            </p:cNvPr>
            <p:cNvSpPr>
              <a:spLocks/>
            </p:cNvSpPr>
            <p:nvPr/>
          </p:nvSpPr>
          <p:spPr bwMode="auto">
            <a:xfrm>
              <a:off x="8923338" y="1993901"/>
              <a:ext cx="38100" cy="476250"/>
            </a:xfrm>
            <a:custGeom>
              <a:avLst/>
              <a:gdLst>
                <a:gd name="T0" fmla="*/ 8 w 9"/>
                <a:gd name="T1" fmla="*/ 0 h 112"/>
                <a:gd name="T2" fmla="*/ 7 w 9"/>
                <a:gd name="T3" fmla="*/ 1 h 112"/>
                <a:gd name="T4" fmla="*/ 3 w 9"/>
                <a:gd name="T5" fmla="*/ 111 h 112"/>
                <a:gd name="T6" fmla="*/ 4 w 9"/>
                <a:gd name="T7" fmla="*/ 112 h 112"/>
                <a:gd name="T8" fmla="*/ 4 w 9"/>
                <a:gd name="T9" fmla="*/ 112 h 112"/>
                <a:gd name="T10" fmla="*/ 5 w 9"/>
                <a:gd name="T11" fmla="*/ 111 h 112"/>
                <a:gd name="T12" fmla="*/ 9 w 9"/>
                <a:gd name="T13" fmla="*/ 1 h 112"/>
                <a:gd name="T14" fmla="*/ 8 w 9"/>
                <a:gd name="T15" fmla="*/ 0 h 112"/>
                <a:gd name="T16" fmla="*/ 8 w 9"/>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12">
                  <a:moveTo>
                    <a:pt x="8" y="0"/>
                  </a:moveTo>
                  <a:cubicBezTo>
                    <a:pt x="7" y="0"/>
                    <a:pt x="7" y="1"/>
                    <a:pt x="7" y="1"/>
                  </a:cubicBezTo>
                  <a:cubicBezTo>
                    <a:pt x="7" y="2"/>
                    <a:pt x="0" y="66"/>
                    <a:pt x="3" y="111"/>
                  </a:cubicBezTo>
                  <a:cubicBezTo>
                    <a:pt x="3" y="112"/>
                    <a:pt x="4" y="112"/>
                    <a:pt x="4" y="112"/>
                  </a:cubicBezTo>
                  <a:cubicBezTo>
                    <a:pt x="4" y="112"/>
                    <a:pt x="4" y="112"/>
                    <a:pt x="4" y="112"/>
                  </a:cubicBezTo>
                  <a:cubicBezTo>
                    <a:pt x="5" y="112"/>
                    <a:pt x="6" y="112"/>
                    <a:pt x="5" y="111"/>
                  </a:cubicBezTo>
                  <a:cubicBezTo>
                    <a:pt x="2" y="66"/>
                    <a:pt x="9" y="2"/>
                    <a:pt x="9" y="1"/>
                  </a:cubicBezTo>
                  <a:cubicBezTo>
                    <a:pt x="9" y="1"/>
                    <a:pt x="8" y="0"/>
                    <a:pt x="8" y="0"/>
                  </a:cubicBezTo>
                  <a:cubicBezTo>
                    <a:pt x="8" y="0"/>
                    <a:pt x="8" y="0"/>
                    <a:pt x="8" y="0"/>
                  </a:cubicBezTo>
                </a:path>
              </a:pathLst>
            </a:custGeom>
            <a:solidFill>
              <a:srgbClr val="515B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29">
              <a:extLst>
                <a:ext uri="{FF2B5EF4-FFF2-40B4-BE49-F238E27FC236}">
                  <a16:creationId xmlns:a16="http://schemas.microsoft.com/office/drawing/2014/main" id="{DDBAEDAD-7E34-452C-9C0E-F9FF378478D1}"/>
                </a:ext>
              </a:extLst>
            </p:cNvPr>
            <p:cNvSpPr>
              <a:spLocks/>
            </p:cNvSpPr>
            <p:nvPr/>
          </p:nvSpPr>
          <p:spPr bwMode="auto">
            <a:xfrm>
              <a:off x="9399588" y="1831976"/>
              <a:ext cx="30163" cy="238125"/>
            </a:xfrm>
            <a:custGeom>
              <a:avLst/>
              <a:gdLst>
                <a:gd name="T0" fmla="*/ 7 w 7"/>
                <a:gd name="T1" fmla="*/ 0 h 56"/>
                <a:gd name="T2" fmla="*/ 7 w 7"/>
                <a:gd name="T3" fmla="*/ 0 h 56"/>
                <a:gd name="T4" fmla="*/ 0 w 7"/>
                <a:gd name="T5" fmla="*/ 56 h 56"/>
                <a:gd name="T6" fmla="*/ 0 w 7"/>
                <a:gd name="T7" fmla="*/ 56 h 56"/>
                <a:gd name="T8" fmla="*/ 7 w 7"/>
                <a:gd name="T9" fmla="*/ 0 h 56"/>
              </a:gdLst>
              <a:ahLst/>
              <a:cxnLst>
                <a:cxn ang="0">
                  <a:pos x="T0" y="T1"/>
                </a:cxn>
                <a:cxn ang="0">
                  <a:pos x="T2" y="T3"/>
                </a:cxn>
                <a:cxn ang="0">
                  <a:pos x="T4" y="T5"/>
                </a:cxn>
                <a:cxn ang="0">
                  <a:pos x="T6" y="T7"/>
                </a:cxn>
                <a:cxn ang="0">
                  <a:pos x="T8" y="T9"/>
                </a:cxn>
              </a:cxnLst>
              <a:rect l="0" t="0" r="r" b="b"/>
              <a:pathLst>
                <a:path w="7" h="56">
                  <a:moveTo>
                    <a:pt x="7" y="0"/>
                  </a:moveTo>
                  <a:cubicBezTo>
                    <a:pt x="7" y="0"/>
                    <a:pt x="7" y="0"/>
                    <a:pt x="7" y="0"/>
                  </a:cubicBezTo>
                  <a:cubicBezTo>
                    <a:pt x="5" y="19"/>
                    <a:pt x="2" y="39"/>
                    <a:pt x="0" y="56"/>
                  </a:cubicBezTo>
                  <a:cubicBezTo>
                    <a:pt x="0" y="56"/>
                    <a:pt x="0" y="56"/>
                    <a:pt x="0" y="56"/>
                  </a:cubicBezTo>
                  <a:cubicBezTo>
                    <a:pt x="2" y="39"/>
                    <a:pt x="5" y="20"/>
                    <a:pt x="7" y="0"/>
                  </a:cubicBezTo>
                </a:path>
              </a:pathLst>
            </a:custGeom>
            <a:solidFill>
              <a:srgbClr val="3A5F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30">
              <a:extLst>
                <a:ext uri="{FF2B5EF4-FFF2-40B4-BE49-F238E27FC236}">
                  <a16:creationId xmlns:a16="http://schemas.microsoft.com/office/drawing/2014/main" id="{89D0B058-592F-47BB-B0D3-F8FF4B7D52A0}"/>
                </a:ext>
              </a:extLst>
            </p:cNvPr>
            <p:cNvSpPr>
              <a:spLocks/>
            </p:cNvSpPr>
            <p:nvPr/>
          </p:nvSpPr>
          <p:spPr bwMode="auto">
            <a:xfrm>
              <a:off x="9429750" y="1512888"/>
              <a:ext cx="46038" cy="319088"/>
            </a:xfrm>
            <a:custGeom>
              <a:avLst/>
              <a:gdLst>
                <a:gd name="T0" fmla="*/ 11 w 11"/>
                <a:gd name="T1" fmla="*/ 0 h 75"/>
                <a:gd name="T2" fmla="*/ 0 w 11"/>
                <a:gd name="T3" fmla="*/ 75 h 75"/>
                <a:gd name="T4" fmla="*/ 0 w 11"/>
                <a:gd name="T5" fmla="*/ 75 h 75"/>
                <a:gd name="T6" fmla="*/ 11 w 11"/>
                <a:gd name="T7" fmla="*/ 0 h 75"/>
                <a:gd name="T8" fmla="*/ 11 w 11"/>
                <a:gd name="T9" fmla="*/ 0 h 75"/>
              </a:gdLst>
              <a:ahLst/>
              <a:cxnLst>
                <a:cxn ang="0">
                  <a:pos x="T0" y="T1"/>
                </a:cxn>
                <a:cxn ang="0">
                  <a:pos x="T2" y="T3"/>
                </a:cxn>
                <a:cxn ang="0">
                  <a:pos x="T4" y="T5"/>
                </a:cxn>
                <a:cxn ang="0">
                  <a:pos x="T6" y="T7"/>
                </a:cxn>
                <a:cxn ang="0">
                  <a:pos x="T8" y="T9"/>
                </a:cxn>
              </a:cxnLst>
              <a:rect l="0" t="0" r="r" b="b"/>
              <a:pathLst>
                <a:path w="11" h="75">
                  <a:moveTo>
                    <a:pt x="11" y="0"/>
                  </a:moveTo>
                  <a:cubicBezTo>
                    <a:pt x="8" y="20"/>
                    <a:pt x="4" y="47"/>
                    <a:pt x="0" y="75"/>
                  </a:cubicBezTo>
                  <a:cubicBezTo>
                    <a:pt x="0" y="75"/>
                    <a:pt x="0" y="75"/>
                    <a:pt x="0" y="75"/>
                  </a:cubicBezTo>
                  <a:cubicBezTo>
                    <a:pt x="4" y="47"/>
                    <a:pt x="8" y="20"/>
                    <a:pt x="11" y="0"/>
                  </a:cubicBezTo>
                  <a:cubicBezTo>
                    <a:pt x="11" y="0"/>
                    <a:pt x="11" y="0"/>
                    <a:pt x="11" y="0"/>
                  </a:cubicBezTo>
                </a:path>
              </a:pathLst>
            </a:custGeom>
            <a:solidFill>
              <a:srgbClr val="4767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131">
              <a:extLst>
                <a:ext uri="{FF2B5EF4-FFF2-40B4-BE49-F238E27FC236}">
                  <a16:creationId xmlns:a16="http://schemas.microsoft.com/office/drawing/2014/main" id="{1F8C5D0A-2137-4818-AD1D-5B45160D49AC}"/>
                </a:ext>
              </a:extLst>
            </p:cNvPr>
            <p:cNvSpPr>
              <a:spLocks/>
            </p:cNvSpPr>
            <p:nvPr/>
          </p:nvSpPr>
          <p:spPr bwMode="auto">
            <a:xfrm>
              <a:off x="9356725" y="1503363"/>
              <a:ext cx="119063" cy="566738"/>
            </a:xfrm>
            <a:custGeom>
              <a:avLst/>
              <a:gdLst>
                <a:gd name="T0" fmla="*/ 22 w 28"/>
                <a:gd name="T1" fmla="*/ 0 h 133"/>
                <a:gd name="T2" fmla="*/ 6 w 28"/>
                <a:gd name="T3" fmla="*/ 24 h 133"/>
                <a:gd name="T4" fmla="*/ 10 w 28"/>
                <a:gd name="T5" fmla="*/ 133 h 133"/>
                <a:gd name="T6" fmla="*/ 17 w 28"/>
                <a:gd name="T7" fmla="*/ 77 h 133"/>
                <a:gd name="T8" fmla="*/ 28 w 28"/>
                <a:gd name="T9" fmla="*/ 2 h 133"/>
                <a:gd name="T10" fmla="*/ 22 w 28"/>
                <a:gd name="T11" fmla="*/ 0 h 133"/>
              </a:gdLst>
              <a:ahLst/>
              <a:cxnLst>
                <a:cxn ang="0">
                  <a:pos x="T0" y="T1"/>
                </a:cxn>
                <a:cxn ang="0">
                  <a:pos x="T2" y="T3"/>
                </a:cxn>
                <a:cxn ang="0">
                  <a:pos x="T4" y="T5"/>
                </a:cxn>
                <a:cxn ang="0">
                  <a:pos x="T6" y="T7"/>
                </a:cxn>
                <a:cxn ang="0">
                  <a:pos x="T8" y="T9"/>
                </a:cxn>
                <a:cxn ang="0">
                  <a:pos x="T10" y="T11"/>
                </a:cxn>
              </a:cxnLst>
              <a:rect l="0" t="0" r="r" b="b"/>
              <a:pathLst>
                <a:path w="28" h="133">
                  <a:moveTo>
                    <a:pt x="22" y="0"/>
                  </a:moveTo>
                  <a:cubicBezTo>
                    <a:pt x="16" y="0"/>
                    <a:pt x="10" y="6"/>
                    <a:pt x="6" y="24"/>
                  </a:cubicBezTo>
                  <a:cubicBezTo>
                    <a:pt x="0" y="54"/>
                    <a:pt x="3" y="95"/>
                    <a:pt x="10" y="133"/>
                  </a:cubicBezTo>
                  <a:cubicBezTo>
                    <a:pt x="12" y="116"/>
                    <a:pt x="15" y="96"/>
                    <a:pt x="17" y="77"/>
                  </a:cubicBezTo>
                  <a:cubicBezTo>
                    <a:pt x="21" y="49"/>
                    <a:pt x="25" y="22"/>
                    <a:pt x="28" y="2"/>
                  </a:cubicBezTo>
                  <a:cubicBezTo>
                    <a:pt x="26" y="0"/>
                    <a:pt x="24" y="0"/>
                    <a:pt x="22" y="0"/>
                  </a:cubicBezTo>
                </a:path>
              </a:pathLst>
            </a:custGeom>
            <a:solidFill>
              <a:srgbClr val="1B23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132">
              <a:extLst>
                <a:ext uri="{FF2B5EF4-FFF2-40B4-BE49-F238E27FC236}">
                  <a16:creationId xmlns:a16="http://schemas.microsoft.com/office/drawing/2014/main" id="{EA27A87C-5BB4-4B4E-9311-0085126AF8D2}"/>
                </a:ext>
              </a:extLst>
            </p:cNvPr>
            <p:cNvSpPr>
              <a:spLocks/>
            </p:cNvSpPr>
            <p:nvPr/>
          </p:nvSpPr>
          <p:spPr bwMode="auto">
            <a:xfrm>
              <a:off x="8918575" y="989013"/>
              <a:ext cx="331788" cy="430213"/>
            </a:xfrm>
            <a:custGeom>
              <a:avLst/>
              <a:gdLst>
                <a:gd name="T0" fmla="*/ 7 w 78"/>
                <a:gd name="T1" fmla="*/ 78 h 101"/>
                <a:gd name="T2" fmla="*/ 30 w 78"/>
                <a:gd name="T3" fmla="*/ 47 h 101"/>
                <a:gd name="T4" fmla="*/ 28 w 78"/>
                <a:gd name="T5" fmla="*/ 36 h 101"/>
                <a:gd name="T6" fmla="*/ 54 w 78"/>
                <a:gd name="T7" fmla="*/ 15 h 101"/>
                <a:gd name="T8" fmla="*/ 73 w 78"/>
                <a:gd name="T9" fmla="*/ 0 h 101"/>
                <a:gd name="T10" fmla="*/ 78 w 78"/>
                <a:gd name="T11" fmla="*/ 80 h 101"/>
                <a:gd name="T12" fmla="*/ 30 w 78"/>
                <a:gd name="T13" fmla="*/ 98 h 101"/>
                <a:gd name="T14" fmla="*/ 7 w 78"/>
                <a:gd name="T15" fmla="*/ 78 h 1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01">
                  <a:moveTo>
                    <a:pt x="7" y="78"/>
                  </a:moveTo>
                  <a:cubicBezTo>
                    <a:pt x="28" y="74"/>
                    <a:pt x="32" y="61"/>
                    <a:pt x="30" y="47"/>
                  </a:cubicBezTo>
                  <a:cubicBezTo>
                    <a:pt x="30" y="43"/>
                    <a:pt x="29" y="40"/>
                    <a:pt x="28" y="36"/>
                  </a:cubicBezTo>
                  <a:cubicBezTo>
                    <a:pt x="54" y="15"/>
                    <a:pt x="54" y="15"/>
                    <a:pt x="54" y="15"/>
                  </a:cubicBezTo>
                  <a:cubicBezTo>
                    <a:pt x="73" y="0"/>
                    <a:pt x="73" y="0"/>
                    <a:pt x="73" y="0"/>
                  </a:cubicBezTo>
                  <a:cubicBezTo>
                    <a:pt x="68" y="23"/>
                    <a:pt x="63" y="64"/>
                    <a:pt x="78" y="80"/>
                  </a:cubicBezTo>
                  <a:cubicBezTo>
                    <a:pt x="78" y="80"/>
                    <a:pt x="65" y="101"/>
                    <a:pt x="30" y="98"/>
                  </a:cubicBezTo>
                  <a:cubicBezTo>
                    <a:pt x="0" y="96"/>
                    <a:pt x="7" y="78"/>
                    <a:pt x="7" y="78"/>
                  </a:cubicBezTo>
                </a:path>
              </a:pathLst>
            </a:custGeom>
            <a:solidFill>
              <a:srgbClr val="FFC3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133">
              <a:extLst>
                <a:ext uri="{FF2B5EF4-FFF2-40B4-BE49-F238E27FC236}">
                  <a16:creationId xmlns:a16="http://schemas.microsoft.com/office/drawing/2014/main" id="{B368510E-F770-46E2-8FE6-88EE063B9E12}"/>
                </a:ext>
              </a:extLst>
            </p:cNvPr>
            <p:cNvSpPr>
              <a:spLocks/>
            </p:cNvSpPr>
            <p:nvPr/>
          </p:nvSpPr>
          <p:spPr bwMode="auto">
            <a:xfrm>
              <a:off x="9058275" y="1384301"/>
              <a:ext cx="77788" cy="55563"/>
            </a:xfrm>
            <a:custGeom>
              <a:avLst/>
              <a:gdLst>
                <a:gd name="T0" fmla="*/ 16 w 49"/>
                <a:gd name="T1" fmla="*/ 0 h 35"/>
                <a:gd name="T2" fmla="*/ 0 w 49"/>
                <a:gd name="T3" fmla="*/ 17 h 35"/>
                <a:gd name="T4" fmla="*/ 49 w 49"/>
                <a:gd name="T5" fmla="*/ 35 h 35"/>
                <a:gd name="T6" fmla="*/ 43 w 49"/>
                <a:gd name="T7" fmla="*/ 17 h 35"/>
                <a:gd name="T8" fmla="*/ 16 w 49"/>
                <a:gd name="T9" fmla="*/ 0 h 35"/>
              </a:gdLst>
              <a:ahLst/>
              <a:cxnLst>
                <a:cxn ang="0">
                  <a:pos x="T0" y="T1"/>
                </a:cxn>
                <a:cxn ang="0">
                  <a:pos x="T2" y="T3"/>
                </a:cxn>
                <a:cxn ang="0">
                  <a:pos x="T4" y="T5"/>
                </a:cxn>
                <a:cxn ang="0">
                  <a:pos x="T6" y="T7"/>
                </a:cxn>
                <a:cxn ang="0">
                  <a:pos x="T8" y="T9"/>
                </a:cxn>
              </a:cxnLst>
              <a:rect l="0" t="0" r="r" b="b"/>
              <a:pathLst>
                <a:path w="49" h="35">
                  <a:moveTo>
                    <a:pt x="16" y="0"/>
                  </a:moveTo>
                  <a:lnTo>
                    <a:pt x="0" y="17"/>
                  </a:lnTo>
                  <a:lnTo>
                    <a:pt x="49" y="35"/>
                  </a:lnTo>
                  <a:lnTo>
                    <a:pt x="43" y="17"/>
                  </a:lnTo>
                  <a:lnTo>
                    <a:pt x="16"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134">
              <a:extLst>
                <a:ext uri="{FF2B5EF4-FFF2-40B4-BE49-F238E27FC236}">
                  <a16:creationId xmlns:a16="http://schemas.microsoft.com/office/drawing/2014/main" id="{70FB1D03-F0A0-4E2A-B886-7630BED42259}"/>
                </a:ext>
              </a:extLst>
            </p:cNvPr>
            <p:cNvSpPr>
              <a:spLocks/>
            </p:cNvSpPr>
            <p:nvPr/>
          </p:nvSpPr>
          <p:spPr bwMode="auto">
            <a:xfrm>
              <a:off x="9083675" y="1300163"/>
              <a:ext cx="212725" cy="177800"/>
            </a:xfrm>
            <a:custGeom>
              <a:avLst/>
              <a:gdLst>
                <a:gd name="T0" fmla="*/ 14 w 50"/>
                <a:gd name="T1" fmla="*/ 42 h 42"/>
                <a:gd name="T2" fmla="*/ 0 w 50"/>
                <a:gd name="T3" fmla="*/ 20 h 42"/>
                <a:gd name="T4" fmla="*/ 35 w 50"/>
                <a:gd name="T5" fmla="*/ 0 h 42"/>
                <a:gd name="T6" fmla="*/ 46 w 50"/>
                <a:gd name="T7" fmla="*/ 5 h 42"/>
                <a:gd name="T8" fmla="*/ 14 w 50"/>
                <a:gd name="T9" fmla="*/ 42 h 42"/>
              </a:gdLst>
              <a:ahLst/>
              <a:cxnLst>
                <a:cxn ang="0">
                  <a:pos x="T0" y="T1"/>
                </a:cxn>
                <a:cxn ang="0">
                  <a:pos x="T2" y="T3"/>
                </a:cxn>
                <a:cxn ang="0">
                  <a:pos x="T4" y="T5"/>
                </a:cxn>
                <a:cxn ang="0">
                  <a:pos x="T6" y="T7"/>
                </a:cxn>
                <a:cxn ang="0">
                  <a:pos x="T8" y="T9"/>
                </a:cxn>
              </a:cxnLst>
              <a:rect l="0" t="0" r="r" b="b"/>
              <a:pathLst>
                <a:path w="50" h="42">
                  <a:moveTo>
                    <a:pt x="14" y="42"/>
                  </a:moveTo>
                  <a:cubicBezTo>
                    <a:pt x="14" y="42"/>
                    <a:pt x="7" y="24"/>
                    <a:pt x="0" y="20"/>
                  </a:cubicBezTo>
                  <a:cubicBezTo>
                    <a:pt x="24" y="14"/>
                    <a:pt x="35" y="0"/>
                    <a:pt x="35" y="0"/>
                  </a:cubicBezTo>
                  <a:cubicBezTo>
                    <a:pt x="46" y="5"/>
                    <a:pt x="46" y="5"/>
                    <a:pt x="46" y="5"/>
                  </a:cubicBezTo>
                  <a:cubicBezTo>
                    <a:pt x="46" y="5"/>
                    <a:pt x="50" y="26"/>
                    <a:pt x="14" y="42"/>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135">
              <a:extLst>
                <a:ext uri="{FF2B5EF4-FFF2-40B4-BE49-F238E27FC236}">
                  <a16:creationId xmlns:a16="http://schemas.microsoft.com/office/drawing/2014/main" id="{E51E4262-E4B4-4143-8BAF-AFBAF4A97FF2}"/>
                </a:ext>
              </a:extLst>
            </p:cNvPr>
            <p:cNvSpPr>
              <a:spLocks/>
            </p:cNvSpPr>
            <p:nvPr/>
          </p:nvSpPr>
          <p:spPr bwMode="auto">
            <a:xfrm>
              <a:off x="8977313" y="1381126"/>
              <a:ext cx="80963" cy="33338"/>
            </a:xfrm>
            <a:custGeom>
              <a:avLst/>
              <a:gdLst>
                <a:gd name="T0" fmla="*/ 41 w 51"/>
                <a:gd name="T1" fmla="*/ 0 h 21"/>
                <a:gd name="T2" fmla="*/ 51 w 51"/>
                <a:gd name="T3" fmla="*/ 19 h 21"/>
                <a:gd name="T4" fmla="*/ 0 w 51"/>
                <a:gd name="T5" fmla="*/ 21 h 21"/>
                <a:gd name="T6" fmla="*/ 11 w 51"/>
                <a:gd name="T7" fmla="*/ 5 h 21"/>
                <a:gd name="T8" fmla="*/ 41 w 51"/>
                <a:gd name="T9" fmla="*/ 0 h 21"/>
              </a:gdLst>
              <a:ahLst/>
              <a:cxnLst>
                <a:cxn ang="0">
                  <a:pos x="T0" y="T1"/>
                </a:cxn>
                <a:cxn ang="0">
                  <a:pos x="T2" y="T3"/>
                </a:cxn>
                <a:cxn ang="0">
                  <a:pos x="T4" y="T5"/>
                </a:cxn>
                <a:cxn ang="0">
                  <a:pos x="T6" y="T7"/>
                </a:cxn>
                <a:cxn ang="0">
                  <a:pos x="T8" y="T9"/>
                </a:cxn>
              </a:cxnLst>
              <a:rect l="0" t="0" r="r" b="b"/>
              <a:pathLst>
                <a:path w="51" h="21">
                  <a:moveTo>
                    <a:pt x="41" y="0"/>
                  </a:moveTo>
                  <a:lnTo>
                    <a:pt x="51" y="19"/>
                  </a:lnTo>
                  <a:lnTo>
                    <a:pt x="0" y="21"/>
                  </a:lnTo>
                  <a:lnTo>
                    <a:pt x="11" y="5"/>
                  </a:lnTo>
                  <a:lnTo>
                    <a:pt x="4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36">
              <a:extLst>
                <a:ext uri="{FF2B5EF4-FFF2-40B4-BE49-F238E27FC236}">
                  <a16:creationId xmlns:a16="http://schemas.microsoft.com/office/drawing/2014/main" id="{1494A7B0-E554-46E0-A037-C5A526589605}"/>
                </a:ext>
              </a:extLst>
            </p:cNvPr>
            <p:cNvSpPr>
              <a:spLocks/>
            </p:cNvSpPr>
            <p:nvPr/>
          </p:nvSpPr>
          <p:spPr bwMode="auto">
            <a:xfrm>
              <a:off x="8870950" y="1304926"/>
              <a:ext cx="171450" cy="152400"/>
            </a:xfrm>
            <a:custGeom>
              <a:avLst/>
              <a:gdLst>
                <a:gd name="T0" fmla="*/ 15 w 40"/>
                <a:gd name="T1" fmla="*/ 36 h 36"/>
                <a:gd name="T2" fmla="*/ 40 w 40"/>
                <a:gd name="T3" fmla="*/ 18 h 36"/>
                <a:gd name="T4" fmla="*/ 29 w 40"/>
                <a:gd name="T5" fmla="*/ 0 h 36"/>
                <a:gd name="T6" fmla="*/ 18 w 40"/>
                <a:gd name="T7" fmla="*/ 2 h 36"/>
                <a:gd name="T8" fmla="*/ 15 w 40"/>
                <a:gd name="T9" fmla="*/ 36 h 36"/>
              </a:gdLst>
              <a:ahLst/>
              <a:cxnLst>
                <a:cxn ang="0">
                  <a:pos x="T0" y="T1"/>
                </a:cxn>
                <a:cxn ang="0">
                  <a:pos x="T2" y="T3"/>
                </a:cxn>
                <a:cxn ang="0">
                  <a:pos x="T4" y="T5"/>
                </a:cxn>
                <a:cxn ang="0">
                  <a:pos x="T6" y="T7"/>
                </a:cxn>
                <a:cxn ang="0">
                  <a:pos x="T8" y="T9"/>
                </a:cxn>
              </a:cxnLst>
              <a:rect l="0" t="0" r="r" b="b"/>
              <a:pathLst>
                <a:path w="40" h="36">
                  <a:moveTo>
                    <a:pt x="15" y="36"/>
                  </a:moveTo>
                  <a:cubicBezTo>
                    <a:pt x="15" y="36"/>
                    <a:pt x="25" y="25"/>
                    <a:pt x="40" y="18"/>
                  </a:cubicBezTo>
                  <a:cubicBezTo>
                    <a:pt x="29" y="15"/>
                    <a:pt x="29" y="0"/>
                    <a:pt x="29" y="0"/>
                  </a:cubicBezTo>
                  <a:cubicBezTo>
                    <a:pt x="18" y="2"/>
                    <a:pt x="18" y="2"/>
                    <a:pt x="18" y="2"/>
                  </a:cubicBezTo>
                  <a:cubicBezTo>
                    <a:pt x="18" y="2"/>
                    <a:pt x="0" y="20"/>
                    <a:pt x="15" y="36"/>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37">
              <a:extLst>
                <a:ext uri="{FF2B5EF4-FFF2-40B4-BE49-F238E27FC236}">
                  <a16:creationId xmlns:a16="http://schemas.microsoft.com/office/drawing/2014/main" id="{35D147BA-3F04-476E-B31A-52FE571368D2}"/>
                </a:ext>
              </a:extLst>
            </p:cNvPr>
            <p:cNvSpPr>
              <a:spLocks/>
            </p:cNvSpPr>
            <p:nvPr/>
          </p:nvSpPr>
          <p:spPr bwMode="auto">
            <a:xfrm>
              <a:off x="9093200" y="1052513"/>
              <a:ext cx="55563" cy="47625"/>
            </a:xfrm>
            <a:custGeom>
              <a:avLst/>
              <a:gdLst>
                <a:gd name="T0" fmla="*/ 35 w 35"/>
                <a:gd name="T1" fmla="*/ 0 h 30"/>
                <a:gd name="T2" fmla="*/ 0 w 35"/>
                <a:gd name="T3" fmla="*/ 30 h 30"/>
                <a:gd name="T4" fmla="*/ 0 w 35"/>
                <a:gd name="T5" fmla="*/ 30 h 30"/>
                <a:gd name="T6" fmla="*/ 35 w 35"/>
                <a:gd name="T7" fmla="*/ 0 h 30"/>
                <a:gd name="T8" fmla="*/ 35 w 35"/>
                <a:gd name="T9" fmla="*/ 0 h 30"/>
              </a:gdLst>
              <a:ahLst/>
              <a:cxnLst>
                <a:cxn ang="0">
                  <a:pos x="T0" y="T1"/>
                </a:cxn>
                <a:cxn ang="0">
                  <a:pos x="T2" y="T3"/>
                </a:cxn>
                <a:cxn ang="0">
                  <a:pos x="T4" y="T5"/>
                </a:cxn>
                <a:cxn ang="0">
                  <a:pos x="T6" y="T7"/>
                </a:cxn>
                <a:cxn ang="0">
                  <a:pos x="T8" y="T9"/>
                </a:cxn>
              </a:cxnLst>
              <a:rect l="0" t="0" r="r" b="b"/>
              <a:pathLst>
                <a:path w="35" h="30">
                  <a:moveTo>
                    <a:pt x="35" y="0"/>
                  </a:moveTo>
                  <a:lnTo>
                    <a:pt x="0" y="30"/>
                  </a:lnTo>
                  <a:lnTo>
                    <a:pt x="0" y="30"/>
                  </a:lnTo>
                  <a:lnTo>
                    <a:pt x="35" y="0"/>
                  </a:lnTo>
                  <a:lnTo>
                    <a:pt x="35" y="0"/>
                  </a:lnTo>
                  <a:close/>
                </a:path>
              </a:pathLst>
            </a:custGeom>
            <a:solidFill>
              <a:srgbClr val="426D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138">
              <a:extLst>
                <a:ext uri="{FF2B5EF4-FFF2-40B4-BE49-F238E27FC236}">
                  <a16:creationId xmlns:a16="http://schemas.microsoft.com/office/drawing/2014/main" id="{81191DAD-855F-4E22-B68A-4C070662FE74}"/>
                </a:ext>
              </a:extLst>
            </p:cNvPr>
            <p:cNvSpPr>
              <a:spLocks/>
            </p:cNvSpPr>
            <p:nvPr/>
          </p:nvSpPr>
          <p:spPr bwMode="auto">
            <a:xfrm>
              <a:off x="9093200" y="1052513"/>
              <a:ext cx="55563" cy="47625"/>
            </a:xfrm>
            <a:custGeom>
              <a:avLst/>
              <a:gdLst>
                <a:gd name="T0" fmla="*/ 35 w 35"/>
                <a:gd name="T1" fmla="*/ 0 h 30"/>
                <a:gd name="T2" fmla="*/ 0 w 35"/>
                <a:gd name="T3" fmla="*/ 30 h 30"/>
                <a:gd name="T4" fmla="*/ 0 w 35"/>
                <a:gd name="T5" fmla="*/ 30 h 30"/>
                <a:gd name="T6" fmla="*/ 35 w 35"/>
                <a:gd name="T7" fmla="*/ 0 h 30"/>
                <a:gd name="T8" fmla="*/ 35 w 35"/>
                <a:gd name="T9" fmla="*/ 0 h 30"/>
              </a:gdLst>
              <a:ahLst/>
              <a:cxnLst>
                <a:cxn ang="0">
                  <a:pos x="T0" y="T1"/>
                </a:cxn>
                <a:cxn ang="0">
                  <a:pos x="T2" y="T3"/>
                </a:cxn>
                <a:cxn ang="0">
                  <a:pos x="T4" y="T5"/>
                </a:cxn>
                <a:cxn ang="0">
                  <a:pos x="T6" y="T7"/>
                </a:cxn>
                <a:cxn ang="0">
                  <a:pos x="T8" y="T9"/>
                </a:cxn>
              </a:cxnLst>
              <a:rect l="0" t="0" r="r" b="b"/>
              <a:pathLst>
                <a:path w="35" h="30">
                  <a:moveTo>
                    <a:pt x="35" y="0"/>
                  </a:moveTo>
                  <a:lnTo>
                    <a:pt x="0" y="30"/>
                  </a:lnTo>
                  <a:lnTo>
                    <a:pt x="0" y="30"/>
                  </a:lnTo>
                  <a:lnTo>
                    <a:pt x="35" y="0"/>
                  </a:lnTo>
                  <a:lnTo>
                    <a:pt x="3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139">
              <a:extLst>
                <a:ext uri="{FF2B5EF4-FFF2-40B4-BE49-F238E27FC236}">
                  <a16:creationId xmlns:a16="http://schemas.microsoft.com/office/drawing/2014/main" id="{2E08AEFD-CAC3-43BA-93C8-5E651C45A841}"/>
                </a:ext>
              </a:extLst>
            </p:cNvPr>
            <p:cNvSpPr>
              <a:spLocks/>
            </p:cNvSpPr>
            <p:nvPr/>
          </p:nvSpPr>
          <p:spPr bwMode="auto">
            <a:xfrm>
              <a:off x="9037638" y="1100138"/>
              <a:ext cx="55563" cy="42863"/>
            </a:xfrm>
            <a:custGeom>
              <a:avLst/>
              <a:gdLst>
                <a:gd name="T0" fmla="*/ 13 w 13"/>
                <a:gd name="T1" fmla="*/ 0 h 10"/>
                <a:gd name="T2" fmla="*/ 13 w 13"/>
                <a:gd name="T3" fmla="*/ 0 h 10"/>
                <a:gd name="T4" fmla="*/ 0 w 13"/>
                <a:gd name="T5" fmla="*/ 10 h 10"/>
                <a:gd name="T6" fmla="*/ 0 w 13"/>
                <a:gd name="T7" fmla="*/ 10 h 10"/>
                <a:gd name="T8" fmla="*/ 13 w 13"/>
                <a:gd name="T9" fmla="*/ 0 h 10"/>
              </a:gdLst>
              <a:ahLst/>
              <a:cxnLst>
                <a:cxn ang="0">
                  <a:pos x="T0" y="T1"/>
                </a:cxn>
                <a:cxn ang="0">
                  <a:pos x="T2" y="T3"/>
                </a:cxn>
                <a:cxn ang="0">
                  <a:pos x="T4" y="T5"/>
                </a:cxn>
                <a:cxn ang="0">
                  <a:pos x="T6" y="T7"/>
                </a:cxn>
                <a:cxn ang="0">
                  <a:pos x="T8" y="T9"/>
                </a:cxn>
              </a:cxnLst>
              <a:rect l="0" t="0" r="r" b="b"/>
              <a:pathLst>
                <a:path w="13" h="10">
                  <a:moveTo>
                    <a:pt x="13" y="0"/>
                  </a:moveTo>
                  <a:cubicBezTo>
                    <a:pt x="13" y="0"/>
                    <a:pt x="13" y="0"/>
                    <a:pt x="13" y="0"/>
                  </a:cubicBezTo>
                  <a:cubicBezTo>
                    <a:pt x="0" y="10"/>
                    <a:pt x="0" y="10"/>
                    <a:pt x="0" y="10"/>
                  </a:cubicBezTo>
                  <a:cubicBezTo>
                    <a:pt x="0" y="10"/>
                    <a:pt x="0" y="10"/>
                    <a:pt x="0" y="10"/>
                  </a:cubicBezTo>
                  <a:cubicBezTo>
                    <a:pt x="13" y="0"/>
                    <a:pt x="13" y="0"/>
                    <a:pt x="13" y="0"/>
                  </a:cubicBezTo>
                </a:path>
              </a:pathLst>
            </a:custGeom>
            <a:solidFill>
              <a:srgbClr val="5176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140">
              <a:extLst>
                <a:ext uri="{FF2B5EF4-FFF2-40B4-BE49-F238E27FC236}">
                  <a16:creationId xmlns:a16="http://schemas.microsoft.com/office/drawing/2014/main" id="{4C69284F-DD21-4301-9906-93A42FD66347}"/>
                </a:ext>
              </a:extLst>
            </p:cNvPr>
            <p:cNvSpPr>
              <a:spLocks/>
            </p:cNvSpPr>
            <p:nvPr/>
          </p:nvSpPr>
          <p:spPr bwMode="auto">
            <a:xfrm>
              <a:off x="9037638" y="1052513"/>
              <a:ext cx="114300" cy="136525"/>
            </a:xfrm>
            <a:custGeom>
              <a:avLst/>
              <a:gdLst>
                <a:gd name="T0" fmla="*/ 26 w 27"/>
                <a:gd name="T1" fmla="*/ 0 h 32"/>
                <a:gd name="T2" fmla="*/ 26 w 27"/>
                <a:gd name="T3" fmla="*/ 0 h 32"/>
                <a:gd name="T4" fmla="*/ 13 w 27"/>
                <a:gd name="T5" fmla="*/ 11 h 32"/>
                <a:gd name="T6" fmla="*/ 0 w 27"/>
                <a:gd name="T7" fmla="*/ 21 h 32"/>
                <a:gd name="T8" fmla="*/ 2 w 27"/>
                <a:gd name="T9" fmla="*/ 32 h 32"/>
                <a:gd name="T10" fmla="*/ 26 w 27"/>
                <a:gd name="T11" fmla="*/ 10 h 32"/>
                <a:gd name="T12" fmla="*/ 26 w 27"/>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7" h="32">
                  <a:moveTo>
                    <a:pt x="26" y="0"/>
                  </a:moveTo>
                  <a:cubicBezTo>
                    <a:pt x="26" y="0"/>
                    <a:pt x="26" y="0"/>
                    <a:pt x="26" y="0"/>
                  </a:cubicBezTo>
                  <a:cubicBezTo>
                    <a:pt x="13" y="11"/>
                    <a:pt x="13" y="11"/>
                    <a:pt x="13" y="11"/>
                  </a:cubicBezTo>
                  <a:cubicBezTo>
                    <a:pt x="0" y="21"/>
                    <a:pt x="0" y="21"/>
                    <a:pt x="0" y="21"/>
                  </a:cubicBezTo>
                  <a:cubicBezTo>
                    <a:pt x="1" y="25"/>
                    <a:pt x="2" y="28"/>
                    <a:pt x="2" y="32"/>
                  </a:cubicBezTo>
                  <a:cubicBezTo>
                    <a:pt x="12" y="30"/>
                    <a:pt x="25" y="20"/>
                    <a:pt x="26" y="10"/>
                  </a:cubicBezTo>
                  <a:cubicBezTo>
                    <a:pt x="27" y="6"/>
                    <a:pt x="27" y="3"/>
                    <a:pt x="26" y="0"/>
                  </a:cubicBezTo>
                </a:path>
              </a:pathLst>
            </a:custGeom>
            <a:solidFill>
              <a:srgbClr val="CC9C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141">
              <a:extLst>
                <a:ext uri="{FF2B5EF4-FFF2-40B4-BE49-F238E27FC236}">
                  <a16:creationId xmlns:a16="http://schemas.microsoft.com/office/drawing/2014/main" id="{EDD2F64E-C36D-486D-AB40-9A1556446984}"/>
                </a:ext>
              </a:extLst>
            </p:cNvPr>
            <p:cNvSpPr>
              <a:spLocks/>
            </p:cNvSpPr>
            <p:nvPr/>
          </p:nvSpPr>
          <p:spPr bwMode="auto">
            <a:xfrm>
              <a:off x="8867775" y="611188"/>
              <a:ext cx="169863" cy="314325"/>
            </a:xfrm>
            <a:custGeom>
              <a:avLst/>
              <a:gdLst>
                <a:gd name="T0" fmla="*/ 9 w 40"/>
                <a:gd name="T1" fmla="*/ 21 h 74"/>
                <a:gd name="T2" fmla="*/ 20 w 40"/>
                <a:gd name="T3" fmla="*/ 74 h 74"/>
                <a:gd name="T4" fmla="*/ 9 w 40"/>
                <a:gd name="T5" fmla="*/ 21 h 74"/>
              </a:gdLst>
              <a:ahLst/>
              <a:cxnLst>
                <a:cxn ang="0">
                  <a:pos x="T0" y="T1"/>
                </a:cxn>
                <a:cxn ang="0">
                  <a:pos x="T2" y="T3"/>
                </a:cxn>
                <a:cxn ang="0">
                  <a:pos x="T4" y="T5"/>
                </a:cxn>
              </a:cxnLst>
              <a:rect l="0" t="0" r="r" b="b"/>
              <a:pathLst>
                <a:path w="40" h="74">
                  <a:moveTo>
                    <a:pt x="9" y="21"/>
                  </a:moveTo>
                  <a:cubicBezTo>
                    <a:pt x="0" y="32"/>
                    <a:pt x="1" y="73"/>
                    <a:pt x="20" y="74"/>
                  </a:cubicBezTo>
                  <a:cubicBezTo>
                    <a:pt x="40" y="74"/>
                    <a:pt x="26" y="0"/>
                    <a:pt x="9" y="21"/>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142">
              <a:extLst>
                <a:ext uri="{FF2B5EF4-FFF2-40B4-BE49-F238E27FC236}">
                  <a16:creationId xmlns:a16="http://schemas.microsoft.com/office/drawing/2014/main" id="{8F75D900-F062-4133-8E2F-3E50E4A7EDEA}"/>
                </a:ext>
              </a:extLst>
            </p:cNvPr>
            <p:cNvSpPr>
              <a:spLocks/>
            </p:cNvSpPr>
            <p:nvPr/>
          </p:nvSpPr>
          <p:spPr bwMode="auto">
            <a:xfrm>
              <a:off x="8867775" y="593726"/>
              <a:ext cx="407988" cy="617538"/>
            </a:xfrm>
            <a:custGeom>
              <a:avLst/>
              <a:gdLst>
                <a:gd name="T0" fmla="*/ 94 w 96"/>
                <a:gd name="T1" fmla="*/ 55 h 145"/>
                <a:gd name="T2" fmla="*/ 76 w 96"/>
                <a:gd name="T3" fmla="*/ 120 h 145"/>
                <a:gd name="T4" fmla="*/ 7 w 96"/>
                <a:gd name="T5" fmla="*/ 100 h 145"/>
                <a:gd name="T6" fmla="*/ 35 w 96"/>
                <a:gd name="T7" fmla="*/ 13 h 145"/>
                <a:gd name="T8" fmla="*/ 94 w 96"/>
                <a:gd name="T9" fmla="*/ 55 h 145"/>
              </a:gdLst>
              <a:ahLst/>
              <a:cxnLst>
                <a:cxn ang="0">
                  <a:pos x="T0" y="T1"/>
                </a:cxn>
                <a:cxn ang="0">
                  <a:pos x="T2" y="T3"/>
                </a:cxn>
                <a:cxn ang="0">
                  <a:pos x="T4" y="T5"/>
                </a:cxn>
                <a:cxn ang="0">
                  <a:pos x="T6" y="T7"/>
                </a:cxn>
                <a:cxn ang="0">
                  <a:pos x="T8" y="T9"/>
                </a:cxn>
              </a:cxnLst>
              <a:rect l="0" t="0" r="r" b="b"/>
              <a:pathLst>
                <a:path w="96" h="145">
                  <a:moveTo>
                    <a:pt x="94" y="55"/>
                  </a:moveTo>
                  <a:cubicBezTo>
                    <a:pt x="92" y="86"/>
                    <a:pt x="92" y="104"/>
                    <a:pt x="76" y="120"/>
                  </a:cubicBezTo>
                  <a:cubicBezTo>
                    <a:pt x="53" y="145"/>
                    <a:pt x="14" y="131"/>
                    <a:pt x="7" y="100"/>
                  </a:cubicBezTo>
                  <a:cubicBezTo>
                    <a:pt x="0" y="72"/>
                    <a:pt x="5" y="25"/>
                    <a:pt x="35" y="13"/>
                  </a:cubicBezTo>
                  <a:cubicBezTo>
                    <a:pt x="65" y="0"/>
                    <a:pt x="96" y="23"/>
                    <a:pt x="94" y="55"/>
                  </a:cubicBezTo>
                  <a:close/>
                </a:path>
              </a:pathLst>
            </a:custGeom>
            <a:solidFill>
              <a:srgbClr val="FFC3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143">
              <a:extLst>
                <a:ext uri="{FF2B5EF4-FFF2-40B4-BE49-F238E27FC236}">
                  <a16:creationId xmlns:a16="http://schemas.microsoft.com/office/drawing/2014/main" id="{459CEACF-1708-4133-BCDC-AB44C3E18F15}"/>
                </a:ext>
              </a:extLst>
            </p:cNvPr>
            <p:cNvSpPr>
              <a:spLocks/>
            </p:cNvSpPr>
            <p:nvPr/>
          </p:nvSpPr>
          <p:spPr bwMode="auto">
            <a:xfrm>
              <a:off x="9118600" y="682626"/>
              <a:ext cx="369888" cy="361950"/>
            </a:xfrm>
            <a:custGeom>
              <a:avLst/>
              <a:gdLst>
                <a:gd name="T0" fmla="*/ 19 w 87"/>
                <a:gd name="T1" fmla="*/ 8 h 85"/>
                <a:gd name="T2" fmla="*/ 15 w 87"/>
                <a:gd name="T3" fmla="*/ 52 h 85"/>
                <a:gd name="T4" fmla="*/ 27 w 87"/>
                <a:gd name="T5" fmla="*/ 69 h 85"/>
                <a:gd name="T6" fmla="*/ 27 w 87"/>
                <a:gd name="T7" fmla="*/ 85 h 85"/>
                <a:gd name="T8" fmla="*/ 44 w 87"/>
                <a:gd name="T9" fmla="*/ 0 h 85"/>
                <a:gd name="T10" fmla="*/ 19 w 87"/>
                <a:gd name="T11" fmla="*/ 8 h 85"/>
              </a:gdLst>
              <a:ahLst/>
              <a:cxnLst>
                <a:cxn ang="0">
                  <a:pos x="T0" y="T1"/>
                </a:cxn>
                <a:cxn ang="0">
                  <a:pos x="T2" y="T3"/>
                </a:cxn>
                <a:cxn ang="0">
                  <a:pos x="T4" y="T5"/>
                </a:cxn>
                <a:cxn ang="0">
                  <a:pos x="T6" y="T7"/>
                </a:cxn>
                <a:cxn ang="0">
                  <a:pos x="T8" y="T9"/>
                </a:cxn>
                <a:cxn ang="0">
                  <a:pos x="T10" y="T11"/>
                </a:cxn>
              </a:cxnLst>
              <a:rect l="0" t="0" r="r" b="b"/>
              <a:pathLst>
                <a:path w="87" h="85">
                  <a:moveTo>
                    <a:pt x="19" y="8"/>
                  </a:moveTo>
                  <a:cubicBezTo>
                    <a:pt x="0" y="27"/>
                    <a:pt x="25" y="41"/>
                    <a:pt x="15" y="52"/>
                  </a:cubicBezTo>
                  <a:cubicBezTo>
                    <a:pt x="34" y="61"/>
                    <a:pt x="27" y="69"/>
                    <a:pt x="27" y="69"/>
                  </a:cubicBezTo>
                  <a:cubicBezTo>
                    <a:pt x="27" y="69"/>
                    <a:pt x="24" y="76"/>
                    <a:pt x="27" y="85"/>
                  </a:cubicBezTo>
                  <a:cubicBezTo>
                    <a:pt x="48" y="80"/>
                    <a:pt x="87" y="10"/>
                    <a:pt x="44" y="0"/>
                  </a:cubicBezTo>
                  <a:cubicBezTo>
                    <a:pt x="19" y="11"/>
                    <a:pt x="19" y="8"/>
                    <a:pt x="19" y="8"/>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44">
              <a:extLst>
                <a:ext uri="{FF2B5EF4-FFF2-40B4-BE49-F238E27FC236}">
                  <a16:creationId xmlns:a16="http://schemas.microsoft.com/office/drawing/2014/main" id="{0BA28551-C111-498C-A778-9BAF87E3E8D4}"/>
                </a:ext>
              </a:extLst>
            </p:cNvPr>
            <p:cNvSpPr>
              <a:spLocks/>
            </p:cNvSpPr>
            <p:nvPr/>
          </p:nvSpPr>
          <p:spPr bwMode="auto">
            <a:xfrm>
              <a:off x="8855075" y="538163"/>
              <a:ext cx="496888" cy="247650"/>
            </a:xfrm>
            <a:custGeom>
              <a:avLst/>
              <a:gdLst>
                <a:gd name="T0" fmla="*/ 89 w 117"/>
                <a:gd name="T1" fmla="*/ 56 h 58"/>
                <a:gd name="T2" fmla="*/ 33 w 117"/>
                <a:gd name="T3" fmla="*/ 42 h 58"/>
                <a:gd name="T4" fmla="*/ 21 w 117"/>
                <a:gd name="T5" fmla="*/ 53 h 58"/>
                <a:gd name="T6" fmla="*/ 3 w 117"/>
                <a:gd name="T7" fmla="*/ 30 h 58"/>
                <a:gd name="T8" fmla="*/ 54 w 117"/>
                <a:gd name="T9" fmla="*/ 13 h 58"/>
                <a:gd name="T10" fmla="*/ 107 w 117"/>
                <a:gd name="T11" fmla="*/ 21 h 58"/>
                <a:gd name="T12" fmla="*/ 89 w 117"/>
                <a:gd name="T13" fmla="*/ 56 h 58"/>
              </a:gdLst>
              <a:ahLst/>
              <a:cxnLst>
                <a:cxn ang="0">
                  <a:pos x="T0" y="T1"/>
                </a:cxn>
                <a:cxn ang="0">
                  <a:pos x="T2" y="T3"/>
                </a:cxn>
                <a:cxn ang="0">
                  <a:pos x="T4" y="T5"/>
                </a:cxn>
                <a:cxn ang="0">
                  <a:pos x="T6" y="T7"/>
                </a:cxn>
                <a:cxn ang="0">
                  <a:pos x="T8" y="T9"/>
                </a:cxn>
                <a:cxn ang="0">
                  <a:pos x="T10" y="T11"/>
                </a:cxn>
                <a:cxn ang="0">
                  <a:pos x="T12" y="T13"/>
                </a:cxn>
              </a:cxnLst>
              <a:rect l="0" t="0" r="r" b="b"/>
              <a:pathLst>
                <a:path w="117" h="58">
                  <a:moveTo>
                    <a:pt x="89" y="56"/>
                  </a:moveTo>
                  <a:cubicBezTo>
                    <a:pt x="71" y="58"/>
                    <a:pt x="47" y="50"/>
                    <a:pt x="33" y="42"/>
                  </a:cubicBezTo>
                  <a:cubicBezTo>
                    <a:pt x="18" y="35"/>
                    <a:pt x="16" y="49"/>
                    <a:pt x="21" y="53"/>
                  </a:cubicBezTo>
                  <a:cubicBezTo>
                    <a:pt x="12" y="53"/>
                    <a:pt x="0" y="46"/>
                    <a:pt x="3" y="30"/>
                  </a:cubicBezTo>
                  <a:cubicBezTo>
                    <a:pt x="6" y="15"/>
                    <a:pt x="26" y="0"/>
                    <a:pt x="54" y="13"/>
                  </a:cubicBezTo>
                  <a:cubicBezTo>
                    <a:pt x="73" y="22"/>
                    <a:pt x="98" y="10"/>
                    <a:pt x="107" y="21"/>
                  </a:cubicBezTo>
                  <a:cubicBezTo>
                    <a:pt x="117" y="31"/>
                    <a:pt x="102" y="54"/>
                    <a:pt x="89" y="56"/>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45">
              <a:extLst>
                <a:ext uri="{FF2B5EF4-FFF2-40B4-BE49-F238E27FC236}">
                  <a16:creationId xmlns:a16="http://schemas.microsoft.com/office/drawing/2014/main" id="{AA9D8AA7-F55E-4424-9828-5D3D64C19A2D}"/>
                </a:ext>
              </a:extLst>
            </p:cNvPr>
            <p:cNvSpPr>
              <a:spLocks/>
            </p:cNvSpPr>
            <p:nvPr/>
          </p:nvSpPr>
          <p:spPr bwMode="auto">
            <a:xfrm>
              <a:off x="9288463" y="588963"/>
              <a:ext cx="98425" cy="128588"/>
            </a:xfrm>
            <a:custGeom>
              <a:avLst/>
              <a:gdLst>
                <a:gd name="T0" fmla="*/ 0 w 23"/>
                <a:gd name="T1" fmla="*/ 23 h 30"/>
                <a:gd name="T2" fmla="*/ 9 w 23"/>
                <a:gd name="T3" fmla="*/ 0 h 30"/>
                <a:gd name="T4" fmla="*/ 9 w 23"/>
                <a:gd name="T5" fmla="*/ 30 h 30"/>
                <a:gd name="T6" fmla="*/ 0 w 23"/>
                <a:gd name="T7" fmla="*/ 23 h 30"/>
              </a:gdLst>
              <a:ahLst/>
              <a:cxnLst>
                <a:cxn ang="0">
                  <a:pos x="T0" y="T1"/>
                </a:cxn>
                <a:cxn ang="0">
                  <a:pos x="T2" y="T3"/>
                </a:cxn>
                <a:cxn ang="0">
                  <a:pos x="T4" y="T5"/>
                </a:cxn>
                <a:cxn ang="0">
                  <a:pos x="T6" y="T7"/>
                </a:cxn>
              </a:cxnLst>
              <a:rect l="0" t="0" r="r" b="b"/>
              <a:pathLst>
                <a:path w="23" h="30">
                  <a:moveTo>
                    <a:pt x="0" y="23"/>
                  </a:moveTo>
                  <a:cubicBezTo>
                    <a:pt x="12" y="22"/>
                    <a:pt x="13" y="14"/>
                    <a:pt x="9" y="0"/>
                  </a:cubicBezTo>
                  <a:cubicBezTo>
                    <a:pt x="23" y="19"/>
                    <a:pt x="18" y="25"/>
                    <a:pt x="9" y="30"/>
                  </a:cubicBezTo>
                  <a:cubicBezTo>
                    <a:pt x="1" y="27"/>
                    <a:pt x="0" y="23"/>
                    <a:pt x="0" y="23"/>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46">
              <a:extLst>
                <a:ext uri="{FF2B5EF4-FFF2-40B4-BE49-F238E27FC236}">
                  <a16:creationId xmlns:a16="http://schemas.microsoft.com/office/drawing/2014/main" id="{04A36148-1D30-4B73-9614-42B3163CE622}"/>
                </a:ext>
              </a:extLst>
            </p:cNvPr>
            <p:cNvSpPr>
              <a:spLocks/>
            </p:cNvSpPr>
            <p:nvPr/>
          </p:nvSpPr>
          <p:spPr bwMode="auto">
            <a:xfrm>
              <a:off x="9194800" y="857251"/>
              <a:ext cx="119063" cy="144463"/>
            </a:xfrm>
            <a:custGeom>
              <a:avLst/>
              <a:gdLst>
                <a:gd name="T0" fmla="*/ 25 w 28"/>
                <a:gd name="T1" fmla="*/ 17 h 34"/>
                <a:gd name="T2" fmla="*/ 11 w 28"/>
                <a:gd name="T3" fmla="*/ 30 h 34"/>
                <a:gd name="T4" fmla="*/ 2 w 28"/>
                <a:gd name="T5" fmla="*/ 18 h 34"/>
                <a:gd name="T6" fmla="*/ 18 w 28"/>
                <a:gd name="T7" fmla="*/ 0 h 34"/>
                <a:gd name="T8" fmla="*/ 25 w 28"/>
                <a:gd name="T9" fmla="*/ 17 h 34"/>
              </a:gdLst>
              <a:ahLst/>
              <a:cxnLst>
                <a:cxn ang="0">
                  <a:pos x="T0" y="T1"/>
                </a:cxn>
                <a:cxn ang="0">
                  <a:pos x="T2" y="T3"/>
                </a:cxn>
                <a:cxn ang="0">
                  <a:pos x="T4" y="T5"/>
                </a:cxn>
                <a:cxn ang="0">
                  <a:pos x="T6" y="T7"/>
                </a:cxn>
                <a:cxn ang="0">
                  <a:pos x="T8" y="T9"/>
                </a:cxn>
              </a:cxnLst>
              <a:rect l="0" t="0" r="r" b="b"/>
              <a:pathLst>
                <a:path w="28" h="34">
                  <a:moveTo>
                    <a:pt x="25" y="17"/>
                  </a:moveTo>
                  <a:cubicBezTo>
                    <a:pt x="22" y="23"/>
                    <a:pt x="17" y="28"/>
                    <a:pt x="11" y="30"/>
                  </a:cubicBezTo>
                  <a:cubicBezTo>
                    <a:pt x="4" y="34"/>
                    <a:pt x="0" y="27"/>
                    <a:pt x="2" y="18"/>
                  </a:cubicBezTo>
                  <a:cubicBezTo>
                    <a:pt x="4" y="11"/>
                    <a:pt x="10" y="0"/>
                    <a:pt x="18" y="0"/>
                  </a:cubicBezTo>
                  <a:cubicBezTo>
                    <a:pt x="25" y="0"/>
                    <a:pt x="28" y="9"/>
                    <a:pt x="25" y="17"/>
                  </a:cubicBezTo>
                  <a:close/>
                </a:path>
              </a:pathLst>
            </a:custGeom>
            <a:solidFill>
              <a:srgbClr val="FFC3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47">
              <a:extLst>
                <a:ext uri="{FF2B5EF4-FFF2-40B4-BE49-F238E27FC236}">
                  <a16:creationId xmlns:a16="http://schemas.microsoft.com/office/drawing/2014/main" id="{CFE01E42-F2E7-4FEA-A71C-5A13B6D70094}"/>
                </a:ext>
              </a:extLst>
            </p:cNvPr>
            <p:cNvSpPr>
              <a:spLocks/>
            </p:cNvSpPr>
            <p:nvPr/>
          </p:nvSpPr>
          <p:spPr bwMode="auto">
            <a:xfrm>
              <a:off x="9032875" y="844551"/>
              <a:ext cx="25400" cy="42863"/>
            </a:xfrm>
            <a:custGeom>
              <a:avLst/>
              <a:gdLst>
                <a:gd name="T0" fmla="*/ 6 w 6"/>
                <a:gd name="T1" fmla="*/ 5 h 10"/>
                <a:gd name="T2" fmla="*/ 3 w 6"/>
                <a:gd name="T3" fmla="*/ 10 h 10"/>
                <a:gd name="T4" fmla="*/ 0 w 6"/>
                <a:gd name="T5" fmla="*/ 5 h 10"/>
                <a:gd name="T6" fmla="*/ 3 w 6"/>
                <a:gd name="T7" fmla="*/ 0 h 10"/>
                <a:gd name="T8" fmla="*/ 6 w 6"/>
                <a:gd name="T9" fmla="*/ 5 h 10"/>
              </a:gdLst>
              <a:ahLst/>
              <a:cxnLst>
                <a:cxn ang="0">
                  <a:pos x="T0" y="T1"/>
                </a:cxn>
                <a:cxn ang="0">
                  <a:pos x="T2" y="T3"/>
                </a:cxn>
                <a:cxn ang="0">
                  <a:pos x="T4" y="T5"/>
                </a:cxn>
                <a:cxn ang="0">
                  <a:pos x="T6" y="T7"/>
                </a:cxn>
                <a:cxn ang="0">
                  <a:pos x="T8" y="T9"/>
                </a:cxn>
              </a:cxnLst>
              <a:rect l="0" t="0" r="r" b="b"/>
              <a:pathLst>
                <a:path w="6" h="10">
                  <a:moveTo>
                    <a:pt x="6" y="5"/>
                  </a:moveTo>
                  <a:cubicBezTo>
                    <a:pt x="6" y="8"/>
                    <a:pt x="4" y="10"/>
                    <a:pt x="3" y="10"/>
                  </a:cubicBezTo>
                  <a:cubicBezTo>
                    <a:pt x="1" y="10"/>
                    <a:pt x="0" y="8"/>
                    <a:pt x="0" y="5"/>
                  </a:cubicBezTo>
                  <a:cubicBezTo>
                    <a:pt x="0" y="3"/>
                    <a:pt x="1" y="0"/>
                    <a:pt x="3" y="0"/>
                  </a:cubicBezTo>
                  <a:cubicBezTo>
                    <a:pt x="5" y="0"/>
                    <a:pt x="6" y="2"/>
                    <a:pt x="6" y="5"/>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Oval 148">
              <a:extLst>
                <a:ext uri="{FF2B5EF4-FFF2-40B4-BE49-F238E27FC236}">
                  <a16:creationId xmlns:a16="http://schemas.microsoft.com/office/drawing/2014/main" id="{CCE68037-7668-4A4C-9395-B054EC5A4663}"/>
                </a:ext>
              </a:extLst>
            </p:cNvPr>
            <p:cNvSpPr>
              <a:spLocks noChangeArrowheads="1"/>
            </p:cNvSpPr>
            <p:nvPr/>
          </p:nvSpPr>
          <p:spPr bwMode="auto">
            <a:xfrm>
              <a:off x="8910638" y="849313"/>
              <a:ext cx="25400" cy="38100"/>
            </a:xfrm>
            <a:prstGeom prst="ellipse">
              <a:avLst/>
            </a:pr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49">
              <a:extLst>
                <a:ext uri="{FF2B5EF4-FFF2-40B4-BE49-F238E27FC236}">
                  <a16:creationId xmlns:a16="http://schemas.microsoft.com/office/drawing/2014/main" id="{15720918-ABBC-4BEB-BF9C-F826772F1F24}"/>
                </a:ext>
              </a:extLst>
            </p:cNvPr>
            <p:cNvSpPr>
              <a:spLocks/>
            </p:cNvSpPr>
            <p:nvPr/>
          </p:nvSpPr>
          <p:spPr bwMode="auto">
            <a:xfrm>
              <a:off x="8931275" y="869951"/>
              <a:ext cx="50800" cy="111125"/>
            </a:xfrm>
            <a:custGeom>
              <a:avLst/>
              <a:gdLst>
                <a:gd name="T0" fmla="*/ 12 w 12"/>
                <a:gd name="T1" fmla="*/ 0 h 26"/>
                <a:gd name="T2" fmla="*/ 0 w 12"/>
                <a:gd name="T3" fmla="*/ 22 h 26"/>
                <a:gd name="T4" fmla="*/ 12 w 12"/>
                <a:gd name="T5" fmla="*/ 24 h 26"/>
                <a:gd name="T6" fmla="*/ 12 w 12"/>
                <a:gd name="T7" fmla="*/ 0 h 26"/>
              </a:gdLst>
              <a:ahLst/>
              <a:cxnLst>
                <a:cxn ang="0">
                  <a:pos x="T0" y="T1"/>
                </a:cxn>
                <a:cxn ang="0">
                  <a:pos x="T2" y="T3"/>
                </a:cxn>
                <a:cxn ang="0">
                  <a:pos x="T4" y="T5"/>
                </a:cxn>
                <a:cxn ang="0">
                  <a:pos x="T6" y="T7"/>
                </a:cxn>
              </a:cxnLst>
              <a:rect l="0" t="0" r="r" b="b"/>
              <a:pathLst>
                <a:path w="12" h="26">
                  <a:moveTo>
                    <a:pt x="12" y="0"/>
                  </a:moveTo>
                  <a:cubicBezTo>
                    <a:pt x="12" y="0"/>
                    <a:pt x="6" y="15"/>
                    <a:pt x="0" y="22"/>
                  </a:cubicBezTo>
                  <a:cubicBezTo>
                    <a:pt x="4" y="26"/>
                    <a:pt x="12" y="24"/>
                    <a:pt x="12" y="24"/>
                  </a:cubicBezTo>
                  <a:lnTo>
                    <a:pt x="12" y="0"/>
                  </a:lnTo>
                  <a:close/>
                </a:path>
              </a:pathLst>
            </a:custGeom>
            <a:solidFill>
              <a:srgbClr val="ED84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50">
              <a:extLst>
                <a:ext uri="{FF2B5EF4-FFF2-40B4-BE49-F238E27FC236}">
                  <a16:creationId xmlns:a16="http://schemas.microsoft.com/office/drawing/2014/main" id="{5569D93B-F6E4-4FEF-875E-A78CFDA93506}"/>
                </a:ext>
              </a:extLst>
            </p:cNvPr>
            <p:cNvSpPr>
              <a:spLocks/>
            </p:cNvSpPr>
            <p:nvPr/>
          </p:nvSpPr>
          <p:spPr bwMode="auto">
            <a:xfrm>
              <a:off x="9007475" y="958851"/>
              <a:ext cx="80963" cy="42863"/>
            </a:xfrm>
            <a:custGeom>
              <a:avLst/>
              <a:gdLst>
                <a:gd name="T0" fmla="*/ 4 w 19"/>
                <a:gd name="T1" fmla="*/ 10 h 10"/>
                <a:gd name="T2" fmla="*/ 19 w 19"/>
                <a:gd name="T3" fmla="*/ 1 h 10"/>
                <a:gd name="T4" fmla="*/ 19 w 19"/>
                <a:gd name="T5" fmla="*/ 0 h 10"/>
                <a:gd name="T6" fmla="*/ 18 w 19"/>
                <a:gd name="T7" fmla="*/ 1 h 10"/>
                <a:gd name="T8" fmla="*/ 1 w 19"/>
                <a:gd name="T9" fmla="*/ 9 h 10"/>
                <a:gd name="T10" fmla="*/ 0 w 19"/>
                <a:gd name="T11" fmla="*/ 9 h 10"/>
                <a:gd name="T12" fmla="*/ 1 w 19"/>
                <a:gd name="T13" fmla="*/ 10 h 10"/>
                <a:gd name="T14" fmla="*/ 4 w 1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0">
                  <a:moveTo>
                    <a:pt x="4" y="10"/>
                  </a:moveTo>
                  <a:cubicBezTo>
                    <a:pt x="14" y="9"/>
                    <a:pt x="19" y="2"/>
                    <a:pt x="19" y="1"/>
                  </a:cubicBezTo>
                  <a:cubicBezTo>
                    <a:pt x="19" y="0"/>
                    <a:pt x="19" y="0"/>
                    <a:pt x="19" y="0"/>
                  </a:cubicBezTo>
                  <a:cubicBezTo>
                    <a:pt x="18" y="1"/>
                    <a:pt x="18" y="1"/>
                    <a:pt x="18" y="1"/>
                  </a:cubicBezTo>
                  <a:cubicBezTo>
                    <a:pt x="17" y="1"/>
                    <a:pt x="12" y="9"/>
                    <a:pt x="1" y="9"/>
                  </a:cubicBezTo>
                  <a:cubicBezTo>
                    <a:pt x="1" y="9"/>
                    <a:pt x="0" y="9"/>
                    <a:pt x="0" y="9"/>
                  </a:cubicBezTo>
                  <a:cubicBezTo>
                    <a:pt x="0" y="10"/>
                    <a:pt x="1" y="10"/>
                    <a:pt x="1" y="10"/>
                  </a:cubicBezTo>
                  <a:cubicBezTo>
                    <a:pt x="2" y="10"/>
                    <a:pt x="3" y="10"/>
                    <a:pt x="4" y="10"/>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51">
              <a:extLst>
                <a:ext uri="{FF2B5EF4-FFF2-40B4-BE49-F238E27FC236}">
                  <a16:creationId xmlns:a16="http://schemas.microsoft.com/office/drawing/2014/main" id="{1CF12703-FD63-4D91-A5C4-30910911C649}"/>
                </a:ext>
              </a:extLst>
            </p:cNvPr>
            <p:cNvSpPr>
              <a:spLocks/>
            </p:cNvSpPr>
            <p:nvPr/>
          </p:nvSpPr>
          <p:spPr bwMode="auto">
            <a:xfrm>
              <a:off x="9063038" y="785813"/>
              <a:ext cx="60325" cy="38100"/>
            </a:xfrm>
            <a:custGeom>
              <a:avLst/>
              <a:gdLst>
                <a:gd name="T0" fmla="*/ 13 w 14"/>
                <a:gd name="T1" fmla="*/ 9 h 9"/>
                <a:gd name="T2" fmla="*/ 13 w 14"/>
                <a:gd name="T3" fmla="*/ 9 h 9"/>
                <a:gd name="T4" fmla="*/ 14 w 14"/>
                <a:gd name="T5" fmla="*/ 7 h 9"/>
                <a:gd name="T6" fmla="*/ 2 w 14"/>
                <a:gd name="T7" fmla="*/ 0 h 9"/>
                <a:gd name="T8" fmla="*/ 0 w 14"/>
                <a:gd name="T9" fmla="*/ 2 h 9"/>
                <a:gd name="T10" fmla="*/ 2 w 14"/>
                <a:gd name="T11" fmla="*/ 3 h 9"/>
                <a:gd name="T12" fmla="*/ 11 w 14"/>
                <a:gd name="T13" fmla="*/ 8 h 9"/>
                <a:gd name="T14" fmla="*/ 13 w 14"/>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13" y="9"/>
                  </a:moveTo>
                  <a:cubicBezTo>
                    <a:pt x="13" y="9"/>
                    <a:pt x="13" y="9"/>
                    <a:pt x="13" y="9"/>
                  </a:cubicBezTo>
                  <a:cubicBezTo>
                    <a:pt x="14" y="8"/>
                    <a:pt x="14" y="7"/>
                    <a:pt x="14" y="7"/>
                  </a:cubicBezTo>
                  <a:cubicBezTo>
                    <a:pt x="9" y="0"/>
                    <a:pt x="2" y="0"/>
                    <a:pt x="2" y="0"/>
                  </a:cubicBezTo>
                  <a:cubicBezTo>
                    <a:pt x="1" y="0"/>
                    <a:pt x="0" y="1"/>
                    <a:pt x="0" y="2"/>
                  </a:cubicBezTo>
                  <a:cubicBezTo>
                    <a:pt x="0" y="3"/>
                    <a:pt x="1" y="3"/>
                    <a:pt x="2" y="3"/>
                  </a:cubicBezTo>
                  <a:cubicBezTo>
                    <a:pt x="2" y="3"/>
                    <a:pt x="7" y="3"/>
                    <a:pt x="11" y="8"/>
                  </a:cubicBezTo>
                  <a:cubicBezTo>
                    <a:pt x="12" y="9"/>
                    <a:pt x="12" y="9"/>
                    <a:pt x="13" y="9"/>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52">
              <a:extLst>
                <a:ext uri="{FF2B5EF4-FFF2-40B4-BE49-F238E27FC236}">
                  <a16:creationId xmlns:a16="http://schemas.microsoft.com/office/drawing/2014/main" id="{626BB93A-A9B6-4DA5-AA20-72FC2BBBF55C}"/>
                </a:ext>
              </a:extLst>
            </p:cNvPr>
            <p:cNvSpPr>
              <a:spLocks/>
            </p:cNvSpPr>
            <p:nvPr/>
          </p:nvSpPr>
          <p:spPr bwMode="auto">
            <a:xfrm>
              <a:off x="8880475" y="781051"/>
              <a:ext cx="55563" cy="46038"/>
            </a:xfrm>
            <a:custGeom>
              <a:avLst/>
              <a:gdLst>
                <a:gd name="T0" fmla="*/ 2 w 13"/>
                <a:gd name="T1" fmla="*/ 11 h 11"/>
                <a:gd name="T2" fmla="*/ 3 w 13"/>
                <a:gd name="T3" fmla="*/ 10 h 11"/>
                <a:gd name="T4" fmla="*/ 11 w 13"/>
                <a:gd name="T5" fmla="*/ 3 h 11"/>
                <a:gd name="T6" fmla="*/ 12 w 13"/>
                <a:gd name="T7" fmla="*/ 2 h 11"/>
                <a:gd name="T8" fmla="*/ 11 w 13"/>
                <a:gd name="T9" fmla="*/ 0 h 11"/>
                <a:gd name="T10" fmla="*/ 11 w 13"/>
                <a:gd name="T11" fmla="*/ 0 h 11"/>
                <a:gd name="T12" fmla="*/ 0 w 13"/>
                <a:gd name="T13" fmla="*/ 9 h 11"/>
                <a:gd name="T14" fmla="*/ 1 w 13"/>
                <a:gd name="T15" fmla="*/ 11 h 11"/>
                <a:gd name="T16" fmla="*/ 2 w 13"/>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1">
                  <a:moveTo>
                    <a:pt x="2" y="11"/>
                  </a:moveTo>
                  <a:cubicBezTo>
                    <a:pt x="2" y="11"/>
                    <a:pt x="3" y="11"/>
                    <a:pt x="3" y="10"/>
                  </a:cubicBezTo>
                  <a:cubicBezTo>
                    <a:pt x="6" y="4"/>
                    <a:pt x="11" y="3"/>
                    <a:pt x="11" y="3"/>
                  </a:cubicBezTo>
                  <a:cubicBezTo>
                    <a:pt x="12" y="3"/>
                    <a:pt x="13" y="3"/>
                    <a:pt x="12" y="2"/>
                  </a:cubicBezTo>
                  <a:cubicBezTo>
                    <a:pt x="12" y="1"/>
                    <a:pt x="12" y="0"/>
                    <a:pt x="11" y="0"/>
                  </a:cubicBezTo>
                  <a:cubicBezTo>
                    <a:pt x="11" y="0"/>
                    <a:pt x="11" y="0"/>
                    <a:pt x="11" y="0"/>
                  </a:cubicBezTo>
                  <a:cubicBezTo>
                    <a:pt x="10" y="1"/>
                    <a:pt x="4" y="2"/>
                    <a:pt x="0" y="9"/>
                  </a:cubicBezTo>
                  <a:cubicBezTo>
                    <a:pt x="0" y="10"/>
                    <a:pt x="0" y="11"/>
                    <a:pt x="1" y="11"/>
                  </a:cubicBezTo>
                  <a:lnTo>
                    <a:pt x="2" y="11"/>
                  </a:ln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53">
              <a:extLst>
                <a:ext uri="{FF2B5EF4-FFF2-40B4-BE49-F238E27FC236}">
                  <a16:creationId xmlns:a16="http://schemas.microsoft.com/office/drawing/2014/main" id="{16872846-BA2B-4651-87E8-20BBED5210D1}"/>
                </a:ext>
              </a:extLst>
            </p:cNvPr>
            <p:cNvSpPr>
              <a:spLocks/>
            </p:cNvSpPr>
            <p:nvPr/>
          </p:nvSpPr>
          <p:spPr bwMode="auto">
            <a:xfrm>
              <a:off x="9217025" y="1330326"/>
              <a:ext cx="479425" cy="1003300"/>
            </a:xfrm>
            <a:custGeom>
              <a:avLst/>
              <a:gdLst>
                <a:gd name="T0" fmla="*/ 68 w 113"/>
                <a:gd name="T1" fmla="*/ 20 h 236"/>
                <a:gd name="T2" fmla="*/ 81 w 113"/>
                <a:gd name="T3" fmla="*/ 50 h 236"/>
                <a:gd name="T4" fmla="*/ 92 w 113"/>
                <a:gd name="T5" fmla="*/ 80 h 236"/>
                <a:gd name="T6" fmla="*/ 109 w 113"/>
                <a:gd name="T7" fmla="*/ 144 h 236"/>
                <a:gd name="T8" fmla="*/ 112 w 113"/>
                <a:gd name="T9" fmla="*/ 160 h 236"/>
                <a:gd name="T10" fmla="*/ 112 w 113"/>
                <a:gd name="T11" fmla="*/ 165 h 236"/>
                <a:gd name="T12" fmla="*/ 112 w 113"/>
                <a:gd name="T13" fmla="*/ 167 h 236"/>
                <a:gd name="T14" fmla="*/ 113 w 113"/>
                <a:gd name="T15" fmla="*/ 168 h 236"/>
                <a:gd name="T16" fmla="*/ 113 w 113"/>
                <a:gd name="T17" fmla="*/ 169 h 236"/>
                <a:gd name="T18" fmla="*/ 113 w 113"/>
                <a:gd name="T19" fmla="*/ 182 h 236"/>
                <a:gd name="T20" fmla="*/ 104 w 113"/>
                <a:gd name="T21" fmla="*/ 207 h 236"/>
                <a:gd name="T22" fmla="*/ 85 w 113"/>
                <a:gd name="T23" fmla="*/ 224 h 236"/>
                <a:gd name="T24" fmla="*/ 66 w 113"/>
                <a:gd name="T25" fmla="*/ 232 h 236"/>
                <a:gd name="T26" fmla="*/ 48 w 113"/>
                <a:gd name="T27" fmla="*/ 236 h 236"/>
                <a:gd name="T28" fmla="*/ 30 w 113"/>
                <a:gd name="T29" fmla="*/ 236 h 236"/>
                <a:gd name="T30" fmla="*/ 13 w 113"/>
                <a:gd name="T31" fmla="*/ 234 h 236"/>
                <a:gd name="T32" fmla="*/ 1 w 113"/>
                <a:gd name="T33" fmla="*/ 218 h 236"/>
                <a:gd name="T34" fmla="*/ 12 w 113"/>
                <a:gd name="T35" fmla="*/ 207 h 236"/>
                <a:gd name="T36" fmla="*/ 13 w 113"/>
                <a:gd name="T37" fmla="*/ 207 h 236"/>
                <a:gd name="T38" fmla="*/ 27 w 113"/>
                <a:gd name="T39" fmla="*/ 204 h 236"/>
                <a:gd name="T40" fmla="*/ 40 w 113"/>
                <a:gd name="T41" fmla="*/ 199 h 236"/>
                <a:gd name="T42" fmla="*/ 61 w 113"/>
                <a:gd name="T43" fmla="*/ 188 h 236"/>
                <a:gd name="T44" fmla="*/ 64 w 113"/>
                <a:gd name="T45" fmla="*/ 183 h 236"/>
                <a:gd name="T46" fmla="*/ 64 w 113"/>
                <a:gd name="T47" fmla="*/ 179 h 236"/>
                <a:gd name="T48" fmla="*/ 63 w 113"/>
                <a:gd name="T49" fmla="*/ 175 h 236"/>
                <a:gd name="T50" fmla="*/ 62 w 113"/>
                <a:gd name="T51" fmla="*/ 169 h 236"/>
                <a:gd name="T52" fmla="*/ 59 w 113"/>
                <a:gd name="T53" fmla="*/ 155 h 236"/>
                <a:gd name="T54" fmla="*/ 50 w 113"/>
                <a:gd name="T55" fmla="*/ 127 h 236"/>
                <a:gd name="T56" fmla="*/ 40 w 113"/>
                <a:gd name="T57" fmla="*/ 99 h 236"/>
                <a:gd name="T58" fmla="*/ 29 w 113"/>
                <a:gd name="T59" fmla="*/ 70 h 236"/>
                <a:gd name="T60" fmla="*/ 18 w 113"/>
                <a:gd name="T61" fmla="*/ 43 h 236"/>
                <a:gd name="T62" fmla="*/ 18 w 113"/>
                <a:gd name="T63" fmla="*/ 42 h 236"/>
                <a:gd name="T64" fmla="*/ 32 w 113"/>
                <a:gd name="T65" fmla="*/ 6 h 236"/>
                <a:gd name="T66" fmla="*/ 68 w 113"/>
                <a:gd name="T67" fmla="*/ 2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236">
                  <a:moveTo>
                    <a:pt x="68" y="20"/>
                  </a:moveTo>
                  <a:cubicBezTo>
                    <a:pt x="73" y="30"/>
                    <a:pt x="77" y="40"/>
                    <a:pt x="81" y="50"/>
                  </a:cubicBezTo>
                  <a:cubicBezTo>
                    <a:pt x="85" y="60"/>
                    <a:pt x="89" y="70"/>
                    <a:pt x="92" y="80"/>
                  </a:cubicBezTo>
                  <a:cubicBezTo>
                    <a:pt x="99" y="101"/>
                    <a:pt x="105" y="122"/>
                    <a:pt x="109" y="144"/>
                  </a:cubicBezTo>
                  <a:cubicBezTo>
                    <a:pt x="110" y="149"/>
                    <a:pt x="111" y="155"/>
                    <a:pt x="112" y="160"/>
                  </a:cubicBezTo>
                  <a:cubicBezTo>
                    <a:pt x="112" y="165"/>
                    <a:pt x="112" y="165"/>
                    <a:pt x="112" y="165"/>
                  </a:cubicBezTo>
                  <a:cubicBezTo>
                    <a:pt x="112" y="167"/>
                    <a:pt x="112" y="167"/>
                    <a:pt x="112" y="167"/>
                  </a:cubicBezTo>
                  <a:cubicBezTo>
                    <a:pt x="113" y="168"/>
                    <a:pt x="113" y="168"/>
                    <a:pt x="113" y="168"/>
                  </a:cubicBezTo>
                  <a:cubicBezTo>
                    <a:pt x="113" y="169"/>
                    <a:pt x="113" y="169"/>
                    <a:pt x="113" y="169"/>
                  </a:cubicBezTo>
                  <a:cubicBezTo>
                    <a:pt x="113" y="173"/>
                    <a:pt x="113" y="177"/>
                    <a:pt x="113" y="182"/>
                  </a:cubicBezTo>
                  <a:cubicBezTo>
                    <a:pt x="112" y="190"/>
                    <a:pt x="109" y="200"/>
                    <a:pt x="104" y="207"/>
                  </a:cubicBezTo>
                  <a:cubicBezTo>
                    <a:pt x="99" y="215"/>
                    <a:pt x="92" y="220"/>
                    <a:pt x="85" y="224"/>
                  </a:cubicBezTo>
                  <a:cubicBezTo>
                    <a:pt x="79" y="228"/>
                    <a:pt x="72" y="231"/>
                    <a:pt x="66" y="232"/>
                  </a:cubicBezTo>
                  <a:cubicBezTo>
                    <a:pt x="60" y="234"/>
                    <a:pt x="54" y="235"/>
                    <a:pt x="48" y="236"/>
                  </a:cubicBezTo>
                  <a:cubicBezTo>
                    <a:pt x="42" y="236"/>
                    <a:pt x="36" y="236"/>
                    <a:pt x="30" y="236"/>
                  </a:cubicBezTo>
                  <a:cubicBezTo>
                    <a:pt x="24" y="236"/>
                    <a:pt x="19" y="235"/>
                    <a:pt x="13" y="234"/>
                  </a:cubicBezTo>
                  <a:cubicBezTo>
                    <a:pt x="5" y="233"/>
                    <a:pt x="0" y="226"/>
                    <a:pt x="1" y="218"/>
                  </a:cubicBezTo>
                  <a:cubicBezTo>
                    <a:pt x="2" y="213"/>
                    <a:pt x="7" y="208"/>
                    <a:pt x="12" y="207"/>
                  </a:cubicBezTo>
                  <a:cubicBezTo>
                    <a:pt x="13" y="207"/>
                    <a:pt x="13" y="207"/>
                    <a:pt x="13" y="207"/>
                  </a:cubicBezTo>
                  <a:cubicBezTo>
                    <a:pt x="17" y="206"/>
                    <a:pt x="23" y="205"/>
                    <a:pt x="27" y="204"/>
                  </a:cubicBezTo>
                  <a:cubicBezTo>
                    <a:pt x="32" y="202"/>
                    <a:pt x="36" y="201"/>
                    <a:pt x="40" y="199"/>
                  </a:cubicBezTo>
                  <a:cubicBezTo>
                    <a:pt x="49" y="196"/>
                    <a:pt x="56" y="192"/>
                    <a:pt x="61" y="188"/>
                  </a:cubicBezTo>
                  <a:cubicBezTo>
                    <a:pt x="63" y="186"/>
                    <a:pt x="64" y="184"/>
                    <a:pt x="64" y="183"/>
                  </a:cubicBezTo>
                  <a:cubicBezTo>
                    <a:pt x="64" y="182"/>
                    <a:pt x="64" y="180"/>
                    <a:pt x="64" y="179"/>
                  </a:cubicBezTo>
                  <a:cubicBezTo>
                    <a:pt x="64" y="178"/>
                    <a:pt x="64" y="177"/>
                    <a:pt x="63" y="175"/>
                  </a:cubicBezTo>
                  <a:cubicBezTo>
                    <a:pt x="62" y="169"/>
                    <a:pt x="62" y="169"/>
                    <a:pt x="62" y="169"/>
                  </a:cubicBezTo>
                  <a:cubicBezTo>
                    <a:pt x="61" y="164"/>
                    <a:pt x="60" y="160"/>
                    <a:pt x="59" y="155"/>
                  </a:cubicBezTo>
                  <a:cubicBezTo>
                    <a:pt x="56" y="146"/>
                    <a:pt x="53" y="136"/>
                    <a:pt x="50" y="127"/>
                  </a:cubicBezTo>
                  <a:cubicBezTo>
                    <a:pt x="47" y="117"/>
                    <a:pt x="44" y="108"/>
                    <a:pt x="40" y="99"/>
                  </a:cubicBezTo>
                  <a:cubicBezTo>
                    <a:pt x="37" y="89"/>
                    <a:pt x="33" y="80"/>
                    <a:pt x="29" y="70"/>
                  </a:cubicBezTo>
                  <a:cubicBezTo>
                    <a:pt x="25" y="61"/>
                    <a:pt x="22" y="52"/>
                    <a:pt x="18" y="43"/>
                  </a:cubicBezTo>
                  <a:cubicBezTo>
                    <a:pt x="18" y="42"/>
                    <a:pt x="18" y="42"/>
                    <a:pt x="18" y="42"/>
                  </a:cubicBezTo>
                  <a:cubicBezTo>
                    <a:pt x="12" y="28"/>
                    <a:pt x="18" y="12"/>
                    <a:pt x="32" y="6"/>
                  </a:cubicBezTo>
                  <a:cubicBezTo>
                    <a:pt x="46" y="0"/>
                    <a:pt x="62" y="6"/>
                    <a:pt x="68" y="20"/>
                  </a:cubicBezTo>
                  <a:close/>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154">
              <a:extLst>
                <a:ext uri="{FF2B5EF4-FFF2-40B4-BE49-F238E27FC236}">
                  <a16:creationId xmlns:a16="http://schemas.microsoft.com/office/drawing/2014/main" id="{7DE1061A-B477-4DC0-82C3-5C7B6E53E172}"/>
                </a:ext>
              </a:extLst>
            </p:cNvPr>
            <p:cNvSpPr>
              <a:spLocks/>
            </p:cNvSpPr>
            <p:nvPr/>
          </p:nvSpPr>
          <p:spPr bwMode="auto">
            <a:xfrm>
              <a:off x="9139238" y="2244726"/>
              <a:ext cx="217488" cy="96838"/>
            </a:xfrm>
            <a:custGeom>
              <a:avLst/>
              <a:gdLst>
                <a:gd name="T0" fmla="*/ 18 w 51"/>
                <a:gd name="T1" fmla="*/ 4 h 23"/>
                <a:gd name="T2" fmla="*/ 0 w 51"/>
                <a:gd name="T3" fmla="*/ 12 h 23"/>
                <a:gd name="T4" fmla="*/ 31 w 51"/>
                <a:gd name="T5" fmla="*/ 23 h 23"/>
                <a:gd name="T6" fmla="*/ 41 w 51"/>
                <a:gd name="T7" fmla="*/ 5 h 23"/>
                <a:gd name="T8" fmla="*/ 36 w 51"/>
                <a:gd name="T9" fmla="*/ 3 h 23"/>
                <a:gd name="T10" fmla="*/ 18 w 51"/>
                <a:gd name="T11" fmla="*/ 4 h 23"/>
              </a:gdLst>
              <a:ahLst/>
              <a:cxnLst>
                <a:cxn ang="0">
                  <a:pos x="T0" y="T1"/>
                </a:cxn>
                <a:cxn ang="0">
                  <a:pos x="T2" y="T3"/>
                </a:cxn>
                <a:cxn ang="0">
                  <a:pos x="T4" y="T5"/>
                </a:cxn>
                <a:cxn ang="0">
                  <a:pos x="T6" y="T7"/>
                </a:cxn>
                <a:cxn ang="0">
                  <a:pos x="T8" y="T9"/>
                </a:cxn>
                <a:cxn ang="0">
                  <a:pos x="T10" y="T11"/>
                </a:cxn>
              </a:cxnLst>
              <a:rect l="0" t="0" r="r" b="b"/>
              <a:pathLst>
                <a:path w="51" h="23">
                  <a:moveTo>
                    <a:pt x="18" y="4"/>
                  </a:moveTo>
                  <a:cubicBezTo>
                    <a:pt x="0" y="12"/>
                    <a:pt x="0" y="12"/>
                    <a:pt x="0" y="12"/>
                  </a:cubicBezTo>
                  <a:cubicBezTo>
                    <a:pt x="31" y="23"/>
                    <a:pt x="31" y="23"/>
                    <a:pt x="31" y="23"/>
                  </a:cubicBezTo>
                  <a:cubicBezTo>
                    <a:pt x="31" y="23"/>
                    <a:pt x="51" y="16"/>
                    <a:pt x="41" y="5"/>
                  </a:cubicBezTo>
                  <a:cubicBezTo>
                    <a:pt x="36" y="3"/>
                    <a:pt x="36" y="3"/>
                    <a:pt x="36" y="3"/>
                  </a:cubicBezTo>
                  <a:cubicBezTo>
                    <a:pt x="27" y="0"/>
                    <a:pt x="22" y="1"/>
                    <a:pt x="18" y="4"/>
                  </a:cubicBezTo>
                  <a:close/>
                </a:path>
              </a:pathLst>
            </a:custGeom>
            <a:solidFill>
              <a:srgbClr val="FFC3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155">
              <a:extLst>
                <a:ext uri="{FF2B5EF4-FFF2-40B4-BE49-F238E27FC236}">
                  <a16:creationId xmlns:a16="http://schemas.microsoft.com/office/drawing/2014/main" id="{0A1AE5F0-7BBC-453A-974F-DEEFF973C60D}"/>
                </a:ext>
              </a:extLst>
            </p:cNvPr>
            <p:cNvSpPr>
              <a:spLocks/>
            </p:cNvSpPr>
            <p:nvPr/>
          </p:nvSpPr>
          <p:spPr bwMode="auto">
            <a:xfrm>
              <a:off x="9110663" y="2295526"/>
              <a:ext cx="160338" cy="106363"/>
            </a:xfrm>
            <a:custGeom>
              <a:avLst/>
              <a:gdLst>
                <a:gd name="T0" fmla="*/ 9 w 38"/>
                <a:gd name="T1" fmla="*/ 22 h 25"/>
                <a:gd name="T2" fmla="*/ 23 w 38"/>
                <a:gd name="T3" fmla="*/ 24 h 25"/>
                <a:gd name="T4" fmla="*/ 33 w 38"/>
                <a:gd name="T5" fmla="*/ 19 h 25"/>
                <a:gd name="T6" fmla="*/ 38 w 38"/>
                <a:gd name="T7" fmla="*/ 11 h 25"/>
                <a:gd name="T8" fmla="*/ 7 w 38"/>
                <a:gd name="T9" fmla="*/ 0 h 25"/>
                <a:gd name="T10" fmla="*/ 3 w 38"/>
                <a:gd name="T11" fmla="*/ 8 h 25"/>
                <a:gd name="T12" fmla="*/ 9 w 38"/>
                <a:gd name="T13" fmla="*/ 22 h 25"/>
              </a:gdLst>
              <a:ahLst/>
              <a:cxnLst>
                <a:cxn ang="0">
                  <a:pos x="T0" y="T1"/>
                </a:cxn>
                <a:cxn ang="0">
                  <a:pos x="T2" y="T3"/>
                </a:cxn>
                <a:cxn ang="0">
                  <a:pos x="T4" y="T5"/>
                </a:cxn>
                <a:cxn ang="0">
                  <a:pos x="T6" y="T7"/>
                </a:cxn>
                <a:cxn ang="0">
                  <a:pos x="T8" y="T9"/>
                </a:cxn>
                <a:cxn ang="0">
                  <a:pos x="T10" y="T11"/>
                </a:cxn>
                <a:cxn ang="0">
                  <a:pos x="T12" y="T13"/>
                </a:cxn>
              </a:cxnLst>
              <a:rect l="0" t="0" r="r" b="b"/>
              <a:pathLst>
                <a:path w="38" h="25">
                  <a:moveTo>
                    <a:pt x="9" y="22"/>
                  </a:moveTo>
                  <a:cubicBezTo>
                    <a:pt x="23" y="24"/>
                    <a:pt x="23" y="24"/>
                    <a:pt x="23" y="24"/>
                  </a:cubicBezTo>
                  <a:cubicBezTo>
                    <a:pt x="27" y="25"/>
                    <a:pt x="31" y="23"/>
                    <a:pt x="33" y="19"/>
                  </a:cubicBezTo>
                  <a:cubicBezTo>
                    <a:pt x="38" y="11"/>
                    <a:pt x="38" y="11"/>
                    <a:pt x="38" y="11"/>
                  </a:cubicBezTo>
                  <a:cubicBezTo>
                    <a:pt x="7" y="0"/>
                    <a:pt x="7" y="0"/>
                    <a:pt x="7" y="0"/>
                  </a:cubicBezTo>
                  <a:cubicBezTo>
                    <a:pt x="3" y="8"/>
                    <a:pt x="3" y="8"/>
                    <a:pt x="3" y="8"/>
                  </a:cubicBezTo>
                  <a:cubicBezTo>
                    <a:pt x="0" y="14"/>
                    <a:pt x="3" y="20"/>
                    <a:pt x="9" y="22"/>
                  </a:cubicBezTo>
                  <a:close/>
                </a:path>
              </a:pathLst>
            </a:custGeom>
            <a:solidFill>
              <a:srgbClr val="FFC3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TextBox 3">
            <a:extLst>
              <a:ext uri="{FF2B5EF4-FFF2-40B4-BE49-F238E27FC236}">
                <a16:creationId xmlns:a16="http://schemas.microsoft.com/office/drawing/2014/main" id="{6522D129-816B-4FA8-9399-1DEEC8379173}"/>
              </a:ext>
            </a:extLst>
          </p:cNvPr>
          <p:cNvSpPr txBox="1"/>
          <p:nvPr/>
        </p:nvSpPr>
        <p:spPr>
          <a:xfrm>
            <a:off x="1104900" y="1333022"/>
            <a:ext cx="4563529" cy="1015663"/>
          </a:xfrm>
          <a:prstGeom prst="rect">
            <a:avLst/>
          </a:prstGeom>
          <a:noFill/>
        </p:spPr>
        <p:txBody>
          <a:bodyPr wrap="square" lIns="0" rtlCol="0">
            <a:spAutoFit/>
          </a:bodyPr>
          <a:lstStyle/>
          <a:p>
            <a:pPr>
              <a:spcBef>
                <a:spcPts val="1000"/>
              </a:spcBef>
            </a:pPr>
            <a:r>
              <a:rPr lang="es-CL" sz="6000" b="1" dirty="0">
                <a:latin typeface="+mj-lt"/>
              </a:rPr>
              <a:t>Clase 03</a:t>
            </a:r>
          </a:p>
        </p:txBody>
      </p:sp>
      <p:sp>
        <p:nvSpPr>
          <p:cNvPr id="51" name="TextBox 50">
            <a:extLst>
              <a:ext uri="{FF2B5EF4-FFF2-40B4-BE49-F238E27FC236}">
                <a16:creationId xmlns:a16="http://schemas.microsoft.com/office/drawing/2014/main" id="{9DC816C3-20B1-48BA-877D-160482FAF9AC}"/>
              </a:ext>
            </a:extLst>
          </p:cNvPr>
          <p:cNvSpPr txBox="1"/>
          <p:nvPr/>
        </p:nvSpPr>
        <p:spPr>
          <a:xfrm>
            <a:off x="1104900" y="929147"/>
            <a:ext cx="1193596"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Programación</a:t>
            </a:r>
          </a:p>
        </p:txBody>
      </p:sp>
      <p:grpSp>
        <p:nvGrpSpPr>
          <p:cNvPr id="2" name="Grupo 1">
            <a:extLst>
              <a:ext uri="{FF2B5EF4-FFF2-40B4-BE49-F238E27FC236}">
                <a16:creationId xmlns:a16="http://schemas.microsoft.com/office/drawing/2014/main" id="{37F4EC2A-3FFD-4132-8142-BAB92037B1E4}"/>
              </a:ext>
            </a:extLst>
          </p:cNvPr>
          <p:cNvGrpSpPr/>
          <p:nvPr/>
        </p:nvGrpSpPr>
        <p:grpSpPr>
          <a:xfrm>
            <a:off x="899007" y="2597545"/>
            <a:ext cx="4699171" cy="3903750"/>
            <a:chOff x="1067655" y="3842795"/>
            <a:chExt cx="3235325" cy="1826757"/>
          </a:xfrm>
        </p:grpSpPr>
        <p:sp>
          <p:nvSpPr>
            <p:cNvPr id="6" name="Rectangle: Rounded Corners 5">
              <a:extLst>
                <a:ext uri="{FF2B5EF4-FFF2-40B4-BE49-F238E27FC236}">
                  <a16:creationId xmlns:a16="http://schemas.microsoft.com/office/drawing/2014/main" id="{64C74DA4-5CCB-4E44-991D-DAD3253CB00B}"/>
                </a:ext>
              </a:extLst>
            </p:cNvPr>
            <p:cNvSpPr/>
            <p:nvPr/>
          </p:nvSpPr>
          <p:spPr>
            <a:xfrm>
              <a:off x="1067655" y="3842795"/>
              <a:ext cx="3235325" cy="1826757"/>
            </a:xfrm>
            <a:prstGeom prst="roundRect">
              <a:avLst>
                <a:gd name="adj" fmla="val 12488"/>
              </a:avLst>
            </a:prstGeom>
            <a:solidFill>
              <a:schemeClr val="bg1"/>
            </a:solidFill>
            <a:ln>
              <a:noFill/>
            </a:ln>
            <a:effectLst>
              <a:outerShdw blurRad="254000" dist="1270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bIns="180000" rtlCol="0" anchor="b" anchorCtr="0"/>
            <a:lstStyle/>
            <a:p>
              <a:pPr>
                <a:lnSpc>
                  <a:spcPct val="120000"/>
                </a:lnSpc>
              </a:pPr>
              <a:endParaRPr lang="es-CL" sz="1600" dirty="0">
                <a:solidFill>
                  <a:schemeClr val="tx1"/>
                </a:solidFill>
                <a:latin typeface="+mj-lt"/>
              </a:endParaRPr>
            </a:p>
          </p:txBody>
        </p:sp>
        <p:sp>
          <p:nvSpPr>
            <p:cNvPr id="187" name="TextBox 29">
              <a:extLst>
                <a:ext uri="{FF2B5EF4-FFF2-40B4-BE49-F238E27FC236}">
                  <a16:creationId xmlns:a16="http://schemas.microsoft.com/office/drawing/2014/main" id="{CFFCFB31-14BE-4A48-A5C6-43F99CAA4509}"/>
                </a:ext>
              </a:extLst>
            </p:cNvPr>
            <p:cNvSpPr txBox="1"/>
            <p:nvPr/>
          </p:nvSpPr>
          <p:spPr>
            <a:xfrm>
              <a:off x="1189020" y="4221499"/>
              <a:ext cx="3083595" cy="1111414"/>
            </a:xfrm>
            <a:prstGeom prst="rect">
              <a:avLst/>
            </a:prstGeom>
            <a:noFill/>
          </p:spPr>
          <p:txBody>
            <a:bodyPr wrap="none" lIns="0" tIns="0" rIns="0" bIns="91440">
              <a:spAutoFit/>
            </a:bodyPr>
            <a:lstStyle/>
            <a:p>
              <a:pPr marL="0" marR="0" lvl="0" indent="0" algn="ctr" defTabSz="914400" rtl="0" eaLnBrk="1" fontAlgn="auto" latinLnBrk="0" hangingPunct="1">
                <a:lnSpc>
                  <a:spcPct val="120000"/>
                </a:lnSpc>
                <a:spcBef>
                  <a:spcPts val="1000"/>
                </a:spcBef>
                <a:spcAft>
                  <a:spcPts val="0"/>
                </a:spcAft>
                <a:buClrTx/>
                <a:buSzTx/>
                <a:buFontTx/>
                <a:buNone/>
                <a:tabLst/>
                <a:defRPr/>
              </a:pPr>
              <a:r>
                <a:rPr kumimoji="0" lang="es-CL" sz="6000" b="1" i="0" u="none" strike="noStrike" kern="1200" cap="none" spc="0" normalizeH="0" baseline="0" dirty="0">
                  <a:ln>
                    <a:noFill/>
                  </a:ln>
                  <a:gradFill>
                    <a:gsLst>
                      <a:gs pos="0">
                        <a:srgbClr val="00C0FF"/>
                      </a:gs>
                      <a:gs pos="93000">
                        <a:srgbClr val="5558FF"/>
                      </a:gs>
                    </a:gsLst>
                    <a:lin ang="5400000" scaled="1"/>
                  </a:gradFill>
                  <a:effectLst/>
                  <a:uLnTx/>
                  <a:uFillTx/>
                  <a:latin typeface="Poppins Bold"/>
                  <a:ea typeface="+mn-ea"/>
                  <a:cs typeface="+mn-cs"/>
                </a:rPr>
                <a:t>Ejercicios</a:t>
              </a:r>
            </a:p>
            <a:p>
              <a:pPr marL="0" marR="0" lvl="0" indent="0" algn="ctr" defTabSz="914400" rtl="0" eaLnBrk="1" fontAlgn="auto" latinLnBrk="0" hangingPunct="1">
                <a:lnSpc>
                  <a:spcPct val="120000"/>
                </a:lnSpc>
                <a:spcBef>
                  <a:spcPts val="1000"/>
                </a:spcBef>
                <a:spcAft>
                  <a:spcPts val="0"/>
                </a:spcAft>
                <a:buClrTx/>
                <a:buSzTx/>
                <a:buFontTx/>
                <a:buNone/>
                <a:tabLst/>
                <a:defRPr/>
              </a:pPr>
              <a:r>
                <a:rPr kumimoji="0" lang="es-CL" sz="6000" b="1" i="0" u="none" strike="noStrike" kern="1200" cap="none" spc="0" normalizeH="0" baseline="0" dirty="0">
                  <a:ln>
                    <a:noFill/>
                  </a:ln>
                  <a:gradFill>
                    <a:gsLst>
                      <a:gs pos="0">
                        <a:srgbClr val="00C0FF"/>
                      </a:gs>
                      <a:gs pos="93000">
                        <a:srgbClr val="5558FF"/>
                      </a:gs>
                    </a:gsLst>
                    <a:lin ang="5400000" scaled="1"/>
                  </a:gradFill>
                  <a:effectLst/>
                  <a:uLnTx/>
                  <a:uFillTx/>
                  <a:latin typeface="Poppins Bold"/>
                  <a:ea typeface="+mn-ea"/>
                  <a:cs typeface="+mn-cs"/>
                </a:rPr>
                <a:t>Propuestos</a:t>
              </a:r>
            </a:p>
          </p:txBody>
        </p:sp>
      </p:grpSp>
    </p:spTree>
    <p:extLst>
      <p:ext uri="{BB962C8B-B14F-4D97-AF65-F5344CB8AC3E}">
        <p14:creationId xmlns:p14="http://schemas.microsoft.com/office/powerpoint/2010/main" val="1216792060"/>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1</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350965"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03.1: Ejercicios de ciclos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710137"/>
            <a:ext cx="9925049" cy="4794357"/>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dirty="0">
                <a:solidFill>
                  <a:schemeClr val="tx1"/>
                </a:solidFill>
              </a:rPr>
              <a:t>Un número es primo si solamente es divisible por sí mismo y por 1. </a:t>
            </a:r>
          </a:p>
          <a:p>
            <a:pPr>
              <a:lnSpc>
                <a:spcPct val="120000"/>
              </a:lnSpc>
              <a:spcBef>
                <a:spcPts val="1000"/>
              </a:spcBef>
            </a:pPr>
            <a:r>
              <a:rPr lang="es-ES" dirty="0">
                <a:solidFill>
                  <a:schemeClr val="tx1"/>
                </a:solidFill>
              </a:rPr>
              <a:t>Esto quiere decir que el resultado de la división es un número entero, por ejemplo: </a:t>
            </a:r>
          </a:p>
          <a:p>
            <a:pPr>
              <a:lnSpc>
                <a:spcPct val="120000"/>
              </a:lnSpc>
              <a:spcBef>
                <a:spcPts val="1000"/>
              </a:spcBef>
            </a:pPr>
            <a:r>
              <a:rPr lang="es-ES" dirty="0">
                <a:solidFill>
                  <a:schemeClr val="tx1"/>
                </a:solidFill>
              </a:rPr>
              <a:t>10 es divisible por 2 ya que  10/5 = 2 , pero 5 no es divisible por 2, ya que  5/2 = 2.5 </a:t>
            </a:r>
          </a:p>
          <a:p>
            <a:pPr>
              <a:lnSpc>
                <a:spcPct val="120000"/>
              </a:lnSpc>
              <a:spcBef>
                <a:spcPts val="1000"/>
              </a:spcBef>
            </a:pPr>
            <a:r>
              <a:rPr lang="es-ES" dirty="0">
                <a:solidFill>
                  <a:schemeClr val="tx1"/>
                </a:solidFill>
              </a:rPr>
              <a:t>Construye un programa que pregunte un número, e indique si el número es primo o no.</a:t>
            </a:r>
          </a:p>
          <a:p>
            <a:pPr>
              <a:lnSpc>
                <a:spcPct val="120000"/>
              </a:lnSpc>
              <a:spcBef>
                <a:spcPts val="1000"/>
              </a:spcBef>
            </a:pPr>
            <a:r>
              <a:rPr lang="es-ES" b="1" dirty="0">
                <a:solidFill>
                  <a:schemeClr val="tx1"/>
                </a:solidFill>
              </a:rPr>
              <a:t>Ayuda: </a:t>
            </a:r>
            <a:r>
              <a:rPr lang="es-ES" dirty="0">
                <a:solidFill>
                  <a:schemeClr val="tx1"/>
                </a:solidFill>
              </a:rPr>
              <a:t>Hay varias formas de hacer esto. Si quieres, intenta haciendo un ciclo desde n-1 hasta 2 y prueba si logras hacer la división. Si pruebas todos los números y con ninguno pudiste hacer la división, entonces podemos decir que el número es primo.</a:t>
            </a:r>
          </a:p>
        </p:txBody>
      </p:sp>
    </p:spTree>
    <p:extLst>
      <p:ext uri="{BB962C8B-B14F-4D97-AF65-F5344CB8AC3E}">
        <p14:creationId xmlns:p14="http://schemas.microsoft.com/office/powerpoint/2010/main" val="78396887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a:t>Ejercicio </a:t>
            </a:r>
            <a:r>
              <a:rPr lang="es-ES" dirty="0"/>
              <a:t>2</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350965"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03.1: Ejercicios de ciclos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710137"/>
            <a:ext cx="9925049" cy="4794357"/>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dirty="0">
                <a:solidFill>
                  <a:schemeClr val="tx1"/>
                </a:solidFill>
              </a:rPr>
              <a:t>Crea un programa en el que el usuario deba adivinar un número secreto. Utiliza un ciclo </a:t>
            </a:r>
            <a:r>
              <a:rPr lang="es-ES" dirty="0" err="1">
                <a:solidFill>
                  <a:schemeClr val="tx1"/>
                </a:solidFill>
              </a:rPr>
              <a:t>while</a:t>
            </a:r>
            <a:r>
              <a:rPr lang="es-ES" dirty="0">
                <a:solidFill>
                  <a:schemeClr val="tx1"/>
                </a:solidFill>
              </a:rPr>
              <a:t> para que el usuario pueda intentar adivinar hasta que lo haga correctamente. El  programa debe indicar si el número secreto es mayor o menor respecto al intento en cada iteración. El programa finaliza cuando adivina el número.</a:t>
            </a:r>
          </a:p>
          <a:p>
            <a:pPr>
              <a:lnSpc>
                <a:spcPct val="120000"/>
              </a:lnSpc>
              <a:spcBef>
                <a:spcPts val="1000"/>
              </a:spcBef>
            </a:pPr>
            <a:r>
              <a:rPr lang="es-ES" b="1" dirty="0">
                <a:solidFill>
                  <a:schemeClr val="tx1"/>
                </a:solidFill>
              </a:rPr>
              <a:t>Ayuda: </a:t>
            </a:r>
            <a:r>
              <a:rPr lang="es-ES" dirty="0">
                <a:solidFill>
                  <a:schemeClr val="tx1"/>
                </a:solidFill>
              </a:rPr>
              <a:t>Puedes hacer que Python genere un número secreto, y tú te encargas del </a:t>
            </a:r>
            <a:r>
              <a:rPr lang="es-ES" dirty="0" err="1">
                <a:solidFill>
                  <a:schemeClr val="tx1"/>
                </a:solidFill>
              </a:rPr>
              <a:t>while</a:t>
            </a:r>
            <a:r>
              <a:rPr lang="es-ES" dirty="0">
                <a:solidFill>
                  <a:schemeClr val="tx1"/>
                </a:solidFill>
              </a:rPr>
              <a:t> con la lógica para adivinar.</a:t>
            </a:r>
          </a:p>
          <a:p>
            <a:pPr>
              <a:lnSpc>
                <a:spcPct val="120000"/>
              </a:lnSpc>
              <a:spcBef>
                <a:spcPts val="1000"/>
              </a:spcBef>
            </a:pPr>
            <a:endParaRPr lang="es-ES" dirty="0">
              <a:solidFill>
                <a:schemeClr val="tx1"/>
              </a:solidFill>
            </a:endParaRPr>
          </a:p>
        </p:txBody>
      </p:sp>
      <p:pic>
        <p:nvPicPr>
          <p:cNvPr id="3" name="Imagen 2">
            <a:extLst>
              <a:ext uri="{FF2B5EF4-FFF2-40B4-BE49-F238E27FC236}">
                <a16:creationId xmlns:a16="http://schemas.microsoft.com/office/drawing/2014/main" id="{6ABE1DD2-0531-344A-9BF5-652ADF69887A}"/>
              </a:ext>
            </a:extLst>
          </p:cNvPr>
          <p:cNvPicPr>
            <a:picLocks noChangeAspect="1"/>
          </p:cNvPicPr>
          <p:nvPr/>
        </p:nvPicPr>
        <p:blipFill>
          <a:blip r:embed="rId2"/>
          <a:stretch>
            <a:fillRect/>
          </a:stretch>
        </p:blipFill>
        <p:spPr>
          <a:xfrm>
            <a:off x="4143211" y="5147863"/>
            <a:ext cx="3629532" cy="1057423"/>
          </a:xfrm>
          <a:prstGeom prst="rect">
            <a:avLst/>
          </a:prstGeom>
        </p:spPr>
      </p:pic>
    </p:spTree>
    <p:extLst>
      <p:ext uri="{BB962C8B-B14F-4D97-AF65-F5344CB8AC3E}">
        <p14:creationId xmlns:p14="http://schemas.microsoft.com/office/powerpoint/2010/main" val="1495356356"/>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3</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350965"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03.1: Ejercicios de ciclos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710137"/>
            <a:ext cx="9925049" cy="4794357"/>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dirty="0">
                <a:solidFill>
                  <a:schemeClr val="tx1"/>
                </a:solidFill>
              </a:rPr>
              <a:t>Crear un programa que simule un contador regresivo. Debe permitir al usuario especificar la cantidad de segundos que desea esperar antes de que el contador llegue a cero. </a:t>
            </a:r>
          </a:p>
          <a:p>
            <a:pPr>
              <a:lnSpc>
                <a:spcPct val="120000"/>
              </a:lnSpc>
              <a:spcBef>
                <a:spcPts val="1000"/>
              </a:spcBef>
            </a:pPr>
            <a:r>
              <a:rPr lang="es-ES" dirty="0">
                <a:solidFill>
                  <a:schemeClr val="tx1"/>
                </a:solidFill>
              </a:rPr>
              <a:t>El tiempo se debe mostrar en </a:t>
            </a:r>
            <a:r>
              <a:rPr lang="es-ES" dirty="0" err="1">
                <a:solidFill>
                  <a:schemeClr val="tx1"/>
                </a:solidFill>
              </a:rPr>
              <a:t>min:seg</a:t>
            </a:r>
            <a:r>
              <a:rPr lang="es-ES" dirty="0">
                <a:solidFill>
                  <a:schemeClr val="tx1"/>
                </a:solidFill>
              </a:rPr>
              <a:t>. Ej. Si se inicia con 70 segundos, el contador debería iniciar como 01:10, luego 01:09, 01:08, etc.</a:t>
            </a:r>
          </a:p>
          <a:p>
            <a:pPr>
              <a:lnSpc>
                <a:spcPct val="120000"/>
              </a:lnSpc>
              <a:spcBef>
                <a:spcPts val="1000"/>
              </a:spcBef>
            </a:pPr>
            <a:r>
              <a:rPr lang="es-ES" dirty="0">
                <a:solidFill>
                  <a:schemeClr val="tx1"/>
                </a:solidFill>
              </a:rPr>
              <a:t>Utilizaremos un ciclo </a:t>
            </a:r>
            <a:r>
              <a:rPr lang="es-ES" dirty="0" err="1">
                <a:solidFill>
                  <a:schemeClr val="tx1"/>
                </a:solidFill>
              </a:rPr>
              <a:t>while</a:t>
            </a:r>
            <a:r>
              <a:rPr lang="es-ES" dirty="0">
                <a:solidFill>
                  <a:schemeClr val="tx1"/>
                </a:solidFill>
              </a:rPr>
              <a:t> para hacer que el contador funcione.</a:t>
            </a:r>
          </a:p>
          <a:p>
            <a:pPr>
              <a:lnSpc>
                <a:spcPct val="120000"/>
              </a:lnSpc>
              <a:spcBef>
                <a:spcPts val="1000"/>
              </a:spcBef>
            </a:pPr>
            <a:r>
              <a:rPr lang="es-ES" b="1" dirty="0">
                <a:solidFill>
                  <a:schemeClr val="tx1"/>
                </a:solidFill>
              </a:rPr>
              <a:t>Ayuda: </a:t>
            </a:r>
            <a:r>
              <a:rPr lang="es-ES" dirty="0">
                <a:solidFill>
                  <a:schemeClr val="tx1"/>
                </a:solidFill>
              </a:rPr>
              <a:t>Puedes hacer que Python </a:t>
            </a:r>
          </a:p>
          <a:p>
            <a:pPr>
              <a:lnSpc>
                <a:spcPct val="120000"/>
              </a:lnSpc>
              <a:spcBef>
                <a:spcPts val="1000"/>
              </a:spcBef>
            </a:pPr>
            <a:r>
              <a:rPr lang="es-ES" dirty="0">
                <a:solidFill>
                  <a:schemeClr val="tx1"/>
                </a:solidFill>
              </a:rPr>
              <a:t>simule 1 segundo en cada iteración.</a:t>
            </a:r>
          </a:p>
        </p:txBody>
      </p:sp>
      <p:pic>
        <p:nvPicPr>
          <p:cNvPr id="3" name="Imagen 2">
            <a:extLst>
              <a:ext uri="{FF2B5EF4-FFF2-40B4-BE49-F238E27FC236}">
                <a16:creationId xmlns:a16="http://schemas.microsoft.com/office/drawing/2014/main" id="{2803EE92-503F-36E3-A0A9-BC8A2847AE66}"/>
              </a:ext>
            </a:extLst>
          </p:cNvPr>
          <p:cNvPicPr>
            <a:picLocks noChangeAspect="1"/>
          </p:cNvPicPr>
          <p:nvPr/>
        </p:nvPicPr>
        <p:blipFill>
          <a:blip r:embed="rId2"/>
          <a:stretch>
            <a:fillRect/>
          </a:stretch>
        </p:blipFill>
        <p:spPr>
          <a:xfrm>
            <a:off x="5900468" y="4940830"/>
            <a:ext cx="3435147" cy="1207145"/>
          </a:xfrm>
          <a:prstGeom prst="rect">
            <a:avLst/>
          </a:prstGeom>
        </p:spPr>
      </p:pic>
    </p:spTree>
    <p:extLst>
      <p:ext uri="{BB962C8B-B14F-4D97-AF65-F5344CB8AC3E}">
        <p14:creationId xmlns:p14="http://schemas.microsoft.com/office/powerpoint/2010/main" val="32189870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4</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350965"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03.1: Ejercicios de ciclos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600201"/>
            <a:ext cx="9925049" cy="5079806"/>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sz="1400" dirty="0">
                <a:solidFill>
                  <a:schemeClr val="tx1"/>
                </a:solidFill>
              </a:rPr>
              <a:t>Juanito vive en un mundo lineal, que se compone de casillas numeradas desde 0 hasta L-1.</a:t>
            </a:r>
          </a:p>
          <a:p>
            <a:pPr>
              <a:lnSpc>
                <a:spcPct val="120000"/>
              </a:lnSpc>
              <a:spcBef>
                <a:spcPts val="1000"/>
              </a:spcBef>
            </a:pPr>
            <a:r>
              <a:rPr lang="es-ES" sz="1400" dirty="0">
                <a:solidFill>
                  <a:schemeClr val="tx1"/>
                </a:solidFill>
              </a:rPr>
              <a:t>El deporte favorito de Juanito es saltar, siempre hacia la derecha, una cantidad entera de casillas. El mundo de Juanito tiene la característica de que cuando se acaba el mundo por un extremo, Juanito aparece por el otro lado: por ejemplo, si Juanito está en la casilla L-1, y se mueve una posición hacia la derecha, Juanito aparecerá en la casilla 0.</a:t>
            </a:r>
          </a:p>
          <a:p>
            <a:pPr>
              <a:lnSpc>
                <a:spcPct val="120000"/>
              </a:lnSpc>
              <a:spcBef>
                <a:spcPts val="1000"/>
              </a:spcBef>
            </a:pPr>
            <a:r>
              <a:rPr lang="es-ES" sz="1400" dirty="0">
                <a:solidFill>
                  <a:schemeClr val="tx1"/>
                </a:solidFill>
              </a:rPr>
              <a:t>Debido a cómo es su mundo, Juanito no sabe muy bien dónde aterrizará cada vez que salta. Es por eso que usted tiene que construir un programa que pregunte los valores iniciales del salto, y escriba por pantalla en qué casilla aterrizará Juanito.</a:t>
            </a:r>
          </a:p>
          <a:p>
            <a:pPr>
              <a:lnSpc>
                <a:spcPct val="120000"/>
              </a:lnSpc>
              <a:spcBef>
                <a:spcPts val="1000"/>
              </a:spcBef>
            </a:pPr>
            <a:r>
              <a:rPr lang="es-ES" sz="1400" dirty="0">
                <a:solidFill>
                  <a:schemeClr val="tx1"/>
                </a:solidFill>
              </a:rPr>
              <a:t>Los datos que tiene que preguntar son:</a:t>
            </a:r>
          </a:p>
          <a:p>
            <a:pPr marL="285750" indent="-285750">
              <a:lnSpc>
                <a:spcPct val="120000"/>
              </a:lnSpc>
              <a:spcBef>
                <a:spcPts val="1000"/>
              </a:spcBef>
              <a:buFont typeface="Arial" panose="020B0604020202020204" pitchFamily="34" charset="0"/>
              <a:buChar char="•"/>
            </a:pPr>
            <a:r>
              <a:rPr lang="es-ES" sz="1400" dirty="0">
                <a:solidFill>
                  <a:schemeClr val="tx1"/>
                </a:solidFill>
              </a:rPr>
              <a:t>L El tamaño del mundo de Juanito</a:t>
            </a:r>
          </a:p>
          <a:p>
            <a:pPr marL="285750" indent="-285750">
              <a:lnSpc>
                <a:spcPct val="120000"/>
              </a:lnSpc>
              <a:spcBef>
                <a:spcPts val="1000"/>
              </a:spcBef>
              <a:buFont typeface="Arial" panose="020B0604020202020204" pitchFamily="34" charset="0"/>
              <a:buChar char="•"/>
            </a:pPr>
            <a:r>
              <a:rPr lang="es-ES" sz="1400" dirty="0">
                <a:solidFill>
                  <a:schemeClr val="tx1"/>
                </a:solidFill>
              </a:rPr>
              <a:t>p La posición inicial desde donde salta Juanito</a:t>
            </a:r>
          </a:p>
          <a:p>
            <a:pPr marL="285750" indent="-285750">
              <a:lnSpc>
                <a:spcPct val="120000"/>
              </a:lnSpc>
              <a:spcBef>
                <a:spcPts val="1000"/>
              </a:spcBef>
              <a:buFont typeface="Arial" panose="020B0604020202020204" pitchFamily="34" charset="0"/>
              <a:buChar char="•"/>
            </a:pPr>
            <a:r>
              <a:rPr lang="es-ES" sz="1400" dirty="0">
                <a:solidFill>
                  <a:schemeClr val="tx1"/>
                </a:solidFill>
              </a:rPr>
              <a:t>q La longitud de cada salto</a:t>
            </a:r>
          </a:p>
          <a:p>
            <a:pPr marL="285750" indent="-285750">
              <a:lnSpc>
                <a:spcPct val="120000"/>
              </a:lnSpc>
              <a:spcBef>
                <a:spcPts val="1000"/>
              </a:spcBef>
              <a:buFont typeface="Arial" panose="020B0604020202020204" pitchFamily="34" charset="0"/>
              <a:buChar char="•"/>
            </a:pPr>
            <a:r>
              <a:rPr lang="es-ES" sz="1400" dirty="0">
                <a:solidFill>
                  <a:schemeClr val="tx1"/>
                </a:solidFill>
              </a:rPr>
              <a:t>n La cantidad de saltos que hará Juanito. Considere que los saltos se realizan en forma consecutiva. Si Juanito aterriza (después de un salto) en la casilla t, el salto siguiente se realizará desde esa casilla t</a:t>
            </a:r>
          </a:p>
        </p:txBody>
      </p:sp>
    </p:spTree>
    <p:extLst>
      <p:ext uri="{BB962C8B-B14F-4D97-AF65-F5344CB8AC3E}">
        <p14:creationId xmlns:p14="http://schemas.microsoft.com/office/powerpoint/2010/main" val="195271741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5</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350965"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03.1: Ejercicios de ciclos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600201"/>
            <a:ext cx="9925049" cy="5079806"/>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sz="2000" dirty="0">
                <a:solidFill>
                  <a:schemeClr val="tx1"/>
                </a:solidFill>
              </a:rPr>
              <a:t>Crea un menú que pregunte por 2 asignaturas (Programación o Programación avanzada). Seleccionada la opción, debe preguntar por Asistencia o Promedio Final. Si se selecciona asistencia debe preguntar por las clases asistidas y las clases no asistidas, luego debe desplegar el promedio. En caso de seleccionar el promedio debe ingresar 3 notas y se debe preguntar otra vez si no se encuentran en el rango entre 1 y 7. Después debe desplegar el promedio aritmético.</a:t>
            </a:r>
          </a:p>
          <a:p>
            <a:pPr>
              <a:lnSpc>
                <a:spcPct val="120000"/>
              </a:lnSpc>
              <a:spcBef>
                <a:spcPts val="1000"/>
              </a:spcBef>
            </a:pPr>
            <a:r>
              <a:rPr lang="es-ES" sz="2000" dirty="0">
                <a:solidFill>
                  <a:schemeClr val="tx1"/>
                </a:solidFill>
              </a:rPr>
              <a:t>Para que el programa termine debe ingresar la palabra salir. Al terminar debe mostrar la cantidad de alumnos consultados en ambas asignaturas.</a:t>
            </a:r>
          </a:p>
        </p:txBody>
      </p:sp>
    </p:spTree>
    <p:extLst>
      <p:ext uri="{BB962C8B-B14F-4D97-AF65-F5344CB8AC3E}">
        <p14:creationId xmlns:p14="http://schemas.microsoft.com/office/powerpoint/2010/main" val="33261203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6</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540119"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03.2: Ejercicios Algoritmos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600201"/>
            <a:ext cx="9925049" cy="4904294"/>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marL="342900" indent="-342900">
              <a:lnSpc>
                <a:spcPct val="120000"/>
              </a:lnSpc>
              <a:spcBef>
                <a:spcPts val="1000"/>
              </a:spcBef>
              <a:buFont typeface="Arial" panose="020B0604020202020204" pitchFamily="34" charset="0"/>
              <a:buChar char="•"/>
            </a:pPr>
            <a:r>
              <a:rPr lang="es-ES" sz="2000" dirty="0">
                <a:solidFill>
                  <a:schemeClr val="tx1"/>
                </a:solidFill>
              </a:rPr>
              <a:t>En el caso del cálculo del mayor mejorado, es un poco antinatural ingresar los datos así (edad, nombre).</a:t>
            </a:r>
          </a:p>
          <a:p>
            <a:pPr marL="342900" indent="-342900">
              <a:lnSpc>
                <a:spcPct val="120000"/>
              </a:lnSpc>
              <a:spcBef>
                <a:spcPts val="1000"/>
              </a:spcBef>
              <a:buFont typeface="Arial" panose="020B0604020202020204" pitchFamily="34" charset="0"/>
              <a:buChar char="•"/>
            </a:pPr>
            <a:r>
              <a:rPr lang="es-ES" sz="2000" dirty="0">
                <a:solidFill>
                  <a:schemeClr val="tx1"/>
                </a:solidFill>
              </a:rPr>
              <a:t>Sería mucho mejor ingresarlos de forma que primero se escriba el nombre de la persona y después su edad.</a:t>
            </a:r>
          </a:p>
          <a:p>
            <a:pPr marL="342900" indent="-342900">
              <a:lnSpc>
                <a:spcPct val="120000"/>
              </a:lnSpc>
              <a:spcBef>
                <a:spcPts val="1000"/>
              </a:spcBef>
              <a:buFont typeface="Arial" panose="020B0604020202020204" pitchFamily="34" charset="0"/>
              <a:buChar char="•"/>
            </a:pPr>
            <a:r>
              <a:rPr lang="es-ES" sz="2000" dirty="0">
                <a:solidFill>
                  <a:schemeClr val="tx1"/>
                </a:solidFill>
              </a:rPr>
              <a:t>Dibuja (en un papel) un diagrama de flujo para que se calcule el mayor, pero ingresando primero el nombre de la persona y después su edad.</a:t>
            </a:r>
          </a:p>
          <a:p>
            <a:pPr marL="342900" indent="-342900">
              <a:lnSpc>
                <a:spcPct val="120000"/>
              </a:lnSpc>
              <a:spcBef>
                <a:spcPts val="1000"/>
              </a:spcBef>
              <a:buFont typeface="Arial" panose="020B0604020202020204" pitchFamily="34" charset="0"/>
              <a:buChar char="•"/>
            </a:pPr>
            <a:r>
              <a:rPr lang="es-ES" sz="2000" dirty="0">
                <a:solidFill>
                  <a:schemeClr val="tx1"/>
                </a:solidFill>
              </a:rPr>
              <a:t>Una vez que lo tengas pensado, impleméntalo:</a:t>
            </a:r>
          </a:p>
          <a:p>
            <a:pPr marL="800100" lvl="1" indent="-342900">
              <a:lnSpc>
                <a:spcPct val="120000"/>
              </a:lnSpc>
              <a:spcBef>
                <a:spcPts val="1000"/>
              </a:spcBef>
              <a:buFont typeface="Arial" panose="020B0604020202020204" pitchFamily="34" charset="0"/>
              <a:buChar char="•"/>
            </a:pPr>
            <a:r>
              <a:rPr lang="es-ES" sz="2000" dirty="0">
                <a:solidFill>
                  <a:schemeClr val="tx1"/>
                </a:solidFill>
              </a:rPr>
              <a:t>¿Qué hiciste para marcar el fin del ingreso de datos?</a:t>
            </a:r>
          </a:p>
          <a:p>
            <a:pPr marL="800100" lvl="1" indent="-342900">
              <a:lnSpc>
                <a:spcPct val="120000"/>
              </a:lnSpc>
              <a:spcBef>
                <a:spcPts val="1000"/>
              </a:spcBef>
              <a:buFont typeface="Arial" panose="020B0604020202020204" pitchFamily="34" charset="0"/>
              <a:buChar char="•"/>
            </a:pPr>
            <a:r>
              <a:rPr lang="es-ES" sz="2000" dirty="0">
                <a:solidFill>
                  <a:schemeClr val="tx1"/>
                </a:solidFill>
              </a:rPr>
              <a:t>¿Qué pasa si no se ingresa ningún valor?</a:t>
            </a:r>
            <a:endParaRPr lang="es-ES" sz="2400" dirty="0">
              <a:solidFill>
                <a:schemeClr val="tx1"/>
              </a:solidFill>
            </a:endParaRPr>
          </a:p>
        </p:txBody>
      </p:sp>
    </p:spTree>
    <p:extLst>
      <p:ext uri="{BB962C8B-B14F-4D97-AF65-F5344CB8AC3E}">
        <p14:creationId xmlns:p14="http://schemas.microsoft.com/office/powerpoint/2010/main" val="197200325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7</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540119"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03.2: Ejercicios Algoritmos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668256"/>
            <a:ext cx="3963714" cy="4149220"/>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sz="2400" dirty="0">
                <a:solidFill>
                  <a:schemeClr val="tx1"/>
                </a:solidFill>
              </a:rPr>
              <a:t>Modifica el algoritmo del calculo del porcentaje para que funcione como en este ejemplo.</a:t>
            </a:r>
          </a:p>
        </p:txBody>
      </p:sp>
      <p:pic>
        <p:nvPicPr>
          <p:cNvPr id="7" name="Marcador de contenido 4">
            <a:extLst>
              <a:ext uri="{FF2B5EF4-FFF2-40B4-BE49-F238E27FC236}">
                <a16:creationId xmlns:a16="http://schemas.microsoft.com/office/drawing/2014/main" id="{D4E540F7-F0DC-4A1E-80F4-67C523D98BB7}"/>
              </a:ext>
            </a:extLst>
          </p:cNvPr>
          <p:cNvPicPr>
            <a:picLocks noChangeAspect="1"/>
          </p:cNvPicPr>
          <p:nvPr/>
        </p:nvPicPr>
        <p:blipFill>
          <a:blip r:embed="rId2"/>
          <a:stretch>
            <a:fillRect/>
          </a:stretch>
        </p:blipFill>
        <p:spPr>
          <a:xfrm>
            <a:off x="5861063" y="772920"/>
            <a:ext cx="5576669" cy="5487135"/>
          </a:xfrm>
          <a:prstGeom prst="roundRect">
            <a:avLst>
              <a:gd name="adj" fmla="val 3019"/>
            </a:avLst>
          </a:prstGeom>
        </p:spPr>
      </p:pic>
    </p:spTree>
    <p:extLst>
      <p:ext uri="{BB962C8B-B14F-4D97-AF65-F5344CB8AC3E}">
        <p14:creationId xmlns:p14="http://schemas.microsoft.com/office/powerpoint/2010/main" val="289334896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8</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540119"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03.2: Ejercicios Algoritmos</a:t>
            </a:r>
          </a:p>
        </p:txBody>
      </p:sp>
      <mc:AlternateContent xmlns:mc="http://schemas.openxmlformats.org/markup-compatibility/2006" xmlns:a14="http://schemas.microsoft.com/office/drawing/2010/main">
        <mc:Choice Requires="a14">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710137"/>
                <a:ext cx="9925049" cy="4794357"/>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marL="285750" indent="-285750">
                  <a:lnSpc>
                    <a:spcPct val="120000"/>
                  </a:lnSpc>
                  <a:spcBef>
                    <a:spcPts val="1000"/>
                  </a:spcBef>
                  <a:buFont typeface="Arial" panose="020B0604020202020204" pitchFamily="34" charset="0"/>
                  <a:buChar char="•"/>
                </a:pPr>
                <a:r>
                  <a:rPr lang="es-ES" sz="1400" dirty="0">
                    <a:solidFill>
                      <a:schemeClr val="tx1"/>
                    </a:solidFill>
                  </a:rPr>
                  <a:t>En la sala de clase las personas tienen 4 características de interés (en este caso):</a:t>
                </a:r>
              </a:p>
              <a:p>
                <a:pPr marL="742950" lvl="1" indent="-285750">
                  <a:spcBef>
                    <a:spcPts val="1000"/>
                  </a:spcBef>
                  <a:buFont typeface="Arial" panose="020B0604020202020204" pitchFamily="34" charset="0"/>
                  <a:buChar char="•"/>
                </a:pPr>
                <a:r>
                  <a:rPr lang="es-ES" sz="1400" dirty="0">
                    <a:solidFill>
                      <a:schemeClr val="tx1"/>
                    </a:solidFill>
                  </a:rPr>
                  <a:t>Nombre</a:t>
                </a:r>
              </a:p>
              <a:p>
                <a:pPr marL="742950" lvl="1" indent="-285750">
                  <a:spcBef>
                    <a:spcPts val="1000"/>
                  </a:spcBef>
                  <a:buFont typeface="Arial" panose="020B0604020202020204" pitchFamily="34" charset="0"/>
                  <a:buChar char="•"/>
                </a:pPr>
                <a:r>
                  <a:rPr lang="es-ES" sz="1400" dirty="0">
                    <a:solidFill>
                      <a:schemeClr val="tx1"/>
                    </a:solidFill>
                  </a:rPr>
                  <a:t>Edad</a:t>
                </a:r>
              </a:p>
              <a:p>
                <a:pPr marL="742950" lvl="1" indent="-285750">
                  <a:spcBef>
                    <a:spcPts val="1000"/>
                  </a:spcBef>
                  <a:buFont typeface="Arial" panose="020B0604020202020204" pitchFamily="34" charset="0"/>
                  <a:buChar char="•"/>
                </a:pPr>
                <a:r>
                  <a:rPr lang="es-ES" sz="1400" dirty="0">
                    <a:solidFill>
                      <a:schemeClr val="tx1"/>
                    </a:solidFill>
                  </a:rPr>
                  <a:t>Estatura</a:t>
                </a:r>
              </a:p>
              <a:p>
                <a:pPr marL="742950" lvl="1" indent="-285750">
                  <a:spcBef>
                    <a:spcPts val="1000"/>
                  </a:spcBef>
                  <a:buFont typeface="Arial" panose="020B0604020202020204" pitchFamily="34" charset="0"/>
                  <a:buChar char="•"/>
                </a:pPr>
                <a:r>
                  <a:rPr lang="es-ES" sz="1400" dirty="0">
                    <a:solidFill>
                      <a:schemeClr val="tx1"/>
                    </a:solidFill>
                  </a:rPr>
                  <a:t>Peso</a:t>
                </a:r>
              </a:p>
              <a:p>
                <a:pPr marL="285750" indent="-285750">
                  <a:lnSpc>
                    <a:spcPct val="120000"/>
                  </a:lnSpc>
                  <a:spcBef>
                    <a:spcPts val="1000"/>
                  </a:spcBef>
                  <a:buFont typeface="Arial" panose="020B0604020202020204" pitchFamily="34" charset="0"/>
                  <a:buChar char="•"/>
                </a:pPr>
                <a:r>
                  <a:rPr lang="es-ES" sz="1400" dirty="0">
                    <a:solidFill>
                      <a:schemeClr val="tx1"/>
                    </a:solidFill>
                  </a:rPr>
                  <a:t>Estamos muy interesados mantener a los estudiantes sanos, para que se saquen buenas notas. Para eso, a cada estudiante le calcularemos un indicador llamado el Índice de Masa Corporal, que tiene esta fórmula:</a:t>
                </a:r>
              </a:p>
              <a:p>
                <a:pPr lvl="1">
                  <a:lnSpc>
                    <a:spcPct val="120000"/>
                  </a:lnSpc>
                  <a:spcBef>
                    <a:spcPts val="1000"/>
                  </a:spcBef>
                </a:pPr>
                <a14:m>
                  <m:oMath xmlns:m="http://schemas.openxmlformats.org/officeDocument/2006/math">
                    <m:r>
                      <a:rPr lang="es-ES" sz="1400" b="0" i="1" smtClean="0">
                        <a:solidFill>
                          <a:schemeClr val="tx1"/>
                        </a:solidFill>
                        <a:latin typeface="Cambria Math" panose="02040503050406030204" pitchFamily="18" charset="0"/>
                      </a:rPr>
                      <m:t>𝐼𝑀𝐶</m:t>
                    </m:r>
                    <m:r>
                      <a:rPr lang="es-ES" sz="1400" b="0" i="1" smtClean="0">
                        <a:solidFill>
                          <a:schemeClr val="tx1"/>
                        </a:solidFill>
                        <a:latin typeface="Cambria Math" panose="02040503050406030204" pitchFamily="18" charset="0"/>
                      </a:rPr>
                      <m:t>=</m:t>
                    </m:r>
                    <m:f>
                      <m:fPr>
                        <m:ctrlPr>
                          <a:rPr lang="es-ES" sz="1400" b="0" i="1" smtClean="0">
                            <a:solidFill>
                              <a:schemeClr val="tx1"/>
                            </a:solidFill>
                            <a:latin typeface="Cambria Math" panose="02040503050406030204" pitchFamily="18" charset="0"/>
                          </a:rPr>
                        </m:ctrlPr>
                      </m:fPr>
                      <m:num>
                        <m:r>
                          <a:rPr lang="es-ES" sz="1400" b="0" i="1" smtClean="0">
                            <a:solidFill>
                              <a:schemeClr val="tx1"/>
                            </a:solidFill>
                            <a:latin typeface="Cambria Math" panose="02040503050406030204" pitchFamily="18" charset="0"/>
                          </a:rPr>
                          <m:t>𝑚𝑎𝑠𝑎</m:t>
                        </m:r>
                      </m:num>
                      <m:den>
                        <m:r>
                          <a:rPr lang="es-ES" sz="1400" b="0" i="1" smtClean="0">
                            <a:solidFill>
                              <a:schemeClr val="tx1"/>
                            </a:solidFill>
                            <a:latin typeface="Cambria Math" panose="02040503050406030204" pitchFamily="18" charset="0"/>
                          </a:rPr>
                          <m:t>𝑒𝑠𝑡𝑎𝑡𝑢𝑟</m:t>
                        </m:r>
                        <m:sSup>
                          <m:sSupPr>
                            <m:ctrlPr>
                              <a:rPr lang="es-ES" sz="1400" b="0" i="1" smtClean="0">
                                <a:solidFill>
                                  <a:schemeClr val="tx1"/>
                                </a:solidFill>
                                <a:latin typeface="Cambria Math" panose="02040503050406030204" pitchFamily="18" charset="0"/>
                              </a:rPr>
                            </m:ctrlPr>
                          </m:sSupPr>
                          <m:e>
                            <m:r>
                              <a:rPr lang="es-ES" sz="1400" b="0" i="1" smtClean="0">
                                <a:solidFill>
                                  <a:schemeClr val="tx1"/>
                                </a:solidFill>
                                <a:latin typeface="Cambria Math" panose="02040503050406030204" pitchFamily="18" charset="0"/>
                              </a:rPr>
                              <m:t>𝑎</m:t>
                            </m:r>
                          </m:e>
                          <m:sup>
                            <m:r>
                              <a:rPr lang="es-ES" sz="1400" b="0" i="1" smtClean="0">
                                <a:solidFill>
                                  <a:schemeClr val="tx1"/>
                                </a:solidFill>
                                <a:latin typeface="Cambria Math" panose="02040503050406030204" pitchFamily="18" charset="0"/>
                              </a:rPr>
                              <m:t>2</m:t>
                            </m:r>
                          </m:sup>
                        </m:sSup>
                      </m:den>
                    </m:f>
                  </m:oMath>
                </a14:m>
                <a:r>
                  <a:rPr lang="es-ES" sz="1400" dirty="0">
                    <a:solidFill>
                      <a:schemeClr val="tx1"/>
                    </a:solidFill>
                  </a:rPr>
                  <a:t>  donde la masa se mide en kilogramos, y la estatura en metros.</a:t>
                </a:r>
              </a:p>
              <a:p>
                <a:pPr marL="285750" indent="-285750">
                  <a:lnSpc>
                    <a:spcPct val="120000"/>
                  </a:lnSpc>
                  <a:spcBef>
                    <a:spcPts val="1000"/>
                  </a:spcBef>
                  <a:buFont typeface="Arial" panose="020B0604020202020204" pitchFamily="34" charset="0"/>
                  <a:buChar char="•"/>
                </a:pPr>
                <a:r>
                  <a:rPr lang="es-ES" sz="1400" dirty="0">
                    <a:solidFill>
                      <a:schemeClr val="tx1"/>
                    </a:solidFill>
                  </a:rPr>
                  <a:t>Construya un programa que pregunte las 4 características, y que indique la cantidad y porcentaje de estudiantes (respecto al total general) que está en cada uno de los rangos de interés. Realice un refino y diagrama de flujo de su solución.</a:t>
                </a:r>
              </a:p>
            </p:txBody>
          </p:sp>
        </mc:Choice>
        <mc:Fallback xmlns="">
          <p:sp>
            <p:nvSpPr>
              <p:cNvPr id="59" name="Rectangle: Rounded Corners 58">
                <a:extLst>
                  <a:ext uri="{FF2B5EF4-FFF2-40B4-BE49-F238E27FC236}">
                    <a16:creationId xmlns:a16="http://schemas.microsoft.com/office/drawing/2014/main" id="{53109DF1-D188-4026-8BDD-C3289BBC0A39}"/>
                  </a:ext>
                </a:extLst>
              </p:cNvPr>
              <p:cNvSpPr>
                <a:spLocks noRot="1" noChangeAspect="1" noMove="1" noResize="1" noEditPoints="1" noAdjustHandles="1" noChangeArrowheads="1" noChangeShapeType="1" noTextEdit="1"/>
              </p:cNvSpPr>
              <p:nvPr/>
            </p:nvSpPr>
            <p:spPr>
              <a:xfrm>
                <a:off x="1104900" y="1710137"/>
                <a:ext cx="9925049" cy="4794357"/>
              </a:xfrm>
              <a:prstGeom prst="roundRect">
                <a:avLst>
                  <a:gd name="adj" fmla="val 5915"/>
                </a:avLst>
              </a:prstGeom>
              <a:blipFill>
                <a:blip r:embed="rId2"/>
                <a:stretch>
                  <a:fillRect/>
                </a:stretch>
              </a:blipFill>
              <a:ln>
                <a:noFill/>
              </a:ln>
            </p:spPr>
            <p:txBody>
              <a:bodyPr/>
              <a:lstStyle/>
              <a:p>
                <a:r>
                  <a:rPr lang="es-CL">
                    <a:noFill/>
                  </a:rPr>
                  <a:t> </a:t>
                </a:r>
              </a:p>
            </p:txBody>
          </p:sp>
        </mc:Fallback>
      </mc:AlternateContent>
      <p:pic>
        <p:nvPicPr>
          <p:cNvPr id="5" name="Imagen 4">
            <a:extLst>
              <a:ext uri="{FF2B5EF4-FFF2-40B4-BE49-F238E27FC236}">
                <a16:creationId xmlns:a16="http://schemas.microsoft.com/office/drawing/2014/main" id="{237DF507-711C-4526-AFC5-69688BE282A0}"/>
              </a:ext>
            </a:extLst>
          </p:cNvPr>
          <p:cNvPicPr>
            <a:picLocks noChangeAspect="1"/>
          </p:cNvPicPr>
          <p:nvPr/>
        </p:nvPicPr>
        <p:blipFill>
          <a:blip r:embed="rId3"/>
          <a:stretch>
            <a:fillRect/>
          </a:stretch>
        </p:blipFill>
        <p:spPr>
          <a:xfrm>
            <a:off x="9071414" y="2454275"/>
            <a:ext cx="1762125" cy="1381125"/>
          </a:xfrm>
          <a:prstGeom prst="rect">
            <a:avLst/>
          </a:prstGeom>
        </p:spPr>
      </p:pic>
    </p:spTree>
    <p:extLst>
      <p:ext uri="{BB962C8B-B14F-4D97-AF65-F5344CB8AC3E}">
        <p14:creationId xmlns:p14="http://schemas.microsoft.com/office/powerpoint/2010/main" val="86898793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9</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540119"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03.2: Ejercicios Algoritmos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600201"/>
            <a:ext cx="9925049" cy="5079806"/>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sz="1300" dirty="0">
                <a:solidFill>
                  <a:schemeClr val="tx1"/>
                </a:solidFill>
              </a:rPr>
              <a:t>El bachillerato es un juego relativamente antiguo, en que un grupo de personas compite para ser el primero en escribir palabras que comiencen con una cierta letra. Estas palabras se eligen según categorías predefinidas (por ejemplo, animal, color, verdura), y se ganan puntos a medida que las palabras se escriben correctamente.</a:t>
            </a:r>
          </a:p>
          <a:p>
            <a:pPr>
              <a:lnSpc>
                <a:spcPct val="120000"/>
              </a:lnSpc>
              <a:spcBef>
                <a:spcPts val="1000"/>
              </a:spcBef>
            </a:pPr>
            <a:r>
              <a:rPr lang="es-ES" sz="1300" dirty="0">
                <a:solidFill>
                  <a:schemeClr val="tx1"/>
                </a:solidFill>
              </a:rPr>
              <a:t>En el caso de este desafío, debes construir un programa para jugar una versión simplificada para dos jugadores.</a:t>
            </a:r>
          </a:p>
          <a:p>
            <a:pPr>
              <a:lnSpc>
                <a:spcPct val="120000"/>
              </a:lnSpc>
              <a:spcBef>
                <a:spcPts val="1000"/>
              </a:spcBef>
            </a:pPr>
            <a:r>
              <a:rPr lang="es-ES" sz="1300" dirty="0">
                <a:solidFill>
                  <a:schemeClr val="tx1"/>
                </a:solidFill>
              </a:rPr>
              <a:t>El programa debe comenzar preguntando el nombre de los dos jugadores.</a:t>
            </a:r>
          </a:p>
          <a:p>
            <a:pPr>
              <a:lnSpc>
                <a:spcPct val="120000"/>
              </a:lnSpc>
              <a:spcBef>
                <a:spcPts val="1000"/>
              </a:spcBef>
            </a:pPr>
            <a:r>
              <a:rPr lang="es-ES" sz="1300" dirty="0">
                <a:solidFill>
                  <a:schemeClr val="tx1"/>
                </a:solidFill>
              </a:rPr>
              <a:t>Después, debe preguntar de forma separada dos respuestas (una para cada jugador). Si alguna de estas respuestas es x, significa que el jugador correspondiente no contestó.</a:t>
            </a:r>
          </a:p>
          <a:p>
            <a:pPr>
              <a:lnSpc>
                <a:spcPct val="120000"/>
              </a:lnSpc>
              <a:spcBef>
                <a:spcPts val="1000"/>
              </a:spcBef>
            </a:pPr>
            <a:r>
              <a:rPr lang="es-ES" sz="1300" dirty="0">
                <a:solidFill>
                  <a:schemeClr val="tx1"/>
                </a:solidFill>
              </a:rPr>
              <a:t>Cada vez que se leen las respuestas de los jugadores, éstos ganan puntaje, de la siguiente forma:</a:t>
            </a:r>
          </a:p>
          <a:p>
            <a:pPr marL="285750" indent="-285750">
              <a:spcBef>
                <a:spcPts val="1000"/>
              </a:spcBef>
              <a:buFont typeface="Arial" panose="020B0604020202020204" pitchFamily="34" charset="0"/>
              <a:buChar char="•"/>
            </a:pPr>
            <a:r>
              <a:rPr lang="es-ES" sz="1300" dirty="0">
                <a:solidFill>
                  <a:schemeClr val="tx1"/>
                </a:solidFill>
              </a:rPr>
              <a:t>Si ambos contestaron, cada uno gana 100 puntos</a:t>
            </a:r>
          </a:p>
          <a:p>
            <a:pPr marL="285750" indent="-285750">
              <a:spcBef>
                <a:spcPts val="1000"/>
              </a:spcBef>
              <a:buFont typeface="Arial" panose="020B0604020202020204" pitchFamily="34" charset="0"/>
              <a:buChar char="•"/>
            </a:pPr>
            <a:r>
              <a:rPr lang="es-ES" sz="1300" dirty="0">
                <a:solidFill>
                  <a:schemeClr val="tx1"/>
                </a:solidFill>
              </a:rPr>
              <a:t>Si ninguno contestó, no ganan puntos</a:t>
            </a:r>
          </a:p>
          <a:p>
            <a:pPr marL="285750" indent="-285750">
              <a:spcBef>
                <a:spcPts val="1000"/>
              </a:spcBef>
              <a:buFont typeface="Arial" panose="020B0604020202020204" pitchFamily="34" charset="0"/>
              <a:buChar char="•"/>
            </a:pPr>
            <a:r>
              <a:rPr lang="es-ES" sz="1300" dirty="0">
                <a:solidFill>
                  <a:schemeClr val="tx1"/>
                </a:solidFill>
              </a:rPr>
              <a:t>Si solo uno contesta, el que contesta gana 150 puntos</a:t>
            </a:r>
          </a:p>
          <a:p>
            <a:pPr>
              <a:lnSpc>
                <a:spcPct val="120000"/>
              </a:lnSpc>
              <a:spcBef>
                <a:spcPts val="1000"/>
              </a:spcBef>
            </a:pPr>
            <a:r>
              <a:rPr lang="es-ES" sz="1300" dirty="0">
                <a:solidFill>
                  <a:schemeClr val="tx1"/>
                </a:solidFill>
              </a:rPr>
              <a:t>El programa debe continuar recibiendo las respuestas de los jugadores hasta que alguno llegue a los 300 puntos. En caso de que ambos obtengan 300 puntos en forma simultánea, se declara un empate.</a:t>
            </a:r>
          </a:p>
        </p:txBody>
      </p:sp>
    </p:spTree>
    <p:extLst>
      <p:ext uri="{BB962C8B-B14F-4D97-AF65-F5344CB8AC3E}">
        <p14:creationId xmlns:p14="http://schemas.microsoft.com/office/powerpoint/2010/main" val="1997672476"/>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ACAD3D-6F09-4D90-A5CF-7C56DC976CC4}"/>
              </a:ext>
            </a:extLst>
          </p:cNvPr>
          <p:cNvSpPr>
            <a:spLocks noGrp="1"/>
          </p:cNvSpPr>
          <p:nvPr>
            <p:ph type="title"/>
          </p:nvPr>
        </p:nvSpPr>
        <p:spPr/>
        <p:txBody>
          <a:bodyPr/>
          <a:lstStyle/>
          <a:p>
            <a:r>
              <a:rPr lang="es-ES" dirty="0"/>
              <a:t>Ejercicio 10</a:t>
            </a:r>
            <a:endParaRPr lang="en-US" dirty="0"/>
          </a:p>
        </p:txBody>
      </p:sp>
      <p:sp>
        <p:nvSpPr>
          <p:cNvPr id="58" name="TextBox 57">
            <a:extLst>
              <a:ext uri="{FF2B5EF4-FFF2-40B4-BE49-F238E27FC236}">
                <a16:creationId xmlns:a16="http://schemas.microsoft.com/office/drawing/2014/main" id="{3370AFA0-83F3-4A79-B770-1A9B44B042F4}"/>
              </a:ext>
            </a:extLst>
          </p:cNvPr>
          <p:cNvSpPr txBox="1"/>
          <p:nvPr/>
        </p:nvSpPr>
        <p:spPr>
          <a:xfrm>
            <a:off x="1112989" y="615954"/>
            <a:ext cx="2540119" cy="301621"/>
          </a:xfrm>
          <a:prstGeom prst="rect">
            <a:avLst/>
          </a:prstGeom>
          <a:noFill/>
        </p:spPr>
        <p:txBody>
          <a:bodyPr wrap="none" lIns="0" rtlCol="0">
            <a:spAutoFit/>
          </a:bodyPr>
          <a:lstStyle/>
          <a:p>
            <a:pPr>
              <a:lnSpc>
                <a:spcPct val="120000"/>
              </a:lnSpc>
              <a:spcBef>
                <a:spcPts val="1000"/>
              </a:spcBef>
            </a:pPr>
            <a:r>
              <a:rPr lang="es-CL" sz="1200" dirty="0">
                <a:solidFill>
                  <a:schemeClr val="accent1"/>
                </a:solidFill>
              </a:rPr>
              <a:t>Clase 03.2: Ejercicios Algoritmos</a:t>
            </a:r>
          </a:p>
        </p:txBody>
      </p:sp>
      <p:sp>
        <p:nvSpPr>
          <p:cNvPr id="59" name="Rectangle: Rounded Corners 58">
            <a:extLst>
              <a:ext uri="{FF2B5EF4-FFF2-40B4-BE49-F238E27FC236}">
                <a16:creationId xmlns:a16="http://schemas.microsoft.com/office/drawing/2014/main" id="{53109DF1-D188-4026-8BDD-C3289BBC0A39}"/>
              </a:ext>
            </a:extLst>
          </p:cNvPr>
          <p:cNvSpPr/>
          <p:nvPr/>
        </p:nvSpPr>
        <p:spPr>
          <a:xfrm>
            <a:off x="1104900" y="1600201"/>
            <a:ext cx="4799286" cy="3949261"/>
          </a:xfrm>
          <a:prstGeom prst="roundRect">
            <a:avLst>
              <a:gd name="adj" fmla="val 591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360000" bIns="0" rtlCol="0" anchor="ctr" anchorCtr="1"/>
          <a:lstStyle/>
          <a:p>
            <a:pPr>
              <a:lnSpc>
                <a:spcPct val="120000"/>
              </a:lnSpc>
              <a:spcBef>
                <a:spcPts val="1000"/>
              </a:spcBef>
            </a:pPr>
            <a:r>
              <a:rPr lang="es-ES" sz="2000" b="1" dirty="0">
                <a:solidFill>
                  <a:schemeClr val="tx1"/>
                </a:solidFill>
              </a:rPr>
              <a:t>OJO: Tu programa no debe verificar si las letras de las respuestas coinciden. Solamente debe verificar si se escribió una respuesta o no.</a:t>
            </a:r>
          </a:p>
          <a:p>
            <a:pPr>
              <a:lnSpc>
                <a:spcPct val="120000"/>
              </a:lnSpc>
              <a:spcBef>
                <a:spcPts val="1000"/>
              </a:spcBef>
            </a:pPr>
            <a:r>
              <a:rPr lang="es-ES" sz="2000" dirty="0">
                <a:solidFill>
                  <a:schemeClr val="tx1"/>
                </a:solidFill>
              </a:rPr>
              <a:t>Dibuja el diagrama de flujo para solucionar el problema, y después escribe tu código.</a:t>
            </a:r>
          </a:p>
        </p:txBody>
      </p:sp>
      <p:pic>
        <p:nvPicPr>
          <p:cNvPr id="5" name="Imagen 4">
            <a:extLst>
              <a:ext uri="{FF2B5EF4-FFF2-40B4-BE49-F238E27FC236}">
                <a16:creationId xmlns:a16="http://schemas.microsoft.com/office/drawing/2014/main" id="{BAB29A2A-5897-440F-8558-66F5CDB3680C}"/>
              </a:ext>
            </a:extLst>
          </p:cNvPr>
          <p:cNvPicPr>
            <a:picLocks noChangeAspect="1"/>
          </p:cNvPicPr>
          <p:nvPr/>
        </p:nvPicPr>
        <p:blipFill>
          <a:blip r:embed="rId2"/>
          <a:stretch>
            <a:fillRect/>
          </a:stretch>
        </p:blipFill>
        <p:spPr>
          <a:xfrm>
            <a:off x="6154504" y="1600200"/>
            <a:ext cx="5336983" cy="4502148"/>
          </a:xfrm>
          <a:prstGeom prst="roundRect">
            <a:avLst>
              <a:gd name="adj" fmla="val 5286"/>
            </a:avLst>
          </a:prstGeom>
        </p:spPr>
      </p:pic>
    </p:spTree>
    <p:extLst>
      <p:ext uri="{BB962C8B-B14F-4D97-AF65-F5344CB8AC3E}">
        <p14:creationId xmlns:p14="http://schemas.microsoft.com/office/powerpoint/2010/main" val="2837044740"/>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theme/theme1.xml><?xml version="1.0" encoding="utf-8"?>
<a:theme xmlns:a="http://schemas.openxmlformats.org/drawingml/2006/main" name="Office Theme">
  <a:themeElements>
    <a:clrScheme name="STARTUP">
      <a:dk1>
        <a:sysClr val="windowText" lastClr="000000"/>
      </a:dk1>
      <a:lt1>
        <a:sysClr val="window" lastClr="FFFFFF"/>
      </a:lt1>
      <a:dk2>
        <a:srgbClr val="2C2C2C"/>
      </a:dk2>
      <a:lt2>
        <a:srgbClr val="E7E7E9"/>
      </a:lt2>
      <a:accent1>
        <a:srgbClr val="005FF9"/>
      </a:accent1>
      <a:accent2>
        <a:srgbClr val="FC2C38"/>
      </a:accent2>
      <a:accent3>
        <a:srgbClr val="FF9E00"/>
      </a:accent3>
      <a:accent4>
        <a:srgbClr val="FFC000"/>
      </a:accent4>
      <a:accent5>
        <a:srgbClr val="5B9BD5"/>
      </a:accent5>
      <a:accent6>
        <a:srgbClr val="70AD47"/>
      </a:accent6>
      <a:hlink>
        <a:srgbClr val="0563C1"/>
      </a:hlink>
      <a:folHlink>
        <a:srgbClr val="954F72"/>
      </a:folHlink>
    </a:clrScheme>
    <a:fontScheme name="Startup">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5379</TotalTime>
  <Words>1173</Words>
  <Application>Microsoft Office PowerPoint</Application>
  <PresentationFormat>Panorámica</PresentationFormat>
  <Paragraphs>72</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Calibri</vt:lpstr>
      <vt:lpstr>Cambria Math</vt:lpstr>
      <vt:lpstr>Poppins</vt:lpstr>
      <vt:lpstr>Poppins Bold</vt:lpstr>
      <vt:lpstr>Office Theme</vt:lpstr>
      <vt:lpstr>Presentación de PowerPoint</vt:lpstr>
      <vt:lpstr>Ejercicio 1</vt:lpstr>
      <vt:lpstr>Ejercicio 2</vt:lpstr>
      <vt:lpstr>Ejercicio 3</vt:lpstr>
      <vt:lpstr>Ejercicio 4</vt:lpstr>
      <vt:lpstr>Ejercicio 5</vt:lpstr>
      <vt:lpstr>Ejercicio 6</vt:lpstr>
      <vt:lpstr>Ejercicio 7</vt:lpstr>
      <vt:lpstr>Ejercicio 8</vt:lpstr>
      <vt:lpstr>Ejercicio 9</vt:lpstr>
      <vt:lpstr>Ejercicio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Munkhuu</dc:creator>
  <cp:lastModifiedBy>Alejandro Paolini</cp:lastModifiedBy>
  <cp:revision>723</cp:revision>
  <dcterms:created xsi:type="dcterms:W3CDTF">2020-12-19T16:12:24Z</dcterms:created>
  <dcterms:modified xsi:type="dcterms:W3CDTF">2025-03-24T03:14:20Z</dcterms:modified>
</cp:coreProperties>
</file>