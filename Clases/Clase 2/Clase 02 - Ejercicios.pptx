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oppi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dLUcsWMOCGr3Rsoj7Vy25ErDE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oppins-regular.fntdata"/><Relationship Id="rId12" Type="http://schemas.openxmlformats.org/officeDocument/2006/relationships/slide" Target="slides/slide8.xml"/><Relationship Id="rId15" Type="http://schemas.openxmlformats.org/officeDocument/2006/relationships/font" Target="fonts/Poppins-italic.fntdata"/><Relationship Id="rId14" Type="http://schemas.openxmlformats.org/officeDocument/2006/relationships/font" Target="fonts/Poppins-bold.fntdata"/><Relationship Id="rId17" Type="http://customschemas.google.com/relationships/presentationmetadata" Target="metadata"/><Relationship Id="rId16" Type="http://schemas.openxmlformats.org/officeDocument/2006/relationships/font" Target="fonts/Poppi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0" name="Google Shape;3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317" name="Google Shape;3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t/>
            </a:r>
            <a:endParaRPr/>
          </a:p>
        </p:txBody>
      </p:sp>
      <p:sp>
        <p:nvSpPr>
          <p:cNvPr id="325" name="Google Shape;32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Arial"/>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Tree>
  </p:cSld>
  <p:clrMapOvr>
    <a:masterClrMapping/>
  </p:clrMapOvr>
  <mc:AlternateContent>
    <mc:Choice Requires="p14">
      <p:transition>
        <p14:reveal dir="l"/>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4" name="Shape 14"/>
        <p:cNvGrpSpPr/>
        <p:nvPr/>
      </p:nvGrpSpPr>
      <p:grpSpPr>
        <a:xfrm>
          <a:off x="0" y="0"/>
          <a:ext cx="0" cy="0"/>
          <a:chOff x="0" y="0"/>
          <a:chExt cx="0" cy="0"/>
        </a:xfrm>
      </p:grpSpPr>
      <p:sp>
        <p:nvSpPr>
          <p:cNvPr id="15" name="Google Shape;15;p11"/>
          <p:cNvSpPr/>
          <p:nvPr>
            <p:ph idx="2" type="pic"/>
          </p:nvPr>
        </p:nvSpPr>
        <p:spPr>
          <a:xfrm>
            <a:off x="6719886" y="0"/>
            <a:ext cx="3828041" cy="6858000"/>
          </a:xfrm>
          <a:prstGeom prst="roundRect">
            <a:avLst>
              <a:gd fmla="val 8622" name="adj"/>
            </a:avLst>
          </a:prstGeom>
          <a:solidFill>
            <a:srgbClr val="CADDFF"/>
          </a:solidFill>
          <a:ln>
            <a:noFill/>
          </a:ln>
        </p:spPr>
      </p:sp>
      <p:sp>
        <p:nvSpPr>
          <p:cNvPr id="16" name="Google Shape;16;p1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30_Title Slide">
    <p:spTree>
      <p:nvGrpSpPr>
        <p:cNvPr id="17" name="Shape 17"/>
        <p:cNvGrpSpPr/>
        <p:nvPr/>
      </p:nvGrpSpPr>
      <p:grpSpPr>
        <a:xfrm>
          <a:off x="0" y="0"/>
          <a:ext cx="0" cy="0"/>
          <a:chOff x="0" y="0"/>
          <a:chExt cx="0" cy="0"/>
        </a:xfrm>
      </p:grpSpPr>
      <p:sp>
        <p:nvSpPr>
          <p:cNvPr id="18" name="Google Shape;18;p12"/>
          <p:cNvSpPr/>
          <p:nvPr>
            <p:ph idx="2" type="pic"/>
          </p:nvPr>
        </p:nvSpPr>
        <p:spPr>
          <a:xfrm>
            <a:off x="6719886" y="0"/>
            <a:ext cx="3828041" cy="6858000"/>
          </a:xfrm>
          <a:prstGeom prst="roundRect">
            <a:avLst>
              <a:gd fmla="val 8622" name="adj"/>
            </a:avLst>
          </a:prstGeom>
          <a:solidFill>
            <a:srgbClr val="CADDFF"/>
          </a:solidFill>
          <a:ln>
            <a:noFill/>
          </a:ln>
        </p:spPr>
      </p:sp>
      <p:sp>
        <p:nvSpPr>
          <p:cNvPr id="19" name="Google Shape;19;p1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0" name="Shape 20"/>
        <p:cNvGrpSpPr/>
        <p:nvPr/>
      </p:nvGrpSpPr>
      <p:grpSpPr>
        <a:xfrm>
          <a:off x="0" y="0"/>
          <a:ext cx="0" cy="0"/>
          <a:chOff x="0" y="0"/>
          <a:chExt cx="0" cy="0"/>
        </a:xfrm>
      </p:grpSpPr>
      <p:sp>
        <p:nvSpPr>
          <p:cNvPr id="21" name="Google Shape;21;p1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22" name="Shape 22"/>
        <p:cNvGrpSpPr/>
        <p:nvPr/>
      </p:nvGrpSpPr>
      <p:grpSpPr>
        <a:xfrm>
          <a:off x="0" y="0"/>
          <a:ext cx="0" cy="0"/>
          <a:chOff x="0" y="0"/>
          <a:chExt cx="0" cy="0"/>
        </a:xfrm>
      </p:grpSpPr>
      <p:sp>
        <p:nvSpPr>
          <p:cNvPr id="23" name="Google Shape;23;p1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24" name="Shape 24"/>
        <p:cNvGrpSpPr/>
        <p:nvPr/>
      </p:nvGrpSpPr>
      <p:grpSpPr>
        <a:xfrm>
          <a:off x="0" y="0"/>
          <a:ext cx="0" cy="0"/>
          <a:chOff x="0" y="0"/>
          <a:chExt cx="0" cy="0"/>
        </a:xfrm>
      </p:grpSpPr>
      <p:sp>
        <p:nvSpPr>
          <p:cNvPr id="25" name="Google Shape;25;p15"/>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6" name="Shape 26"/>
        <p:cNvGrpSpPr/>
        <p:nvPr/>
      </p:nvGrpSpPr>
      <p:grpSpPr>
        <a:xfrm>
          <a:off x="0" y="0"/>
          <a:ext cx="0" cy="0"/>
          <a:chOff x="0" y="0"/>
          <a:chExt cx="0" cy="0"/>
        </a:xfrm>
      </p:grpSpPr>
      <p:sp>
        <p:nvSpPr>
          <p:cNvPr id="27" name="Google Shape;27;p16"/>
          <p:cNvSpPr/>
          <p:nvPr>
            <p:ph idx="2" type="pic"/>
          </p:nvPr>
        </p:nvSpPr>
        <p:spPr>
          <a:xfrm>
            <a:off x="1104900" y="1390909"/>
            <a:ext cx="2691687" cy="2938495"/>
          </a:xfrm>
          <a:prstGeom prst="roundRect">
            <a:avLst>
              <a:gd fmla="val 6405" name="adj"/>
            </a:avLst>
          </a:prstGeom>
          <a:solidFill>
            <a:srgbClr val="CADDFF"/>
          </a:solidFill>
          <a:ln>
            <a:noFill/>
          </a:ln>
        </p:spPr>
      </p:sp>
      <p:sp>
        <p:nvSpPr>
          <p:cNvPr id="28" name="Google Shape;28;p16"/>
          <p:cNvSpPr/>
          <p:nvPr>
            <p:ph idx="3" type="pic"/>
          </p:nvPr>
        </p:nvSpPr>
        <p:spPr>
          <a:xfrm>
            <a:off x="4238625" y="1390909"/>
            <a:ext cx="2691687" cy="2938495"/>
          </a:xfrm>
          <a:prstGeom prst="roundRect">
            <a:avLst>
              <a:gd fmla="val 6405" name="adj"/>
            </a:avLst>
          </a:prstGeom>
          <a:solidFill>
            <a:srgbClr val="CADDFF"/>
          </a:solidFill>
          <a:ln>
            <a:noFill/>
          </a:ln>
        </p:spPr>
      </p:sp>
      <p:sp>
        <p:nvSpPr>
          <p:cNvPr id="29" name="Google Shape;29;p16"/>
          <p:cNvSpPr/>
          <p:nvPr>
            <p:ph idx="4" type="pic"/>
          </p:nvPr>
        </p:nvSpPr>
        <p:spPr>
          <a:xfrm>
            <a:off x="7372350" y="1390909"/>
            <a:ext cx="2691687" cy="2938495"/>
          </a:xfrm>
          <a:prstGeom prst="roundRect">
            <a:avLst>
              <a:gd fmla="val 6405" name="adj"/>
            </a:avLst>
          </a:prstGeom>
          <a:solidFill>
            <a:srgbClr val="CADDFF"/>
          </a:solidFill>
          <a:ln>
            <a:noFill/>
          </a:ln>
        </p:spPr>
      </p:sp>
      <p:sp>
        <p:nvSpPr>
          <p:cNvPr id="30" name="Google Shape;30;p16"/>
          <p:cNvSpPr/>
          <p:nvPr/>
        </p:nvSpPr>
        <p:spPr>
          <a:xfrm>
            <a:off x="10506075" y="1390909"/>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1000"/>
                                        <p:tgtEl>
                                          <p:spTgt spid="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1000"/>
                                        <p:tgtEl>
                                          <p:spTgt spid="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0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1000"/>
                                        <p:tgtEl>
                                          <p:spTgt spid="2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50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1000"/>
                                        <p:tgtEl>
                                          <p:spTgt spid="3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31" name="Shape 31"/>
        <p:cNvGrpSpPr/>
        <p:nvPr/>
      </p:nvGrpSpPr>
      <p:grpSpPr>
        <a:xfrm>
          <a:off x="0" y="0"/>
          <a:ext cx="0" cy="0"/>
          <a:chOff x="0" y="0"/>
          <a:chExt cx="0" cy="0"/>
        </a:xfrm>
      </p:grpSpPr>
      <p:sp>
        <p:nvSpPr>
          <p:cNvPr id="32" name="Google Shape;32;p17"/>
          <p:cNvSpPr/>
          <p:nvPr>
            <p:ph idx="2" type="pic"/>
          </p:nvPr>
        </p:nvSpPr>
        <p:spPr>
          <a:xfrm>
            <a:off x="2124075" y="1390909"/>
            <a:ext cx="2691687" cy="2938495"/>
          </a:xfrm>
          <a:prstGeom prst="roundRect">
            <a:avLst>
              <a:gd fmla="val 6405" name="adj"/>
            </a:avLst>
          </a:prstGeom>
          <a:solidFill>
            <a:srgbClr val="CADDFF"/>
          </a:solidFill>
          <a:ln>
            <a:noFill/>
          </a:ln>
        </p:spPr>
      </p:sp>
      <p:sp>
        <p:nvSpPr>
          <p:cNvPr id="33" name="Google Shape;33;p17"/>
          <p:cNvSpPr/>
          <p:nvPr>
            <p:ph idx="3" type="pic"/>
          </p:nvPr>
        </p:nvSpPr>
        <p:spPr>
          <a:xfrm>
            <a:off x="5257800" y="1390909"/>
            <a:ext cx="2691687" cy="2938495"/>
          </a:xfrm>
          <a:prstGeom prst="roundRect">
            <a:avLst>
              <a:gd fmla="val 6405" name="adj"/>
            </a:avLst>
          </a:prstGeom>
          <a:solidFill>
            <a:srgbClr val="CADDFF"/>
          </a:solidFill>
          <a:ln>
            <a:noFill/>
          </a:ln>
        </p:spPr>
      </p:sp>
      <p:sp>
        <p:nvSpPr>
          <p:cNvPr id="34" name="Google Shape;34;p17"/>
          <p:cNvSpPr/>
          <p:nvPr>
            <p:ph idx="4" type="pic"/>
          </p:nvPr>
        </p:nvSpPr>
        <p:spPr>
          <a:xfrm>
            <a:off x="8391525" y="1390909"/>
            <a:ext cx="2691687" cy="2938495"/>
          </a:xfrm>
          <a:prstGeom prst="roundRect">
            <a:avLst>
              <a:gd fmla="val 6405" name="adj"/>
            </a:avLst>
          </a:prstGeom>
          <a:solidFill>
            <a:srgbClr val="CADDFF"/>
          </a:solidFill>
          <a:ln>
            <a:noFill/>
          </a:ln>
        </p:spPr>
      </p:sp>
      <p:sp>
        <p:nvSpPr>
          <p:cNvPr id="35" name="Google Shape;35;p17"/>
          <p:cNvSpPr/>
          <p:nvPr/>
        </p:nvSpPr>
        <p:spPr>
          <a:xfrm>
            <a:off x="-407826" y="1390908"/>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36" name="Shape 36"/>
        <p:cNvGrpSpPr/>
        <p:nvPr/>
      </p:nvGrpSpPr>
      <p:grpSpPr>
        <a:xfrm>
          <a:off x="0" y="0"/>
          <a:ext cx="0" cy="0"/>
          <a:chOff x="0" y="0"/>
          <a:chExt cx="0" cy="0"/>
        </a:xfrm>
      </p:grpSpPr>
      <p:sp>
        <p:nvSpPr>
          <p:cNvPr id="37" name="Google Shape;37;p18"/>
          <p:cNvSpPr/>
          <p:nvPr>
            <p:ph idx="2" type="pic"/>
          </p:nvPr>
        </p:nvSpPr>
        <p:spPr>
          <a:xfrm>
            <a:off x="1514475" y="1733809"/>
            <a:ext cx="9172575" cy="2933441"/>
          </a:xfrm>
          <a:prstGeom prst="roundRect">
            <a:avLst>
              <a:gd fmla="val 6405" name="adj"/>
            </a:avLst>
          </a:prstGeom>
          <a:solidFill>
            <a:srgbClr val="CADDFF"/>
          </a:solidFill>
          <a:ln>
            <a:noFill/>
          </a:ln>
          <a:effectLst>
            <a:outerShdw blurRad="381000" rotWithShape="0" algn="ctr" dir="5400000" dist="127000">
              <a:srgbClr val="000000">
                <a:alpha val="29411"/>
              </a:srgbClr>
            </a:outerShdw>
          </a:effectLst>
        </p:spPr>
      </p:sp>
      <p:sp>
        <p:nvSpPr>
          <p:cNvPr id="38" name="Google Shape;38;p18"/>
          <p:cNvSpPr/>
          <p:nvPr/>
        </p:nvSpPr>
        <p:spPr>
          <a:xfrm>
            <a:off x="4481511" y="-247650"/>
            <a:ext cx="3228975" cy="1152784"/>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
                                        </p:tgtEl>
                                        <p:attrNameLst>
                                          <p:attrName>style.visibility</p:attrName>
                                        </p:attrNameLst>
                                      </p:cBhvr>
                                      <p:to>
                                        <p:strVal val="visible"/>
                                      </p:to>
                                    </p:set>
                                    <p:animEffect filter="fade" transition="in">
                                      <p:cBhvr>
                                        <p:cTn dur="500"/>
                                        <p:tgtEl>
                                          <p:spTgt spid="37"/>
                                        </p:tgtEl>
                                      </p:cBhvr>
                                    </p:animEffect>
                                  </p:childTnLst>
                                </p:cTn>
                              </p:par>
                              <p:par>
                                <p:cTn fill="hold" nodeType="withEffect" presetClass="entr" presetID="10" presetSubtype="0">
                                  <p:stCondLst>
                                    <p:cond delay="0"/>
                                  </p:stCondLst>
                                  <p:childTnLst>
                                    <p:set>
                                      <p:cBhvr>
                                        <p:cTn dur="1" fill="hold">
                                          <p:stCondLst>
                                            <p:cond delay="0"/>
                                          </p:stCondLst>
                                        </p:cTn>
                                        <p:tgtEl>
                                          <p:spTgt spid="38"/>
                                        </p:tgtEl>
                                        <p:attrNameLst>
                                          <p:attrName>style.visibility</p:attrName>
                                        </p:attrNameLst>
                                      </p:cBhvr>
                                      <p:to>
                                        <p:strVal val="visible"/>
                                      </p:to>
                                    </p:set>
                                    <p:animEffect filter="fade" transition="in">
                                      <p:cBhvr>
                                        <p:cTn dur="500"/>
                                        <p:tgtEl>
                                          <p:spTgt spid="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9" name="Shape 39"/>
        <p:cNvGrpSpPr/>
        <p:nvPr/>
      </p:nvGrpSpPr>
      <p:grpSpPr>
        <a:xfrm>
          <a:off x="0" y="0"/>
          <a:ext cx="0" cy="0"/>
          <a:chOff x="0" y="0"/>
          <a:chExt cx="0" cy="0"/>
        </a:xfrm>
      </p:grpSpPr>
      <p:sp>
        <p:nvSpPr>
          <p:cNvPr id="40" name="Google Shape;40;p19"/>
          <p:cNvSpPr/>
          <p:nvPr>
            <p:ph idx="2" type="pic"/>
          </p:nvPr>
        </p:nvSpPr>
        <p:spPr>
          <a:xfrm>
            <a:off x="2130295" y="2789853"/>
            <a:ext cx="1928521" cy="2567862"/>
          </a:xfrm>
          <a:prstGeom prst="roundRect">
            <a:avLst>
              <a:gd fmla="val 6405" name="adj"/>
            </a:avLst>
          </a:prstGeom>
          <a:solidFill>
            <a:srgbClr val="CADDFF"/>
          </a:solidFill>
          <a:ln>
            <a:noFill/>
          </a:ln>
          <a:effectLst>
            <a:outerShdw blurRad="381000" rotWithShape="0" algn="ctr" dir="5400000" dist="127000">
              <a:srgbClr val="000000">
                <a:alpha val="29411"/>
              </a:srgbClr>
            </a:outerShdw>
          </a:effectLst>
        </p:spPr>
      </p:sp>
      <p:sp>
        <p:nvSpPr>
          <p:cNvPr id="41" name="Google Shape;41;p19"/>
          <p:cNvSpPr/>
          <p:nvPr/>
        </p:nvSpPr>
        <p:spPr>
          <a:xfrm>
            <a:off x="-547591"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2" name="Google Shape;42;p19"/>
          <p:cNvSpPr/>
          <p:nvPr/>
        </p:nvSpPr>
        <p:spPr>
          <a:xfrm>
            <a:off x="11663005"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3" name="Google Shape;43;p19"/>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
                                        </p:tgtEl>
                                        <p:attrNameLst>
                                          <p:attrName>style.visibility</p:attrName>
                                        </p:attrNameLst>
                                      </p:cBhvr>
                                      <p:to>
                                        <p:strVal val="visible"/>
                                      </p:to>
                                    </p:set>
                                    <p:animEffect filter="fade" transition="in">
                                      <p:cBhvr>
                                        <p:cTn dur="750"/>
                                        <p:tgtEl>
                                          <p:spTgt spid="43"/>
                                        </p:tgtEl>
                                      </p:cBhvr>
                                    </p:animEffect>
                                  </p:childTnLst>
                                </p:cTn>
                              </p:par>
                              <p:par>
                                <p:cTn fill="hold" nodeType="withEffect" presetClass="entr" presetID="2" presetSubtype="8">
                                  <p:stCondLst>
                                    <p:cond delay="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750"/>
                                        <p:tgtEl>
                                          <p:spTgt spid="4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4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750"/>
                                        <p:tgtEl>
                                          <p:spTgt spid="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4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750"/>
                                        <p:tgtEl>
                                          <p:spTgt spid="4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44" name="Shape 44"/>
        <p:cNvGrpSpPr/>
        <p:nvPr/>
      </p:nvGrpSpPr>
      <p:grpSpPr>
        <a:xfrm>
          <a:off x="0" y="0"/>
          <a:ext cx="0" cy="0"/>
          <a:chOff x="0" y="0"/>
          <a:chExt cx="0" cy="0"/>
        </a:xfrm>
      </p:grpSpPr>
      <p:sp>
        <p:nvSpPr>
          <p:cNvPr id="45" name="Google Shape;45;p20"/>
          <p:cNvSpPr/>
          <p:nvPr>
            <p:ph idx="2" type="pic"/>
          </p:nvPr>
        </p:nvSpPr>
        <p:spPr>
          <a:xfrm>
            <a:off x="0" y="0"/>
            <a:ext cx="10544175" cy="3924300"/>
          </a:xfrm>
          <a:prstGeom prst="rect">
            <a:avLst/>
          </a:prstGeom>
          <a:solidFill>
            <a:srgbClr val="CADDFF"/>
          </a:solidFill>
          <a:ln>
            <a:noFill/>
          </a:ln>
          <a:effectLst>
            <a:outerShdw blurRad="381000" rotWithShape="0" algn="ctr" dir="5400000" dist="127000">
              <a:srgbClr val="000000">
                <a:alpha val="29411"/>
              </a:srgbClr>
            </a:outerShdw>
          </a:effectLst>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5"/>
                                        </p:tgtEl>
                                        <p:attrNameLst>
                                          <p:attrName>style.visibility</p:attrName>
                                        </p:attrNameLst>
                                      </p:cBhvr>
                                      <p:to>
                                        <p:strVal val="visible"/>
                                      </p:to>
                                    </p:set>
                                    <p:anim calcmode="lin" valueType="num">
                                      <p:cBhvr additive="base">
                                        <p:cTn dur="1250"/>
                                        <p:tgtEl>
                                          <p:spTgt spid="4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46" name="Shape 46"/>
        <p:cNvGrpSpPr/>
        <p:nvPr/>
      </p:nvGrpSpPr>
      <p:grpSpPr>
        <a:xfrm>
          <a:off x="0" y="0"/>
          <a:ext cx="0" cy="0"/>
          <a:chOff x="0" y="0"/>
          <a:chExt cx="0" cy="0"/>
        </a:xfrm>
      </p:grpSpPr>
      <p:sp>
        <p:nvSpPr>
          <p:cNvPr id="47" name="Google Shape;47;p2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p:nvPr>
            <p:ph idx="2" type="pic"/>
          </p:nvPr>
        </p:nvSpPr>
        <p:spPr>
          <a:xfrm>
            <a:off x="1104900" y="2676524"/>
            <a:ext cx="1904999" cy="2181226"/>
          </a:xfrm>
          <a:prstGeom prst="roundRect">
            <a:avLst>
              <a:gd fmla="val 6405" name="adj"/>
            </a:avLst>
          </a:prstGeom>
          <a:solidFill>
            <a:srgbClr val="CADDFF"/>
          </a:solidFill>
          <a:ln>
            <a:noFill/>
          </a:ln>
        </p:spPr>
      </p:sp>
      <p:sp>
        <p:nvSpPr>
          <p:cNvPr id="49" name="Google Shape;49;p21"/>
          <p:cNvSpPr/>
          <p:nvPr>
            <p:ph idx="3" type="pic"/>
          </p:nvPr>
        </p:nvSpPr>
        <p:spPr>
          <a:xfrm>
            <a:off x="3170875" y="2676524"/>
            <a:ext cx="1904999" cy="2181226"/>
          </a:xfrm>
          <a:prstGeom prst="roundRect">
            <a:avLst>
              <a:gd fmla="val 6405" name="adj"/>
            </a:avLst>
          </a:prstGeom>
          <a:solidFill>
            <a:srgbClr val="CADDFF"/>
          </a:solidFill>
          <a:ln>
            <a:noFill/>
          </a:ln>
        </p:spPr>
      </p:sp>
      <p:sp>
        <p:nvSpPr>
          <p:cNvPr id="50" name="Google Shape;50;p21"/>
          <p:cNvSpPr/>
          <p:nvPr>
            <p:ph idx="4" type="pic"/>
          </p:nvPr>
        </p:nvSpPr>
        <p:spPr>
          <a:xfrm>
            <a:off x="5236850" y="2676524"/>
            <a:ext cx="1904999" cy="2181226"/>
          </a:xfrm>
          <a:prstGeom prst="roundRect">
            <a:avLst>
              <a:gd fmla="val 6405" name="adj"/>
            </a:avLst>
          </a:prstGeom>
          <a:solidFill>
            <a:srgbClr val="CADDFF"/>
          </a:solidFill>
          <a:ln>
            <a:noFill/>
          </a:ln>
        </p:spPr>
      </p:sp>
      <p:sp>
        <p:nvSpPr>
          <p:cNvPr id="51" name="Google Shape;51;p21"/>
          <p:cNvSpPr/>
          <p:nvPr>
            <p:ph idx="5" type="pic"/>
          </p:nvPr>
        </p:nvSpPr>
        <p:spPr>
          <a:xfrm>
            <a:off x="7302825" y="2676524"/>
            <a:ext cx="1904999" cy="2181226"/>
          </a:xfrm>
          <a:prstGeom prst="roundRect">
            <a:avLst>
              <a:gd fmla="val 6405" name="adj"/>
            </a:avLst>
          </a:prstGeom>
          <a:solidFill>
            <a:srgbClr val="CADDFF"/>
          </a:solidFill>
          <a:ln>
            <a:noFill/>
          </a:ln>
        </p:spPr>
      </p:sp>
      <p:sp>
        <p:nvSpPr>
          <p:cNvPr id="52" name="Google Shape;52;p21"/>
          <p:cNvSpPr/>
          <p:nvPr>
            <p:ph idx="6" type="pic"/>
          </p:nvPr>
        </p:nvSpPr>
        <p:spPr>
          <a:xfrm>
            <a:off x="9362601" y="2676524"/>
            <a:ext cx="1904999" cy="2181226"/>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7"/>
                                        </p:tgtEl>
                                        <p:attrNameLst>
                                          <p:attrName>style.visibility</p:attrName>
                                        </p:attrNameLst>
                                      </p:cBhvr>
                                      <p:to>
                                        <p:strVal val="visible"/>
                                      </p:to>
                                    </p:set>
                                    <p:animEffect filter="fade" transition="in">
                                      <p:cBhvr>
                                        <p:cTn dur="750"/>
                                        <p:tgtEl>
                                          <p:spTgt spid="47"/>
                                        </p:tgtEl>
                                      </p:cBhvr>
                                    </p:animEffect>
                                  </p:childTnLst>
                                </p:cTn>
                              </p:par>
                              <p:par>
                                <p:cTn fill="hold" nodeType="withEffect" presetClass="entr" presetID="10" presetSubtype="0">
                                  <p:stCondLst>
                                    <p:cond delay="125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childTnLst>
                          </p:cTn>
                        </p:par>
                        <p:par>
                          <p:cTn fill="hold">
                            <p:stCondLst>
                              <p:cond delay="750"/>
                            </p:stCondLst>
                            <p:childTnLst>
                              <p:par>
                                <p:cTn fill="hold" nodeType="afterEffect" presetClass="entr" presetID="10" presetSubtype="0">
                                  <p:stCondLst>
                                    <p:cond delay="150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par>
                          <p:cTn fill="hold">
                            <p:stCondLst>
                              <p:cond delay="1250"/>
                            </p:stCondLst>
                            <p:childTnLst>
                              <p:par>
                                <p:cTn fill="hold" nodeType="afterEffect" presetClass="entr" presetID="10" presetSubtype="0">
                                  <p:stCondLst>
                                    <p:cond delay="175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childTnLst>
                          </p:cTn>
                        </p:par>
                        <p:par>
                          <p:cTn fill="hold">
                            <p:stCondLst>
                              <p:cond delay="1750"/>
                            </p:stCondLst>
                            <p:childTnLst>
                              <p:par>
                                <p:cTn fill="hold" nodeType="afterEffect" presetClass="entr" presetID="10" presetSubtype="0">
                                  <p:stCondLst>
                                    <p:cond delay="200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par>
                          <p:cTn fill="hold">
                            <p:stCondLst>
                              <p:cond delay="2250"/>
                            </p:stCondLst>
                            <p:childTnLst>
                              <p:par>
                                <p:cTn fill="hold" nodeType="afterEffect" presetClass="entr" presetID="10" presetSubtype="0">
                                  <p:stCondLst>
                                    <p:cond delay="225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53" name="Shape 53"/>
        <p:cNvGrpSpPr/>
        <p:nvPr/>
      </p:nvGrpSpPr>
      <p:grpSpPr>
        <a:xfrm>
          <a:off x="0" y="0"/>
          <a:ext cx="0" cy="0"/>
          <a:chOff x="0" y="0"/>
          <a:chExt cx="0" cy="0"/>
        </a:xfrm>
      </p:grpSpPr>
      <p:pic>
        <p:nvPicPr>
          <p:cNvPr id="54" name="Google Shape;54;p22"/>
          <p:cNvPicPr preferRelativeResize="0"/>
          <p:nvPr/>
        </p:nvPicPr>
        <p:blipFill rotWithShape="1">
          <a:blip r:embed="rId2">
            <a:alphaModFix/>
          </a:blip>
          <a:srcRect b="0" l="0" r="0" t="0"/>
          <a:stretch/>
        </p:blipFill>
        <p:spPr>
          <a:xfrm>
            <a:off x="0" y="2108058"/>
            <a:ext cx="12192000" cy="2172372"/>
          </a:xfrm>
          <a:prstGeom prst="rect">
            <a:avLst/>
          </a:prstGeom>
          <a:noFill/>
          <a:ln>
            <a:noFill/>
          </a:ln>
        </p:spPr>
      </p:pic>
      <p:sp>
        <p:nvSpPr>
          <p:cNvPr id="55" name="Google Shape;55;p22"/>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p:nvPr>
            <p:ph idx="2" type="pic"/>
          </p:nvPr>
        </p:nvSpPr>
        <p:spPr>
          <a:xfrm>
            <a:off x="1767373" y="2349499"/>
            <a:ext cx="1904999" cy="2178051"/>
          </a:xfrm>
          <a:prstGeom prst="roundRect">
            <a:avLst>
              <a:gd fmla="val 6405" name="adj"/>
            </a:avLst>
          </a:prstGeom>
          <a:solidFill>
            <a:srgbClr val="CADDFF"/>
          </a:solidFill>
          <a:ln>
            <a:noFill/>
          </a:ln>
        </p:spPr>
      </p:sp>
      <p:sp>
        <p:nvSpPr>
          <p:cNvPr id="57" name="Google Shape;57;p22"/>
          <p:cNvSpPr/>
          <p:nvPr>
            <p:ph idx="3" type="pic"/>
          </p:nvPr>
        </p:nvSpPr>
        <p:spPr>
          <a:xfrm>
            <a:off x="4021623" y="2349499"/>
            <a:ext cx="1904999" cy="2178051"/>
          </a:xfrm>
          <a:prstGeom prst="roundRect">
            <a:avLst>
              <a:gd fmla="val 6405" name="adj"/>
            </a:avLst>
          </a:prstGeom>
          <a:solidFill>
            <a:srgbClr val="CADDFF"/>
          </a:solidFill>
          <a:ln>
            <a:noFill/>
          </a:ln>
        </p:spPr>
      </p:sp>
      <p:sp>
        <p:nvSpPr>
          <p:cNvPr id="58" name="Google Shape;58;p22"/>
          <p:cNvSpPr/>
          <p:nvPr>
            <p:ph idx="4" type="pic"/>
          </p:nvPr>
        </p:nvSpPr>
        <p:spPr>
          <a:xfrm>
            <a:off x="6275873" y="2349499"/>
            <a:ext cx="1904999" cy="2178051"/>
          </a:xfrm>
          <a:prstGeom prst="roundRect">
            <a:avLst>
              <a:gd fmla="val 6405" name="adj"/>
            </a:avLst>
          </a:prstGeom>
          <a:solidFill>
            <a:srgbClr val="CADDFF"/>
          </a:solidFill>
          <a:ln>
            <a:noFill/>
          </a:ln>
        </p:spPr>
      </p:sp>
      <p:sp>
        <p:nvSpPr>
          <p:cNvPr id="59" name="Google Shape;59;p22"/>
          <p:cNvSpPr/>
          <p:nvPr>
            <p:ph idx="5" type="pic"/>
          </p:nvPr>
        </p:nvSpPr>
        <p:spPr>
          <a:xfrm>
            <a:off x="8530123" y="2349499"/>
            <a:ext cx="1904999" cy="2178051"/>
          </a:xfrm>
          <a:prstGeom prst="roundRect">
            <a:avLst>
              <a:gd fmla="val 6405" name="adj"/>
            </a:avLst>
          </a:prstGeom>
          <a:solidFill>
            <a:srgbClr val="CADDFF"/>
          </a:solidFill>
          <a:ln>
            <a:noFill/>
          </a:ln>
        </p:spPr>
      </p:sp>
      <p:sp>
        <p:nvSpPr>
          <p:cNvPr id="60" name="Google Shape;60;p22"/>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57"/>
                                        </p:tgtEl>
                                        <p:attrNameLst>
                                          <p:attrName>style.visibility</p:attrName>
                                        </p:attrNameLst>
                                      </p:cBhvr>
                                      <p:to>
                                        <p:strVal val="visible"/>
                                      </p:to>
                                    </p:set>
                                    <p:animEffect filter="fade" transition="in">
                                      <p:cBhvr>
                                        <p:cTn dur="500"/>
                                        <p:tgtEl>
                                          <p:spTgt spid="57"/>
                                        </p:tgtEl>
                                      </p:cBhvr>
                                    </p:animEffect>
                                  </p:childTnLst>
                                </p:cTn>
                              </p:par>
                            </p:childTnLst>
                          </p:cTn>
                        </p:par>
                        <p:par>
                          <p:cTn fill="hold">
                            <p:stCondLst>
                              <p:cond delay="1000"/>
                            </p:stCondLst>
                            <p:childTnLst>
                              <p:par>
                                <p:cTn fill="hold" nodeType="afterEffect" presetClass="entr" presetID="10" presetSubtype="0">
                                  <p:stCondLst>
                                    <p:cond delay="75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1000"/>
                                        <p:tgtEl>
                                          <p:spTgt spid="54"/>
                                        </p:tgtEl>
                                      </p:cBhvr>
                                    </p:animEffect>
                                  </p:childTnLst>
                                </p:cTn>
                              </p:par>
                              <p:par>
                                <p:cTn fill="hold" nodeType="withEffect" presetClass="entr" presetID="10" presetSubtype="0">
                                  <p:stCondLst>
                                    <p:cond delay="500"/>
                                  </p:stCondLst>
                                  <p:childTnLst>
                                    <p:set>
                                      <p:cBhvr>
                                        <p:cTn dur="1" fill="hold">
                                          <p:stCondLst>
                                            <p:cond delay="0"/>
                                          </p:stCondLst>
                                        </p:cTn>
                                        <p:tgtEl>
                                          <p:spTgt spid="55"/>
                                        </p:tgtEl>
                                        <p:attrNameLst>
                                          <p:attrName>style.visibility</p:attrName>
                                        </p:attrNameLst>
                                      </p:cBhvr>
                                      <p:to>
                                        <p:strVal val="visible"/>
                                      </p:to>
                                    </p:set>
                                    <p:animEffect filter="fade" transition="in">
                                      <p:cBhvr>
                                        <p:cTn dur="75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61" name="Shape 61"/>
        <p:cNvGrpSpPr/>
        <p:nvPr/>
      </p:nvGrpSpPr>
      <p:grpSpPr>
        <a:xfrm>
          <a:off x="0" y="0"/>
          <a:ext cx="0" cy="0"/>
          <a:chOff x="0" y="0"/>
          <a:chExt cx="0" cy="0"/>
        </a:xfrm>
      </p:grpSpPr>
      <p:sp>
        <p:nvSpPr>
          <p:cNvPr id="62" name="Google Shape;62;p23"/>
          <p:cNvSpPr/>
          <p:nvPr>
            <p:ph idx="2" type="pic"/>
          </p:nvPr>
        </p:nvSpPr>
        <p:spPr>
          <a:xfrm>
            <a:off x="7410450" y="1362075"/>
            <a:ext cx="3019425" cy="4133850"/>
          </a:xfrm>
          <a:prstGeom prst="round2DiagRect">
            <a:avLst>
              <a:gd fmla="val 16667" name="adj1"/>
              <a:gd fmla="val 0" name="adj2"/>
            </a:avLst>
          </a:prstGeom>
          <a:solidFill>
            <a:srgbClr val="CADDFF"/>
          </a:solidFill>
          <a:ln>
            <a:noFill/>
          </a:ln>
        </p:spPr>
      </p:sp>
      <p:sp>
        <p:nvSpPr>
          <p:cNvPr id="63" name="Google Shape;63;p23"/>
          <p:cNvSpPr/>
          <p:nvPr>
            <p:ph idx="3" type="pic"/>
          </p:nvPr>
        </p:nvSpPr>
        <p:spPr>
          <a:xfrm>
            <a:off x="5943600" y="1957388"/>
            <a:ext cx="1785938" cy="3833812"/>
          </a:xfrm>
          <a:prstGeom prst="roundRect">
            <a:avLst>
              <a:gd fmla="val 8747"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63"/>
                                        </p:tgtEl>
                                        <p:attrNameLst>
                                          <p:attrName>style.visibility</p:attrName>
                                        </p:attrNameLst>
                                      </p:cBhvr>
                                      <p:to>
                                        <p:strVal val="visible"/>
                                      </p:to>
                                    </p:set>
                                    <p:animEffect filter="fade" transition="in">
                                      <p:cBhvr>
                                        <p:cTn dur="500"/>
                                        <p:tgtEl>
                                          <p:spTgt spid="63"/>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64" name="Shape 64"/>
        <p:cNvGrpSpPr/>
        <p:nvPr/>
      </p:nvGrpSpPr>
      <p:grpSpPr>
        <a:xfrm>
          <a:off x="0" y="0"/>
          <a:ext cx="0" cy="0"/>
          <a:chOff x="0" y="0"/>
          <a:chExt cx="0" cy="0"/>
        </a:xfrm>
      </p:grpSpPr>
      <p:sp>
        <p:nvSpPr>
          <p:cNvPr id="65" name="Google Shape;65;p24"/>
          <p:cNvSpPr/>
          <p:nvPr>
            <p:ph idx="2" type="pic"/>
          </p:nvPr>
        </p:nvSpPr>
        <p:spPr>
          <a:xfrm>
            <a:off x="1104900" y="1016342"/>
            <a:ext cx="10063843" cy="2933441"/>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66" name="Shape 66"/>
        <p:cNvGrpSpPr/>
        <p:nvPr/>
      </p:nvGrpSpPr>
      <p:grpSpPr>
        <a:xfrm>
          <a:off x="0" y="0"/>
          <a:ext cx="0" cy="0"/>
          <a:chOff x="0" y="0"/>
          <a:chExt cx="0" cy="0"/>
        </a:xfrm>
      </p:grpSpPr>
      <p:sp>
        <p:nvSpPr>
          <p:cNvPr id="67" name="Google Shape;67;p25"/>
          <p:cNvSpPr/>
          <p:nvPr>
            <p:ph idx="2" type="pic"/>
          </p:nvPr>
        </p:nvSpPr>
        <p:spPr>
          <a:xfrm>
            <a:off x="6886575" y="0"/>
            <a:ext cx="5885996" cy="6858000"/>
          </a:xfrm>
          <a:prstGeom prst="roundRect">
            <a:avLst>
              <a:gd fmla="val 194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75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68" name="Shape 68"/>
        <p:cNvGrpSpPr/>
        <p:nvPr/>
      </p:nvGrpSpPr>
      <p:grpSpPr>
        <a:xfrm>
          <a:off x="0" y="0"/>
          <a:ext cx="0" cy="0"/>
          <a:chOff x="0" y="0"/>
          <a:chExt cx="0" cy="0"/>
        </a:xfrm>
      </p:grpSpPr>
      <p:sp>
        <p:nvSpPr>
          <p:cNvPr id="69" name="Google Shape;69;p26"/>
          <p:cNvSpPr/>
          <p:nvPr>
            <p:ph idx="2" type="pic"/>
          </p:nvPr>
        </p:nvSpPr>
        <p:spPr>
          <a:xfrm>
            <a:off x="1" y="-200025"/>
            <a:ext cx="12192000" cy="2847975"/>
          </a:xfrm>
          <a:prstGeom prst="roundRect">
            <a:avLst>
              <a:gd fmla="val 5690" name="adj"/>
            </a:avLst>
          </a:prstGeom>
          <a:solidFill>
            <a:srgbClr val="CADDFF"/>
          </a:solidFill>
          <a:ln>
            <a:noFill/>
          </a:ln>
          <a:effectLst>
            <a:outerShdw blurRad="381000" rotWithShape="0" algn="t" dir="5400000" dist="127000">
              <a:srgbClr val="000000">
                <a:alpha val="29411"/>
              </a:srgbClr>
            </a:outerShdw>
          </a:effectLst>
        </p:spPr>
      </p:sp>
      <p:sp>
        <p:nvSpPr>
          <p:cNvPr id="70" name="Google Shape;70;p26"/>
          <p:cNvSpPr txBox="1"/>
          <p:nvPr>
            <p:ph type="title"/>
          </p:nvPr>
        </p:nvSpPr>
        <p:spPr>
          <a:xfrm>
            <a:off x="1119187" y="443105"/>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rgbClr val="FFFFFF"/>
              </a:buClr>
              <a:buSzPts val="3600"/>
              <a:buFont typeface="Poppins"/>
              <a:buNone/>
              <a:defRPr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700"/>
                                  </p:stCondLst>
                                  <p:childTnLst>
                                    <p:set>
                                      <p:cBhvr>
                                        <p:cTn dur="1" fill="hold">
                                          <p:stCondLst>
                                            <p:cond delay="0"/>
                                          </p:stCondLst>
                                        </p:cTn>
                                        <p:tgtEl>
                                          <p:spTgt spid="70"/>
                                        </p:tgtEl>
                                        <p:attrNameLst>
                                          <p:attrName>style.visibility</p:attrName>
                                        </p:attrNameLst>
                                      </p:cBhvr>
                                      <p:to>
                                        <p:strVal val="visible"/>
                                      </p:to>
                                    </p:set>
                                    <p:animEffect filter="fade" transition="in">
                                      <p:cBhvr>
                                        <p:cTn dur="75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71" name="Shape 71"/>
        <p:cNvGrpSpPr/>
        <p:nvPr/>
      </p:nvGrpSpPr>
      <p:grpSpPr>
        <a:xfrm>
          <a:off x="0" y="0"/>
          <a:ext cx="0" cy="0"/>
          <a:chOff x="0" y="0"/>
          <a:chExt cx="0" cy="0"/>
        </a:xfrm>
      </p:grpSpPr>
      <p:sp>
        <p:nvSpPr>
          <p:cNvPr id="72" name="Google Shape;72;p27"/>
          <p:cNvSpPr/>
          <p:nvPr>
            <p:ph idx="2" type="pic"/>
          </p:nvPr>
        </p:nvSpPr>
        <p:spPr>
          <a:xfrm>
            <a:off x="1" y="-200025"/>
            <a:ext cx="12192000" cy="2847975"/>
          </a:xfrm>
          <a:prstGeom prst="roundRect">
            <a:avLst>
              <a:gd fmla="val 5690" name="adj"/>
            </a:avLst>
          </a:prstGeom>
          <a:solidFill>
            <a:srgbClr val="CADDFF"/>
          </a:solidFill>
          <a:ln>
            <a:noFill/>
          </a:ln>
        </p:spPr>
      </p:sp>
      <p:sp>
        <p:nvSpPr>
          <p:cNvPr id="73" name="Google Shape;73;p27"/>
          <p:cNvSpPr/>
          <p:nvPr>
            <p:ph idx="3" type="pic"/>
          </p:nvPr>
        </p:nvSpPr>
        <p:spPr>
          <a:xfrm>
            <a:off x="5421745" y="1673769"/>
            <a:ext cx="1348510" cy="1354638"/>
          </a:xfrm>
          <a:prstGeom prst="ellipse">
            <a:avLst/>
          </a:prstGeom>
          <a:solidFill>
            <a:srgbClr val="CADDFF"/>
          </a:solidFill>
          <a:ln>
            <a:noFill/>
          </a:ln>
        </p:spPr>
      </p:sp>
      <p:sp>
        <p:nvSpPr>
          <p:cNvPr id="74" name="Google Shape;74;p27"/>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500"/>
                                        <p:tgtEl>
                                          <p:spTgt spid="72"/>
                                        </p:tgtEl>
                                      </p:cBhvr>
                                    </p:animEffect>
                                  </p:childTnLst>
                                </p:cTn>
                              </p:par>
                              <p:par>
                                <p:cTn fill="hold" nodeType="withEffect" presetClass="entr" presetID="10" presetSubtype="0">
                                  <p:stCondLst>
                                    <p:cond delay="500"/>
                                  </p:stCondLst>
                                  <p:childTnLst>
                                    <p:set>
                                      <p:cBhvr>
                                        <p:cTn dur="1" fill="hold">
                                          <p:stCondLst>
                                            <p:cond delay="0"/>
                                          </p:stCondLst>
                                        </p:cTn>
                                        <p:tgtEl>
                                          <p:spTgt spid="73"/>
                                        </p:tgtEl>
                                        <p:attrNameLst>
                                          <p:attrName>style.visibility</p:attrName>
                                        </p:attrNameLst>
                                      </p:cBhvr>
                                      <p:to>
                                        <p:strVal val="visible"/>
                                      </p:to>
                                    </p:set>
                                    <p:animEffect filter="fade" transition="in">
                                      <p:cBhvr>
                                        <p:cTn dur="750"/>
                                        <p:tgtEl>
                                          <p:spTgt spid="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75" name="Shape 75"/>
        <p:cNvGrpSpPr/>
        <p:nvPr/>
      </p:nvGrpSpPr>
      <p:grpSpPr>
        <a:xfrm>
          <a:off x="0" y="0"/>
          <a:ext cx="0" cy="0"/>
          <a:chOff x="0" y="0"/>
          <a:chExt cx="0" cy="0"/>
        </a:xfrm>
      </p:grpSpPr>
      <p:sp>
        <p:nvSpPr>
          <p:cNvPr id="76" name="Google Shape;76;p28"/>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 name="Google Shape;77;p28"/>
          <p:cNvSpPr/>
          <p:nvPr>
            <p:ph idx="2" type="pic"/>
          </p:nvPr>
        </p:nvSpPr>
        <p:spPr>
          <a:xfrm>
            <a:off x="1860550" y="2101678"/>
            <a:ext cx="774700" cy="778220"/>
          </a:xfrm>
          <a:prstGeom prst="ellipse">
            <a:avLst/>
          </a:prstGeom>
          <a:solidFill>
            <a:srgbClr val="CADDFF"/>
          </a:solidFill>
          <a:ln>
            <a:noFill/>
          </a:ln>
        </p:spPr>
      </p:sp>
      <p:sp>
        <p:nvSpPr>
          <p:cNvPr id="78" name="Google Shape;78;p28"/>
          <p:cNvSpPr/>
          <p:nvPr>
            <p:ph idx="3" type="pic"/>
          </p:nvPr>
        </p:nvSpPr>
        <p:spPr>
          <a:xfrm>
            <a:off x="1860550" y="4544974"/>
            <a:ext cx="774700" cy="778220"/>
          </a:xfrm>
          <a:prstGeom prst="ellipse">
            <a:avLst/>
          </a:prstGeom>
          <a:solidFill>
            <a:srgbClr val="CADDFF"/>
          </a:solidFill>
          <a:ln>
            <a:noFill/>
          </a:ln>
        </p:spPr>
      </p:sp>
      <p:sp>
        <p:nvSpPr>
          <p:cNvPr id="79" name="Google Shape;79;p28"/>
          <p:cNvSpPr/>
          <p:nvPr>
            <p:ph idx="4" type="pic"/>
          </p:nvPr>
        </p:nvSpPr>
        <p:spPr>
          <a:xfrm>
            <a:off x="4441825" y="2101678"/>
            <a:ext cx="774700" cy="778220"/>
          </a:xfrm>
          <a:prstGeom prst="ellipse">
            <a:avLst/>
          </a:prstGeom>
          <a:solidFill>
            <a:srgbClr val="CADDFF"/>
          </a:solidFill>
          <a:ln>
            <a:noFill/>
          </a:ln>
        </p:spPr>
      </p:sp>
      <p:sp>
        <p:nvSpPr>
          <p:cNvPr id="80" name="Google Shape;80;p28"/>
          <p:cNvSpPr/>
          <p:nvPr>
            <p:ph idx="5" type="pic"/>
          </p:nvPr>
        </p:nvSpPr>
        <p:spPr>
          <a:xfrm>
            <a:off x="4441825" y="4544974"/>
            <a:ext cx="774700" cy="778220"/>
          </a:xfrm>
          <a:prstGeom prst="ellipse">
            <a:avLst/>
          </a:prstGeom>
          <a:solidFill>
            <a:srgbClr val="CADDFF"/>
          </a:solidFill>
          <a:ln>
            <a:noFill/>
          </a:ln>
        </p:spPr>
      </p:sp>
      <p:sp>
        <p:nvSpPr>
          <p:cNvPr id="81" name="Google Shape;81;p28"/>
          <p:cNvSpPr/>
          <p:nvPr>
            <p:ph idx="6" type="pic"/>
          </p:nvPr>
        </p:nvSpPr>
        <p:spPr>
          <a:xfrm>
            <a:off x="7013575" y="1928395"/>
            <a:ext cx="774700" cy="778220"/>
          </a:xfrm>
          <a:prstGeom prst="ellipse">
            <a:avLst/>
          </a:prstGeom>
          <a:solidFill>
            <a:srgbClr val="CADDFF"/>
          </a:solidFill>
          <a:ln>
            <a:noFill/>
          </a:ln>
        </p:spPr>
      </p:sp>
      <p:sp>
        <p:nvSpPr>
          <p:cNvPr id="82" name="Google Shape;82;p28"/>
          <p:cNvSpPr/>
          <p:nvPr>
            <p:ph idx="7" type="pic"/>
          </p:nvPr>
        </p:nvSpPr>
        <p:spPr>
          <a:xfrm>
            <a:off x="7013575" y="4544974"/>
            <a:ext cx="774700" cy="778220"/>
          </a:xfrm>
          <a:prstGeom prst="ellipse">
            <a:avLst/>
          </a:prstGeom>
          <a:solidFill>
            <a:srgbClr val="CADDFF"/>
          </a:solidFill>
          <a:ln>
            <a:noFill/>
          </a:ln>
        </p:spPr>
      </p:sp>
      <p:sp>
        <p:nvSpPr>
          <p:cNvPr id="83" name="Google Shape;83;p28"/>
          <p:cNvSpPr/>
          <p:nvPr>
            <p:ph idx="8" type="pic"/>
          </p:nvPr>
        </p:nvSpPr>
        <p:spPr>
          <a:xfrm>
            <a:off x="9556750" y="2101678"/>
            <a:ext cx="774700" cy="778220"/>
          </a:xfrm>
          <a:prstGeom prst="ellipse">
            <a:avLst/>
          </a:prstGeom>
          <a:solidFill>
            <a:srgbClr val="CADDFF"/>
          </a:solidFill>
          <a:ln>
            <a:noFill/>
          </a:ln>
        </p:spPr>
      </p:sp>
      <p:sp>
        <p:nvSpPr>
          <p:cNvPr id="84" name="Google Shape;84;p2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8"/>
          <p:cNvSpPr/>
          <p:nvPr>
            <p:ph idx="9" type="pic"/>
          </p:nvPr>
        </p:nvSpPr>
        <p:spPr>
          <a:xfrm>
            <a:off x="9556750" y="4544974"/>
            <a:ext cx="774700" cy="778220"/>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par>
                                <p:cTn fill="hold" nodeType="withEffect" presetClass="entr" presetID="10" presetSubtype="0">
                                  <p:stCondLst>
                                    <p:cond delay="125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childTnLst>
                          </p:cTn>
                        </p:par>
                        <p:par>
                          <p:cTn fill="hold">
                            <p:stCondLst>
                              <p:cond delay="1000"/>
                            </p:stCondLst>
                            <p:childTnLst>
                              <p:par>
                                <p:cTn fill="hold" nodeType="afterEffect" presetClass="entr" presetID="10" presetSubtype="0">
                                  <p:stCondLst>
                                    <p:cond delay="1000"/>
                                  </p:stCondLst>
                                  <p:childTnLst>
                                    <p:set>
                                      <p:cBhvr>
                                        <p:cTn dur="1" fill="hold">
                                          <p:stCondLst>
                                            <p:cond delay="0"/>
                                          </p:stCondLst>
                                        </p:cTn>
                                        <p:tgtEl>
                                          <p:spTgt spid="77"/>
                                        </p:tgtEl>
                                        <p:attrNameLst>
                                          <p:attrName>style.visibility</p:attrName>
                                        </p:attrNameLst>
                                      </p:cBhvr>
                                      <p:to>
                                        <p:strVal val="visible"/>
                                      </p:to>
                                    </p:set>
                                    <p:animEffect filter="fade" transition="in">
                                      <p:cBhvr>
                                        <p:cTn dur="750"/>
                                        <p:tgtEl>
                                          <p:spTgt spid="77"/>
                                        </p:tgtEl>
                                      </p:cBhvr>
                                    </p:animEffect>
                                  </p:childTnLst>
                                </p:cTn>
                              </p:par>
                              <p:par>
                                <p:cTn fill="hold" nodeType="withEffect" presetClass="entr" presetID="10" presetSubtype="0">
                                  <p:stCondLst>
                                    <p:cond delay="1250"/>
                                  </p:stCondLst>
                                  <p:childTnLst>
                                    <p:set>
                                      <p:cBhvr>
                                        <p:cTn dur="1" fill="hold">
                                          <p:stCondLst>
                                            <p:cond delay="0"/>
                                          </p:stCondLst>
                                        </p:cTn>
                                        <p:tgtEl>
                                          <p:spTgt spid="79"/>
                                        </p:tgtEl>
                                        <p:attrNameLst>
                                          <p:attrName>style.visibility</p:attrName>
                                        </p:attrNameLst>
                                      </p:cBhvr>
                                      <p:to>
                                        <p:strVal val="visible"/>
                                      </p:to>
                                    </p:set>
                                    <p:animEffect filter="fade" transition="in">
                                      <p:cBhvr>
                                        <p:cTn dur="750"/>
                                        <p:tgtEl>
                                          <p:spTgt spid="79"/>
                                        </p:tgtEl>
                                      </p:cBhvr>
                                    </p:animEffect>
                                  </p:childTnLst>
                                </p:cTn>
                              </p:par>
                              <p:par>
                                <p:cTn fill="hold" nodeType="withEffect" presetClass="entr" presetID="10" presetSubtype="0">
                                  <p:stCondLst>
                                    <p:cond delay="1500"/>
                                  </p:stCondLst>
                                  <p:childTnLst>
                                    <p:set>
                                      <p:cBhvr>
                                        <p:cTn dur="1" fill="hold">
                                          <p:stCondLst>
                                            <p:cond delay="0"/>
                                          </p:stCondLst>
                                        </p:cTn>
                                        <p:tgtEl>
                                          <p:spTgt spid="83"/>
                                        </p:tgtEl>
                                        <p:attrNameLst>
                                          <p:attrName>style.visibility</p:attrName>
                                        </p:attrNameLst>
                                      </p:cBhvr>
                                      <p:to>
                                        <p:strVal val="visible"/>
                                      </p:to>
                                    </p:set>
                                    <p:animEffect filter="fade" transition="in">
                                      <p:cBhvr>
                                        <p:cTn dur="750"/>
                                        <p:tgtEl>
                                          <p:spTgt spid="83"/>
                                        </p:tgtEl>
                                      </p:cBhvr>
                                    </p:animEffect>
                                  </p:childTnLst>
                                </p:cTn>
                              </p:par>
                              <p:par>
                                <p:cTn fill="hold" nodeType="withEffect" presetClass="entr" presetID="10" presetSubtype="0">
                                  <p:stCondLst>
                                    <p:cond delay="1800"/>
                                  </p:stCondLst>
                                  <p:childTnLst>
                                    <p:set>
                                      <p:cBhvr>
                                        <p:cTn dur="1" fill="hold">
                                          <p:stCondLst>
                                            <p:cond delay="0"/>
                                          </p:stCondLst>
                                        </p:cTn>
                                        <p:tgtEl>
                                          <p:spTgt spid="78"/>
                                        </p:tgtEl>
                                        <p:attrNameLst>
                                          <p:attrName>style.visibility</p:attrName>
                                        </p:attrNameLst>
                                      </p:cBhvr>
                                      <p:to>
                                        <p:strVal val="visible"/>
                                      </p:to>
                                    </p:set>
                                    <p:animEffect filter="fade" transition="in">
                                      <p:cBhvr>
                                        <p:cTn dur="750"/>
                                        <p:tgtEl>
                                          <p:spTgt spid="78"/>
                                        </p:tgtEl>
                                      </p:cBhvr>
                                    </p:animEffect>
                                  </p:childTnLst>
                                </p:cTn>
                              </p:par>
                              <p:par>
                                <p:cTn fill="hold" nodeType="withEffect" presetClass="entr" presetID="10" presetSubtype="0">
                                  <p:stCondLst>
                                    <p:cond delay="2000"/>
                                  </p:stCondLst>
                                  <p:childTnLst>
                                    <p:set>
                                      <p:cBhvr>
                                        <p:cTn dur="1" fill="hold">
                                          <p:stCondLst>
                                            <p:cond delay="0"/>
                                          </p:stCondLst>
                                        </p:cTn>
                                        <p:tgtEl>
                                          <p:spTgt spid="80"/>
                                        </p:tgtEl>
                                        <p:attrNameLst>
                                          <p:attrName>style.visibility</p:attrName>
                                        </p:attrNameLst>
                                      </p:cBhvr>
                                      <p:to>
                                        <p:strVal val="visible"/>
                                      </p:to>
                                    </p:set>
                                    <p:animEffect filter="fade" transition="in">
                                      <p:cBhvr>
                                        <p:cTn dur="750"/>
                                        <p:tgtEl>
                                          <p:spTgt spid="80"/>
                                        </p:tgtEl>
                                      </p:cBhvr>
                                    </p:animEffect>
                                  </p:childTnLst>
                                </p:cTn>
                              </p:par>
                              <p:par>
                                <p:cTn fill="hold" nodeType="withEffect" presetClass="entr" presetID="10" presetSubtype="0">
                                  <p:stCondLst>
                                    <p:cond delay="2300"/>
                                  </p:stCondLst>
                                  <p:childTnLst>
                                    <p:set>
                                      <p:cBhvr>
                                        <p:cTn dur="1" fill="hold">
                                          <p:stCondLst>
                                            <p:cond delay="0"/>
                                          </p:stCondLst>
                                        </p:cTn>
                                        <p:tgtEl>
                                          <p:spTgt spid="82"/>
                                        </p:tgtEl>
                                        <p:attrNameLst>
                                          <p:attrName>style.visibility</p:attrName>
                                        </p:attrNameLst>
                                      </p:cBhvr>
                                      <p:to>
                                        <p:strVal val="visible"/>
                                      </p:to>
                                    </p:set>
                                    <p:animEffect filter="fade" transition="in">
                                      <p:cBhvr>
                                        <p:cTn dur="750"/>
                                        <p:tgtEl>
                                          <p:spTgt spid="82"/>
                                        </p:tgtEl>
                                      </p:cBhvr>
                                    </p:animEffect>
                                  </p:childTnLst>
                                </p:cTn>
                              </p:par>
                              <p:par>
                                <p:cTn fill="hold" nodeType="withEffect" presetClass="entr" presetID="10" presetSubtype="0">
                                  <p:stCondLst>
                                    <p:cond delay="2700"/>
                                  </p:stCondLst>
                                  <p:childTnLst>
                                    <p:set>
                                      <p:cBhvr>
                                        <p:cTn dur="1" fill="hold">
                                          <p:stCondLst>
                                            <p:cond delay="0"/>
                                          </p:stCondLst>
                                        </p:cTn>
                                        <p:tgtEl>
                                          <p:spTgt spid="85"/>
                                        </p:tgtEl>
                                        <p:attrNameLst>
                                          <p:attrName>style.visibility</p:attrName>
                                        </p:attrNameLst>
                                      </p:cBhvr>
                                      <p:to>
                                        <p:strVal val="visible"/>
                                      </p:to>
                                    </p:set>
                                    <p:animEffect filter="fade" transition="in">
                                      <p:cBhvr>
                                        <p:cTn dur="75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86" name="Shape 86"/>
        <p:cNvGrpSpPr/>
        <p:nvPr/>
      </p:nvGrpSpPr>
      <p:grpSpPr>
        <a:xfrm>
          <a:off x="0" y="0"/>
          <a:ext cx="0" cy="0"/>
          <a:chOff x="0" y="0"/>
          <a:chExt cx="0" cy="0"/>
        </a:xfrm>
      </p:grpSpPr>
      <p:sp>
        <p:nvSpPr>
          <p:cNvPr id="87" name="Google Shape;87;p29"/>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 name="Google Shape;88;p29"/>
          <p:cNvSpPr/>
          <p:nvPr>
            <p:ph idx="2" type="pic"/>
          </p:nvPr>
        </p:nvSpPr>
        <p:spPr>
          <a:xfrm>
            <a:off x="1860550" y="2101678"/>
            <a:ext cx="774700" cy="778220"/>
          </a:xfrm>
          <a:prstGeom prst="ellipse">
            <a:avLst/>
          </a:prstGeom>
          <a:solidFill>
            <a:srgbClr val="CADDFF"/>
          </a:solidFill>
          <a:ln>
            <a:noFill/>
          </a:ln>
        </p:spPr>
      </p:sp>
      <p:sp>
        <p:nvSpPr>
          <p:cNvPr id="89" name="Google Shape;89;p29"/>
          <p:cNvSpPr/>
          <p:nvPr>
            <p:ph idx="3" type="pic"/>
          </p:nvPr>
        </p:nvSpPr>
        <p:spPr>
          <a:xfrm>
            <a:off x="1860550" y="4544974"/>
            <a:ext cx="774700" cy="778220"/>
          </a:xfrm>
          <a:prstGeom prst="ellipse">
            <a:avLst/>
          </a:prstGeom>
          <a:solidFill>
            <a:srgbClr val="CADDFF"/>
          </a:solidFill>
          <a:ln>
            <a:noFill/>
          </a:ln>
        </p:spPr>
      </p:sp>
      <p:sp>
        <p:nvSpPr>
          <p:cNvPr id="90" name="Google Shape;90;p29"/>
          <p:cNvSpPr/>
          <p:nvPr>
            <p:ph idx="4" type="pic"/>
          </p:nvPr>
        </p:nvSpPr>
        <p:spPr>
          <a:xfrm>
            <a:off x="4441825" y="2101678"/>
            <a:ext cx="774700" cy="778220"/>
          </a:xfrm>
          <a:prstGeom prst="ellipse">
            <a:avLst/>
          </a:prstGeom>
          <a:solidFill>
            <a:srgbClr val="CADDFF"/>
          </a:solidFill>
          <a:ln>
            <a:noFill/>
          </a:ln>
        </p:spPr>
      </p:sp>
      <p:sp>
        <p:nvSpPr>
          <p:cNvPr id="91" name="Google Shape;91;p29"/>
          <p:cNvSpPr/>
          <p:nvPr>
            <p:ph idx="5" type="pic"/>
          </p:nvPr>
        </p:nvSpPr>
        <p:spPr>
          <a:xfrm>
            <a:off x="4441825" y="4544974"/>
            <a:ext cx="774700" cy="778220"/>
          </a:xfrm>
          <a:prstGeom prst="ellipse">
            <a:avLst/>
          </a:prstGeom>
          <a:solidFill>
            <a:srgbClr val="CADDFF"/>
          </a:solidFill>
          <a:ln>
            <a:noFill/>
          </a:ln>
        </p:spPr>
      </p:sp>
      <p:sp>
        <p:nvSpPr>
          <p:cNvPr id="92" name="Google Shape;92;p29"/>
          <p:cNvSpPr/>
          <p:nvPr>
            <p:ph idx="6" type="pic"/>
          </p:nvPr>
        </p:nvSpPr>
        <p:spPr>
          <a:xfrm>
            <a:off x="7013575" y="2101678"/>
            <a:ext cx="774700" cy="778220"/>
          </a:xfrm>
          <a:prstGeom prst="ellipse">
            <a:avLst/>
          </a:prstGeom>
          <a:solidFill>
            <a:srgbClr val="CADDFF"/>
          </a:solidFill>
          <a:ln>
            <a:noFill/>
          </a:ln>
        </p:spPr>
      </p:sp>
      <p:sp>
        <p:nvSpPr>
          <p:cNvPr id="93" name="Google Shape;93;p29"/>
          <p:cNvSpPr/>
          <p:nvPr>
            <p:ph idx="7" type="pic"/>
          </p:nvPr>
        </p:nvSpPr>
        <p:spPr>
          <a:xfrm>
            <a:off x="6775450" y="4544974"/>
            <a:ext cx="774700" cy="778220"/>
          </a:xfrm>
          <a:prstGeom prst="ellipse">
            <a:avLst/>
          </a:prstGeom>
          <a:solidFill>
            <a:srgbClr val="CADDFF"/>
          </a:solidFill>
          <a:ln>
            <a:noFill/>
          </a:ln>
        </p:spPr>
      </p:sp>
      <p:sp>
        <p:nvSpPr>
          <p:cNvPr id="94" name="Google Shape;94;p29"/>
          <p:cNvSpPr/>
          <p:nvPr>
            <p:ph idx="8" type="pic"/>
          </p:nvPr>
        </p:nvSpPr>
        <p:spPr>
          <a:xfrm>
            <a:off x="9556750" y="2101678"/>
            <a:ext cx="774700" cy="778220"/>
          </a:xfrm>
          <a:prstGeom prst="ellipse">
            <a:avLst/>
          </a:prstGeom>
          <a:solidFill>
            <a:srgbClr val="CADDFF"/>
          </a:solidFill>
          <a:ln>
            <a:noFill/>
          </a:ln>
        </p:spPr>
      </p:sp>
      <p:sp>
        <p:nvSpPr>
          <p:cNvPr id="95" name="Google Shape;95;p2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8"/>
                                        </p:tgtEl>
                                        <p:attrNameLst>
                                          <p:attrName>style.visibility</p:attrName>
                                        </p:attrNameLst>
                                      </p:cBhvr>
                                      <p:to>
                                        <p:strVal val="visible"/>
                                      </p:to>
                                    </p:set>
                                    <p:animEffect filter="fade" transition="in">
                                      <p:cBhvr>
                                        <p:cTn dur="750"/>
                                        <p:tgtEl>
                                          <p:spTgt spid="88"/>
                                        </p:tgtEl>
                                      </p:cBhvr>
                                    </p:animEffect>
                                  </p:childTnLst>
                                </p:cTn>
                              </p:par>
                              <p:par>
                                <p:cTn fill="hold" nodeType="withEffect" presetClass="entr" presetID="10" presetSubtype="0">
                                  <p:stCondLst>
                                    <p:cond delay="1300"/>
                                  </p:stCondLst>
                                  <p:childTnLst>
                                    <p:set>
                                      <p:cBhvr>
                                        <p:cTn dur="1" fill="hold">
                                          <p:stCondLst>
                                            <p:cond delay="0"/>
                                          </p:stCondLst>
                                        </p:cTn>
                                        <p:tgtEl>
                                          <p:spTgt spid="90"/>
                                        </p:tgtEl>
                                        <p:attrNameLst>
                                          <p:attrName>style.visibility</p:attrName>
                                        </p:attrNameLst>
                                      </p:cBhvr>
                                      <p:to>
                                        <p:strVal val="visible"/>
                                      </p:to>
                                    </p:set>
                                    <p:animEffect filter="fade" transition="in">
                                      <p:cBhvr>
                                        <p:cTn dur="750"/>
                                        <p:tgtEl>
                                          <p:spTgt spid="90"/>
                                        </p:tgtEl>
                                      </p:cBhvr>
                                    </p:animEffect>
                                  </p:childTnLst>
                                </p:cTn>
                              </p:par>
                              <p:par>
                                <p:cTn fill="hold" nodeType="withEffect" presetClass="entr" presetID="10" presetSubtype="0">
                                  <p:stCondLst>
                                    <p:cond delay="1600"/>
                                  </p:stCondLst>
                                  <p:childTnLst>
                                    <p:set>
                                      <p:cBhvr>
                                        <p:cTn dur="1" fill="hold">
                                          <p:stCondLst>
                                            <p:cond delay="0"/>
                                          </p:stCondLst>
                                        </p:cTn>
                                        <p:tgtEl>
                                          <p:spTgt spid="92"/>
                                        </p:tgtEl>
                                        <p:attrNameLst>
                                          <p:attrName>style.visibility</p:attrName>
                                        </p:attrNameLst>
                                      </p:cBhvr>
                                      <p:to>
                                        <p:strVal val="visible"/>
                                      </p:to>
                                    </p:set>
                                    <p:animEffect filter="fade" transition="in">
                                      <p:cBhvr>
                                        <p:cTn dur="750"/>
                                        <p:tgtEl>
                                          <p:spTgt spid="92"/>
                                        </p:tgtEl>
                                      </p:cBhvr>
                                    </p:animEffect>
                                  </p:childTnLst>
                                </p:cTn>
                              </p:par>
                              <p:par>
                                <p:cTn fill="hold" nodeType="withEffect" presetClass="entr" presetID="10" presetSubtype="0">
                                  <p:stCondLst>
                                    <p:cond delay="1900"/>
                                  </p:stCondLst>
                                  <p:childTnLst>
                                    <p:set>
                                      <p:cBhvr>
                                        <p:cTn dur="1" fill="hold">
                                          <p:stCondLst>
                                            <p:cond delay="0"/>
                                          </p:stCondLst>
                                        </p:cTn>
                                        <p:tgtEl>
                                          <p:spTgt spid="94"/>
                                        </p:tgtEl>
                                        <p:attrNameLst>
                                          <p:attrName>style.visibility</p:attrName>
                                        </p:attrNameLst>
                                      </p:cBhvr>
                                      <p:to>
                                        <p:strVal val="visible"/>
                                      </p:to>
                                    </p:set>
                                    <p:animEffect filter="fade" transition="in">
                                      <p:cBhvr>
                                        <p:cTn dur="750"/>
                                        <p:tgtEl>
                                          <p:spTgt spid="94"/>
                                        </p:tgtEl>
                                      </p:cBhvr>
                                    </p:animEffect>
                                  </p:childTnLst>
                                </p:cTn>
                              </p:par>
                              <p:par>
                                <p:cTn fill="hold" nodeType="withEffect" presetClass="entr" presetID="10" presetSubtype="0">
                                  <p:stCondLst>
                                    <p:cond delay="2200"/>
                                  </p:stCondLst>
                                  <p:childTnLst>
                                    <p:set>
                                      <p:cBhvr>
                                        <p:cTn dur="1" fill="hold">
                                          <p:stCondLst>
                                            <p:cond delay="0"/>
                                          </p:stCondLst>
                                        </p:cTn>
                                        <p:tgtEl>
                                          <p:spTgt spid="89"/>
                                        </p:tgtEl>
                                        <p:attrNameLst>
                                          <p:attrName>style.visibility</p:attrName>
                                        </p:attrNameLst>
                                      </p:cBhvr>
                                      <p:to>
                                        <p:strVal val="visible"/>
                                      </p:to>
                                    </p:set>
                                    <p:animEffect filter="fade" transition="in">
                                      <p:cBhvr>
                                        <p:cTn dur="750"/>
                                        <p:tgtEl>
                                          <p:spTgt spid="89"/>
                                        </p:tgtEl>
                                      </p:cBhvr>
                                    </p:animEffect>
                                  </p:childTnLst>
                                </p:cTn>
                              </p:par>
                              <p:par>
                                <p:cTn fill="hold" nodeType="withEffect" presetClass="entr" presetID="10" presetSubtype="0">
                                  <p:stCondLst>
                                    <p:cond delay="2500"/>
                                  </p:stCondLst>
                                  <p:childTnLst>
                                    <p:set>
                                      <p:cBhvr>
                                        <p:cTn dur="1" fill="hold">
                                          <p:stCondLst>
                                            <p:cond delay="0"/>
                                          </p:stCondLst>
                                        </p:cTn>
                                        <p:tgtEl>
                                          <p:spTgt spid="91"/>
                                        </p:tgtEl>
                                        <p:attrNameLst>
                                          <p:attrName>style.visibility</p:attrName>
                                        </p:attrNameLst>
                                      </p:cBhvr>
                                      <p:to>
                                        <p:strVal val="visible"/>
                                      </p:to>
                                    </p:set>
                                    <p:animEffect filter="fade" transition="in">
                                      <p:cBhvr>
                                        <p:cTn dur="750"/>
                                        <p:tgtEl>
                                          <p:spTgt spid="91"/>
                                        </p:tgtEl>
                                      </p:cBhvr>
                                    </p:animEffect>
                                  </p:childTnLst>
                                </p:cTn>
                              </p:par>
                              <p:par>
                                <p:cTn fill="hold" nodeType="withEffect" presetClass="entr" presetID="10" presetSubtype="0">
                                  <p:stCondLst>
                                    <p:cond delay="2900"/>
                                  </p:stCondLst>
                                  <p:childTnLst>
                                    <p:set>
                                      <p:cBhvr>
                                        <p:cTn dur="1" fill="hold">
                                          <p:stCondLst>
                                            <p:cond delay="0"/>
                                          </p:stCondLst>
                                        </p:cTn>
                                        <p:tgtEl>
                                          <p:spTgt spid="93"/>
                                        </p:tgtEl>
                                        <p:attrNameLst>
                                          <p:attrName>style.visibility</p:attrName>
                                        </p:attrNameLst>
                                      </p:cBhvr>
                                      <p:to>
                                        <p:strVal val="visible"/>
                                      </p:to>
                                    </p:set>
                                    <p:animEffect filter="fade" transition="in">
                                      <p:cBhvr>
                                        <p:cTn dur="750"/>
                                        <p:tgtEl>
                                          <p:spTgt spid="93"/>
                                        </p:tgtEl>
                                      </p:cBhvr>
                                    </p:animEffect>
                                  </p:childTnLst>
                                </p:cTn>
                              </p:par>
                              <p:par>
                                <p:cTn fill="hold" nodeType="withEffect" presetClass="entr" presetID="10" presetSubtype="0">
                                  <p:stCondLst>
                                    <p:cond delay="50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96" name="Shape 96"/>
        <p:cNvGrpSpPr/>
        <p:nvPr/>
      </p:nvGrpSpPr>
      <p:grpSpPr>
        <a:xfrm>
          <a:off x="0" y="0"/>
          <a:ext cx="0" cy="0"/>
          <a:chOff x="0" y="0"/>
          <a:chExt cx="0" cy="0"/>
        </a:xfrm>
      </p:grpSpPr>
      <p:sp>
        <p:nvSpPr>
          <p:cNvPr id="97" name="Google Shape;97;p3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0"/>
          <p:cNvSpPr/>
          <p:nvPr>
            <p:ph idx="2" type="pic"/>
          </p:nvPr>
        </p:nvSpPr>
        <p:spPr>
          <a:xfrm>
            <a:off x="1104901" y="1787524"/>
            <a:ext cx="1752600" cy="2178051"/>
          </a:xfrm>
          <a:prstGeom prst="roundRect">
            <a:avLst>
              <a:gd fmla="val 9122" name="adj"/>
            </a:avLst>
          </a:prstGeom>
          <a:solidFill>
            <a:srgbClr val="CADDFF"/>
          </a:solidFill>
          <a:ln>
            <a:noFill/>
          </a:ln>
        </p:spPr>
      </p:sp>
      <p:sp>
        <p:nvSpPr>
          <p:cNvPr id="99" name="Google Shape;99;p30"/>
          <p:cNvSpPr/>
          <p:nvPr>
            <p:ph idx="3" type="pic"/>
          </p:nvPr>
        </p:nvSpPr>
        <p:spPr>
          <a:xfrm>
            <a:off x="1104901" y="4152899"/>
            <a:ext cx="1752600" cy="2178051"/>
          </a:xfrm>
          <a:prstGeom prst="roundRect">
            <a:avLst>
              <a:gd fmla="val 9122" name="adj"/>
            </a:avLst>
          </a:prstGeom>
          <a:solidFill>
            <a:srgbClr val="CADDFF"/>
          </a:solidFill>
          <a:ln>
            <a:noFill/>
          </a:ln>
        </p:spPr>
      </p:sp>
      <p:sp>
        <p:nvSpPr>
          <p:cNvPr id="100" name="Google Shape;100;p30"/>
          <p:cNvSpPr/>
          <p:nvPr>
            <p:ph idx="4" type="pic"/>
          </p:nvPr>
        </p:nvSpPr>
        <p:spPr>
          <a:xfrm>
            <a:off x="3095626" y="1787524"/>
            <a:ext cx="1752600" cy="2178051"/>
          </a:xfrm>
          <a:prstGeom prst="roundRect">
            <a:avLst>
              <a:gd fmla="val 9122" name="adj"/>
            </a:avLst>
          </a:prstGeom>
          <a:solidFill>
            <a:srgbClr val="CADDFF"/>
          </a:solidFill>
          <a:ln>
            <a:noFill/>
          </a:ln>
        </p:spPr>
      </p:sp>
      <p:sp>
        <p:nvSpPr>
          <p:cNvPr id="101" name="Google Shape;101;p30"/>
          <p:cNvSpPr/>
          <p:nvPr>
            <p:ph idx="5" type="pic"/>
          </p:nvPr>
        </p:nvSpPr>
        <p:spPr>
          <a:xfrm>
            <a:off x="3095626" y="4152899"/>
            <a:ext cx="1752600" cy="2178051"/>
          </a:xfrm>
          <a:prstGeom prst="roundRect">
            <a:avLst>
              <a:gd fmla="val 9122" name="adj"/>
            </a:avLst>
          </a:prstGeom>
          <a:solidFill>
            <a:srgbClr val="CADDFF"/>
          </a:solidFill>
          <a:ln>
            <a:noFill/>
          </a:ln>
        </p:spPr>
      </p:sp>
      <p:sp>
        <p:nvSpPr>
          <p:cNvPr id="102" name="Google Shape;102;p30"/>
          <p:cNvSpPr/>
          <p:nvPr>
            <p:ph idx="6" type="pic"/>
          </p:nvPr>
        </p:nvSpPr>
        <p:spPr>
          <a:xfrm>
            <a:off x="5086351" y="1787524"/>
            <a:ext cx="1752600" cy="2178051"/>
          </a:xfrm>
          <a:prstGeom prst="roundRect">
            <a:avLst>
              <a:gd fmla="val 9122" name="adj"/>
            </a:avLst>
          </a:prstGeom>
          <a:solidFill>
            <a:srgbClr val="CADDFF"/>
          </a:solidFill>
          <a:ln>
            <a:noFill/>
          </a:ln>
        </p:spPr>
      </p:sp>
      <p:sp>
        <p:nvSpPr>
          <p:cNvPr id="103" name="Google Shape;103;p30"/>
          <p:cNvSpPr/>
          <p:nvPr>
            <p:ph idx="7" type="pic"/>
          </p:nvPr>
        </p:nvSpPr>
        <p:spPr>
          <a:xfrm>
            <a:off x="5086351" y="4152899"/>
            <a:ext cx="1752600" cy="2178051"/>
          </a:xfrm>
          <a:prstGeom prst="roundRect">
            <a:avLst>
              <a:gd fmla="val 9122" name="adj"/>
            </a:avLst>
          </a:prstGeom>
          <a:solidFill>
            <a:srgbClr val="CADDFF"/>
          </a:solidFill>
          <a:ln>
            <a:noFill/>
          </a:ln>
        </p:spPr>
      </p:sp>
      <p:sp>
        <p:nvSpPr>
          <p:cNvPr id="104" name="Google Shape;104;p30"/>
          <p:cNvSpPr/>
          <p:nvPr>
            <p:ph idx="8" type="pic"/>
          </p:nvPr>
        </p:nvSpPr>
        <p:spPr>
          <a:xfrm>
            <a:off x="7077076" y="1787524"/>
            <a:ext cx="1752600" cy="2178051"/>
          </a:xfrm>
          <a:prstGeom prst="roundRect">
            <a:avLst>
              <a:gd fmla="val 9122" name="adj"/>
            </a:avLst>
          </a:prstGeom>
          <a:solidFill>
            <a:srgbClr val="CADDFF"/>
          </a:solidFill>
          <a:ln>
            <a:noFill/>
          </a:ln>
        </p:spPr>
      </p:sp>
      <p:sp>
        <p:nvSpPr>
          <p:cNvPr id="105" name="Google Shape;105;p30"/>
          <p:cNvSpPr/>
          <p:nvPr>
            <p:ph idx="9" type="pic"/>
          </p:nvPr>
        </p:nvSpPr>
        <p:spPr>
          <a:xfrm>
            <a:off x="7077076" y="4152899"/>
            <a:ext cx="1752600" cy="2178051"/>
          </a:xfrm>
          <a:prstGeom prst="roundRect">
            <a:avLst>
              <a:gd fmla="val 9122" name="adj"/>
            </a:avLst>
          </a:prstGeom>
          <a:solidFill>
            <a:srgbClr val="CADDFF"/>
          </a:solidFill>
          <a:ln>
            <a:noFill/>
          </a:ln>
        </p:spPr>
      </p:sp>
      <p:sp>
        <p:nvSpPr>
          <p:cNvPr id="106" name="Google Shape;106;p30"/>
          <p:cNvSpPr/>
          <p:nvPr>
            <p:ph idx="13" type="pic"/>
          </p:nvPr>
        </p:nvSpPr>
        <p:spPr>
          <a:xfrm>
            <a:off x="9067801" y="1787524"/>
            <a:ext cx="1752600" cy="2178051"/>
          </a:xfrm>
          <a:prstGeom prst="roundRect">
            <a:avLst>
              <a:gd fmla="val 9122" name="adj"/>
            </a:avLst>
          </a:prstGeom>
          <a:solidFill>
            <a:srgbClr val="CADDFF"/>
          </a:solidFill>
          <a:ln>
            <a:noFill/>
          </a:ln>
        </p:spPr>
      </p:sp>
      <p:sp>
        <p:nvSpPr>
          <p:cNvPr id="107" name="Google Shape;107;p30"/>
          <p:cNvSpPr/>
          <p:nvPr>
            <p:ph idx="14" type="pic"/>
          </p:nvPr>
        </p:nvSpPr>
        <p:spPr>
          <a:xfrm>
            <a:off x="9067801" y="4152899"/>
            <a:ext cx="1752600"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750"/>
                                        <p:tgtEl>
                                          <p:spTgt spid="98"/>
                                        </p:tgtEl>
                                      </p:cBhvr>
                                    </p:animEffect>
                                  </p:childTnLst>
                                </p:cTn>
                              </p:par>
                              <p:par>
                                <p:cTn fill="hold" nodeType="withEffect" presetClass="entr" presetID="10" presetSubtype="0">
                                  <p:stCondLst>
                                    <p:cond delay="250"/>
                                  </p:stCondLst>
                                  <p:childTnLst>
                                    <p:set>
                                      <p:cBhvr>
                                        <p:cTn dur="1" fill="hold">
                                          <p:stCondLst>
                                            <p:cond delay="0"/>
                                          </p:stCondLst>
                                        </p:cTn>
                                        <p:tgtEl>
                                          <p:spTgt spid="100"/>
                                        </p:tgtEl>
                                        <p:attrNameLst>
                                          <p:attrName>style.visibility</p:attrName>
                                        </p:attrNameLst>
                                      </p:cBhvr>
                                      <p:to>
                                        <p:strVal val="visible"/>
                                      </p:to>
                                    </p:set>
                                    <p:animEffect filter="fade" transition="in">
                                      <p:cBhvr>
                                        <p:cTn dur="750"/>
                                        <p:tgtEl>
                                          <p:spTgt spid="100"/>
                                        </p:tgtEl>
                                      </p:cBhvr>
                                    </p:animEffect>
                                  </p:childTnLst>
                                </p:cTn>
                              </p:par>
                              <p:par>
                                <p:cTn fill="hold" nodeType="withEffect" presetClass="entr" presetID="10" presetSubtype="0">
                                  <p:stCondLst>
                                    <p:cond delay="500"/>
                                  </p:stCondLst>
                                  <p:childTnLst>
                                    <p:set>
                                      <p:cBhvr>
                                        <p:cTn dur="1" fill="hold">
                                          <p:stCondLst>
                                            <p:cond delay="0"/>
                                          </p:stCondLst>
                                        </p:cTn>
                                        <p:tgtEl>
                                          <p:spTgt spid="102"/>
                                        </p:tgtEl>
                                        <p:attrNameLst>
                                          <p:attrName>style.visibility</p:attrName>
                                        </p:attrNameLst>
                                      </p:cBhvr>
                                      <p:to>
                                        <p:strVal val="visible"/>
                                      </p:to>
                                    </p:set>
                                    <p:animEffect filter="fade" transition="in">
                                      <p:cBhvr>
                                        <p:cTn dur="750"/>
                                        <p:tgtEl>
                                          <p:spTgt spid="102"/>
                                        </p:tgtEl>
                                      </p:cBhvr>
                                    </p:animEffect>
                                  </p:childTnLst>
                                </p:cTn>
                              </p:par>
                              <p:par>
                                <p:cTn fill="hold" nodeType="withEffect" presetClass="entr" presetID="10" presetSubtype="0">
                                  <p:stCondLst>
                                    <p:cond delay="750"/>
                                  </p:stCondLst>
                                  <p:childTnLst>
                                    <p:set>
                                      <p:cBhvr>
                                        <p:cTn dur="1" fill="hold">
                                          <p:stCondLst>
                                            <p:cond delay="0"/>
                                          </p:stCondLst>
                                        </p:cTn>
                                        <p:tgtEl>
                                          <p:spTgt spid="104"/>
                                        </p:tgtEl>
                                        <p:attrNameLst>
                                          <p:attrName>style.visibility</p:attrName>
                                        </p:attrNameLst>
                                      </p:cBhvr>
                                      <p:to>
                                        <p:strVal val="visible"/>
                                      </p:to>
                                    </p:set>
                                    <p:animEffect filter="fade" transition="in">
                                      <p:cBhvr>
                                        <p:cTn dur="750"/>
                                        <p:tgtEl>
                                          <p:spTgt spid="104"/>
                                        </p:tgtEl>
                                      </p:cBhvr>
                                    </p:animEffect>
                                  </p:childTnLst>
                                </p:cTn>
                              </p:par>
                              <p:par>
                                <p:cTn fill="hold" nodeType="withEffect" presetClass="entr" presetID="10" presetSubtype="0">
                                  <p:stCondLst>
                                    <p:cond delay="1000"/>
                                  </p:stCondLst>
                                  <p:childTnLst>
                                    <p:set>
                                      <p:cBhvr>
                                        <p:cTn dur="1" fill="hold">
                                          <p:stCondLst>
                                            <p:cond delay="0"/>
                                          </p:stCondLst>
                                        </p:cTn>
                                        <p:tgtEl>
                                          <p:spTgt spid="106"/>
                                        </p:tgtEl>
                                        <p:attrNameLst>
                                          <p:attrName>style.visibility</p:attrName>
                                        </p:attrNameLst>
                                      </p:cBhvr>
                                      <p:to>
                                        <p:strVal val="visible"/>
                                      </p:to>
                                    </p:set>
                                    <p:animEffect filter="fade" transition="in">
                                      <p:cBhvr>
                                        <p:cTn dur="750"/>
                                        <p:tgtEl>
                                          <p:spTgt spid="106"/>
                                        </p:tgtEl>
                                      </p:cBhvr>
                                    </p:animEffect>
                                  </p:childTnLst>
                                </p:cTn>
                              </p:par>
                              <p:par>
                                <p:cTn fill="hold" nodeType="withEffect" presetClass="entr" presetID="10" presetSubtype="0">
                                  <p:stCondLst>
                                    <p:cond delay="1250"/>
                                  </p:stCondLst>
                                  <p:childTnLst>
                                    <p:set>
                                      <p:cBhvr>
                                        <p:cTn dur="1" fill="hold">
                                          <p:stCondLst>
                                            <p:cond delay="0"/>
                                          </p:stCondLst>
                                        </p:cTn>
                                        <p:tgtEl>
                                          <p:spTgt spid="99"/>
                                        </p:tgtEl>
                                        <p:attrNameLst>
                                          <p:attrName>style.visibility</p:attrName>
                                        </p:attrNameLst>
                                      </p:cBhvr>
                                      <p:to>
                                        <p:strVal val="visible"/>
                                      </p:to>
                                    </p:set>
                                    <p:animEffect filter="fade" transition="in">
                                      <p:cBhvr>
                                        <p:cTn dur="750"/>
                                        <p:tgtEl>
                                          <p:spTgt spid="99"/>
                                        </p:tgtEl>
                                      </p:cBhvr>
                                    </p:animEffect>
                                  </p:childTnLst>
                                </p:cTn>
                              </p:par>
                              <p:par>
                                <p:cTn fill="hold" nodeType="withEffect" presetClass="entr" presetID="10" presetSubtype="0">
                                  <p:stCondLst>
                                    <p:cond delay="1500"/>
                                  </p:stCondLst>
                                  <p:childTnLst>
                                    <p:set>
                                      <p:cBhvr>
                                        <p:cTn dur="1" fill="hold">
                                          <p:stCondLst>
                                            <p:cond delay="0"/>
                                          </p:stCondLst>
                                        </p:cTn>
                                        <p:tgtEl>
                                          <p:spTgt spid="101"/>
                                        </p:tgtEl>
                                        <p:attrNameLst>
                                          <p:attrName>style.visibility</p:attrName>
                                        </p:attrNameLst>
                                      </p:cBhvr>
                                      <p:to>
                                        <p:strVal val="visible"/>
                                      </p:to>
                                    </p:set>
                                    <p:animEffect filter="fade" transition="in">
                                      <p:cBhvr>
                                        <p:cTn dur="750"/>
                                        <p:tgtEl>
                                          <p:spTgt spid="101"/>
                                        </p:tgtEl>
                                      </p:cBhvr>
                                    </p:animEffect>
                                  </p:childTnLst>
                                </p:cTn>
                              </p:par>
                              <p:par>
                                <p:cTn fill="hold" nodeType="withEffect" presetClass="entr" presetID="10" presetSubtype="0">
                                  <p:stCondLst>
                                    <p:cond delay="1750"/>
                                  </p:stCondLst>
                                  <p:childTnLst>
                                    <p:set>
                                      <p:cBhvr>
                                        <p:cTn dur="1" fill="hold">
                                          <p:stCondLst>
                                            <p:cond delay="0"/>
                                          </p:stCondLst>
                                        </p:cTn>
                                        <p:tgtEl>
                                          <p:spTgt spid="103"/>
                                        </p:tgtEl>
                                        <p:attrNameLst>
                                          <p:attrName>style.visibility</p:attrName>
                                        </p:attrNameLst>
                                      </p:cBhvr>
                                      <p:to>
                                        <p:strVal val="visible"/>
                                      </p:to>
                                    </p:set>
                                    <p:animEffect filter="fade" transition="in">
                                      <p:cBhvr>
                                        <p:cTn dur="750"/>
                                        <p:tgtEl>
                                          <p:spTgt spid="103"/>
                                        </p:tgtEl>
                                      </p:cBhvr>
                                    </p:animEffect>
                                  </p:childTnLst>
                                </p:cTn>
                              </p:par>
                              <p:par>
                                <p:cTn fill="hold" nodeType="withEffect" presetClass="entr" presetID="10" presetSubtype="0">
                                  <p:stCondLst>
                                    <p:cond delay="2000"/>
                                  </p:stCondLst>
                                  <p:childTnLst>
                                    <p:set>
                                      <p:cBhvr>
                                        <p:cTn dur="1" fill="hold">
                                          <p:stCondLst>
                                            <p:cond delay="0"/>
                                          </p:stCondLst>
                                        </p:cTn>
                                        <p:tgtEl>
                                          <p:spTgt spid="105"/>
                                        </p:tgtEl>
                                        <p:attrNameLst>
                                          <p:attrName>style.visibility</p:attrName>
                                        </p:attrNameLst>
                                      </p:cBhvr>
                                      <p:to>
                                        <p:strVal val="visible"/>
                                      </p:to>
                                    </p:set>
                                    <p:animEffect filter="fade" transition="in">
                                      <p:cBhvr>
                                        <p:cTn dur="750"/>
                                        <p:tgtEl>
                                          <p:spTgt spid="105"/>
                                        </p:tgtEl>
                                      </p:cBhvr>
                                    </p:animEffect>
                                  </p:childTnLst>
                                </p:cTn>
                              </p:par>
                              <p:par>
                                <p:cTn fill="hold" nodeType="withEffect" presetClass="entr" presetID="10" presetSubtype="0">
                                  <p:stCondLst>
                                    <p:cond delay="2250"/>
                                  </p:stCondLst>
                                  <p:childTnLst>
                                    <p:set>
                                      <p:cBhvr>
                                        <p:cTn dur="1" fill="hold">
                                          <p:stCondLst>
                                            <p:cond delay="0"/>
                                          </p:stCondLst>
                                        </p:cTn>
                                        <p:tgtEl>
                                          <p:spTgt spid="107"/>
                                        </p:tgtEl>
                                        <p:attrNameLst>
                                          <p:attrName>style.visibility</p:attrName>
                                        </p:attrNameLst>
                                      </p:cBhvr>
                                      <p:to>
                                        <p:strVal val="visible"/>
                                      </p:to>
                                    </p:set>
                                    <p:animEffect filter="fade" transition="in">
                                      <p:cBhvr>
                                        <p:cTn dur="75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108" name="Shape 108"/>
        <p:cNvGrpSpPr/>
        <p:nvPr/>
      </p:nvGrpSpPr>
      <p:grpSpPr>
        <a:xfrm>
          <a:off x="0" y="0"/>
          <a:ext cx="0" cy="0"/>
          <a:chOff x="0" y="0"/>
          <a:chExt cx="0" cy="0"/>
        </a:xfrm>
      </p:grpSpPr>
      <p:sp>
        <p:nvSpPr>
          <p:cNvPr id="109" name="Google Shape;109;p3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1"/>
          <p:cNvSpPr/>
          <p:nvPr>
            <p:ph idx="2" type="pic"/>
          </p:nvPr>
        </p:nvSpPr>
        <p:spPr>
          <a:xfrm>
            <a:off x="1104900" y="1787524"/>
            <a:ext cx="2019299" cy="2178051"/>
          </a:xfrm>
          <a:prstGeom prst="roundRect">
            <a:avLst>
              <a:gd fmla="val 9122" name="adj"/>
            </a:avLst>
          </a:prstGeom>
          <a:solidFill>
            <a:srgbClr val="CADDFF"/>
          </a:solidFill>
          <a:ln>
            <a:noFill/>
          </a:ln>
        </p:spPr>
      </p:sp>
      <p:sp>
        <p:nvSpPr>
          <p:cNvPr id="111" name="Google Shape;111;p31"/>
          <p:cNvSpPr/>
          <p:nvPr>
            <p:ph idx="3" type="pic"/>
          </p:nvPr>
        </p:nvSpPr>
        <p:spPr>
          <a:xfrm>
            <a:off x="1104900" y="4152899"/>
            <a:ext cx="2019299" cy="2178051"/>
          </a:xfrm>
          <a:prstGeom prst="roundRect">
            <a:avLst>
              <a:gd fmla="val 9122" name="adj"/>
            </a:avLst>
          </a:prstGeom>
          <a:solidFill>
            <a:srgbClr val="CADDFF"/>
          </a:solidFill>
          <a:ln>
            <a:noFill/>
          </a:ln>
        </p:spPr>
      </p:sp>
      <p:sp>
        <p:nvSpPr>
          <p:cNvPr id="112" name="Google Shape;112;p31"/>
          <p:cNvSpPr/>
          <p:nvPr>
            <p:ph idx="4" type="pic"/>
          </p:nvPr>
        </p:nvSpPr>
        <p:spPr>
          <a:xfrm>
            <a:off x="3371850" y="1787524"/>
            <a:ext cx="2019299" cy="2178051"/>
          </a:xfrm>
          <a:prstGeom prst="roundRect">
            <a:avLst>
              <a:gd fmla="val 9122" name="adj"/>
            </a:avLst>
          </a:prstGeom>
          <a:solidFill>
            <a:srgbClr val="CADDFF"/>
          </a:solidFill>
          <a:ln>
            <a:noFill/>
          </a:ln>
        </p:spPr>
      </p:sp>
      <p:sp>
        <p:nvSpPr>
          <p:cNvPr id="113" name="Google Shape;113;p31"/>
          <p:cNvSpPr/>
          <p:nvPr>
            <p:ph idx="5" type="pic"/>
          </p:nvPr>
        </p:nvSpPr>
        <p:spPr>
          <a:xfrm>
            <a:off x="3371850" y="4152899"/>
            <a:ext cx="2019299" cy="2178051"/>
          </a:xfrm>
          <a:prstGeom prst="roundRect">
            <a:avLst>
              <a:gd fmla="val 9122" name="adj"/>
            </a:avLst>
          </a:prstGeom>
          <a:solidFill>
            <a:srgbClr val="CADDFF"/>
          </a:solidFill>
          <a:ln>
            <a:noFill/>
          </a:ln>
        </p:spPr>
      </p:sp>
      <p:sp>
        <p:nvSpPr>
          <p:cNvPr id="114" name="Google Shape;114;p31"/>
          <p:cNvSpPr/>
          <p:nvPr>
            <p:ph idx="6" type="pic"/>
          </p:nvPr>
        </p:nvSpPr>
        <p:spPr>
          <a:xfrm>
            <a:off x="5638800" y="1787524"/>
            <a:ext cx="3124200" cy="4543426"/>
          </a:xfrm>
          <a:prstGeom prst="roundRect">
            <a:avLst>
              <a:gd fmla="val 5463" name="adj"/>
            </a:avLst>
          </a:prstGeom>
          <a:solidFill>
            <a:srgbClr val="CADDFF"/>
          </a:solidFill>
          <a:ln>
            <a:noFill/>
          </a:ln>
        </p:spPr>
      </p:sp>
      <p:sp>
        <p:nvSpPr>
          <p:cNvPr id="115" name="Google Shape;115;p31"/>
          <p:cNvSpPr/>
          <p:nvPr>
            <p:ph idx="7" type="pic"/>
          </p:nvPr>
        </p:nvSpPr>
        <p:spPr>
          <a:xfrm>
            <a:off x="9010651" y="1787524"/>
            <a:ext cx="2019299" cy="2178051"/>
          </a:xfrm>
          <a:prstGeom prst="roundRect">
            <a:avLst>
              <a:gd fmla="val 9122" name="adj"/>
            </a:avLst>
          </a:prstGeom>
          <a:solidFill>
            <a:srgbClr val="CADDFF"/>
          </a:solidFill>
          <a:ln>
            <a:noFill/>
          </a:ln>
        </p:spPr>
      </p:sp>
      <p:sp>
        <p:nvSpPr>
          <p:cNvPr id="116" name="Google Shape;116;p31"/>
          <p:cNvSpPr/>
          <p:nvPr>
            <p:ph idx="8" type="pic"/>
          </p:nvPr>
        </p:nvSpPr>
        <p:spPr>
          <a:xfrm>
            <a:off x="9010651" y="4152898"/>
            <a:ext cx="2019299"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par>
                                <p:cTn fill="hold" nodeType="withEffect" presetClass="entr" presetID="2" presetSubtype="4">
                                  <p:stCondLst>
                                    <p:cond delay="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750"/>
                                        <p:tgtEl>
                                          <p:spTgt spid="1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750"/>
                                        <p:tgtEl>
                                          <p:spTgt spid="1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750"/>
                                        <p:tgtEl>
                                          <p:spTgt spid="1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5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750"/>
                                        <p:tgtEl>
                                          <p:spTgt spid="1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750"/>
                                        <p:tgtEl>
                                          <p:spTgt spid="1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5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750"/>
                                        <p:tgtEl>
                                          <p:spTgt spid="1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50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750"/>
                                        <p:tgtEl>
                                          <p:spTgt spid="1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117" name="Shape 117"/>
        <p:cNvGrpSpPr/>
        <p:nvPr/>
      </p:nvGrpSpPr>
      <p:grpSpPr>
        <a:xfrm>
          <a:off x="0" y="0"/>
          <a:ext cx="0" cy="0"/>
          <a:chOff x="0" y="0"/>
          <a:chExt cx="0" cy="0"/>
        </a:xfrm>
      </p:grpSpPr>
      <p:sp>
        <p:nvSpPr>
          <p:cNvPr id="118" name="Google Shape;118;p32"/>
          <p:cNvSpPr/>
          <p:nvPr>
            <p:ph idx="2" type="pic"/>
          </p:nvPr>
        </p:nvSpPr>
        <p:spPr>
          <a:xfrm>
            <a:off x="7810498" y="2291293"/>
            <a:ext cx="2438402" cy="2465914"/>
          </a:xfrm>
          <a:prstGeom prst="roundRect">
            <a:avLst>
              <a:gd fmla="val 7968" name="adj"/>
            </a:avLst>
          </a:prstGeom>
          <a:solidFill>
            <a:srgbClr val="CADDFF"/>
          </a:solidFill>
          <a:ln>
            <a:noFill/>
          </a:ln>
        </p:spPr>
      </p:sp>
      <p:sp>
        <p:nvSpPr>
          <p:cNvPr id="119" name="Google Shape;119;p32"/>
          <p:cNvSpPr/>
          <p:nvPr>
            <p:ph idx="3" type="pic"/>
          </p:nvPr>
        </p:nvSpPr>
        <p:spPr>
          <a:xfrm>
            <a:off x="1943100" y="2291293"/>
            <a:ext cx="2438402" cy="2465914"/>
          </a:xfrm>
          <a:prstGeom prst="roundRect">
            <a:avLst>
              <a:gd fmla="val 7968" name="adj"/>
            </a:avLst>
          </a:prstGeom>
          <a:solidFill>
            <a:srgbClr val="CADDFF"/>
          </a:solidFill>
          <a:ln>
            <a:noFill/>
          </a:ln>
        </p:spPr>
      </p:sp>
      <p:sp>
        <p:nvSpPr>
          <p:cNvPr id="120" name="Google Shape;120;p32"/>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32"/>
          <p:cNvSpPr/>
          <p:nvPr>
            <p:ph idx="4" type="pic"/>
          </p:nvPr>
        </p:nvSpPr>
        <p:spPr>
          <a:xfrm>
            <a:off x="4876798" y="2034118"/>
            <a:ext cx="2438402" cy="2465914"/>
          </a:xfrm>
          <a:prstGeom prst="roundRect">
            <a:avLst>
              <a:gd fmla="val 7968" name="adj"/>
            </a:avLst>
          </a:prstGeom>
          <a:solidFill>
            <a:srgbClr val="CADDFF"/>
          </a:solidFill>
          <a:ln>
            <a:noFill/>
          </a:ln>
          <a:effectLst>
            <a:outerShdw blurRad="381000" rotWithShape="0" algn="ctr" dir="5400000" dist="127000">
              <a:srgbClr val="000000">
                <a:alpha val="29411"/>
              </a:srgbClr>
            </a:outerShdw>
          </a:effectLst>
        </p:spPr>
      </p:sp>
      <p:sp>
        <p:nvSpPr>
          <p:cNvPr id="122" name="Google Shape;122;p32"/>
          <p:cNvSpPr/>
          <p:nvPr/>
        </p:nvSpPr>
        <p:spPr>
          <a:xfrm>
            <a:off x="-547591"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3" name="Google Shape;123;p32"/>
          <p:cNvSpPr/>
          <p:nvPr/>
        </p:nvSpPr>
        <p:spPr>
          <a:xfrm>
            <a:off x="10811068"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124" name="Shape 124"/>
        <p:cNvGrpSpPr/>
        <p:nvPr/>
      </p:nvGrpSpPr>
      <p:grpSpPr>
        <a:xfrm>
          <a:off x="0" y="0"/>
          <a:ext cx="0" cy="0"/>
          <a:chOff x="0" y="0"/>
          <a:chExt cx="0" cy="0"/>
        </a:xfrm>
      </p:grpSpPr>
      <p:sp>
        <p:nvSpPr>
          <p:cNvPr id="125" name="Google Shape;125;p33"/>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3"/>
          <p:cNvSpPr/>
          <p:nvPr>
            <p:ph idx="2" type="pic"/>
          </p:nvPr>
        </p:nvSpPr>
        <p:spPr>
          <a:xfrm>
            <a:off x="2889160" y="3222611"/>
            <a:ext cx="310777" cy="312189"/>
          </a:xfrm>
          <a:prstGeom prst="ellipse">
            <a:avLst/>
          </a:prstGeom>
          <a:solidFill>
            <a:srgbClr val="CADDFF"/>
          </a:solidFill>
          <a:ln>
            <a:noFill/>
          </a:ln>
        </p:spPr>
      </p:sp>
      <p:sp>
        <p:nvSpPr>
          <p:cNvPr id="127" name="Google Shape;127;p33"/>
          <p:cNvSpPr/>
          <p:nvPr>
            <p:ph idx="3" type="pic"/>
          </p:nvPr>
        </p:nvSpPr>
        <p:spPr>
          <a:xfrm>
            <a:off x="8313412" y="3059889"/>
            <a:ext cx="310777" cy="312189"/>
          </a:xfrm>
          <a:prstGeom prst="ellipse">
            <a:avLst/>
          </a:prstGeom>
          <a:solidFill>
            <a:srgbClr val="CADDFF"/>
          </a:solidFill>
          <a:ln>
            <a:noFill/>
          </a:ln>
        </p:spPr>
      </p:sp>
      <p:sp>
        <p:nvSpPr>
          <p:cNvPr id="128" name="Google Shape;128;p33"/>
          <p:cNvSpPr/>
          <p:nvPr>
            <p:ph idx="4" type="pic"/>
          </p:nvPr>
        </p:nvSpPr>
        <p:spPr>
          <a:xfrm>
            <a:off x="6633174" y="2167735"/>
            <a:ext cx="676812" cy="679886"/>
          </a:xfrm>
          <a:prstGeom prst="ellipse">
            <a:avLst/>
          </a:prstGeom>
          <a:solidFill>
            <a:srgbClr val="CADDFF"/>
          </a:solidFill>
          <a:ln>
            <a:noFill/>
          </a:ln>
        </p:spPr>
      </p:sp>
      <p:sp>
        <p:nvSpPr>
          <p:cNvPr id="129" name="Google Shape;129;p33"/>
          <p:cNvSpPr/>
          <p:nvPr>
            <p:ph idx="5" type="pic"/>
          </p:nvPr>
        </p:nvSpPr>
        <p:spPr>
          <a:xfrm>
            <a:off x="9484342" y="4275365"/>
            <a:ext cx="676812" cy="679886"/>
          </a:xfrm>
          <a:prstGeom prst="ellipse">
            <a:avLst/>
          </a:prstGeom>
          <a:solidFill>
            <a:srgbClr val="CADDFF"/>
          </a:solidFill>
          <a:ln>
            <a:noFill/>
          </a:ln>
        </p:spPr>
      </p:sp>
      <p:sp>
        <p:nvSpPr>
          <p:cNvPr id="130" name="Google Shape;130;p33"/>
          <p:cNvSpPr/>
          <p:nvPr>
            <p:ph idx="6" type="pic"/>
          </p:nvPr>
        </p:nvSpPr>
        <p:spPr>
          <a:xfrm>
            <a:off x="5237804" y="2920768"/>
            <a:ext cx="676812" cy="679886"/>
          </a:xfrm>
          <a:prstGeom prst="ellipse">
            <a:avLst/>
          </a:prstGeom>
          <a:solidFill>
            <a:srgbClr val="CADDFF"/>
          </a:solidFill>
          <a:ln>
            <a:noFill/>
          </a:ln>
        </p:spPr>
      </p:sp>
      <p:sp>
        <p:nvSpPr>
          <p:cNvPr id="131" name="Google Shape;131;p33"/>
          <p:cNvSpPr/>
          <p:nvPr>
            <p:ph idx="7" type="pic"/>
          </p:nvPr>
        </p:nvSpPr>
        <p:spPr>
          <a:xfrm>
            <a:off x="6543231" y="3999763"/>
            <a:ext cx="310777" cy="312189"/>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30"/>
                                        </p:tgtEl>
                                        <p:attrNameLst>
                                          <p:attrName>style.visibility</p:attrName>
                                        </p:attrNameLst>
                                      </p:cBhvr>
                                      <p:to>
                                        <p:strVal val="visible"/>
                                      </p:to>
                                    </p:set>
                                    <p:animEffect filter="fade" transition="in">
                                      <p:cBhvr>
                                        <p:cTn dur="750"/>
                                        <p:tgtEl>
                                          <p:spTgt spid="130"/>
                                        </p:tgtEl>
                                      </p:cBhvr>
                                    </p:animEffect>
                                  </p:childTnLst>
                                </p:cTn>
                              </p:par>
                              <p:par>
                                <p:cTn fill="hold" nodeType="withEffect" presetClass="entr" presetID="10" presetSubtype="0">
                                  <p:stCondLst>
                                    <p:cond delay="1500"/>
                                  </p:stCondLst>
                                  <p:childTnLst>
                                    <p:set>
                                      <p:cBhvr>
                                        <p:cTn dur="1" fill="hold">
                                          <p:stCondLst>
                                            <p:cond delay="0"/>
                                          </p:stCondLst>
                                        </p:cTn>
                                        <p:tgtEl>
                                          <p:spTgt spid="128"/>
                                        </p:tgtEl>
                                        <p:attrNameLst>
                                          <p:attrName>style.visibility</p:attrName>
                                        </p:attrNameLst>
                                      </p:cBhvr>
                                      <p:to>
                                        <p:strVal val="visible"/>
                                      </p:to>
                                    </p:set>
                                    <p:animEffect filter="fade" transition="in">
                                      <p:cBhvr>
                                        <p:cTn dur="900"/>
                                        <p:tgtEl>
                                          <p:spTgt spid="128"/>
                                        </p:tgtEl>
                                      </p:cBhvr>
                                    </p:animEffect>
                                  </p:childTnLst>
                                </p:cTn>
                              </p:par>
                              <p:par>
                                <p:cTn fill="hold" nodeType="withEffect" presetClass="entr" presetID="10" presetSubtype="0">
                                  <p:stCondLst>
                                    <p:cond delay="1900"/>
                                  </p:stCondLst>
                                  <p:childTnLst>
                                    <p:set>
                                      <p:cBhvr>
                                        <p:cTn dur="1" fill="hold">
                                          <p:stCondLst>
                                            <p:cond delay="0"/>
                                          </p:stCondLst>
                                        </p:cTn>
                                        <p:tgtEl>
                                          <p:spTgt spid="129"/>
                                        </p:tgtEl>
                                        <p:attrNameLst>
                                          <p:attrName>style.visibility</p:attrName>
                                        </p:attrNameLst>
                                      </p:cBhvr>
                                      <p:to>
                                        <p:strVal val="visible"/>
                                      </p:to>
                                    </p:set>
                                    <p:animEffect filter="fade" transition="in">
                                      <p:cBhvr>
                                        <p:cTn dur="750"/>
                                        <p:tgtEl>
                                          <p:spTgt spid="129"/>
                                        </p:tgtEl>
                                      </p:cBhvr>
                                    </p:animEffect>
                                  </p:childTnLst>
                                </p:cTn>
                              </p:par>
                              <p:par>
                                <p:cTn fill="hold" nodeType="withEffect" presetClass="entr" presetID="23" presetSubtype="16">
                                  <p:stCondLst>
                                    <p:cond delay="60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750"/>
                                        <p:tgtEl>
                                          <p:spTgt spid="126"/>
                                        </p:tgtEl>
                                        <p:attrNameLst>
                                          <p:attrName>ppt_w</p:attrName>
                                        </p:attrNameLst>
                                      </p:cBhvr>
                                      <p:tavLst>
                                        <p:tav fmla="" tm="0">
                                          <p:val>
                                            <p:strVal val="0"/>
                                          </p:val>
                                        </p:tav>
                                        <p:tav fmla="" tm="100000">
                                          <p:val>
                                            <p:strVal val="#ppt_w"/>
                                          </p:val>
                                        </p:tav>
                                      </p:tavLst>
                                    </p:anim>
                                    <p:anim calcmode="lin" valueType="num">
                                      <p:cBhvr additive="base">
                                        <p:cTn dur="750"/>
                                        <p:tgtEl>
                                          <p:spTgt spid="12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750"/>
                                        <p:tgtEl>
                                          <p:spTgt spid="131"/>
                                        </p:tgtEl>
                                        <p:attrNameLst>
                                          <p:attrName>ppt_w</p:attrName>
                                        </p:attrNameLst>
                                      </p:cBhvr>
                                      <p:tavLst>
                                        <p:tav fmla="" tm="0">
                                          <p:val>
                                            <p:strVal val="0"/>
                                          </p:val>
                                        </p:tav>
                                        <p:tav fmla="" tm="100000">
                                          <p:val>
                                            <p:strVal val="#ppt_w"/>
                                          </p:val>
                                        </p:tav>
                                      </p:tavLst>
                                    </p:anim>
                                    <p:anim calcmode="lin" valueType="num">
                                      <p:cBhvr additive="base">
                                        <p:cTn dur="750"/>
                                        <p:tgtEl>
                                          <p:spTgt spid="13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750"/>
                                        <p:tgtEl>
                                          <p:spTgt spid="127"/>
                                        </p:tgtEl>
                                        <p:attrNameLst>
                                          <p:attrName>ppt_w</p:attrName>
                                        </p:attrNameLst>
                                      </p:cBhvr>
                                      <p:tavLst>
                                        <p:tav fmla="" tm="0">
                                          <p:val>
                                            <p:strVal val="0"/>
                                          </p:val>
                                        </p:tav>
                                        <p:tav fmla="" tm="100000">
                                          <p:val>
                                            <p:strVal val="#ppt_w"/>
                                          </p:val>
                                        </p:tav>
                                      </p:tavLst>
                                    </p:anim>
                                    <p:anim calcmode="lin" valueType="num">
                                      <p:cBhvr additive="base">
                                        <p:cTn dur="750"/>
                                        <p:tgtEl>
                                          <p:spTgt spid="12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32" name="Shape 132"/>
        <p:cNvGrpSpPr/>
        <p:nvPr/>
      </p:nvGrpSpPr>
      <p:grpSpPr>
        <a:xfrm>
          <a:off x="0" y="0"/>
          <a:ext cx="0" cy="0"/>
          <a:chOff x="0" y="0"/>
          <a:chExt cx="0" cy="0"/>
        </a:xfrm>
      </p:grpSpPr>
      <p:sp>
        <p:nvSpPr>
          <p:cNvPr id="133" name="Google Shape;133;p34"/>
          <p:cNvSpPr/>
          <p:nvPr>
            <p:ph idx="2" type="pic"/>
          </p:nvPr>
        </p:nvSpPr>
        <p:spPr>
          <a:xfrm>
            <a:off x="5876925" y="1466849"/>
            <a:ext cx="6315075" cy="5391151"/>
          </a:xfrm>
          <a:prstGeom prst="rect">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1104900" y="365125"/>
            <a:ext cx="1022985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1"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9"/>
          <p:cNvSpPr txBox="1"/>
          <p:nvPr>
            <p:ph idx="1" type="body"/>
          </p:nvPr>
        </p:nvSpPr>
        <p:spPr>
          <a:xfrm>
            <a:off x="1104900" y="1825625"/>
            <a:ext cx="10229850" cy="285251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9pPr>
          </a:lstStyle>
          <a:p/>
        </p:txBody>
      </p:sp>
      <p:sp>
        <p:nvSpPr>
          <p:cNvPr id="12" name="Google Shape;1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mc:AlternateContent>
    <mc:Choice Requires="p14">
      <p:transition>
        <p14:reveal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1"/>
          <p:cNvGrpSpPr/>
          <p:nvPr/>
        </p:nvGrpSpPr>
        <p:grpSpPr>
          <a:xfrm>
            <a:off x="5957405" y="620387"/>
            <a:ext cx="5603412" cy="6419046"/>
            <a:chOff x="5494338" y="449263"/>
            <a:chExt cx="5202237" cy="5959476"/>
          </a:xfrm>
        </p:grpSpPr>
        <p:sp>
          <p:nvSpPr>
            <p:cNvPr id="139" name="Google Shape;139;p1"/>
            <p:cNvSpPr/>
            <p:nvPr/>
          </p:nvSpPr>
          <p:spPr>
            <a:xfrm>
              <a:off x="5618163" y="3698876"/>
              <a:ext cx="4832350" cy="115888"/>
            </a:xfrm>
            <a:custGeom>
              <a:rect b="b" l="l" r="r" t="t"/>
              <a:pathLst>
                <a:path extrusionOk="0" h="27" w="1136">
                  <a:moveTo>
                    <a:pt x="1122" y="27"/>
                  </a:moveTo>
                  <a:cubicBezTo>
                    <a:pt x="13" y="27"/>
                    <a:pt x="13" y="27"/>
                    <a:pt x="13" y="27"/>
                  </a:cubicBezTo>
                  <a:cubicBezTo>
                    <a:pt x="6" y="27"/>
                    <a:pt x="0" y="21"/>
                    <a:pt x="0" y="14"/>
                  </a:cubicBezTo>
                  <a:cubicBezTo>
                    <a:pt x="0" y="6"/>
                    <a:pt x="6" y="0"/>
                    <a:pt x="13" y="0"/>
                  </a:cubicBezTo>
                  <a:cubicBezTo>
                    <a:pt x="1122" y="0"/>
                    <a:pt x="1122" y="0"/>
                    <a:pt x="1122" y="0"/>
                  </a:cubicBezTo>
                  <a:cubicBezTo>
                    <a:pt x="1130" y="0"/>
                    <a:pt x="1136" y="6"/>
                    <a:pt x="1136" y="14"/>
                  </a:cubicBezTo>
                  <a:cubicBezTo>
                    <a:pt x="1136" y="21"/>
                    <a:pt x="1130" y="27"/>
                    <a:pt x="1122" y="2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 name="Google Shape;140;p1"/>
            <p:cNvSpPr/>
            <p:nvPr/>
          </p:nvSpPr>
          <p:spPr>
            <a:xfrm>
              <a:off x="9229725" y="3698876"/>
              <a:ext cx="1220788" cy="115888"/>
            </a:xfrm>
            <a:custGeom>
              <a:rect b="b" l="l" r="r" t="t"/>
              <a:pathLst>
                <a:path extrusionOk="0" h="27" w="287">
                  <a:moveTo>
                    <a:pt x="273" y="0"/>
                  </a:moveTo>
                  <a:cubicBezTo>
                    <a:pt x="14" y="0"/>
                    <a:pt x="14" y="0"/>
                    <a:pt x="14" y="0"/>
                  </a:cubicBezTo>
                  <a:cubicBezTo>
                    <a:pt x="6" y="0"/>
                    <a:pt x="0" y="6"/>
                    <a:pt x="0" y="14"/>
                  </a:cubicBezTo>
                  <a:cubicBezTo>
                    <a:pt x="0" y="21"/>
                    <a:pt x="6" y="27"/>
                    <a:pt x="14" y="27"/>
                  </a:cubicBezTo>
                  <a:cubicBezTo>
                    <a:pt x="30" y="27"/>
                    <a:pt x="30" y="27"/>
                    <a:pt x="30" y="27"/>
                  </a:cubicBezTo>
                  <a:cubicBezTo>
                    <a:pt x="65" y="27"/>
                    <a:pt x="65" y="27"/>
                    <a:pt x="65" y="27"/>
                  </a:cubicBezTo>
                  <a:cubicBezTo>
                    <a:pt x="222" y="27"/>
                    <a:pt x="222" y="27"/>
                    <a:pt x="222" y="27"/>
                  </a:cubicBezTo>
                  <a:cubicBezTo>
                    <a:pt x="257" y="27"/>
                    <a:pt x="257" y="27"/>
                    <a:pt x="257" y="27"/>
                  </a:cubicBezTo>
                  <a:cubicBezTo>
                    <a:pt x="273" y="27"/>
                    <a:pt x="273" y="27"/>
                    <a:pt x="273" y="27"/>
                  </a:cubicBezTo>
                  <a:cubicBezTo>
                    <a:pt x="281" y="27"/>
                    <a:pt x="287" y="21"/>
                    <a:pt x="287" y="14"/>
                  </a:cubicBezTo>
                  <a:cubicBezTo>
                    <a:pt x="287" y="6"/>
                    <a:pt x="281" y="0"/>
                    <a:pt x="273"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 name="Google Shape;141;p1"/>
            <p:cNvSpPr/>
            <p:nvPr/>
          </p:nvSpPr>
          <p:spPr>
            <a:xfrm>
              <a:off x="6642100" y="3954463"/>
              <a:ext cx="3629025" cy="395288"/>
            </a:xfrm>
            <a:prstGeom prst="rect">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 name="Google Shape;142;p1"/>
            <p:cNvSpPr/>
            <p:nvPr/>
          </p:nvSpPr>
          <p:spPr>
            <a:xfrm>
              <a:off x="6642100" y="3954463"/>
              <a:ext cx="3629025" cy="3952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3" name="Google Shape;143;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4" name="Google Shape;144;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5" name="Google Shape;145;p1"/>
            <p:cNvSpPr/>
            <p:nvPr/>
          </p:nvSpPr>
          <p:spPr>
            <a:xfrm>
              <a:off x="10172700" y="3814763"/>
              <a:ext cx="153988" cy="2505075"/>
            </a:xfrm>
            <a:custGeom>
              <a:rect b="b" l="l" r="r" t="t"/>
              <a:pathLst>
                <a:path extrusionOk="0" h="1578" w="97">
                  <a:moveTo>
                    <a:pt x="94" y="0"/>
                  </a:moveTo>
                  <a:lnTo>
                    <a:pt x="0" y="0"/>
                  </a:lnTo>
                  <a:lnTo>
                    <a:pt x="30" y="1578"/>
                  </a:lnTo>
                  <a:lnTo>
                    <a:pt x="97" y="1578"/>
                  </a:lnTo>
                  <a:lnTo>
                    <a:pt x="94" y="0"/>
                  </a:lnTo>
                  <a:close/>
                </a:path>
              </a:pathLst>
            </a:custGeom>
            <a:solidFill>
              <a:srgbClr val="3C47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6" name="Google Shape;146;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7" name="Google Shape;147;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8" name="Google Shape;148;p1"/>
            <p:cNvSpPr/>
            <p:nvPr/>
          </p:nvSpPr>
          <p:spPr>
            <a:xfrm>
              <a:off x="9110663" y="3814763"/>
              <a:ext cx="395288" cy="2505075"/>
            </a:xfrm>
            <a:custGeom>
              <a:rect b="b" l="l" r="r" t="t"/>
              <a:pathLst>
                <a:path extrusionOk="0" h="1578" w="249">
                  <a:moveTo>
                    <a:pt x="249" y="0"/>
                  </a:moveTo>
                  <a:lnTo>
                    <a:pt x="155" y="0"/>
                  </a:lnTo>
                  <a:lnTo>
                    <a:pt x="0" y="1578"/>
                  </a:lnTo>
                  <a:lnTo>
                    <a:pt x="69" y="1578"/>
                  </a:lnTo>
                  <a:lnTo>
                    <a:pt x="24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9" name="Google Shape;149;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0" name="Google Shape;150;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1" name="Google Shape;151;p1"/>
            <p:cNvSpPr/>
            <p:nvPr/>
          </p:nvSpPr>
          <p:spPr>
            <a:xfrm>
              <a:off x="6573838" y="4660901"/>
              <a:ext cx="136525" cy="1658938"/>
            </a:xfrm>
            <a:custGeom>
              <a:rect b="b" l="l" r="r" t="t"/>
              <a:pathLst>
                <a:path extrusionOk="0" h="1045" w="86">
                  <a:moveTo>
                    <a:pt x="86" y="0"/>
                  </a:moveTo>
                  <a:lnTo>
                    <a:pt x="0" y="0"/>
                  </a:lnTo>
                  <a:lnTo>
                    <a:pt x="19" y="1045"/>
                  </a:lnTo>
                  <a:lnTo>
                    <a:pt x="70" y="1045"/>
                  </a:lnTo>
                  <a:lnTo>
                    <a:pt x="86" y="536"/>
                  </a:lnTo>
                  <a:lnTo>
                    <a:pt x="86"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2" name="Google Shape;152;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 name="Google Shape;153;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 name="Google Shape;154;p1"/>
            <p:cNvSpPr/>
            <p:nvPr/>
          </p:nvSpPr>
          <p:spPr>
            <a:xfrm>
              <a:off x="5494338" y="3814763"/>
              <a:ext cx="400050" cy="2505075"/>
            </a:xfrm>
            <a:custGeom>
              <a:rect b="b" l="l" r="r" t="t"/>
              <a:pathLst>
                <a:path extrusionOk="0" h="1578" w="252">
                  <a:moveTo>
                    <a:pt x="252" y="0"/>
                  </a:moveTo>
                  <a:lnTo>
                    <a:pt x="155" y="0"/>
                  </a:lnTo>
                  <a:lnTo>
                    <a:pt x="0" y="1578"/>
                  </a:lnTo>
                  <a:lnTo>
                    <a:pt x="69" y="1578"/>
                  </a:lnTo>
                  <a:lnTo>
                    <a:pt x="25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 name="Google Shape;155;p1"/>
            <p:cNvSpPr/>
            <p:nvPr/>
          </p:nvSpPr>
          <p:spPr>
            <a:xfrm>
              <a:off x="8310563" y="3209926"/>
              <a:ext cx="349250" cy="488950"/>
            </a:xfrm>
            <a:custGeom>
              <a:rect b="b" l="l" r="r" t="t"/>
              <a:pathLst>
                <a:path extrusionOk="0" h="308" w="220">
                  <a:moveTo>
                    <a:pt x="220" y="308"/>
                  </a:moveTo>
                  <a:lnTo>
                    <a:pt x="64" y="308"/>
                  </a:lnTo>
                  <a:lnTo>
                    <a:pt x="0" y="0"/>
                  </a:lnTo>
                  <a:lnTo>
                    <a:pt x="158" y="0"/>
                  </a:lnTo>
                  <a:lnTo>
                    <a:pt x="220" y="30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 name="Google Shape;156;p1"/>
            <p:cNvSpPr/>
            <p:nvPr/>
          </p:nvSpPr>
          <p:spPr>
            <a:xfrm>
              <a:off x="7842250" y="2779713"/>
              <a:ext cx="1263650" cy="822325"/>
            </a:xfrm>
            <a:custGeom>
              <a:rect b="b" l="l" r="r" t="t"/>
              <a:pathLst>
                <a:path extrusionOk="0" h="193" w="297">
                  <a:moveTo>
                    <a:pt x="271" y="193"/>
                  </a:moveTo>
                  <a:cubicBezTo>
                    <a:pt x="15" y="193"/>
                    <a:pt x="15" y="193"/>
                    <a:pt x="15" y="193"/>
                  </a:cubicBezTo>
                  <a:cubicBezTo>
                    <a:pt x="7" y="193"/>
                    <a:pt x="0" y="186"/>
                    <a:pt x="1" y="177"/>
                  </a:cubicBezTo>
                  <a:cubicBezTo>
                    <a:pt x="10" y="15"/>
                    <a:pt x="10" y="15"/>
                    <a:pt x="10" y="15"/>
                  </a:cubicBezTo>
                  <a:cubicBezTo>
                    <a:pt x="11" y="7"/>
                    <a:pt x="18" y="0"/>
                    <a:pt x="27" y="0"/>
                  </a:cubicBezTo>
                  <a:cubicBezTo>
                    <a:pt x="282" y="0"/>
                    <a:pt x="282" y="0"/>
                    <a:pt x="282" y="0"/>
                  </a:cubicBezTo>
                  <a:cubicBezTo>
                    <a:pt x="291" y="0"/>
                    <a:pt x="297" y="7"/>
                    <a:pt x="297" y="15"/>
                  </a:cubicBezTo>
                  <a:cubicBezTo>
                    <a:pt x="287" y="177"/>
                    <a:pt x="287" y="177"/>
                    <a:pt x="287" y="177"/>
                  </a:cubicBezTo>
                  <a:cubicBezTo>
                    <a:pt x="286" y="186"/>
                    <a:pt x="279" y="193"/>
                    <a:pt x="271" y="19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 name="Google Shape;157;p1"/>
            <p:cNvSpPr/>
            <p:nvPr/>
          </p:nvSpPr>
          <p:spPr>
            <a:xfrm>
              <a:off x="7862888" y="2814638"/>
              <a:ext cx="1192213" cy="752475"/>
            </a:xfrm>
            <a:custGeom>
              <a:rect b="b" l="l" r="r" t="t"/>
              <a:pathLst>
                <a:path extrusionOk="0" h="177" w="280">
                  <a:moveTo>
                    <a:pt x="6" y="177"/>
                  </a:moveTo>
                  <a:cubicBezTo>
                    <a:pt x="4" y="177"/>
                    <a:pt x="3" y="176"/>
                    <a:pt x="1" y="175"/>
                  </a:cubicBezTo>
                  <a:cubicBezTo>
                    <a:pt x="0" y="173"/>
                    <a:pt x="0" y="171"/>
                    <a:pt x="0" y="170"/>
                  </a:cubicBezTo>
                  <a:cubicBezTo>
                    <a:pt x="9" y="8"/>
                    <a:pt x="9" y="8"/>
                    <a:pt x="9" y="8"/>
                  </a:cubicBezTo>
                  <a:cubicBezTo>
                    <a:pt x="10" y="4"/>
                    <a:pt x="13" y="0"/>
                    <a:pt x="18" y="0"/>
                  </a:cubicBezTo>
                  <a:cubicBezTo>
                    <a:pt x="273" y="0"/>
                    <a:pt x="273" y="0"/>
                    <a:pt x="273" y="0"/>
                  </a:cubicBezTo>
                  <a:cubicBezTo>
                    <a:pt x="275" y="0"/>
                    <a:pt x="277" y="1"/>
                    <a:pt x="278" y="2"/>
                  </a:cubicBezTo>
                  <a:cubicBezTo>
                    <a:pt x="279" y="3"/>
                    <a:pt x="280" y="5"/>
                    <a:pt x="280" y="7"/>
                  </a:cubicBezTo>
                  <a:cubicBezTo>
                    <a:pt x="270" y="169"/>
                    <a:pt x="270" y="169"/>
                    <a:pt x="270" y="169"/>
                  </a:cubicBezTo>
                  <a:cubicBezTo>
                    <a:pt x="270" y="173"/>
                    <a:pt x="266" y="177"/>
                    <a:pt x="262" y="177"/>
                  </a:cubicBezTo>
                  <a:lnTo>
                    <a:pt x="6" y="1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 name="Google Shape;158;p1"/>
            <p:cNvSpPr/>
            <p:nvPr/>
          </p:nvSpPr>
          <p:spPr>
            <a:xfrm>
              <a:off x="8366125" y="2779713"/>
              <a:ext cx="279400" cy="242888"/>
            </a:xfrm>
            <a:custGeom>
              <a:rect b="b" l="l" r="r" t="t"/>
              <a:pathLst>
                <a:path extrusionOk="0" h="153" w="176">
                  <a:moveTo>
                    <a:pt x="0" y="0"/>
                  </a:moveTo>
                  <a:lnTo>
                    <a:pt x="45" y="153"/>
                  </a:lnTo>
                  <a:lnTo>
                    <a:pt x="17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 name="Google Shape;159;p1"/>
            <p:cNvSpPr/>
            <p:nvPr/>
          </p:nvSpPr>
          <p:spPr>
            <a:xfrm>
              <a:off x="6677025" y="2168526"/>
              <a:ext cx="33338" cy="46038"/>
            </a:xfrm>
            <a:custGeom>
              <a:rect b="b" l="l" r="r" t="t"/>
              <a:pathLst>
                <a:path extrusionOk="0" h="11" w="8">
                  <a:moveTo>
                    <a:pt x="0" y="6"/>
                  </a:moveTo>
                  <a:cubicBezTo>
                    <a:pt x="1" y="9"/>
                    <a:pt x="3" y="11"/>
                    <a:pt x="5" y="11"/>
                  </a:cubicBezTo>
                  <a:cubicBezTo>
                    <a:pt x="7" y="11"/>
                    <a:pt x="8" y="9"/>
                    <a:pt x="7" y="5"/>
                  </a:cubicBezTo>
                  <a:cubicBezTo>
                    <a:pt x="7" y="2"/>
                    <a:pt x="5" y="0"/>
                    <a:pt x="3" y="0"/>
                  </a:cubicBezTo>
                  <a:cubicBezTo>
                    <a:pt x="1" y="0"/>
                    <a:pt x="0" y="3"/>
                    <a:pt x="0" y="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 name="Google Shape;160;p1"/>
            <p:cNvSpPr/>
            <p:nvPr/>
          </p:nvSpPr>
          <p:spPr>
            <a:xfrm>
              <a:off x="6692900" y="2214563"/>
              <a:ext cx="55563" cy="111125"/>
            </a:xfrm>
            <a:custGeom>
              <a:rect b="b" l="l" r="r" t="t"/>
              <a:pathLst>
                <a:path extrusionOk="0" h="26" w="13">
                  <a:moveTo>
                    <a:pt x="0" y="0"/>
                  </a:moveTo>
                  <a:cubicBezTo>
                    <a:pt x="0" y="0"/>
                    <a:pt x="6" y="15"/>
                    <a:pt x="13" y="22"/>
                  </a:cubicBezTo>
                  <a:cubicBezTo>
                    <a:pt x="9" y="26"/>
                    <a:pt x="1" y="24"/>
                    <a:pt x="1" y="24"/>
                  </a:cubicBezTo>
                  <a:lnTo>
                    <a:pt x="0"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1" name="Google Shape;161;p1"/>
            <p:cNvSpPr/>
            <p:nvPr/>
          </p:nvSpPr>
          <p:spPr>
            <a:xfrm>
              <a:off x="6626225" y="2087563"/>
              <a:ext cx="63500" cy="53975"/>
            </a:xfrm>
            <a:custGeom>
              <a:rect b="b" l="l" r="r" t="t"/>
              <a:pathLst>
                <a:path extrusionOk="0" h="13" w="15">
                  <a:moveTo>
                    <a:pt x="2" y="13"/>
                  </a:moveTo>
                  <a:cubicBezTo>
                    <a:pt x="1" y="13"/>
                    <a:pt x="1" y="13"/>
                    <a:pt x="1" y="13"/>
                  </a:cubicBezTo>
                  <a:cubicBezTo>
                    <a:pt x="0" y="13"/>
                    <a:pt x="0" y="12"/>
                    <a:pt x="0" y="11"/>
                  </a:cubicBezTo>
                  <a:cubicBezTo>
                    <a:pt x="4" y="2"/>
                    <a:pt x="12" y="0"/>
                    <a:pt x="13" y="0"/>
                  </a:cubicBezTo>
                  <a:cubicBezTo>
                    <a:pt x="14" y="0"/>
                    <a:pt x="15" y="1"/>
                    <a:pt x="15" y="1"/>
                  </a:cubicBezTo>
                  <a:cubicBezTo>
                    <a:pt x="15" y="2"/>
                    <a:pt x="14" y="3"/>
                    <a:pt x="13" y="4"/>
                  </a:cubicBezTo>
                  <a:cubicBezTo>
                    <a:pt x="13" y="4"/>
                    <a:pt x="7" y="5"/>
                    <a:pt x="4" y="12"/>
                  </a:cubicBezTo>
                  <a:cubicBezTo>
                    <a:pt x="3" y="13"/>
                    <a:pt x="3" y="13"/>
                    <a:pt x="2"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2" name="Google Shape;162;p1"/>
            <p:cNvSpPr/>
            <p:nvPr/>
          </p:nvSpPr>
          <p:spPr>
            <a:xfrm>
              <a:off x="6281738" y="2397126"/>
              <a:ext cx="357188" cy="447675"/>
            </a:xfrm>
            <a:custGeom>
              <a:rect b="b" l="l" r="r" t="t"/>
              <a:pathLst>
                <a:path extrusionOk="0" h="105" w="84">
                  <a:moveTo>
                    <a:pt x="3" y="0"/>
                  </a:moveTo>
                  <a:cubicBezTo>
                    <a:pt x="27" y="19"/>
                    <a:pt x="27" y="19"/>
                    <a:pt x="27" y="19"/>
                  </a:cubicBezTo>
                  <a:cubicBezTo>
                    <a:pt x="59" y="44"/>
                    <a:pt x="59" y="44"/>
                    <a:pt x="59" y="44"/>
                  </a:cubicBezTo>
                  <a:cubicBezTo>
                    <a:pt x="58" y="45"/>
                    <a:pt x="57" y="51"/>
                    <a:pt x="56" y="56"/>
                  </a:cubicBezTo>
                  <a:cubicBezTo>
                    <a:pt x="55" y="65"/>
                    <a:pt x="54" y="72"/>
                    <a:pt x="74" y="77"/>
                  </a:cubicBezTo>
                  <a:cubicBezTo>
                    <a:pt x="79" y="79"/>
                    <a:pt x="82" y="82"/>
                    <a:pt x="83" y="86"/>
                  </a:cubicBezTo>
                  <a:cubicBezTo>
                    <a:pt x="84" y="92"/>
                    <a:pt x="80" y="99"/>
                    <a:pt x="62" y="102"/>
                  </a:cubicBezTo>
                  <a:cubicBezTo>
                    <a:pt x="40" y="105"/>
                    <a:pt x="22" y="99"/>
                    <a:pt x="8" y="93"/>
                  </a:cubicBezTo>
                  <a:cubicBezTo>
                    <a:pt x="0" y="89"/>
                    <a:pt x="0" y="84"/>
                    <a:pt x="4" y="76"/>
                  </a:cubicBezTo>
                  <a:cubicBezTo>
                    <a:pt x="14" y="53"/>
                    <a:pt x="9" y="23"/>
                    <a:pt x="3"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3" name="Google Shape;163;p1"/>
            <p:cNvSpPr/>
            <p:nvPr/>
          </p:nvSpPr>
          <p:spPr>
            <a:xfrm>
              <a:off x="6175375" y="2619376"/>
              <a:ext cx="531813" cy="160338"/>
            </a:xfrm>
            <a:custGeom>
              <a:rect b="b" l="l" r="r" t="t"/>
              <a:pathLst>
                <a:path extrusionOk="0" h="38" w="125">
                  <a:moveTo>
                    <a:pt x="0" y="31"/>
                  </a:moveTo>
                  <a:cubicBezTo>
                    <a:pt x="8" y="15"/>
                    <a:pt x="11" y="3"/>
                    <a:pt x="11" y="3"/>
                  </a:cubicBezTo>
                  <a:cubicBezTo>
                    <a:pt x="11" y="3"/>
                    <a:pt x="72" y="0"/>
                    <a:pt x="92" y="6"/>
                  </a:cubicBezTo>
                  <a:cubicBezTo>
                    <a:pt x="112" y="12"/>
                    <a:pt x="125" y="38"/>
                    <a:pt x="125" y="38"/>
                  </a:cubicBezTo>
                  <a:cubicBezTo>
                    <a:pt x="0" y="31"/>
                    <a:pt x="0" y="31"/>
                    <a:pt x="0" y="3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4" name="Google Shape;164;p1"/>
            <p:cNvSpPr/>
            <p:nvPr/>
          </p:nvSpPr>
          <p:spPr>
            <a:xfrm>
              <a:off x="5949950" y="2860676"/>
              <a:ext cx="611188" cy="876300"/>
            </a:xfrm>
            <a:custGeom>
              <a:rect b="b" l="l" r="r" t="t"/>
              <a:pathLst>
                <a:path extrusionOk="0" h="206" w="144">
                  <a:moveTo>
                    <a:pt x="78" y="19"/>
                  </a:moveTo>
                  <a:cubicBezTo>
                    <a:pt x="77" y="24"/>
                    <a:pt x="75" y="29"/>
                    <a:pt x="74" y="34"/>
                  </a:cubicBezTo>
                  <a:cubicBezTo>
                    <a:pt x="69" y="50"/>
                    <a:pt x="69" y="50"/>
                    <a:pt x="69" y="50"/>
                  </a:cubicBezTo>
                  <a:cubicBezTo>
                    <a:pt x="66" y="60"/>
                    <a:pt x="64" y="71"/>
                    <a:pt x="62" y="81"/>
                  </a:cubicBezTo>
                  <a:cubicBezTo>
                    <a:pt x="59" y="91"/>
                    <a:pt x="58" y="102"/>
                    <a:pt x="56" y="112"/>
                  </a:cubicBezTo>
                  <a:cubicBezTo>
                    <a:pt x="55" y="122"/>
                    <a:pt x="55" y="132"/>
                    <a:pt x="56" y="141"/>
                  </a:cubicBezTo>
                  <a:cubicBezTo>
                    <a:pt x="56" y="145"/>
                    <a:pt x="57" y="149"/>
                    <a:pt x="57" y="152"/>
                  </a:cubicBezTo>
                  <a:cubicBezTo>
                    <a:pt x="58" y="153"/>
                    <a:pt x="58" y="154"/>
                    <a:pt x="58" y="155"/>
                  </a:cubicBezTo>
                  <a:cubicBezTo>
                    <a:pt x="58" y="156"/>
                    <a:pt x="59" y="156"/>
                    <a:pt x="59" y="157"/>
                  </a:cubicBezTo>
                  <a:cubicBezTo>
                    <a:pt x="59" y="157"/>
                    <a:pt x="59" y="157"/>
                    <a:pt x="59" y="157"/>
                  </a:cubicBezTo>
                  <a:cubicBezTo>
                    <a:pt x="59" y="157"/>
                    <a:pt x="59" y="157"/>
                    <a:pt x="59" y="157"/>
                  </a:cubicBezTo>
                  <a:cubicBezTo>
                    <a:pt x="59" y="157"/>
                    <a:pt x="58" y="156"/>
                    <a:pt x="58" y="156"/>
                  </a:cubicBezTo>
                  <a:cubicBezTo>
                    <a:pt x="58" y="155"/>
                    <a:pt x="57" y="155"/>
                    <a:pt x="57" y="154"/>
                  </a:cubicBezTo>
                  <a:cubicBezTo>
                    <a:pt x="56" y="153"/>
                    <a:pt x="55" y="153"/>
                    <a:pt x="55" y="153"/>
                  </a:cubicBezTo>
                  <a:cubicBezTo>
                    <a:pt x="54" y="152"/>
                    <a:pt x="54" y="152"/>
                    <a:pt x="54" y="152"/>
                  </a:cubicBezTo>
                  <a:cubicBezTo>
                    <a:pt x="55" y="153"/>
                    <a:pt x="56" y="154"/>
                    <a:pt x="58" y="154"/>
                  </a:cubicBezTo>
                  <a:cubicBezTo>
                    <a:pt x="60" y="155"/>
                    <a:pt x="62" y="156"/>
                    <a:pt x="64" y="157"/>
                  </a:cubicBezTo>
                  <a:cubicBezTo>
                    <a:pt x="69" y="158"/>
                    <a:pt x="74" y="160"/>
                    <a:pt x="79" y="161"/>
                  </a:cubicBezTo>
                  <a:cubicBezTo>
                    <a:pt x="100" y="166"/>
                    <a:pt x="122" y="170"/>
                    <a:pt x="144" y="175"/>
                  </a:cubicBezTo>
                  <a:cubicBezTo>
                    <a:pt x="143" y="203"/>
                    <a:pt x="143" y="203"/>
                    <a:pt x="143" y="203"/>
                  </a:cubicBezTo>
                  <a:cubicBezTo>
                    <a:pt x="131" y="204"/>
                    <a:pt x="120" y="205"/>
                    <a:pt x="108" y="206"/>
                  </a:cubicBezTo>
                  <a:cubicBezTo>
                    <a:pt x="96" y="206"/>
                    <a:pt x="84" y="206"/>
                    <a:pt x="72" y="205"/>
                  </a:cubicBezTo>
                  <a:cubicBezTo>
                    <a:pt x="66" y="205"/>
                    <a:pt x="60" y="204"/>
                    <a:pt x="53" y="203"/>
                  </a:cubicBezTo>
                  <a:cubicBezTo>
                    <a:pt x="50" y="202"/>
                    <a:pt x="46" y="201"/>
                    <a:pt x="43" y="200"/>
                  </a:cubicBezTo>
                  <a:cubicBezTo>
                    <a:pt x="39" y="199"/>
                    <a:pt x="35" y="198"/>
                    <a:pt x="31" y="196"/>
                  </a:cubicBezTo>
                  <a:cubicBezTo>
                    <a:pt x="28" y="195"/>
                    <a:pt x="26" y="193"/>
                    <a:pt x="23" y="191"/>
                  </a:cubicBezTo>
                  <a:cubicBezTo>
                    <a:pt x="21" y="190"/>
                    <a:pt x="20" y="188"/>
                    <a:pt x="18" y="186"/>
                  </a:cubicBezTo>
                  <a:cubicBezTo>
                    <a:pt x="17" y="185"/>
                    <a:pt x="16" y="184"/>
                    <a:pt x="16" y="183"/>
                  </a:cubicBezTo>
                  <a:cubicBezTo>
                    <a:pt x="15" y="182"/>
                    <a:pt x="15" y="182"/>
                    <a:pt x="14" y="181"/>
                  </a:cubicBezTo>
                  <a:cubicBezTo>
                    <a:pt x="14" y="180"/>
                    <a:pt x="14" y="180"/>
                    <a:pt x="14" y="180"/>
                  </a:cubicBezTo>
                  <a:cubicBezTo>
                    <a:pt x="11" y="174"/>
                    <a:pt x="11" y="174"/>
                    <a:pt x="11" y="174"/>
                  </a:cubicBezTo>
                  <a:cubicBezTo>
                    <a:pt x="10" y="172"/>
                    <a:pt x="10" y="171"/>
                    <a:pt x="9" y="169"/>
                  </a:cubicBezTo>
                  <a:cubicBezTo>
                    <a:pt x="6" y="161"/>
                    <a:pt x="4" y="154"/>
                    <a:pt x="3" y="147"/>
                  </a:cubicBezTo>
                  <a:cubicBezTo>
                    <a:pt x="0" y="119"/>
                    <a:pt x="3" y="94"/>
                    <a:pt x="7" y="70"/>
                  </a:cubicBezTo>
                  <a:cubicBezTo>
                    <a:pt x="9" y="58"/>
                    <a:pt x="12" y="47"/>
                    <a:pt x="15" y="35"/>
                  </a:cubicBezTo>
                  <a:cubicBezTo>
                    <a:pt x="16" y="29"/>
                    <a:pt x="18" y="23"/>
                    <a:pt x="20" y="18"/>
                  </a:cubicBezTo>
                  <a:cubicBezTo>
                    <a:pt x="22" y="12"/>
                    <a:pt x="24" y="6"/>
                    <a:pt x="26" y="0"/>
                  </a:cubicBezTo>
                  <a:cubicBezTo>
                    <a:pt x="78" y="19"/>
                    <a:pt x="78" y="19"/>
                    <a:pt x="78" y="19"/>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5" name="Google Shape;165;p1"/>
            <p:cNvSpPr/>
            <p:nvPr/>
          </p:nvSpPr>
          <p:spPr>
            <a:xfrm>
              <a:off x="5922963" y="2686051"/>
              <a:ext cx="460375" cy="574675"/>
            </a:xfrm>
            <a:custGeom>
              <a:rect b="b" l="l" r="r" t="t"/>
              <a:pathLst>
                <a:path extrusionOk="0" h="135" w="108">
                  <a:moveTo>
                    <a:pt x="47" y="10"/>
                  </a:moveTo>
                  <a:cubicBezTo>
                    <a:pt x="85" y="0"/>
                    <a:pt x="108" y="31"/>
                    <a:pt x="95" y="82"/>
                  </a:cubicBezTo>
                  <a:cubicBezTo>
                    <a:pt x="82" y="133"/>
                    <a:pt x="78" y="135"/>
                    <a:pt x="78" y="135"/>
                  </a:cubicBezTo>
                  <a:cubicBezTo>
                    <a:pt x="0" y="122"/>
                    <a:pt x="0" y="122"/>
                    <a:pt x="0" y="122"/>
                  </a:cubicBezTo>
                  <a:cubicBezTo>
                    <a:pt x="9" y="72"/>
                    <a:pt x="9" y="20"/>
                    <a:pt x="47" y="1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6" name="Google Shape;166;p1"/>
            <p:cNvSpPr/>
            <p:nvPr/>
          </p:nvSpPr>
          <p:spPr>
            <a:xfrm>
              <a:off x="6477000" y="3559176"/>
              <a:ext cx="280988" cy="203200"/>
            </a:xfrm>
            <a:custGeom>
              <a:rect b="b" l="l" r="r" t="t"/>
              <a:pathLst>
                <a:path extrusionOk="0" h="48" w="66">
                  <a:moveTo>
                    <a:pt x="40" y="0"/>
                  </a:moveTo>
                  <a:cubicBezTo>
                    <a:pt x="34" y="0"/>
                    <a:pt x="34" y="0"/>
                    <a:pt x="34" y="0"/>
                  </a:cubicBezTo>
                  <a:cubicBezTo>
                    <a:pt x="17" y="0"/>
                    <a:pt x="14" y="4"/>
                    <a:pt x="4" y="14"/>
                  </a:cubicBezTo>
                  <a:cubicBezTo>
                    <a:pt x="0" y="35"/>
                    <a:pt x="0" y="35"/>
                    <a:pt x="0" y="35"/>
                  </a:cubicBezTo>
                  <a:cubicBezTo>
                    <a:pt x="27" y="48"/>
                    <a:pt x="41" y="33"/>
                    <a:pt x="41" y="33"/>
                  </a:cubicBezTo>
                  <a:cubicBezTo>
                    <a:pt x="66" y="33"/>
                    <a:pt x="66" y="33"/>
                    <a:pt x="66" y="33"/>
                  </a:cubicBezTo>
                  <a:cubicBezTo>
                    <a:pt x="58" y="13"/>
                    <a:pt x="58" y="13"/>
                    <a:pt x="58" y="13"/>
                  </a:cubicBezTo>
                  <a:cubicBezTo>
                    <a:pt x="54" y="6"/>
                    <a:pt x="48" y="1"/>
                    <a:pt x="40"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7" name="Google Shape;167;p1"/>
            <p:cNvSpPr/>
            <p:nvPr/>
          </p:nvSpPr>
          <p:spPr>
            <a:xfrm>
              <a:off x="6216650" y="1933576"/>
              <a:ext cx="511175" cy="714375"/>
            </a:xfrm>
            <a:custGeom>
              <a:rect b="b" l="l" r="r" t="t"/>
              <a:pathLst>
                <a:path extrusionOk="0" h="168" w="120">
                  <a:moveTo>
                    <a:pt x="7" y="69"/>
                  </a:moveTo>
                  <a:cubicBezTo>
                    <a:pt x="14" y="106"/>
                    <a:pt x="16" y="128"/>
                    <a:pt x="37" y="144"/>
                  </a:cubicBezTo>
                  <a:cubicBezTo>
                    <a:pt x="68" y="168"/>
                    <a:pt x="112" y="145"/>
                    <a:pt x="116" y="107"/>
                  </a:cubicBezTo>
                  <a:cubicBezTo>
                    <a:pt x="120" y="73"/>
                    <a:pt x="108" y="19"/>
                    <a:pt x="70" y="10"/>
                  </a:cubicBezTo>
                  <a:cubicBezTo>
                    <a:pt x="33" y="0"/>
                    <a:pt x="0" y="33"/>
                    <a:pt x="7" y="69"/>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8" name="Google Shape;168;p1"/>
            <p:cNvSpPr/>
            <p:nvPr/>
          </p:nvSpPr>
          <p:spPr>
            <a:xfrm>
              <a:off x="6046788" y="1806576"/>
              <a:ext cx="638175" cy="696913"/>
            </a:xfrm>
            <a:custGeom>
              <a:rect b="b" l="l" r="r" t="t"/>
              <a:pathLst>
                <a:path extrusionOk="0" h="164" w="150">
                  <a:moveTo>
                    <a:pt x="119" y="112"/>
                  </a:moveTo>
                  <a:cubicBezTo>
                    <a:pt x="145" y="110"/>
                    <a:pt x="138" y="83"/>
                    <a:pt x="130" y="77"/>
                  </a:cubicBezTo>
                  <a:cubicBezTo>
                    <a:pt x="142" y="72"/>
                    <a:pt x="150" y="53"/>
                    <a:pt x="139" y="40"/>
                  </a:cubicBezTo>
                  <a:cubicBezTo>
                    <a:pt x="146" y="22"/>
                    <a:pt x="126" y="0"/>
                    <a:pt x="91" y="3"/>
                  </a:cubicBezTo>
                  <a:cubicBezTo>
                    <a:pt x="66" y="6"/>
                    <a:pt x="63" y="19"/>
                    <a:pt x="63" y="19"/>
                  </a:cubicBezTo>
                  <a:cubicBezTo>
                    <a:pt x="63" y="19"/>
                    <a:pt x="33" y="16"/>
                    <a:pt x="21" y="41"/>
                  </a:cubicBezTo>
                  <a:cubicBezTo>
                    <a:pt x="10" y="62"/>
                    <a:pt x="23" y="74"/>
                    <a:pt x="23" y="74"/>
                  </a:cubicBezTo>
                  <a:cubicBezTo>
                    <a:pt x="23" y="74"/>
                    <a:pt x="0" y="80"/>
                    <a:pt x="6" y="110"/>
                  </a:cubicBezTo>
                  <a:cubicBezTo>
                    <a:pt x="13" y="141"/>
                    <a:pt x="38" y="134"/>
                    <a:pt x="38" y="134"/>
                  </a:cubicBezTo>
                  <a:cubicBezTo>
                    <a:pt x="38" y="134"/>
                    <a:pt x="32" y="163"/>
                    <a:pt x="65" y="164"/>
                  </a:cubicBezTo>
                  <a:cubicBezTo>
                    <a:pt x="94" y="164"/>
                    <a:pt x="94" y="143"/>
                    <a:pt x="94" y="143"/>
                  </a:cubicBezTo>
                  <a:cubicBezTo>
                    <a:pt x="94" y="143"/>
                    <a:pt x="131" y="139"/>
                    <a:pt x="119" y="11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9" name="Google Shape;169;p1"/>
            <p:cNvSpPr/>
            <p:nvPr/>
          </p:nvSpPr>
          <p:spPr>
            <a:xfrm>
              <a:off x="6459538" y="2206626"/>
              <a:ext cx="153988" cy="182563"/>
            </a:xfrm>
            <a:custGeom>
              <a:rect b="b" l="l" r="r" t="t"/>
              <a:pathLst>
                <a:path extrusionOk="0" h="43" w="36">
                  <a:moveTo>
                    <a:pt x="3" y="20"/>
                  </a:moveTo>
                  <a:cubicBezTo>
                    <a:pt x="6" y="29"/>
                    <a:pt x="13" y="35"/>
                    <a:pt x="19" y="38"/>
                  </a:cubicBezTo>
                  <a:cubicBezTo>
                    <a:pt x="28" y="43"/>
                    <a:pt x="36" y="33"/>
                    <a:pt x="34" y="23"/>
                  </a:cubicBezTo>
                  <a:cubicBezTo>
                    <a:pt x="33" y="14"/>
                    <a:pt x="24" y="2"/>
                    <a:pt x="14" y="1"/>
                  </a:cubicBezTo>
                  <a:cubicBezTo>
                    <a:pt x="4" y="0"/>
                    <a:pt x="0" y="11"/>
                    <a:pt x="3" y="2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0" name="Google Shape;170;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1" name="Google Shape;171;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2" name="Google Shape;172;p1"/>
            <p:cNvSpPr/>
            <p:nvPr/>
          </p:nvSpPr>
          <p:spPr>
            <a:xfrm>
              <a:off x="8191500" y="5792788"/>
              <a:ext cx="28575" cy="88900"/>
            </a:xfrm>
            <a:custGeom>
              <a:rect b="b" l="l" r="r" t="t"/>
              <a:pathLst>
                <a:path extrusionOk="0" h="56" w="18">
                  <a:moveTo>
                    <a:pt x="0" y="0"/>
                  </a:moveTo>
                  <a:lnTo>
                    <a:pt x="0" y="0"/>
                  </a:lnTo>
                  <a:lnTo>
                    <a:pt x="18" y="56"/>
                  </a:lnTo>
                  <a:lnTo>
                    <a:pt x="18" y="56"/>
                  </a:lnTo>
                  <a:lnTo>
                    <a:pt x="0"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3" name="Google Shape;173;p1"/>
            <p:cNvSpPr/>
            <p:nvPr/>
          </p:nvSpPr>
          <p:spPr>
            <a:xfrm>
              <a:off x="8191500" y="5792788"/>
              <a:ext cx="28575" cy="88900"/>
            </a:xfrm>
            <a:custGeom>
              <a:rect b="b" l="l" r="r" t="t"/>
              <a:pathLst>
                <a:path extrusionOk="0" h="56" w="18">
                  <a:moveTo>
                    <a:pt x="0" y="0"/>
                  </a:moveTo>
                  <a:lnTo>
                    <a:pt x="0" y="0"/>
                  </a:lnTo>
                  <a:lnTo>
                    <a:pt x="18" y="56"/>
                  </a:lnTo>
                  <a:lnTo>
                    <a:pt x="18" y="5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4" name="Google Shape;174;p1"/>
            <p:cNvSpPr/>
            <p:nvPr/>
          </p:nvSpPr>
          <p:spPr>
            <a:xfrm>
              <a:off x="8042275" y="5792788"/>
              <a:ext cx="177800" cy="147638"/>
            </a:xfrm>
            <a:custGeom>
              <a:rect b="b" l="l" r="r" t="t"/>
              <a:pathLst>
                <a:path extrusionOk="0" h="93" w="112">
                  <a:moveTo>
                    <a:pt x="94" y="0"/>
                  </a:moveTo>
                  <a:lnTo>
                    <a:pt x="0" y="34"/>
                  </a:lnTo>
                  <a:lnTo>
                    <a:pt x="16" y="93"/>
                  </a:lnTo>
                  <a:lnTo>
                    <a:pt x="112" y="56"/>
                  </a:lnTo>
                  <a:lnTo>
                    <a:pt x="94"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5" name="Google Shape;175;p1"/>
            <p:cNvSpPr/>
            <p:nvPr/>
          </p:nvSpPr>
          <p:spPr>
            <a:xfrm>
              <a:off x="8042275" y="5792788"/>
              <a:ext cx="177800" cy="147638"/>
            </a:xfrm>
            <a:custGeom>
              <a:rect b="b" l="l" r="r" t="t"/>
              <a:pathLst>
                <a:path extrusionOk="0" h="93" w="112">
                  <a:moveTo>
                    <a:pt x="94" y="0"/>
                  </a:moveTo>
                  <a:lnTo>
                    <a:pt x="0" y="34"/>
                  </a:lnTo>
                  <a:lnTo>
                    <a:pt x="16" y="93"/>
                  </a:lnTo>
                  <a:lnTo>
                    <a:pt x="112" y="56"/>
                  </a:lnTo>
                  <a:lnTo>
                    <a:pt x="9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6" name="Google Shape;176;p1"/>
            <p:cNvSpPr/>
            <p:nvPr/>
          </p:nvSpPr>
          <p:spPr>
            <a:xfrm>
              <a:off x="8075613" y="5975351"/>
              <a:ext cx="506413" cy="268288"/>
            </a:xfrm>
            <a:custGeom>
              <a:rect b="b" l="l" r="r" t="t"/>
              <a:pathLst>
                <a:path extrusionOk="0" h="63" w="119">
                  <a:moveTo>
                    <a:pt x="43" y="7"/>
                  </a:moveTo>
                  <a:cubicBezTo>
                    <a:pt x="3" y="21"/>
                    <a:pt x="3" y="21"/>
                    <a:pt x="3" y="21"/>
                  </a:cubicBezTo>
                  <a:cubicBezTo>
                    <a:pt x="1" y="21"/>
                    <a:pt x="0" y="23"/>
                    <a:pt x="1" y="24"/>
                  </a:cubicBezTo>
                  <a:cubicBezTo>
                    <a:pt x="10" y="57"/>
                    <a:pt x="10" y="57"/>
                    <a:pt x="10" y="57"/>
                  </a:cubicBezTo>
                  <a:cubicBezTo>
                    <a:pt x="11" y="61"/>
                    <a:pt x="15" y="63"/>
                    <a:pt x="19" y="61"/>
                  </a:cubicBezTo>
                  <a:cubicBezTo>
                    <a:pt x="33" y="56"/>
                    <a:pt x="38" y="53"/>
                    <a:pt x="56" y="46"/>
                  </a:cubicBezTo>
                  <a:cubicBezTo>
                    <a:pt x="66" y="41"/>
                    <a:pt x="92" y="30"/>
                    <a:pt x="106" y="22"/>
                  </a:cubicBezTo>
                  <a:cubicBezTo>
                    <a:pt x="119" y="14"/>
                    <a:pt x="111" y="0"/>
                    <a:pt x="105" y="3"/>
                  </a:cubicBezTo>
                  <a:cubicBezTo>
                    <a:pt x="89" y="8"/>
                    <a:pt x="63" y="11"/>
                    <a:pt x="50" y="7"/>
                  </a:cubicBezTo>
                  <a:cubicBezTo>
                    <a:pt x="48" y="6"/>
                    <a:pt x="46" y="6"/>
                    <a:pt x="43" y="7"/>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7" name="Google Shape;177;p1"/>
            <p:cNvSpPr/>
            <p:nvPr/>
          </p:nvSpPr>
          <p:spPr>
            <a:xfrm>
              <a:off x="6254750" y="4005263"/>
              <a:ext cx="1974850" cy="1854200"/>
            </a:xfrm>
            <a:custGeom>
              <a:rect b="b" l="l" r="r" t="t"/>
              <a:pathLst>
                <a:path extrusionOk="0" h="436" w="464">
                  <a:moveTo>
                    <a:pt x="153" y="6"/>
                  </a:moveTo>
                  <a:cubicBezTo>
                    <a:pt x="153" y="6"/>
                    <a:pt x="422" y="30"/>
                    <a:pt x="429" y="107"/>
                  </a:cubicBezTo>
                  <a:cubicBezTo>
                    <a:pt x="443" y="265"/>
                    <a:pt x="464" y="416"/>
                    <a:pt x="464" y="416"/>
                  </a:cubicBezTo>
                  <a:cubicBezTo>
                    <a:pt x="410" y="436"/>
                    <a:pt x="410" y="436"/>
                    <a:pt x="410" y="436"/>
                  </a:cubicBezTo>
                  <a:cubicBezTo>
                    <a:pt x="410" y="436"/>
                    <a:pt x="343" y="263"/>
                    <a:pt x="344" y="140"/>
                  </a:cubicBezTo>
                  <a:cubicBezTo>
                    <a:pt x="266" y="118"/>
                    <a:pt x="62" y="150"/>
                    <a:pt x="29" y="91"/>
                  </a:cubicBezTo>
                  <a:cubicBezTo>
                    <a:pt x="0" y="38"/>
                    <a:pt x="25" y="0"/>
                    <a:pt x="25" y="0"/>
                  </a:cubicBezTo>
                  <a:cubicBezTo>
                    <a:pt x="153" y="6"/>
                    <a:pt x="153" y="6"/>
                    <a:pt x="153" y="6"/>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8" name="Google Shape;178;p1"/>
            <p:cNvSpPr/>
            <p:nvPr/>
          </p:nvSpPr>
          <p:spPr>
            <a:xfrm>
              <a:off x="7931150" y="5686426"/>
              <a:ext cx="341313" cy="228600"/>
            </a:xfrm>
            <a:custGeom>
              <a:rect b="b" l="l" r="r" t="t"/>
              <a:pathLst>
                <a:path extrusionOk="0" h="144" w="215">
                  <a:moveTo>
                    <a:pt x="32" y="144"/>
                  </a:moveTo>
                  <a:lnTo>
                    <a:pt x="215" y="83"/>
                  </a:lnTo>
                  <a:lnTo>
                    <a:pt x="207" y="0"/>
                  </a:lnTo>
                  <a:lnTo>
                    <a:pt x="0" y="64"/>
                  </a:lnTo>
                  <a:lnTo>
                    <a:pt x="32" y="144"/>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9" name="Google Shape;179;p1"/>
            <p:cNvSpPr/>
            <p:nvPr/>
          </p:nvSpPr>
          <p:spPr>
            <a:xfrm>
              <a:off x="8275638" y="5965826"/>
              <a:ext cx="77788" cy="55563"/>
            </a:xfrm>
            <a:custGeom>
              <a:rect b="b" l="l" r="r" t="t"/>
              <a:pathLst>
                <a:path extrusionOk="0" h="13" w="18">
                  <a:moveTo>
                    <a:pt x="11" y="11"/>
                  </a:moveTo>
                  <a:cubicBezTo>
                    <a:pt x="8" y="12"/>
                    <a:pt x="4" y="12"/>
                    <a:pt x="1" y="13"/>
                  </a:cubicBezTo>
                  <a:cubicBezTo>
                    <a:pt x="0" y="12"/>
                    <a:pt x="0" y="12"/>
                    <a:pt x="0" y="12"/>
                  </a:cubicBezTo>
                  <a:cubicBezTo>
                    <a:pt x="0" y="11"/>
                    <a:pt x="0" y="11"/>
                    <a:pt x="0" y="11"/>
                  </a:cubicBezTo>
                  <a:cubicBezTo>
                    <a:pt x="1" y="10"/>
                    <a:pt x="9" y="0"/>
                    <a:pt x="14" y="0"/>
                  </a:cubicBezTo>
                  <a:cubicBezTo>
                    <a:pt x="15" y="0"/>
                    <a:pt x="16" y="0"/>
                    <a:pt x="17" y="1"/>
                  </a:cubicBezTo>
                  <a:cubicBezTo>
                    <a:pt x="18" y="3"/>
                    <a:pt x="18" y="5"/>
                    <a:pt x="17" y="6"/>
                  </a:cubicBezTo>
                  <a:cubicBezTo>
                    <a:pt x="17" y="8"/>
                    <a:pt x="14" y="10"/>
                    <a:pt x="11" y="11"/>
                  </a:cubicBezTo>
                  <a:close/>
                  <a:moveTo>
                    <a:pt x="3" y="11"/>
                  </a:moveTo>
                  <a:cubicBezTo>
                    <a:pt x="10" y="10"/>
                    <a:pt x="15" y="8"/>
                    <a:pt x="16" y="6"/>
                  </a:cubicBezTo>
                  <a:cubicBezTo>
                    <a:pt x="16" y="5"/>
                    <a:pt x="16" y="4"/>
                    <a:pt x="15" y="2"/>
                  </a:cubicBezTo>
                  <a:cubicBezTo>
                    <a:pt x="15" y="2"/>
                    <a:pt x="15" y="2"/>
                    <a:pt x="14" y="1"/>
                  </a:cubicBezTo>
                  <a:cubicBezTo>
                    <a:pt x="11" y="1"/>
                    <a:pt x="6" y="7"/>
                    <a:pt x="3" y="11"/>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0" name="Google Shape;180;p1"/>
            <p:cNvSpPr/>
            <p:nvPr/>
          </p:nvSpPr>
          <p:spPr>
            <a:xfrm>
              <a:off x="8259763" y="5940426"/>
              <a:ext cx="46038" cy="80963"/>
            </a:xfrm>
            <a:custGeom>
              <a:rect b="b" l="l" r="r" t="t"/>
              <a:pathLst>
                <a:path extrusionOk="0" h="19" w="11">
                  <a:moveTo>
                    <a:pt x="5" y="19"/>
                  </a:moveTo>
                  <a:cubicBezTo>
                    <a:pt x="5" y="19"/>
                    <a:pt x="5" y="19"/>
                    <a:pt x="5" y="19"/>
                  </a:cubicBezTo>
                  <a:cubicBezTo>
                    <a:pt x="4" y="18"/>
                    <a:pt x="4" y="18"/>
                    <a:pt x="4" y="18"/>
                  </a:cubicBezTo>
                  <a:cubicBezTo>
                    <a:pt x="4" y="18"/>
                    <a:pt x="0" y="8"/>
                    <a:pt x="2" y="3"/>
                  </a:cubicBezTo>
                  <a:cubicBezTo>
                    <a:pt x="3" y="2"/>
                    <a:pt x="4" y="1"/>
                    <a:pt x="5" y="0"/>
                  </a:cubicBezTo>
                  <a:cubicBezTo>
                    <a:pt x="7" y="0"/>
                    <a:pt x="8" y="1"/>
                    <a:pt x="9" y="2"/>
                  </a:cubicBezTo>
                  <a:cubicBezTo>
                    <a:pt x="11" y="6"/>
                    <a:pt x="9" y="15"/>
                    <a:pt x="6" y="18"/>
                  </a:cubicBezTo>
                  <a:lnTo>
                    <a:pt x="5" y="19"/>
                  </a:lnTo>
                  <a:close/>
                  <a:moveTo>
                    <a:pt x="5" y="2"/>
                  </a:moveTo>
                  <a:cubicBezTo>
                    <a:pt x="5" y="2"/>
                    <a:pt x="4" y="3"/>
                    <a:pt x="4" y="4"/>
                  </a:cubicBezTo>
                  <a:cubicBezTo>
                    <a:pt x="2" y="6"/>
                    <a:pt x="4" y="13"/>
                    <a:pt x="5" y="16"/>
                  </a:cubicBezTo>
                  <a:cubicBezTo>
                    <a:pt x="8" y="12"/>
                    <a:pt x="9" y="5"/>
                    <a:pt x="8" y="3"/>
                  </a:cubicBezTo>
                  <a:cubicBezTo>
                    <a:pt x="7" y="2"/>
                    <a:pt x="7" y="2"/>
                    <a:pt x="6" y="2"/>
                  </a:cubicBezTo>
                  <a:lnTo>
                    <a:pt x="5"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1" name="Google Shape;181;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2" name="Google Shape;182;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3" name="Google Shape;183;p1"/>
            <p:cNvSpPr/>
            <p:nvPr/>
          </p:nvSpPr>
          <p:spPr>
            <a:xfrm>
              <a:off x="7267575" y="6191251"/>
              <a:ext cx="485775" cy="196850"/>
            </a:xfrm>
            <a:custGeom>
              <a:rect b="b" l="l" r="r" t="t"/>
              <a:pathLst>
                <a:path extrusionOk="0" h="46" w="114">
                  <a:moveTo>
                    <a:pt x="49" y="2"/>
                  </a:moveTo>
                  <a:cubicBezTo>
                    <a:pt x="6" y="0"/>
                    <a:pt x="6" y="0"/>
                    <a:pt x="6" y="0"/>
                  </a:cubicBezTo>
                  <a:cubicBezTo>
                    <a:pt x="5" y="0"/>
                    <a:pt x="4" y="1"/>
                    <a:pt x="4" y="3"/>
                  </a:cubicBezTo>
                  <a:cubicBezTo>
                    <a:pt x="0" y="37"/>
                    <a:pt x="0" y="37"/>
                    <a:pt x="0" y="37"/>
                  </a:cubicBezTo>
                  <a:cubicBezTo>
                    <a:pt x="0" y="40"/>
                    <a:pt x="3" y="44"/>
                    <a:pt x="7" y="44"/>
                  </a:cubicBezTo>
                  <a:cubicBezTo>
                    <a:pt x="22" y="44"/>
                    <a:pt x="29" y="44"/>
                    <a:pt x="48" y="44"/>
                  </a:cubicBezTo>
                  <a:cubicBezTo>
                    <a:pt x="60" y="44"/>
                    <a:pt x="82" y="46"/>
                    <a:pt x="98" y="44"/>
                  </a:cubicBezTo>
                  <a:cubicBezTo>
                    <a:pt x="114" y="42"/>
                    <a:pt x="112" y="26"/>
                    <a:pt x="105" y="26"/>
                  </a:cubicBezTo>
                  <a:cubicBezTo>
                    <a:pt x="89" y="25"/>
                    <a:pt x="67" y="13"/>
                    <a:pt x="56" y="4"/>
                  </a:cubicBezTo>
                  <a:cubicBezTo>
                    <a:pt x="54" y="3"/>
                    <a:pt x="52" y="2"/>
                    <a:pt x="49" y="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4" name="Google Shape;184;p1"/>
            <p:cNvSpPr/>
            <p:nvPr/>
          </p:nvSpPr>
          <p:spPr>
            <a:xfrm>
              <a:off x="7489825" y="6183313"/>
              <a:ext cx="84138" cy="47625"/>
            </a:xfrm>
            <a:custGeom>
              <a:rect b="b" l="l" r="r" t="t"/>
              <a:pathLst>
                <a:path extrusionOk="0" h="11" w="20">
                  <a:moveTo>
                    <a:pt x="11" y="11"/>
                  </a:moveTo>
                  <a:cubicBezTo>
                    <a:pt x="7" y="11"/>
                    <a:pt x="3" y="10"/>
                    <a:pt x="1" y="9"/>
                  </a:cubicBezTo>
                  <a:cubicBezTo>
                    <a:pt x="0" y="8"/>
                    <a:pt x="0" y="8"/>
                    <a:pt x="0" y="8"/>
                  </a:cubicBezTo>
                  <a:cubicBezTo>
                    <a:pt x="0" y="8"/>
                    <a:pt x="0" y="8"/>
                    <a:pt x="0" y="8"/>
                  </a:cubicBezTo>
                  <a:cubicBezTo>
                    <a:pt x="2" y="7"/>
                    <a:pt x="13" y="0"/>
                    <a:pt x="17" y="2"/>
                  </a:cubicBezTo>
                  <a:cubicBezTo>
                    <a:pt x="18" y="2"/>
                    <a:pt x="19" y="3"/>
                    <a:pt x="19" y="4"/>
                  </a:cubicBezTo>
                  <a:cubicBezTo>
                    <a:pt x="20" y="6"/>
                    <a:pt x="19" y="8"/>
                    <a:pt x="18" y="9"/>
                  </a:cubicBezTo>
                  <a:cubicBezTo>
                    <a:pt x="17" y="11"/>
                    <a:pt x="14" y="11"/>
                    <a:pt x="11" y="11"/>
                  </a:cubicBezTo>
                  <a:close/>
                  <a:moveTo>
                    <a:pt x="3" y="8"/>
                  </a:moveTo>
                  <a:cubicBezTo>
                    <a:pt x="10" y="10"/>
                    <a:pt x="15" y="10"/>
                    <a:pt x="17" y="8"/>
                  </a:cubicBezTo>
                  <a:cubicBezTo>
                    <a:pt x="18" y="7"/>
                    <a:pt x="18" y="6"/>
                    <a:pt x="18" y="5"/>
                  </a:cubicBezTo>
                  <a:cubicBezTo>
                    <a:pt x="17" y="4"/>
                    <a:pt x="17" y="4"/>
                    <a:pt x="17" y="3"/>
                  </a:cubicBezTo>
                  <a:cubicBezTo>
                    <a:pt x="14" y="2"/>
                    <a:pt x="8" y="5"/>
                    <a:pt x="3" y="8"/>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5" name="Google Shape;185;p1"/>
            <p:cNvSpPr/>
            <p:nvPr/>
          </p:nvSpPr>
          <p:spPr>
            <a:xfrm>
              <a:off x="7485063" y="6149976"/>
              <a:ext cx="50800" cy="71438"/>
            </a:xfrm>
            <a:custGeom>
              <a:rect b="b" l="l" r="r" t="t"/>
              <a:pathLst>
                <a:path extrusionOk="0" h="17" w="12">
                  <a:moveTo>
                    <a:pt x="2" y="17"/>
                  </a:moveTo>
                  <a:cubicBezTo>
                    <a:pt x="1" y="17"/>
                    <a:pt x="1" y="17"/>
                    <a:pt x="1" y="17"/>
                  </a:cubicBezTo>
                  <a:cubicBezTo>
                    <a:pt x="1" y="16"/>
                    <a:pt x="1" y="16"/>
                    <a:pt x="1" y="16"/>
                  </a:cubicBezTo>
                  <a:cubicBezTo>
                    <a:pt x="1" y="16"/>
                    <a:pt x="0" y="5"/>
                    <a:pt x="4" y="1"/>
                  </a:cubicBezTo>
                  <a:cubicBezTo>
                    <a:pt x="6" y="0"/>
                    <a:pt x="7" y="0"/>
                    <a:pt x="8" y="0"/>
                  </a:cubicBezTo>
                  <a:cubicBezTo>
                    <a:pt x="10" y="0"/>
                    <a:pt x="11" y="1"/>
                    <a:pt x="11" y="3"/>
                  </a:cubicBezTo>
                  <a:cubicBezTo>
                    <a:pt x="12" y="7"/>
                    <a:pt x="6" y="15"/>
                    <a:pt x="2" y="17"/>
                  </a:cubicBezTo>
                  <a:close/>
                  <a:moveTo>
                    <a:pt x="8" y="2"/>
                  </a:moveTo>
                  <a:cubicBezTo>
                    <a:pt x="7" y="2"/>
                    <a:pt x="6" y="2"/>
                    <a:pt x="6" y="3"/>
                  </a:cubicBezTo>
                  <a:cubicBezTo>
                    <a:pt x="3" y="5"/>
                    <a:pt x="3" y="11"/>
                    <a:pt x="3" y="15"/>
                  </a:cubicBezTo>
                  <a:cubicBezTo>
                    <a:pt x="6" y="12"/>
                    <a:pt x="10" y="6"/>
                    <a:pt x="10" y="3"/>
                  </a:cubicBezTo>
                  <a:cubicBezTo>
                    <a:pt x="10" y="3"/>
                    <a:pt x="9" y="2"/>
                    <a:pt x="8" y="2"/>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6" name="Google Shape;186;p1"/>
            <p:cNvSpPr/>
            <p:nvPr/>
          </p:nvSpPr>
          <p:spPr>
            <a:xfrm>
              <a:off x="7323138" y="5995988"/>
              <a:ext cx="4763" cy="68263"/>
            </a:xfrm>
            <a:custGeom>
              <a:rect b="b" l="l" r="r" t="t"/>
              <a:pathLst>
                <a:path extrusionOk="0" h="43" w="3">
                  <a:moveTo>
                    <a:pt x="3" y="0"/>
                  </a:moveTo>
                  <a:lnTo>
                    <a:pt x="3" y="0"/>
                  </a:lnTo>
                  <a:lnTo>
                    <a:pt x="0" y="43"/>
                  </a:lnTo>
                  <a:lnTo>
                    <a:pt x="0" y="43"/>
                  </a:lnTo>
                  <a:lnTo>
                    <a:pt x="3"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7" name="Google Shape;187;p1"/>
            <p:cNvSpPr/>
            <p:nvPr/>
          </p:nvSpPr>
          <p:spPr>
            <a:xfrm>
              <a:off x="7323138" y="5995988"/>
              <a:ext cx="4763" cy="68263"/>
            </a:xfrm>
            <a:custGeom>
              <a:rect b="b" l="l" r="r" t="t"/>
              <a:pathLst>
                <a:path extrusionOk="0" h="43" w="3">
                  <a:moveTo>
                    <a:pt x="3" y="0"/>
                  </a:moveTo>
                  <a:lnTo>
                    <a:pt x="3" y="0"/>
                  </a:lnTo>
                  <a:lnTo>
                    <a:pt x="0" y="43"/>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8" name="Google Shape;188;p1"/>
            <p:cNvSpPr/>
            <p:nvPr/>
          </p:nvSpPr>
          <p:spPr>
            <a:xfrm>
              <a:off x="7323138" y="5992813"/>
              <a:ext cx="166688" cy="71438"/>
            </a:xfrm>
            <a:custGeom>
              <a:rect b="b" l="l" r="r" t="t"/>
              <a:pathLst>
                <a:path extrusionOk="0" h="45" w="105">
                  <a:moveTo>
                    <a:pt x="105" y="0"/>
                  </a:moveTo>
                  <a:lnTo>
                    <a:pt x="3" y="2"/>
                  </a:lnTo>
                  <a:lnTo>
                    <a:pt x="0" y="45"/>
                  </a:lnTo>
                  <a:lnTo>
                    <a:pt x="102" y="45"/>
                  </a:lnTo>
                  <a:lnTo>
                    <a:pt x="105"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9" name="Google Shape;189;p1"/>
            <p:cNvSpPr/>
            <p:nvPr/>
          </p:nvSpPr>
          <p:spPr>
            <a:xfrm>
              <a:off x="7323138" y="5992813"/>
              <a:ext cx="166688" cy="71438"/>
            </a:xfrm>
            <a:custGeom>
              <a:rect b="b" l="l" r="r" t="t"/>
              <a:pathLst>
                <a:path extrusionOk="0" h="45" w="105">
                  <a:moveTo>
                    <a:pt x="105" y="0"/>
                  </a:moveTo>
                  <a:lnTo>
                    <a:pt x="3" y="2"/>
                  </a:lnTo>
                  <a:lnTo>
                    <a:pt x="0" y="45"/>
                  </a:lnTo>
                  <a:lnTo>
                    <a:pt x="102" y="45"/>
                  </a:lnTo>
                  <a:lnTo>
                    <a:pt x="10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0" name="Google Shape;190;p1"/>
            <p:cNvSpPr/>
            <p:nvPr/>
          </p:nvSpPr>
          <p:spPr>
            <a:xfrm>
              <a:off x="5919788" y="3992563"/>
              <a:ext cx="1841500" cy="2003425"/>
            </a:xfrm>
            <a:custGeom>
              <a:rect b="b" l="l" r="r" t="t"/>
              <a:pathLst>
                <a:path extrusionOk="0" h="471" w="433">
                  <a:moveTo>
                    <a:pt x="143" y="5"/>
                  </a:moveTo>
                  <a:cubicBezTo>
                    <a:pt x="143" y="5"/>
                    <a:pt x="433" y="49"/>
                    <a:pt x="428" y="116"/>
                  </a:cubicBezTo>
                  <a:cubicBezTo>
                    <a:pt x="420" y="236"/>
                    <a:pt x="379" y="470"/>
                    <a:pt x="379" y="470"/>
                  </a:cubicBezTo>
                  <a:cubicBezTo>
                    <a:pt x="322" y="471"/>
                    <a:pt x="322" y="471"/>
                    <a:pt x="322" y="471"/>
                  </a:cubicBezTo>
                  <a:cubicBezTo>
                    <a:pt x="322" y="471"/>
                    <a:pt x="309" y="230"/>
                    <a:pt x="330" y="143"/>
                  </a:cubicBezTo>
                  <a:cubicBezTo>
                    <a:pt x="259" y="143"/>
                    <a:pt x="58" y="140"/>
                    <a:pt x="31" y="104"/>
                  </a:cubicBezTo>
                  <a:cubicBezTo>
                    <a:pt x="0" y="63"/>
                    <a:pt x="32" y="0"/>
                    <a:pt x="32" y="0"/>
                  </a:cubicBezTo>
                  <a:cubicBezTo>
                    <a:pt x="143" y="5"/>
                    <a:pt x="143" y="5"/>
                    <a:pt x="143"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1" name="Google Shape;191;p1"/>
            <p:cNvSpPr/>
            <p:nvPr/>
          </p:nvSpPr>
          <p:spPr>
            <a:xfrm>
              <a:off x="7246938" y="5856288"/>
              <a:ext cx="322263" cy="157163"/>
            </a:xfrm>
            <a:custGeom>
              <a:rect b="b" l="l" r="r" t="t"/>
              <a:pathLst>
                <a:path extrusionOk="0" h="99" w="203">
                  <a:moveTo>
                    <a:pt x="11" y="99"/>
                  </a:moveTo>
                  <a:lnTo>
                    <a:pt x="195" y="96"/>
                  </a:lnTo>
                  <a:lnTo>
                    <a:pt x="203" y="0"/>
                  </a:lnTo>
                  <a:lnTo>
                    <a:pt x="0" y="8"/>
                  </a:lnTo>
                  <a:lnTo>
                    <a:pt x="11" y="99"/>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2" name="Google Shape;192;p1"/>
            <p:cNvSpPr/>
            <p:nvPr/>
          </p:nvSpPr>
          <p:spPr>
            <a:xfrm>
              <a:off x="6000750" y="2690813"/>
              <a:ext cx="904875" cy="1339850"/>
            </a:xfrm>
            <a:custGeom>
              <a:rect b="b" l="l" r="r" t="t"/>
              <a:pathLst>
                <a:path extrusionOk="0" h="315" w="213">
                  <a:moveTo>
                    <a:pt x="175" y="5"/>
                  </a:moveTo>
                  <a:cubicBezTo>
                    <a:pt x="152" y="0"/>
                    <a:pt x="47" y="2"/>
                    <a:pt x="47" y="2"/>
                  </a:cubicBezTo>
                  <a:cubicBezTo>
                    <a:pt x="25" y="1"/>
                    <a:pt x="6" y="17"/>
                    <a:pt x="4" y="39"/>
                  </a:cubicBezTo>
                  <a:cubicBezTo>
                    <a:pt x="0" y="71"/>
                    <a:pt x="21" y="144"/>
                    <a:pt x="21" y="181"/>
                  </a:cubicBezTo>
                  <a:cubicBezTo>
                    <a:pt x="22" y="226"/>
                    <a:pt x="13" y="245"/>
                    <a:pt x="13" y="306"/>
                  </a:cubicBezTo>
                  <a:cubicBezTo>
                    <a:pt x="213" y="315"/>
                    <a:pt x="213" y="315"/>
                    <a:pt x="213" y="315"/>
                  </a:cubicBezTo>
                  <a:cubicBezTo>
                    <a:pt x="213" y="192"/>
                    <a:pt x="208" y="90"/>
                    <a:pt x="203" y="41"/>
                  </a:cubicBezTo>
                  <a:cubicBezTo>
                    <a:pt x="201" y="24"/>
                    <a:pt x="198" y="10"/>
                    <a:pt x="175" y="5"/>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3" name="Google Shape;193;p1"/>
            <p:cNvSpPr/>
            <p:nvPr/>
          </p:nvSpPr>
          <p:spPr>
            <a:xfrm>
              <a:off x="6013450" y="2698751"/>
              <a:ext cx="892175" cy="1331913"/>
            </a:xfrm>
            <a:custGeom>
              <a:rect b="b" l="l" r="r" t="t"/>
              <a:pathLst>
                <a:path extrusionOk="0" h="313" w="210">
                  <a:moveTo>
                    <a:pt x="76" y="0"/>
                  </a:moveTo>
                  <a:cubicBezTo>
                    <a:pt x="57" y="0"/>
                    <a:pt x="44" y="0"/>
                    <a:pt x="44" y="0"/>
                  </a:cubicBezTo>
                  <a:cubicBezTo>
                    <a:pt x="43" y="0"/>
                    <a:pt x="43" y="0"/>
                    <a:pt x="42" y="0"/>
                  </a:cubicBezTo>
                  <a:cubicBezTo>
                    <a:pt x="21" y="0"/>
                    <a:pt x="3" y="16"/>
                    <a:pt x="1" y="37"/>
                  </a:cubicBezTo>
                  <a:cubicBezTo>
                    <a:pt x="0" y="40"/>
                    <a:pt x="0" y="42"/>
                    <a:pt x="0" y="46"/>
                  </a:cubicBezTo>
                  <a:cubicBezTo>
                    <a:pt x="0" y="81"/>
                    <a:pt x="18" y="145"/>
                    <a:pt x="18" y="179"/>
                  </a:cubicBezTo>
                  <a:cubicBezTo>
                    <a:pt x="18" y="181"/>
                    <a:pt x="18" y="183"/>
                    <a:pt x="18" y="185"/>
                  </a:cubicBezTo>
                  <a:cubicBezTo>
                    <a:pt x="18" y="226"/>
                    <a:pt x="10" y="245"/>
                    <a:pt x="10" y="304"/>
                  </a:cubicBezTo>
                  <a:cubicBezTo>
                    <a:pt x="210" y="313"/>
                    <a:pt x="210" y="313"/>
                    <a:pt x="210" y="313"/>
                  </a:cubicBezTo>
                  <a:cubicBezTo>
                    <a:pt x="210" y="307"/>
                    <a:pt x="210" y="301"/>
                    <a:pt x="210" y="295"/>
                  </a:cubicBezTo>
                  <a:cubicBezTo>
                    <a:pt x="210" y="295"/>
                    <a:pt x="210" y="295"/>
                    <a:pt x="210" y="295"/>
                  </a:cubicBezTo>
                  <a:cubicBezTo>
                    <a:pt x="210" y="284"/>
                    <a:pt x="210" y="273"/>
                    <a:pt x="210" y="262"/>
                  </a:cubicBezTo>
                  <a:cubicBezTo>
                    <a:pt x="210" y="253"/>
                    <a:pt x="210" y="244"/>
                    <a:pt x="210" y="235"/>
                  </a:cubicBezTo>
                  <a:cubicBezTo>
                    <a:pt x="208" y="148"/>
                    <a:pt x="204" y="77"/>
                    <a:pt x="200" y="39"/>
                  </a:cubicBezTo>
                  <a:cubicBezTo>
                    <a:pt x="198" y="22"/>
                    <a:pt x="195" y="8"/>
                    <a:pt x="172" y="3"/>
                  </a:cubicBezTo>
                  <a:cubicBezTo>
                    <a:pt x="157" y="0"/>
                    <a:pt x="109" y="0"/>
                    <a:pt x="76" y="0"/>
                  </a:cubicBezTo>
                </a:path>
              </a:pathLst>
            </a:custGeom>
            <a:solidFill>
              <a:srgbClr val="7AA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4" name="Google Shape;194;p1"/>
            <p:cNvSpPr/>
            <p:nvPr/>
          </p:nvSpPr>
          <p:spPr>
            <a:xfrm>
              <a:off x="6629400" y="2878138"/>
              <a:ext cx="804863" cy="858838"/>
            </a:xfrm>
            <a:custGeom>
              <a:rect b="b" l="l" r="r" t="t"/>
              <a:pathLst>
                <a:path extrusionOk="0" h="202" w="189">
                  <a:moveTo>
                    <a:pt x="54" y="0"/>
                  </a:moveTo>
                  <a:cubicBezTo>
                    <a:pt x="61" y="21"/>
                    <a:pt x="67" y="44"/>
                    <a:pt x="74" y="65"/>
                  </a:cubicBezTo>
                  <a:cubicBezTo>
                    <a:pt x="80" y="87"/>
                    <a:pt x="87" y="109"/>
                    <a:pt x="94" y="129"/>
                  </a:cubicBezTo>
                  <a:cubicBezTo>
                    <a:pt x="96" y="135"/>
                    <a:pt x="98" y="139"/>
                    <a:pt x="100" y="144"/>
                  </a:cubicBezTo>
                  <a:cubicBezTo>
                    <a:pt x="103" y="152"/>
                    <a:pt x="103" y="152"/>
                    <a:pt x="103" y="152"/>
                  </a:cubicBezTo>
                  <a:cubicBezTo>
                    <a:pt x="104" y="152"/>
                    <a:pt x="104" y="152"/>
                    <a:pt x="104" y="152"/>
                  </a:cubicBezTo>
                  <a:cubicBezTo>
                    <a:pt x="104" y="153"/>
                    <a:pt x="104" y="153"/>
                    <a:pt x="104" y="153"/>
                  </a:cubicBezTo>
                  <a:cubicBezTo>
                    <a:pt x="104" y="153"/>
                    <a:pt x="104" y="153"/>
                    <a:pt x="104" y="153"/>
                  </a:cubicBezTo>
                  <a:cubicBezTo>
                    <a:pt x="104" y="153"/>
                    <a:pt x="104" y="153"/>
                    <a:pt x="104" y="153"/>
                  </a:cubicBezTo>
                  <a:cubicBezTo>
                    <a:pt x="104" y="153"/>
                    <a:pt x="104" y="153"/>
                    <a:pt x="104" y="153"/>
                  </a:cubicBezTo>
                  <a:cubicBezTo>
                    <a:pt x="103" y="151"/>
                    <a:pt x="102" y="150"/>
                    <a:pt x="101" y="150"/>
                  </a:cubicBezTo>
                  <a:cubicBezTo>
                    <a:pt x="100" y="148"/>
                    <a:pt x="99" y="148"/>
                    <a:pt x="99" y="148"/>
                  </a:cubicBezTo>
                  <a:cubicBezTo>
                    <a:pt x="99" y="148"/>
                    <a:pt x="100" y="149"/>
                    <a:pt x="102" y="150"/>
                  </a:cubicBezTo>
                  <a:cubicBezTo>
                    <a:pt x="104" y="151"/>
                    <a:pt x="106" y="152"/>
                    <a:pt x="108" y="152"/>
                  </a:cubicBezTo>
                  <a:cubicBezTo>
                    <a:pt x="113" y="154"/>
                    <a:pt x="118" y="155"/>
                    <a:pt x="123" y="157"/>
                  </a:cubicBezTo>
                  <a:cubicBezTo>
                    <a:pt x="144" y="162"/>
                    <a:pt x="167" y="166"/>
                    <a:pt x="189" y="171"/>
                  </a:cubicBezTo>
                  <a:cubicBezTo>
                    <a:pt x="188" y="199"/>
                    <a:pt x="188" y="199"/>
                    <a:pt x="188" y="199"/>
                  </a:cubicBezTo>
                  <a:cubicBezTo>
                    <a:pt x="176" y="200"/>
                    <a:pt x="164" y="201"/>
                    <a:pt x="152" y="202"/>
                  </a:cubicBezTo>
                  <a:cubicBezTo>
                    <a:pt x="140" y="202"/>
                    <a:pt x="128" y="202"/>
                    <a:pt x="116" y="201"/>
                  </a:cubicBezTo>
                  <a:cubicBezTo>
                    <a:pt x="110" y="200"/>
                    <a:pt x="103" y="200"/>
                    <a:pt x="97" y="198"/>
                  </a:cubicBezTo>
                  <a:cubicBezTo>
                    <a:pt x="93" y="198"/>
                    <a:pt x="90" y="197"/>
                    <a:pt x="86" y="196"/>
                  </a:cubicBezTo>
                  <a:cubicBezTo>
                    <a:pt x="82" y="195"/>
                    <a:pt x="78" y="193"/>
                    <a:pt x="73" y="191"/>
                  </a:cubicBezTo>
                  <a:cubicBezTo>
                    <a:pt x="71" y="189"/>
                    <a:pt x="68" y="187"/>
                    <a:pt x="64" y="184"/>
                  </a:cubicBezTo>
                  <a:cubicBezTo>
                    <a:pt x="63" y="182"/>
                    <a:pt x="61" y="180"/>
                    <a:pt x="59" y="177"/>
                  </a:cubicBezTo>
                  <a:cubicBezTo>
                    <a:pt x="58" y="174"/>
                    <a:pt x="58" y="174"/>
                    <a:pt x="58" y="174"/>
                  </a:cubicBezTo>
                  <a:cubicBezTo>
                    <a:pt x="53" y="166"/>
                    <a:pt x="53" y="166"/>
                    <a:pt x="53" y="166"/>
                  </a:cubicBezTo>
                  <a:cubicBezTo>
                    <a:pt x="51" y="160"/>
                    <a:pt x="48" y="155"/>
                    <a:pt x="46" y="149"/>
                  </a:cubicBezTo>
                  <a:cubicBezTo>
                    <a:pt x="41" y="138"/>
                    <a:pt x="36" y="127"/>
                    <a:pt x="32" y="116"/>
                  </a:cubicBezTo>
                  <a:cubicBezTo>
                    <a:pt x="28" y="104"/>
                    <a:pt x="24" y="93"/>
                    <a:pt x="20" y="82"/>
                  </a:cubicBezTo>
                  <a:cubicBezTo>
                    <a:pt x="13" y="60"/>
                    <a:pt x="6" y="37"/>
                    <a:pt x="0" y="14"/>
                  </a:cubicBezTo>
                  <a:lnTo>
                    <a:pt x="54"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5" name="Google Shape;195;p1"/>
            <p:cNvSpPr/>
            <p:nvPr/>
          </p:nvSpPr>
          <p:spPr>
            <a:xfrm>
              <a:off x="6497638" y="2665413"/>
              <a:ext cx="514350" cy="630238"/>
            </a:xfrm>
            <a:custGeom>
              <a:rect b="b" l="l" r="r" t="t"/>
              <a:pathLst>
                <a:path extrusionOk="0" h="148" w="121">
                  <a:moveTo>
                    <a:pt x="28" y="27"/>
                  </a:moveTo>
                  <a:cubicBezTo>
                    <a:pt x="56" y="0"/>
                    <a:pt x="91" y="15"/>
                    <a:pt x="106" y="65"/>
                  </a:cubicBezTo>
                  <a:cubicBezTo>
                    <a:pt x="121" y="116"/>
                    <a:pt x="118" y="120"/>
                    <a:pt x="118" y="120"/>
                  </a:cubicBezTo>
                  <a:cubicBezTo>
                    <a:pt x="45" y="148"/>
                    <a:pt x="45" y="148"/>
                    <a:pt x="45" y="148"/>
                  </a:cubicBezTo>
                  <a:cubicBezTo>
                    <a:pt x="27" y="100"/>
                    <a:pt x="0" y="56"/>
                    <a:pt x="28"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6" name="Google Shape;196;p1"/>
            <p:cNvSpPr/>
            <p:nvPr/>
          </p:nvSpPr>
          <p:spPr>
            <a:xfrm>
              <a:off x="7348538" y="3559176"/>
              <a:ext cx="280988" cy="207963"/>
            </a:xfrm>
            <a:custGeom>
              <a:rect b="b" l="l" r="r" t="t"/>
              <a:pathLst>
                <a:path extrusionOk="0" h="49" w="66">
                  <a:moveTo>
                    <a:pt x="39" y="0"/>
                  </a:moveTo>
                  <a:cubicBezTo>
                    <a:pt x="34" y="0"/>
                    <a:pt x="34" y="0"/>
                    <a:pt x="34" y="0"/>
                  </a:cubicBezTo>
                  <a:cubicBezTo>
                    <a:pt x="17" y="0"/>
                    <a:pt x="14" y="4"/>
                    <a:pt x="4" y="14"/>
                  </a:cubicBezTo>
                  <a:cubicBezTo>
                    <a:pt x="0" y="35"/>
                    <a:pt x="0" y="35"/>
                    <a:pt x="0" y="35"/>
                  </a:cubicBezTo>
                  <a:cubicBezTo>
                    <a:pt x="27" y="49"/>
                    <a:pt x="41" y="33"/>
                    <a:pt x="41" y="33"/>
                  </a:cubicBezTo>
                  <a:cubicBezTo>
                    <a:pt x="66" y="33"/>
                    <a:pt x="66" y="33"/>
                    <a:pt x="66" y="33"/>
                  </a:cubicBezTo>
                  <a:cubicBezTo>
                    <a:pt x="58" y="13"/>
                    <a:pt x="58" y="13"/>
                    <a:pt x="58" y="13"/>
                  </a:cubicBezTo>
                  <a:cubicBezTo>
                    <a:pt x="54" y="6"/>
                    <a:pt x="47" y="1"/>
                    <a:pt x="39" y="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7" name="Google Shape;197;p1"/>
            <p:cNvSpPr/>
            <p:nvPr/>
          </p:nvSpPr>
          <p:spPr>
            <a:xfrm>
              <a:off x="6046788" y="4503738"/>
              <a:ext cx="1177925" cy="157163"/>
            </a:xfrm>
            <a:custGeom>
              <a:rect b="b" l="l" r="r" t="t"/>
              <a:pathLst>
                <a:path extrusionOk="0" h="37" w="277">
                  <a:moveTo>
                    <a:pt x="10" y="37"/>
                  </a:moveTo>
                  <a:cubicBezTo>
                    <a:pt x="267" y="37"/>
                    <a:pt x="267" y="37"/>
                    <a:pt x="267" y="37"/>
                  </a:cubicBezTo>
                  <a:cubicBezTo>
                    <a:pt x="272" y="37"/>
                    <a:pt x="277" y="33"/>
                    <a:pt x="277" y="27"/>
                  </a:cubicBezTo>
                  <a:cubicBezTo>
                    <a:pt x="277" y="11"/>
                    <a:pt x="277" y="11"/>
                    <a:pt x="277" y="11"/>
                  </a:cubicBezTo>
                  <a:cubicBezTo>
                    <a:pt x="277" y="5"/>
                    <a:pt x="272" y="0"/>
                    <a:pt x="267" y="0"/>
                  </a:cubicBezTo>
                  <a:cubicBezTo>
                    <a:pt x="10" y="0"/>
                    <a:pt x="10" y="0"/>
                    <a:pt x="10" y="0"/>
                  </a:cubicBezTo>
                  <a:cubicBezTo>
                    <a:pt x="5" y="0"/>
                    <a:pt x="0" y="5"/>
                    <a:pt x="0" y="11"/>
                  </a:cubicBezTo>
                  <a:cubicBezTo>
                    <a:pt x="0" y="27"/>
                    <a:pt x="0" y="27"/>
                    <a:pt x="0" y="27"/>
                  </a:cubicBezTo>
                  <a:cubicBezTo>
                    <a:pt x="0" y="33"/>
                    <a:pt x="5" y="37"/>
                    <a:pt x="10" y="3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8" name="Google Shape;198;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9" name="Google Shape;199;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0" name="Google Shape;200;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1" name="Google Shape;201;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2" name="Google Shape;202;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3" name="Google Shape;203;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4" name="Google Shape;204;p1"/>
            <p:cNvSpPr/>
            <p:nvPr/>
          </p:nvSpPr>
          <p:spPr>
            <a:xfrm>
              <a:off x="6804025" y="4660901"/>
              <a:ext cx="4763" cy="68263"/>
            </a:xfrm>
            <a:custGeom>
              <a:rect b="b" l="l" r="r" t="t"/>
              <a:pathLst>
                <a:path extrusionOk="0" h="43" w="3">
                  <a:moveTo>
                    <a:pt x="3" y="0"/>
                  </a:moveTo>
                  <a:lnTo>
                    <a:pt x="0" y="0"/>
                  </a:lnTo>
                  <a:lnTo>
                    <a:pt x="0" y="43"/>
                  </a:lnTo>
                  <a:lnTo>
                    <a:pt x="3" y="0"/>
                  </a:lnTo>
                  <a:close/>
                </a:path>
              </a:pathLst>
            </a:custGeom>
            <a:solidFill>
              <a:srgbClr val="8CB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5" name="Google Shape;205;p1"/>
            <p:cNvSpPr/>
            <p:nvPr/>
          </p:nvSpPr>
          <p:spPr>
            <a:xfrm>
              <a:off x="6804025" y="4660901"/>
              <a:ext cx="4763" cy="68263"/>
            </a:xfrm>
            <a:custGeom>
              <a:rect b="b" l="l" r="r" t="t"/>
              <a:pathLst>
                <a:path extrusionOk="0" h="43" w="3">
                  <a:moveTo>
                    <a:pt x="3" y="0"/>
                  </a:moveTo>
                  <a:lnTo>
                    <a:pt x="0" y="0"/>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6" name="Google Shape;206;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7" name="Google Shape;207;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8" name="Google Shape;208;p1"/>
            <p:cNvSpPr/>
            <p:nvPr/>
          </p:nvSpPr>
          <p:spPr>
            <a:xfrm>
              <a:off x="7105650" y="4737101"/>
              <a:ext cx="119063" cy="1671638"/>
            </a:xfrm>
            <a:custGeom>
              <a:rect b="b" l="l" r="r" t="t"/>
              <a:pathLst>
                <a:path extrusionOk="0" h="1053" w="75">
                  <a:moveTo>
                    <a:pt x="41" y="0"/>
                  </a:moveTo>
                  <a:lnTo>
                    <a:pt x="0" y="0"/>
                  </a:lnTo>
                  <a:lnTo>
                    <a:pt x="46" y="1053"/>
                  </a:lnTo>
                  <a:lnTo>
                    <a:pt x="75" y="1053"/>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9" name="Google Shape;209;p1"/>
            <p:cNvSpPr/>
            <p:nvPr/>
          </p:nvSpPr>
          <p:spPr>
            <a:xfrm>
              <a:off x="6102350" y="4660901"/>
              <a:ext cx="68263" cy="76200"/>
            </a:xfrm>
            <a:custGeom>
              <a:rect b="b" l="l" r="r" t="t"/>
              <a:pathLst>
                <a:path extrusionOk="0" h="48" w="43">
                  <a:moveTo>
                    <a:pt x="0" y="0"/>
                  </a:moveTo>
                  <a:lnTo>
                    <a:pt x="0" y="0"/>
                  </a:lnTo>
                  <a:lnTo>
                    <a:pt x="0" y="48"/>
                  </a:lnTo>
                  <a:lnTo>
                    <a:pt x="0" y="48"/>
                  </a:lnTo>
                  <a:lnTo>
                    <a:pt x="0" y="0"/>
                  </a:lnTo>
                  <a:close/>
                  <a:moveTo>
                    <a:pt x="43" y="0"/>
                  </a:moveTo>
                  <a:lnTo>
                    <a:pt x="43" y="0"/>
                  </a:lnTo>
                  <a:lnTo>
                    <a:pt x="40" y="48"/>
                  </a:lnTo>
                  <a:lnTo>
                    <a:pt x="40"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0" name="Google Shape;210;p1"/>
            <p:cNvSpPr/>
            <p:nvPr/>
          </p:nvSpPr>
          <p:spPr>
            <a:xfrm>
              <a:off x="6102350" y="4660901"/>
              <a:ext cx="68263" cy="76200"/>
            </a:xfrm>
            <a:custGeom>
              <a:rect b="b" l="l" r="r" t="t"/>
              <a:pathLst>
                <a:path extrusionOk="0" h="48" w="43">
                  <a:moveTo>
                    <a:pt x="0" y="0"/>
                  </a:moveTo>
                  <a:lnTo>
                    <a:pt x="0" y="0"/>
                  </a:lnTo>
                  <a:lnTo>
                    <a:pt x="0" y="48"/>
                  </a:lnTo>
                  <a:lnTo>
                    <a:pt x="0" y="48"/>
                  </a:lnTo>
                  <a:lnTo>
                    <a:pt x="0" y="0"/>
                  </a:lnTo>
                  <a:moveTo>
                    <a:pt x="43" y="0"/>
                  </a:moveTo>
                  <a:lnTo>
                    <a:pt x="43" y="0"/>
                  </a:lnTo>
                  <a:lnTo>
                    <a:pt x="4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1" name="Google Shape;211;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2" name="Google Shape;212;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3" name="Google Shape;213;p1"/>
            <p:cNvSpPr/>
            <p:nvPr/>
          </p:nvSpPr>
          <p:spPr>
            <a:xfrm>
              <a:off x="6102350" y="4660901"/>
              <a:ext cx="68263" cy="76200"/>
            </a:xfrm>
            <a:custGeom>
              <a:rect b="b" l="l" r="r" t="t"/>
              <a:pathLst>
                <a:path extrusionOk="0" h="48" w="43">
                  <a:moveTo>
                    <a:pt x="43" y="0"/>
                  </a:moveTo>
                  <a:lnTo>
                    <a:pt x="0" y="0"/>
                  </a:lnTo>
                  <a:lnTo>
                    <a:pt x="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4" name="Google Shape;214;p1"/>
            <p:cNvSpPr/>
            <p:nvPr/>
          </p:nvSpPr>
          <p:spPr>
            <a:xfrm>
              <a:off x="6467475" y="4660901"/>
              <a:ext cx="68263" cy="76200"/>
            </a:xfrm>
            <a:custGeom>
              <a:rect b="b" l="l" r="r" t="t"/>
              <a:pathLst>
                <a:path extrusionOk="0" h="48" w="43">
                  <a:moveTo>
                    <a:pt x="0" y="45"/>
                  </a:moveTo>
                  <a:lnTo>
                    <a:pt x="0" y="48"/>
                  </a:lnTo>
                  <a:lnTo>
                    <a:pt x="0" y="45"/>
                  </a:lnTo>
                  <a:close/>
                  <a:moveTo>
                    <a:pt x="41" y="0"/>
                  </a:moveTo>
                  <a:lnTo>
                    <a:pt x="41" y="0"/>
                  </a:lnTo>
                  <a:lnTo>
                    <a:pt x="43" y="48"/>
                  </a:lnTo>
                  <a:lnTo>
                    <a:pt x="43" y="48"/>
                  </a:lnTo>
                  <a:lnTo>
                    <a:pt x="41"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5" name="Google Shape;215;p1"/>
            <p:cNvSpPr/>
            <p:nvPr/>
          </p:nvSpPr>
          <p:spPr>
            <a:xfrm>
              <a:off x="6467475" y="4660901"/>
              <a:ext cx="68263" cy="76200"/>
            </a:xfrm>
            <a:custGeom>
              <a:rect b="b" l="l" r="r" t="t"/>
              <a:pathLst>
                <a:path extrusionOk="0" h="48" w="43">
                  <a:moveTo>
                    <a:pt x="0" y="45"/>
                  </a:moveTo>
                  <a:lnTo>
                    <a:pt x="0" y="48"/>
                  </a:lnTo>
                  <a:lnTo>
                    <a:pt x="0" y="45"/>
                  </a:lnTo>
                  <a:moveTo>
                    <a:pt x="41" y="0"/>
                  </a:moveTo>
                  <a:lnTo>
                    <a:pt x="41" y="0"/>
                  </a:lnTo>
                  <a:lnTo>
                    <a:pt x="43"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6" name="Google Shape;216;p1"/>
            <p:cNvSpPr/>
            <p:nvPr/>
          </p:nvSpPr>
          <p:spPr>
            <a:xfrm>
              <a:off x="6467475" y="4660901"/>
              <a:ext cx="65088"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7" name="Google Shape;217;p1"/>
            <p:cNvSpPr/>
            <p:nvPr/>
          </p:nvSpPr>
          <p:spPr>
            <a:xfrm>
              <a:off x="6467475" y="4660901"/>
              <a:ext cx="65088"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8" name="Google Shape;218;p1"/>
            <p:cNvSpPr/>
            <p:nvPr/>
          </p:nvSpPr>
          <p:spPr>
            <a:xfrm>
              <a:off x="6467475" y="4660901"/>
              <a:ext cx="68263" cy="76200"/>
            </a:xfrm>
            <a:custGeom>
              <a:rect b="b" l="l" r="r" t="t"/>
              <a:pathLst>
                <a:path extrusionOk="0" h="48" w="43">
                  <a:moveTo>
                    <a:pt x="41" y="0"/>
                  </a:moveTo>
                  <a:lnTo>
                    <a:pt x="0" y="0"/>
                  </a:lnTo>
                  <a:lnTo>
                    <a:pt x="0" y="45"/>
                  </a:lnTo>
                  <a:lnTo>
                    <a:pt x="0"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9" name="Google Shape;219;p1"/>
            <p:cNvSpPr/>
            <p:nvPr/>
          </p:nvSpPr>
          <p:spPr>
            <a:xfrm>
              <a:off x="6740525" y="4660901"/>
              <a:ext cx="63500"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0" name="Google Shape;220;p1"/>
            <p:cNvSpPr/>
            <p:nvPr/>
          </p:nvSpPr>
          <p:spPr>
            <a:xfrm>
              <a:off x="6740525" y="4660901"/>
              <a:ext cx="63500"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1" name="Google Shape;221;p1"/>
            <p:cNvSpPr/>
            <p:nvPr/>
          </p:nvSpPr>
          <p:spPr>
            <a:xfrm>
              <a:off x="6735763" y="4660901"/>
              <a:ext cx="68263" cy="76200"/>
            </a:xfrm>
            <a:custGeom>
              <a:rect b="b" l="l" r="r" t="t"/>
              <a:pathLst>
                <a:path extrusionOk="0" h="48" w="43">
                  <a:moveTo>
                    <a:pt x="43" y="0"/>
                  </a:moveTo>
                  <a:lnTo>
                    <a:pt x="3" y="0"/>
                  </a:lnTo>
                  <a:lnTo>
                    <a:pt x="0" y="48"/>
                  </a:lnTo>
                  <a:lnTo>
                    <a:pt x="43" y="48"/>
                  </a:lnTo>
                  <a:lnTo>
                    <a:pt x="43" y="43"/>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2" name="Google Shape;222;p1"/>
            <p:cNvSpPr/>
            <p:nvPr/>
          </p:nvSpPr>
          <p:spPr>
            <a:xfrm>
              <a:off x="7102475" y="4660901"/>
              <a:ext cx="68263" cy="76200"/>
            </a:xfrm>
            <a:custGeom>
              <a:rect b="b" l="l" r="r" t="t"/>
              <a:pathLst>
                <a:path extrusionOk="0" h="48" w="43">
                  <a:moveTo>
                    <a:pt x="0" y="0"/>
                  </a:moveTo>
                  <a:lnTo>
                    <a:pt x="0" y="0"/>
                  </a:lnTo>
                  <a:lnTo>
                    <a:pt x="2" y="48"/>
                  </a:lnTo>
                  <a:lnTo>
                    <a:pt x="2" y="48"/>
                  </a:lnTo>
                  <a:lnTo>
                    <a:pt x="0" y="0"/>
                  </a:lnTo>
                  <a:close/>
                  <a:moveTo>
                    <a:pt x="43" y="0"/>
                  </a:moveTo>
                  <a:lnTo>
                    <a:pt x="43" y="0"/>
                  </a:lnTo>
                  <a:lnTo>
                    <a:pt x="43" y="48"/>
                  </a:lnTo>
                  <a:lnTo>
                    <a:pt x="43"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3" name="Google Shape;223;p1"/>
            <p:cNvSpPr/>
            <p:nvPr/>
          </p:nvSpPr>
          <p:spPr>
            <a:xfrm>
              <a:off x="7102475" y="4660901"/>
              <a:ext cx="68263" cy="76200"/>
            </a:xfrm>
            <a:custGeom>
              <a:rect b="b" l="l" r="r" t="t"/>
              <a:pathLst>
                <a:path extrusionOk="0" h="48" w="43">
                  <a:moveTo>
                    <a:pt x="0" y="0"/>
                  </a:moveTo>
                  <a:lnTo>
                    <a:pt x="0" y="0"/>
                  </a:lnTo>
                  <a:lnTo>
                    <a:pt x="2" y="48"/>
                  </a:lnTo>
                  <a:lnTo>
                    <a:pt x="2" y="48"/>
                  </a:lnTo>
                  <a:lnTo>
                    <a:pt x="0" y="0"/>
                  </a:lnTo>
                  <a:moveTo>
                    <a:pt x="43" y="0"/>
                  </a:moveTo>
                  <a:lnTo>
                    <a:pt x="43" y="0"/>
                  </a:lnTo>
                  <a:lnTo>
                    <a:pt x="43"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4" name="Google Shape;224;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5" name="Google Shape;225;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6" name="Google Shape;226;p1"/>
            <p:cNvSpPr/>
            <p:nvPr/>
          </p:nvSpPr>
          <p:spPr>
            <a:xfrm>
              <a:off x="7102475" y="4660901"/>
              <a:ext cx="68263" cy="76200"/>
            </a:xfrm>
            <a:custGeom>
              <a:rect b="b" l="l" r="r" t="t"/>
              <a:pathLst>
                <a:path extrusionOk="0" h="48" w="43">
                  <a:moveTo>
                    <a:pt x="43" y="0"/>
                  </a:moveTo>
                  <a:lnTo>
                    <a:pt x="0" y="0"/>
                  </a:lnTo>
                  <a:lnTo>
                    <a:pt x="2"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7" name="Google Shape;227;p1"/>
            <p:cNvSpPr/>
            <p:nvPr/>
          </p:nvSpPr>
          <p:spPr>
            <a:xfrm>
              <a:off x="7527925" y="474663"/>
              <a:ext cx="3168650" cy="2051050"/>
            </a:xfrm>
            <a:custGeom>
              <a:rect b="b" l="l" r="r" t="t"/>
              <a:pathLst>
                <a:path extrusionOk="0" h="482" w="745">
                  <a:moveTo>
                    <a:pt x="678" y="482"/>
                  </a:moveTo>
                  <a:cubicBezTo>
                    <a:pt x="37" y="482"/>
                    <a:pt x="37" y="482"/>
                    <a:pt x="37" y="482"/>
                  </a:cubicBezTo>
                  <a:cubicBezTo>
                    <a:pt x="16" y="482"/>
                    <a:pt x="0" y="465"/>
                    <a:pt x="1" y="444"/>
                  </a:cubicBezTo>
                  <a:cubicBezTo>
                    <a:pt x="25" y="38"/>
                    <a:pt x="25" y="38"/>
                    <a:pt x="25" y="38"/>
                  </a:cubicBezTo>
                  <a:cubicBezTo>
                    <a:pt x="27" y="17"/>
                    <a:pt x="45" y="0"/>
                    <a:pt x="66" y="0"/>
                  </a:cubicBezTo>
                  <a:cubicBezTo>
                    <a:pt x="707" y="0"/>
                    <a:pt x="707" y="0"/>
                    <a:pt x="707" y="0"/>
                  </a:cubicBezTo>
                  <a:cubicBezTo>
                    <a:pt x="728" y="0"/>
                    <a:pt x="745" y="17"/>
                    <a:pt x="743" y="38"/>
                  </a:cubicBezTo>
                  <a:cubicBezTo>
                    <a:pt x="719" y="444"/>
                    <a:pt x="719" y="444"/>
                    <a:pt x="719" y="444"/>
                  </a:cubicBezTo>
                  <a:cubicBezTo>
                    <a:pt x="717" y="465"/>
                    <a:pt x="699" y="482"/>
                    <a:pt x="678" y="482"/>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8" name="Google Shape;228;p1"/>
            <p:cNvSpPr/>
            <p:nvPr/>
          </p:nvSpPr>
          <p:spPr>
            <a:xfrm>
              <a:off x="8050213" y="2163763"/>
              <a:ext cx="995363" cy="858838"/>
            </a:xfrm>
            <a:custGeom>
              <a:rect b="b" l="l" r="r" t="t"/>
              <a:pathLst>
                <a:path extrusionOk="0" h="541" w="627">
                  <a:moveTo>
                    <a:pt x="0" y="0"/>
                  </a:moveTo>
                  <a:lnTo>
                    <a:pt x="158" y="541"/>
                  </a:lnTo>
                  <a:lnTo>
                    <a:pt x="627" y="0"/>
                  </a:lnTo>
                  <a:lnTo>
                    <a:pt x="0"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9" name="Google Shape;229;p1"/>
            <p:cNvSpPr/>
            <p:nvPr/>
          </p:nvSpPr>
          <p:spPr>
            <a:xfrm>
              <a:off x="8050213" y="2163763"/>
              <a:ext cx="995363" cy="858838"/>
            </a:xfrm>
            <a:custGeom>
              <a:rect b="b" l="l" r="r" t="t"/>
              <a:pathLst>
                <a:path extrusionOk="0" h="541" w="627">
                  <a:moveTo>
                    <a:pt x="0" y="0"/>
                  </a:moveTo>
                  <a:lnTo>
                    <a:pt x="158" y="541"/>
                  </a:lnTo>
                  <a:lnTo>
                    <a:pt x="627" y="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0" name="Google Shape;230;p1"/>
            <p:cNvSpPr/>
            <p:nvPr/>
          </p:nvSpPr>
          <p:spPr>
            <a:xfrm>
              <a:off x="8701088" y="682626"/>
              <a:ext cx="1736725" cy="1149350"/>
            </a:xfrm>
            <a:custGeom>
              <a:rect b="b" l="l" r="r" t="t"/>
              <a:pathLst>
                <a:path extrusionOk="0" h="270" w="408">
                  <a:moveTo>
                    <a:pt x="387" y="0"/>
                  </a:moveTo>
                  <a:cubicBezTo>
                    <a:pt x="28" y="0"/>
                    <a:pt x="28" y="0"/>
                    <a:pt x="28" y="0"/>
                  </a:cubicBezTo>
                  <a:cubicBezTo>
                    <a:pt x="16" y="0"/>
                    <a:pt x="6" y="9"/>
                    <a:pt x="5" y="21"/>
                  </a:cubicBezTo>
                  <a:cubicBezTo>
                    <a:pt x="0" y="98"/>
                    <a:pt x="0" y="98"/>
                    <a:pt x="0" y="98"/>
                  </a:cubicBezTo>
                  <a:cubicBezTo>
                    <a:pt x="92" y="98"/>
                    <a:pt x="92" y="98"/>
                    <a:pt x="92" y="98"/>
                  </a:cubicBezTo>
                  <a:cubicBezTo>
                    <a:pt x="105" y="87"/>
                    <a:pt x="105" y="87"/>
                    <a:pt x="105" y="87"/>
                  </a:cubicBezTo>
                  <a:cubicBezTo>
                    <a:pt x="105" y="87"/>
                    <a:pt x="105" y="87"/>
                    <a:pt x="105" y="87"/>
                  </a:cubicBezTo>
                  <a:cubicBezTo>
                    <a:pt x="124" y="72"/>
                    <a:pt x="124" y="72"/>
                    <a:pt x="124" y="72"/>
                  </a:cubicBezTo>
                  <a:cubicBezTo>
                    <a:pt x="123" y="79"/>
                    <a:pt x="121" y="88"/>
                    <a:pt x="120" y="98"/>
                  </a:cubicBezTo>
                  <a:cubicBezTo>
                    <a:pt x="195" y="98"/>
                    <a:pt x="195" y="98"/>
                    <a:pt x="195" y="98"/>
                  </a:cubicBezTo>
                  <a:cubicBezTo>
                    <a:pt x="207" y="98"/>
                    <a:pt x="216" y="107"/>
                    <a:pt x="215" y="119"/>
                  </a:cubicBezTo>
                  <a:cubicBezTo>
                    <a:pt x="206" y="270"/>
                    <a:pt x="206" y="270"/>
                    <a:pt x="206" y="270"/>
                  </a:cubicBezTo>
                  <a:cubicBezTo>
                    <a:pt x="371" y="270"/>
                    <a:pt x="371" y="270"/>
                    <a:pt x="371" y="270"/>
                  </a:cubicBezTo>
                  <a:cubicBezTo>
                    <a:pt x="383" y="270"/>
                    <a:pt x="393" y="261"/>
                    <a:pt x="394" y="249"/>
                  </a:cubicBezTo>
                  <a:cubicBezTo>
                    <a:pt x="407" y="21"/>
                    <a:pt x="407" y="21"/>
                    <a:pt x="407" y="21"/>
                  </a:cubicBezTo>
                  <a:cubicBezTo>
                    <a:pt x="408" y="9"/>
                    <a:pt x="399" y="0"/>
                    <a:pt x="387"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1" name="Google Shape;231;p1"/>
            <p:cNvSpPr/>
            <p:nvPr/>
          </p:nvSpPr>
          <p:spPr>
            <a:xfrm>
              <a:off x="7847013" y="1100138"/>
              <a:ext cx="1730375" cy="1147763"/>
            </a:xfrm>
            <a:custGeom>
              <a:rect b="b" l="l" r="r" t="t"/>
              <a:pathLst>
                <a:path extrusionOk="0" h="270" w="407">
                  <a:moveTo>
                    <a:pt x="407" y="172"/>
                  </a:moveTo>
                  <a:cubicBezTo>
                    <a:pt x="372" y="172"/>
                    <a:pt x="372" y="172"/>
                    <a:pt x="372" y="172"/>
                  </a:cubicBezTo>
                  <a:cubicBezTo>
                    <a:pt x="370" y="192"/>
                    <a:pt x="367" y="211"/>
                    <a:pt x="365" y="228"/>
                  </a:cubicBezTo>
                  <a:cubicBezTo>
                    <a:pt x="365" y="228"/>
                    <a:pt x="365" y="228"/>
                    <a:pt x="365" y="228"/>
                  </a:cubicBezTo>
                  <a:cubicBezTo>
                    <a:pt x="365" y="229"/>
                    <a:pt x="365" y="229"/>
                    <a:pt x="365" y="229"/>
                  </a:cubicBezTo>
                  <a:cubicBezTo>
                    <a:pt x="363" y="245"/>
                    <a:pt x="362" y="258"/>
                    <a:pt x="362" y="270"/>
                  </a:cubicBezTo>
                  <a:cubicBezTo>
                    <a:pt x="380" y="270"/>
                    <a:pt x="380" y="270"/>
                    <a:pt x="380" y="270"/>
                  </a:cubicBezTo>
                  <a:cubicBezTo>
                    <a:pt x="392" y="270"/>
                    <a:pt x="402" y="261"/>
                    <a:pt x="403" y="249"/>
                  </a:cubicBezTo>
                  <a:cubicBezTo>
                    <a:pt x="407" y="172"/>
                    <a:pt x="407" y="172"/>
                    <a:pt x="407" y="172"/>
                  </a:cubicBezTo>
                  <a:moveTo>
                    <a:pt x="201" y="0"/>
                  </a:moveTo>
                  <a:cubicBezTo>
                    <a:pt x="37" y="0"/>
                    <a:pt x="37" y="0"/>
                    <a:pt x="37" y="0"/>
                  </a:cubicBezTo>
                  <a:cubicBezTo>
                    <a:pt x="25" y="0"/>
                    <a:pt x="15" y="9"/>
                    <a:pt x="14" y="21"/>
                  </a:cubicBezTo>
                  <a:cubicBezTo>
                    <a:pt x="0" y="249"/>
                    <a:pt x="0" y="249"/>
                    <a:pt x="0" y="249"/>
                  </a:cubicBezTo>
                  <a:cubicBezTo>
                    <a:pt x="0" y="261"/>
                    <a:pt x="9" y="270"/>
                    <a:pt x="21" y="270"/>
                  </a:cubicBezTo>
                  <a:cubicBezTo>
                    <a:pt x="54" y="270"/>
                    <a:pt x="54" y="270"/>
                    <a:pt x="54" y="270"/>
                  </a:cubicBezTo>
                  <a:cubicBezTo>
                    <a:pt x="48" y="250"/>
                    <a:pt x="48" y="250"/>
                    <a:pt x="48" y="250"/>
                  </a:cubicBezTo>
                  <a:cubicBezTo>
                    <a:pt x="180" y="250"/>
                    <a:pt x="180" y="250"/>
                    <a:pt x="180" y="250"/>
                  </a:cubicBezTo>
                  <a:cubicBezTo>
                    <a:pt x="179" y="166"/>
                    <a:pt x="188" y="119"/>
                    <a:pt x="196" y="92"/>
                  </a:cubicBezTo>
                  <a:cubicBezTo>
                    <a:pt x="201" y="0"/>
                    <a:pt x="201" y="0"/>
                    <a:pt x="201"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2" name="Google Shape;232;p1"/>
            <p:cNvSpPr/>
            <p:nvPr/>
          </p:nvSpPr>
          <p:spPr>
            <a:xfrm>
              <a:off x="8050213" y="2163763"/>
              <a:ext cx="561975" cy="84138"/>
            </a:xfrm>
            <a:custGeom>
              <a:rect b="b" l="l" r="r" t="t"/>
              <a:pathLst>
                <a:path extrusionOk="0" h="20" w="132">
                  <a:moveTo>
                    <a:pt x="132" y="0"/>
                  </a:moveTo>
                  <a:cubicBezTo>
                    <a:pt x="0" y="0"/>
                    <a:pt x="0" y="0"/>
                    <a:pt x="0" y="0"/>
                  </a:cubicBezTo>
                  <a:cubicBezTo>
                    <a:pt x="6" y="20"/>
                    <a:pt x="6" y="20"/>
                    <a:pt x="6" y="20"/>
                  </a:cubicBezTo>
                  <a:cubicBezTo>
                    <a:pt x="132" y="20"/>
                    <a:pt x="132" y="20"/>
                    <a:pt x="132" y="20"/>
                  </a:cubicBezTo>
                  <a:cubicBezTo>
                    <a:pt x="132" y="13"/>
                    <a:pt x="132" y="6"/>
                    <a:pt x="132"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3" name="Google Shape;233;p1"/>
            <p:cNvSpPr/>
            <p:nvPr/>
          </p:nvSpPr>
          <p:spPr>
            <a:xfrm>
              <a:off x="8680450" y="1100138"/>
              <a:ext cx="939800" cy="731838"/>
            </a:xfrm>
            <a:custGeom>
              <a:rect b="b" l="l" r="r" t="t"/>
              <a:pathLst>
                <a:path extrusionOk="0" h="172" w="221">
                  <a:moveTo>
                    <a:pt x="97" y="0"/>
                  </a:moveTo>
                  <a:cubicBezTo>
                    <a:pt x="5" y="0"/>
                    <a:pt x="5" y="0"/>
                    <a:pt x="5" y="0"/>
                  </a:cubicBezTo>
                  <a:cubicBezTo>
                    <a:pt x="0" y="92"/>
                    <a:pt x="0" y="92"/>
                    <a:pt x="0" y="92"/>
                  </a:cubicBezTo>
                  <a:cubicBezTo>
                    <a:pt x="2" y="86"/>
                    <a:pt x="3" y="82"/>
                    <a:pt x="5" y="77"/>
                  </a:cubicBezTo>
                  <a:cubicBezTo>
                    <a:pt x="9" y="65"/>
                    <a:pt x="19" y="56"/>
                    <a:pt x="30" y="54"/>
                  </a:cubicBezTo>
                  <a:cubicBezTo>
                    <a:pt x="38" y="52"/>
                    <a:pt x="58" y="51"/>
                    <a:pt x="63" y="51"/>
                  </a:cubicBezTo>
                  <a:cubicBezTo>
                    <a:pt x="64" y="51"/>
                    <a:pt x="64" y="51"/>
                    <a:pt x="64" y="51"/>
                  </a:cubicBezTo>
                  <a:cubicBezTo>
                    <a:pt x="64" y="51"/>
                    <a:pt x="64" y="52"/>
                    <a:pt x="63" y="52"/>
                  </a:cubicBezTo>
                  <a:cubicBezTo>
                    <a:pt x="84" y="48"/>
                    <a:pt x="88" y="35"/>
                    <a:pt x="86" y="21"/>
                  </a:cubicBezTo>
                  <a:cubicBezTo>
                    <a:pt x="86" y="17"/>
                    <a:pt x="85" y="14"/>
                    <a:pt x="84" y="10"/>
                  </a:cubicBezTo>
                  <a:cubicBezTo>
                    <a:pt x="84" y="10"/>
                    <a:pt x="84" y="10"/>
                    <a:pt x="84" y="10"/>
                  </a:cubicBezTo>
                  <a:cubicBezTo>
                    <a:pt x="84" y="10"/>
                    <a:pt x="84" y="10"/>
                    <a:pt x="84" y="10"/>
                  </a:cubicBezTo>
                  <a:cubicBezTo>
                    <a:pt x="97" y="0"/>
                    <a:pt x="97" y="0"/>
                    <a:pt x="97" y="0"/>
                  </a:cubicBezTo>
                  <a:moveTo>
                    <a:pt x="200" y="0"/>
                  </a:moveTo>
                  <a:cubicBezTo>
                    <a:pt x="125" y="0"/>
                    <a:pt x="125" y="0"/>
                    <a:pt x="125" y="0"/>
                  </a:cubicBezTo>
                  <a:cubicBezTo>
                    <a:pt x="123" y="19"/>
                    <a:pt x="123" y="39"/>
                    <a:pt x="132" y="51"/>
                  </a:cubicBezTo>
                  <a:cubicBezTo>
                    <a:pt x="132" y="51"/>
                    <a:pt x="133" y="51"/>
                    <a:pt x="134" y="51"/>
                  </a:cubicBezTo>
                  <a:cubicBezTo>
                    <a:pt x="147" y="52"/>
                    <a:pt x="160" y="54"/>
                    <a:pt x="171" y="56"/>
                  </a:cubicBezTo>
                  <a:cubicBezTo>
                    <a:pt x="171" y="56"/>
                    <a:pt x="171" y="56"/>
                    <a:pt x="171" y="56"/>
                  </a:cubicBezTo>
                  <a:cubicBezTo>
                    <a:pt x="183" y="58"/>
                    <a:pt x="191" y="69"/>
                    <a:pt x="189" y="81"/>
                  </a:cubicBezTo>
                  <a:cubicBezTo>
                    <a:pt x="189" y="85"/>
                    <a:pt x="188" y="91"/>
                    <a:pt x="187" y="97"/>
                  </a:cubicBezTo>
                  <a:cubicBezTo>
                    <a:pt x="187" y="97"/>
                    <a:pt x="187" y="97"/>
                    <a:pt x="187" y="97"/>
                  </a:cubicBezTo>
                  <a:cubicBezTo>
                    <a:pt x="184" y="117"/>
                    <a:pt x="180" y="144"/>
                    <a:pt x="176" y="172"/>
                  </a:cubicBezTo>
                  <a:cubicBezTo>
                    <a:pt x="211" y="172"/>
                    <a:pt x="211" y="172"/>
                    <a:pt x="211" y="172"/>
                  </a:cubicBezTo>
                  <a:cubicBezTo>
                    <a:pt x="220" y="21"/>
                    <a:pt x="220" y="21"/>
                    <a:pt x="220" y="21"/>
                  </a:cubicBezTo>
                  <a:cubicBezTo>
                    <a:pt x="221" y="9"/>
                    <a:pt x="212" y="0"/>
                    <a:pt x="200" y="0"/>
                  </a:cubicBezTo>
                </a:path>
              </a:pathLst>
            </a:custGeom>
            <a:solidFill>
              <a:srgbClr val="659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4" name="Google Shape;234;p1"/>
            <p:cNvSpPr/>
            <p:nvPr/>
          </p:nvSpPr>
          <p:spPr>
            <a:xfrm>
              <a:off x="7821613" y="573088"/>
              <a:ext cx="93663" cy="101600"/>
            </a:xfrm>
            <a:custGeom>
              <a:rect b="b" l="l" r="r" t="t"/>
              <a:pathLst>
                <a:path extrusionOk="0" h="24" w="22">
                  <a:moveTo>
                    <a:pt x="12" y="0"/>
                  </a:moveTo>
                  <a:cubicBezTo>
                    <a:pt x="6" y="0"/>
                    <a:pt x="1" y="5"/>
                    <a:pt x="1" y="12"/>
                  </a:cubicBezTo>
                  <a:cubicBezTo>
                    <a:pt x="0" y="19"/>
                    <a:pt x="5" y="24"/>
                    <a:pt x="10" y="24"/>
                  </a:cubicBezTo>
                  <a:cubicBezTo>
                    <a:pt x="16" y="24"/>
                    <a:pt x="21" y="19"/>
                    <a:pt x="22"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5" name="Google Shape;235;p1"/>
            <p:cNvSpPr/>
            <p:nvPr/>
          </p:nvSpPr>
          <p:spPr>
            <a:xfrm>
              <a:off x="7986713" y="573088"/>
              <a:ext cx="98425" cy="101600"/>
            </a:xfrm>
            <a:custGeom>
              <a:rect b="b" l="l" r="r" t="t"/>
              <a:pathLst>
                <a:path extrusionOk="0" h="24" w="23">
                  <a:moveTo>
                    <a:pt x="12" y="0"/>
                  </a:moveTo>
                  <a:cubicBezTo>
                    <a:pt x="7" y="0"/>
                    <a:pt x="1" y="5"/>
                    <a:pt x="1" y="12"/>
                  </a:cubicBezTo>
                  <a:cubicBezTo>
                    <a:pt x="0" y="19"/>
                    <a:pt x="5" y="24"/>
                    <a:pt x="11" y="24"/>
                  </a:cubicBezTo>
                  <a:cubicBezTo>
                    <a:pt x="17" y="24"/>
                    <a:pt x="22" y="19"/>
                    <a:pt x="22" y="12"/>
                  </a:cubicBezTo>
                  <a:cubicBezTo>
                    <a:pt x="23"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6" name="Google Shape;236;p1"/>
            <p:cNvSpPr/>
            <p:nvPr/>
          </p:nvSpPr>
          <p:spPr>
            <a:xfrm>
              <a:off x="8156575" y="573088"/>
              <a:ext cx="93663" cy="101600"/>
            </a:xfrm>
            <a:custGeom>
              <a:rect b="b" l="l" r="r" t="t"/>
              <a:pathLst>
                <a:path extrusionOk="0" h="24" w="22">
                  <a:moveTo>
                    <a:pt x="12" y="0"/>
                  </a:moveTo>
                  <a:cubicBezTo>
                    <a:pt x="6" y="0"/>
                    <a:pt x="1" y="5"/>
                    <a:pt x="0" y="12"/>
                  </a:cubicBezTo>
                  <a:cubicBezTo>
                    <a:pt x="0" y="19"/>
                    <a:pt x="4" y="24"/>
                    <a:pt x="10" y="24"/>
                  </a:cubicBezTo>
                  <a:cubicBezTo>
                    <a:pt x="16" y="24"/>
                    <a:pt x="21" y="19"/>
                    <a:pt x="21"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7" name="Google Shape;237;p1"/>
            <p:cNvSpPr/>
            <p:nvPr/>
          </p:nvSpPr>
          <p:spPr>
            <a:xfrm>
              <a:off x="7505700" y="449263"/>
              <a:ext cx="3144838" cy="2036763"/>
            </a:xfrm>
            <a:custGeom>
              <a:rect b="b" l="l" r="r" t="t"/>
              <a:pathLst>
                <a:path extrusionOk="0" h="479" w="739">
                  <a:moveTo>
                    <a:pt x="707" y="0"/>
                  </a:moveTo>
                  <a:cubicBezTo>
                    <a:pt x="67" y="0"/>
                    <a:pt x="67" y="0"/>
                    <a:pt x="67" y="0"/>
                  </a:cubicBezTo>
                  <a:cubicBezTo>
                    <a:pt x="45" y="0"/>
                    <a:pt x="26" y="18"/>
                    <a:pt x="25" y="40"/>
                  </a:cubicBezTo>
                  <a:cubicBezTo>
                    <a:pt x="0" y="445"/>
                    <a:pt x="0" y="445"/>
                    <a:pt x="0" y="445"/>
                  </a:cubicBezTo>
                  <a:cubicBezTo>
                    <a:pt x="0" y="456"/>
                    <a:pt x="3" y="466"/>
                    <a:pt x="10" y="473"/>
                  </a:cubicBezTo>
                  <a:cubicBezTo>
                    <a:pt x="13" y="476"/>
                    <a:pt x="15" y="478"/>
                    <a:pt x="18" y="479"/>
                  </a:cubicBezTo>
                  <a:cubicBezTo>
                    <a:pt x="15" y="477"/>
                    <a:pt x="13" y="474"/>
                    <a:pt x="11" y="471"/>
                  </a:cubicBezTo>
                  <a:cubicBezTo>
                    <a:pt x="5" y="464"/>
                    <a:pt x="2" y="455"/>
                    <a:pt x="2" y="445"/>
                  </a:cubicBezTo>
                  <a:cubicBezTo>
                    <a:pt x="27" y="40"/>
                    <a:pt x="27" y="40"/>
                    <a:pt x="27" y="40"/>
                  </a:cubicBezTo>
                  <a:cubicBezTo>
                    <a:pt x="28" y="19"/>
                    <a:pt x="46" y="2"/>
                    <a:pt x="67" y="2"/>
                  </a:cubicBezTo>
                  <a:cubicBezTo>
                    <a:pt x="707" y="2"/>
                    <a:pt x="707" y="2"/>
                    <a:pt x="707" y="2"/>
                  </a:cubicBezTo>
                  <a:cubicBezTo>
                    <a:pt x="716" y="2"/>
                    <a:pt x="724" y="5"/>
                    <a:pt x="731" y="11"/>
                  </a:cubicBezTo>
                  <a:cubicBezTo>
                    <a:pt x="734" y="13"/>
                    <a:pt x="737" y="15"/>
                    <a:pt x="739" y="18"/>
                  </a:cubicBezTo>
                  <a:cubicBezTo>
                    <a:pt x="738" y="16"/>
                    <a:pt x="736" y="14"/>
                    <a:pt x="734" y="12"/>
                  </a:cubicBezTo>
                  <a:cubicBezTo>
                    <a:pt x="727" y="4"/>
                    <a:pt x="718" y="0"/>
                    <a:pt x="707" y="0"/>
                  </a:cubicBezTo>
                </a:path>
              </a:pathLst>
            </a:custGeom>
            <a:solidFill>
              <a:srgbClr val="BDC1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8" name="Google Shape;238;p1"/>
            <p:cNvSpPr/>
            <p:nvPr/>
          </p:nvSpPr>
          <p:spPr>
            <a:xfrm>
              <a:off x="8148638" y="2503488"/>
              <a:ext cx="600075" cy="9525"/>
            </a:xfrm>
            <a:custGeom>
              <a:rect b="b" l="l" r="r" t="t"/>
              <a:pathLst>
                <a:path extrusionOk="0" h="2" w="141">
                  <a:moveTo>
                    <a:pt x="112" y="0"/>
                  </a:moveTo>
                  <a:cubicBezTo>
                    <a:pt x="0" y="0"/>
                    <a:pt x="0" y="0"/>
                    <a:pt x="0" y="0"/>
                  </a:cubicBezTo>
                  <a:cubicBezTo>
                    <a:pt x="1" y="2"/>
                    <a:pt x="1" y="2"/>
                    <a:pt x="1" y="2"/>
                  </a:cubicBezTo>
                  <a:cubicBezTo>
                    <a:pt x="140" y="2"/>
                    <a:pt x="140" y="2"/>
                    <a:pt x="140" y="2"/>
                  </a:cubicBezTo>
                  <a:cubicBezTo>
                    <a:pt x="141" y="1"/>
                    <a:pt x="141" y="1"/>
                    <a:pt x="141" y="1"/>
                  </a:cubicBezTo>
                  <a:cubicBezTo>
                    <a:pt x="113" y="1"/>
                    <a:pt x="113" y="1"/>
                    <a:pt x="113" y="1"/>
                  </a:cubicBezTo>
                  <a:cubicBezTo>
                    <a:pt x="113" y="0"/>
                    <a:pt x="113" y="0"/>
                    <a:pt x="112"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9" name="Google Shape;239;p1"/>
            <p:cNvSpPr/>
            <p:nvPr/>
          </p:nvSpPr>
          <p:spPr>
            <a:xfrm>
              <a:off x="8199438" y="1317626"/>
              <a:ext cx="739775" cy="782638"/>
            </a:xfrm>
            <a:custGeom>
              <a:rect b="b" l="l" r="r" t="t"/>
              <a:pathLst>
                <a:path extrusionOk="0" h="184" w="174">
                  <a:moveTo>
                    <a:pt x="168" y="44"/>
                  </a:moveTo>
                  <a:cubicBezTo>
                    <a:pt x="165" y="49"/>
                    <a:pt x="163" y="54"/>
                    <a:pt x="160" y="60"/>
                  </a:cubicBezTo>
                  <a:cubicBezTo>
                    <a:pt x="158" y="65"/>
                    <a:pt x="155" y="70"/>
                    <a:pt x="152" y="75"/>
                  </a:cubicBezTo>
                  <a:cubicBezTo>
                    <a:pt x="146" y="85"/>
                    <a:pt x="140" y="94"/>
                    <a:pt x="133" y="104"/>
                  </a:cubicBezTo>
                  <a:cubicBezTo>
                    <a:pt x="130" y="109"/>
                    <a:pt x="126" y="114"/>
                    <a:pt x="123" y="118"/>
                  </a:cubicBezTo>
                  <a:cubicBezTo>
                    <a:pt x="119" y="123"/>
                    <a:pt x="116" y="128"/>
                    <a:pt x="112" y="132"/>
                  </a:cubicBezTo>
                  <a:cubicBezTo>
                    <a:pt x="105" y="141"/>
                    <a:pt x="96" y="150"/>
                    <a:pt x="88" y="159"/>
                  </a:cubicBezTo>
                  <a:cubicBezTo>
                    <a:pt x="85" y="161"/>
                    <a:pt x="83" y="163"/>
                    <a:pt x="81" y="165"/>
                  </a:cubicBezTo>
                  <a:cubicBezTo>
                    <a:pt x="78" y="167"/>
                    <a:pt x="76" y="169"/>
                    <a:pt x="73" y="171"/>
                  </a:cubicBezTo>
                  <a:cubicBezTo>
                    <a:pt x="66" y="177"/>
                    <a:pt x="66" y="177"/>
                    <a:pt x="66" y="177"/>
                  </a:cubicBezTo>
                  <a:cubicBezTo>
                    <a:pt x="66" y="177"/>
                    <a:pt x="64" y="178"/>
                    <a:pt x="63" y="178"/>
                  </a:cubicBezTo>
                  <a:cubicBezTo>
                    <a:pt x="62" y="179"/>
                    <a:pt x="61" y="180"/>
                    <a:pt x="60" y="180"/>
                  </a:cubicBezTo>
                  <a:cubicBezTo>
                    <a:pt x="58" y="181"/>
                    <a:pt x="56" y="182"/>
                    <a:pt x="53" y="183"/>
                  </a:cubicBezTo>
                  <a:cubicBezTo>
                    <a:pt x="49" y="184"/>
                    <a:pt x="44" y="184"/>
                    <a:pt x="39" y="183"/>
                  </a:cubicBezTo>
                  <a:cubicBezTo>
                    <a:pt x="34" y="182"/>
                    <a:pt x="30" y="180"/>
                    <a:pt x="26" y="177"/>
                  </a:cubicBezTo>
                  <a:cubicBezTo>
                    <a:pt x="24" y="175"/>
                    <a:pt x="22" y="174"/>
                    <a:pt x="21" y="172"/>
                  </a:cubicBezTo>
                  <a:cubicBezTo>
                    <a:pt x="20" y="170"/>
                    <a:pt x="20" y="170"/>
                    <a:pt x="20" y="170"/>
                  </a:cubicBezTo>
                  <a:cubicBezTo>
                    <a:pt x="19" y="170"/>
                    <a:pt x="19" y="170"/>
                    <a:pt x="19" y="170"/>
                  </a:cubicBezTo>
                  <a:cubicBezTo>
                    <a:pt x="19" y="169"/>
                    <a:pt x="19" y="169"/>
                    <a:pt x="19" y="169"/>
                  </a:cubicBezTo>
                  <a:cubicBezTo>
                    <a:pt x="18" y="168"/>
                    <a:pt x="18" y="168"/>
                    <a:pt x="18" y="168"/>
                  </a:cubicBezTo>
                  <a:cubicBezTo>
                    <a:pt x="15" y="163"/>
                    <a:pt x="15" y="163"/>
                    <a:pt x="15" y="163"/>
                  </a:cubicBezTo>
                  <a:cubicBezTo>
                    <a:pt x="15" y="161"/>
                    <a:pt x="14" y="159"/>
                    <a:pt x="13" y="158"/>
                  </a:cubicBezTo>
                  <a:cubicBezTo>
                    <a:pt x="10" y="151"/>
                    <a:pt x="9" y="145"/>
                    <a:pt x="7" y="139"/>
                  </a:cubicBezTo>
                  <a:cubicBezTo>
                    <a:pt x="4" y="127"/>
                    <a:pt x="2" y="116"/>
                    <a:pt x="1" y="104"/>
                  </a:cubicBezTo>
                  <a:cubicBezTo>
                    <a:pt x="0" y="92"/>
                    <a:pt x="0" y="81"/>
                    <a:pt x="0" y="69"/>
                  </a:cubicBezTo>
                  <a:cubicBezTo>
                    <a:pt x="0" y="62"/>
                    <a:pt x="6" y="56"/>
                    <a:pt x="14" y="56"/>
                  </a:cubicBezTo>
                  <a:cubicBezTo>
                    <a:pt x="20" y="56"/>
                    <a:pt x="25" y="60"/>
                    <a:pt x="27" y="66"/>
                  </a:cubicBezTo>
                  <a:cubicBezTo>
                    <a:pt x="27" y="66"/>
                    <a:pt x="27" y="66"/>
                    <a:pt x="27" y="66"/>
                  </a:cubicBezTo>
                  <a:cubicBezTo>
                    <a:pt x="33" y="87"/>
                    <a:pt x="39" y="108"/>
                    <a:pt x="47" y="126"/>
                  </a:cubicBezTo>
                  <a:cubicBezTo>
                    <a:pt x="49" y="131"/>
                    <a:pt x="51" y="135"/>
                    <a:pt x="53" y="138"/>
                  </a:cubicBezTo>
                  <a:cubicBezTo>
                    <a:pt x="53" y="139"/>
                    <a:pt x="54" y="140"/>
                    <a:pt x="54" y="141"/>
                  </a:cubicBezTo>
                  <a:cubicBezTo>
                    <a:pt x="55" y="141"/>
                    <a:pt x="55" y="142"/>
                    <a:pt x="56" y="143"/>
                  </a:cubicBezTo>
                  <a:cubicBezTo>
                    <a:pt x="56" y="143"/>
                    <a:pt x="56" y="143"/>
                    <a:pt x="56" y="143"/>
                  </a:cubicBezTo>
                  <a:cubicBezTo>
                    <a:pt x="56" y="143"/>
                    <a:pt x="56" y="143"/>
                    <a:pt x="56" y="143"/>
                  </a:cubicBezTo>
                  <a:cubicBezTo>
                    <a:pt x="56" y="143"/>
                    <a:pt x="56" y="143"/>
                    <a:pt x="56" y="143"/>
                  </a:cubicBezTo>
                  <a:cubicBezTo>
                    <a:pt x="56" y="142"/>
                    <a:pt x="56" y="142"/>
                    <a:pt x="56" y="142"/>
                  </a:cubicBezTo>
                  <a:cubicBezTo>
                    <a:pt x="55" y="142"/>
                    <a:pt x="54" y="141"/>
                    <a:pt x="53" y="140"/>
                  </a:cubicBezTo>
                  <a:cubicBezTo>
                    <a:pt x="52" y="139"/>
                    <a:pt x="50" y="138"/>
                    <a:pt x="48" y="137"/>
                  </a:cubicBezTo>
                  <a:cubicBezTo>
                    <a:pt x="46" y="137"/>
                    <a:pt x="44" y="137"/>
                    <a:pt x="42" y="137"/>
                  </a:cubicBezTo>
                  <a:cubicBezTo>
                    <a:pt x="41" y="138"/>
                    <a:pt x="40" y="138"/>
                    <a:pt x="39" y="138"/>
                  </a:cubicBezTo>
                  <a:cubicBezTo>
                    <a:pt x="38" y="139"/>
                    <a:pt x="38" y="139"/>
                    <a:pt x="38" y="139"/>
                  </a:cubicBezTo>
                  <a:cubicBezTo>
                    <a:pt x="37" y="139"/>
                    <a:pt x="36" y="140"/>
                    <a:pt x="37" y="139"/>
                  </a:cubicBezTo>
                  <a:cubicBezTo>
                    <a:pt x="42" y="135"/>
                    <a:pt x="42" y="135"/>
                    <a:pt x="42" y="135"/>
                  </a:cubicBezTo>
                  <a:cubicBezTo>
                    <a:pt x="44" y="133"/>
                    <a:pt x="45" y="131"/>
                    <a:pt x="47" y="129"/>
                  </a:cubicBezTo>
                  <a:cubicBezTo>
                    <a:pt x="48" y="128"/>
                    <a:pt x="50" y="126"/>
                    <a:pt x="52" y="124"/>
                  </a:cubicBezTo>
                  <a:cubicBezTo>
                    <a:pt x="65" y="109"/>
                    <a:pt x="76" y="92"/>
                    <a:pt x="87" y="74"/>
                  </a:cubicBezTo>
                  <a:cubicBezTo>
                    <a:pt x="93" y="65"/>
                    <a:pt x="98" y="56"/>
                    <a:pt x="104" y="47"/>
                  </a:cubicBezTo>
                  <a:cubicBezTo>
                    <a:pt x="111" y="33"/>
                    <a:pt x="111" y="33"/>
                    <a:pt x="111" y="33"/>
                  </a:cubicBezTo>
                  <a:cubicBezTo>
                    <a:pt x="119" y="20"/>
                    <a:pt x="119" y="20"/>
                    <a:pt x="119" y="20"/>
                  </a:cubicBezTo>
                  <a:cubicBezTo>
                    <a:pt x="119" y="19"/>
                    <a:pt x="119" y="19"/>
                    <a:pt x="119" y="19"/>
                  </a:cubicBezTo>
                  <a:cubicBezTo>
                    <a:pt x="126" y="5"/>
                    <a:pt x="143" y="0"/>
                    <a:pt x="156" y="8"/>
                  </a:cubicBezTo>
                  <a:cubicBezTo>
                    <a:pt x="169" y="15"/>
                    <a:pt x="174" y="30"/>
                    <a:pt x="168" y="4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0" name="Google Shape;240;p1"/>
            <p:cNvSpPr/>
            <p:nvPr/>
          </p:nvSpPr>
          <p:spPr>
            <a:xfrm>
              <a:off x="8131175" y="1465263"/>
              <a:ext cx="182563" cy="153988"/>
            </a:xfrm>
            <a:custGeom>
              <a:rect b="b" l="l" r="r" t="t"/>
              <a:pathLst>
                <a:path extrusionOk="0" h="36" w="43">
                  <a:moveTo>
                    <a:pt x="19" y="33"/>
                  </a:moveTo>
                  <a:cubicBezTo>
                    <a:pt x="0" y="22"/>
                    <a:pt x="0" y="22"/>
                    <a:pt x="0" y="22"/>
                  </a:cubicBezTo>
                  <a:cubicBezTo>
                    <a:pt x="21" y="0"/>
                    <a:pt x="21" y="0"/>
                    <a:pt x="21" y="0"/>
                  </a:cubicBezTo>
                  <a:cubicBezTo>
                    <a:pt x="21" y="0"/>
                    <a:pt x="30" y="6"/>
                    <a:pt x="38" y="15"/>
                  </a:cubicBezTo>
                  <a:cubicBezTo>
                    <a:pt x="43" y="21"/>
                    <a:pt x="42" y="30"/>
                    <a:pt x="35" y="33"/>
                  </a:cubicBezTo>
                  <a:cubicBezTo>
                    <a:pt x="30" y="36"/>
                    <a:pt x="24" y="35"/>
                    <a:pt x="19" y="33"/>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1" name="Google Shape;241;p1"/>
            <p:cNvSpPr/>
            <p:nvPr/>
          </p:nvSpPr>
          <p:spPr>
            <a:xfrm>
              <a:off x="8097838" y="1419226"/>
              <a:ext cx="122238" cy="139700"/>
            </a:xfrm>
            <a:custGeom>
              <a:rect b="b" l="l" r="r" t="t"/>
              <a:pathLst>
                <a:path extrusionOk="0" h="33" w="29">
                  <a:moveTo>
                    <a:pt x="4" y="10"/>
                  </a:moveTo>
                  <a:cubicBezTo>
                    <a:pt x="14" y="2"/>
                    <a:pt x="14" y="2"/>
                    <a:pt x="14" y="2"/>
                  </a:cubicBezTo>
                  <a:cubicBezTo>
                    <a:pt x="17" y="0"/>
                    <a:pt x="21" y="1"/>
                    <a:pt x="23" y="3"/>
                  </a:cubicBezTo>
                  <a:cubicBezTo>
                    <a:pt x="29" y="11"/>
                    <a:pt x="29" y="11"/>
                    <a:pt x="29" y="11"/>
                  </a:cubicBezTo>
                  <a:cubicBezTo>
                    <a:pt x="8" y="33"/>
                    <a:pt x="8" y="33"/>
                    <a:pt x="8" y="33"/>
                  </a:cubicBezTo>
                  <a:cubicBezTo>
                    <a:pt x="1" y="18"/>
                    <a:pt x="1" y="18"/>
                    <a:pt x="1" y="18"/>
                  </a:cubicBezTo>
                  <a:cubicBezTo>
                    <a:pt x="0" y="15"/>
                    <a:pt x="1" y="11"/>
                    <a:pt x="4" y="10"/>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2" name="Google Shape;242;p1"/>
            <p:cNvSpPr/>
            <p:nvPr/>
          </p:nvSpPr>
          <p:spPr>
            <a:xfrm>
              <a:off x="8632825" y="1317626"/>
              <a:ext cx="838200" cy="1147763"/>
            </a:xfrm>
            <a:custGeom>
              <a:rect b="b" l="l" r="r" t="t"/>
              <a:pathLst>
                <a:path extrusionOk="0" h="270" w="197">
                  <a:moveTo>
                    <a:pt x="24" y="26"/>
                  </a:moveTo>
                  <a:cubicBezTo>
                    <a:pt x="27" y="15"/>
                    <a:pt x="36" y="7"/>
                    <a:pt x="47" y="5"/>
                  </a:cubicBezTo>
                  <a:cubicBezTo>
                    <a:pt x="56" y="4"/>
                    <a:pt x="60" y="2"/>
                    <a:pt x="71" y="2"/>
                  </a:cubicBezTo>
                  <a:cubicBezTo>
                    <a:pt x="90" y="0"/>
                    <a:pt x="121" y="1"/>
                    <a:pt x="142" y="3"/>
                  </a:cubicBezTo>
                  <a:cubicBezTo>
                    <a:pt x="155" y="4"/>
                    <a:pt x="168" y="5"/>
                    <a:pt x="178" y="7"/>
                  </a:cubicBezTo>
                  <a:cubicBezTo>
                    <a:pt x="178" y="7"/>
                    <a:pt x="178" y="7"/>
                    <a:pt x="178" y="7"/>
                  </a:cubicBezTo>
                  <a:cubicBezTo>
                    <a:pt x="189" y="9"/>
                    <a:pt x="197" y="20"/>
                    <a:pt x="195" y="31"/>
                  </a:cubicBezTo>
                  <a:cubicBezTo>
                    <a:pt x="190" y="60"/>
                    <a:pt x="176" y="110"/>
                    <a:pt x="174" y="157"/>
                  </a:cubicBezTo>
                  <a:cubicBezTo>
                    <a:pt x="172" y="220"/>
                    <a:pt x="173" y="255"/>
                    <a:pt x="172" y="270"/>
                  </a:cubicBezTo>
                  <a:cubicBezTo>
                    <a:pt x="11" y="267"/>
                    <a:pt x="11" y="267"/>
                    <a:pt x="11" y="267"/>
                  </a:cubicBezTo>
                  <a:cubicBezTo>
                    <a:pt x="0" y="115"/>
                    <a:pt x="14" y="60"/>
                    <a:pt x="24"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3" name="Google Shape;243;p1"/>
            <p:cNvSpPr/>
            <p:nvPr/>
          </p:nvSpPr>
          <p:spPr>
            <a:xfrm>
              <a:off x="8578850" y="1317626"/>
              <a:ext cx="914400" cy="1190625"/>
            </a:xfrm>
            <a:custGeom>
              <a:rect b="b" l="l" r="r" t="t"/>
              <a:pathLst>
                <a:path extrusionOk="0" h="280" w="215">
                  <a:moveTo>
                    <a:pt x="195" y="5"/>
                  </a:moveTo>
                  <a:cubicBezTo>
                    <a:pt x="195" y="5"/>
                    <a:pt x="195" y="5"/>
                    <a:pt x="195" y="5"/>
                  </a:cubicBezTo>
                  <a:cubicBezTo>
                    <a:pt x="184" y="3"/>
                    <a:pt x="171" y="1"/>
                    <a:pt x="158" y="0"/>
                  </a:cubicBezTo>
                  <a:cubicBezTo>
                    <a:pt x="156" y="0"/>
                    <a:pt x="153" y="0"/>
                    <a:pt x="151" y="0"/>
                  </a:cubicBezTo>
                  <a:cubicBezTo>
                    <a:pt x="144" y="29"/>
                    <a:pt x="102" y="77"/>
                    <a:pt x="89" y="151"/>
                  </a:cubicBezTo>
                  <a:cubicBezTo>
                    <a:pt x="84" y="90"/>
                    <a:pt x="81" y="25"/>
                    <a:pt x="88" y="0"/>
                  </a:cubicBezTo>
                  <a:cubicBezTo>
                    <a:pt x="83" y="0"/>
                    <a:pt x="63" y="1"/>
                    <a:pt x="54" y="3"/>
                  </a:cubicBezTo>
                  <a:cubicBezTo>
                    <a:pt x="43" y="5"/>
                    <a:pt x="33" y="14"/>
                    <a:pt x="29" y="26"/>
                  </a:cubicBezTo>
                  <a:cubicBezTo>
                    <a:pt x="19" y="55"/>
                    <a:pt x="0" y="120"/>
                    <a:pt x="12" y="280"/>
                  </a:cubicBezTo>
                  <a:cubicBezTo>
                    <a:pt x="190" y="280"/>
                    <a:pt x="190" y="280"/>
                    <a:pt x="190" y="280"/>
                  </a:cubicBezTo>
                  <a:cubicBezTo>
                    <a:pt x="191" y="264"/>
                    <a:pt x="187" y="230"/>
                    <a:pt x="193" y="178"/>
                  </a:cubicBezTo>
                  <a:cubicBezTo>
                    <a:pt x="199" y="128"/>
                    <a:pt x="208" y="60"/>
                    <a:pt x="213" y="30"/>
                  </a:cubicBezTo>
                  <a:cubicBezTo>
                    <a:pt x="215" y="18"/>
                    <a:pt x="207" y="7"/>
                    <a:pt x="195"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4" name="Google Shape;244;p1"/>
            <p:cNvSpPr/>
            <p:nvPr/>
          </p:nvSpPr>
          <p:spPr>
            <a:xfrm>
              <a:off x="8923338" y="1993901"/>
              <a:ext cx="38100" cy="476250"/>
            </a:xfrm>
            <a:custGeom>
              <a:rect b="b" l="l" r="r" t="t"/>
              <a:pathLst>
                <a:path extrusionOk="0" h="112" w="9">
                  <a:moveTo>
                    <a:pt x="8" y="0"/>
                  </a:moveTo>
                  <a:cubicBezTo>
                    <a:pt x="7" y="0"/>
                    <a:pt x="7" y="1"/>
                    <a:pt x="7" y="1"/>
                  </a:cubicBezTo>
                  <a:cubicBezTo>
                    <a:pt x="7" y="2"/>
                    <a:pt x="0" y="66"/>
                    <a:pt x="3" y="111"/>
                  </a:cubicBezTo>
                  <a:cubicBezTo>
                    <a:pt x="3" y="112"/>
                    <a:pt x="4" y="112"/>
                    <a:pt x="4" y="112"/>
                  </a:cubicBezTo>
                  <a:cubicBezTo>
                    <a:pt x="4" y="112"/>
                    <a:pt x="4" y="112"/>
                    <a:pt x="4" y="112"/>
                  </a:cubicBezTo>
                  <a:cubicBezTo>
                    <a:pt x="5" y="112"/>
                    <a:pt x="6" y="112"/>
                    <a:pt x="5" y="111"/>
                  </a:cubicBezTo>
                  <a:cubicBezTo>
                    <a:pt x="2" y="66"/>
                    <a:pt x="9" y="2"/>
                    <a:pt x="9" y="1"/>
                  </a:cubicBezTo>
                  <a:cubicBezTo>
                    <a:pt x="9" y="1"/>
                    <a:pt x="8" y="0"/>
                    <a:pt x="8" y="0"/>
                  </a:cubicBezTo>
                  <a:cubicBezTo>
                    <a:pt x="8" y="0"/>
                    <a:pt x="8" y="0"/>
                    <a:pt x="8" y="0"/>
                  </a:cubicBezTo>
                </a:path>
              </a:pathLst>
            </a:custGeom>
            <a:solidFill>
              <a:srgbClr val="515B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5" name="Google Shape;245;p1"/>
            <p:cNvSpPr/>
            <p:nvPr/>
          </p:nvSpPr>
          <p:spPr>
            <a:xfrm>
              <a:off x="9399588" y="1831976"/>
              <a:ext cx="30163" cy="238125"/>
            </a:xfrm>
            <a:custGeom>
              <a:rect b="b" l="l" r="r" t="t"/>
              <a:pathLst>
                <a:path extrusionOk="0" h="56" w="7">
                  <a:moveTo>
                    <a:pt x="7" y="0"/>
                  </a:moveTo>
                  <a:cubicBezTo>
                    <a:pt x="7" y="0"/>
                    <a:pt x="7" y="0"/>
                    <a:pt x="7" y="0"/>
                  </a:cubicBezTo>
                  <a:cubicBezTo>
                    <a:pt x="5" y="19"/>
                    <a:pt x="2" y="39"/>
                    <a:pt x="0" y="56"/>
                  </a:cubicBezTo>
                  <a:cubicBezTo>
                    <a:pt x="0" y="56"/>
                    <a:pt x="0" y="56"/>
                    <a:pt x="0" y="56"/>
                  </a:cubicBezTo>
                  <a:cubicBezTo>
                    <a:pt x="2" y="39"/>
                    <a:pt x="5" y="20"/>
                    <a:pt x="7" y="0"/>
                  </a:cubicBezTo>
                </a:path>
              </a:pathLst>
            </a:custGeom>
            <a:solidFill>
              <a:srgbClr val="3A5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6" name="Google Shape;246;p1"/>
            <p:cNvSpPr/>
            <p:nvPr/>
          </p:nvSpPr>
          <p:spPr>
            <a:xfrm>
              <a:off x="9429750" y="1512888"/>
              <a:ext cx="46038" cy="319088"/>
            </a:xfrm>
            <a:custGeom>
              <a:rect b="b" l="l" r="r" t="t"/>
              <a:pathLst>
                <a:path extrusionOk="0" h="75" w="11">
                  <a:moveTo>
                    <a:pt x="11" y="0"/>
                  </a:moveTo>
                  <a:cubicBezTo>
                    <a:pt x="8" y="20"/>
                    <a:pt x="4" y="47"/>
                    <a:pt x="0" y="75"/>
                  </a:cubicBezTo>
                  <a:cubicBezTo>
                    <a:pt x="0" y="75"/>
                    <a:pt x="0" y="75"/>
                    <a:pt x="0" y="75"/>
                  </a:cubicBezTo>
                  <a:cubicBezTo>
                    <a:pt x="4" y="47"/>
                    <a:pt x="8" y="20"/>
                    <a:pt x="11" y="0"/>
                  </a:cubicBezTo>
                  <a:cubicBezTo>
                    <a:pt x="11" y="0"/>
                    <a:pt x="11" y="0"/>
                    <a:pt x="11" y="0"/>
                  </a:cubicBezTo>
                </a:path>
              </a:pathLst>
            </a:custGeom>
            <a:solidFill>
              <a:srgbClr val="4767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7" name="Google Shape;247;p1"/>
            <p:cNvSpPr/>
            <p:nvPr/>
          </p:nvSpPr>
          <p:spPr>
            <a:xfrm>
              <a:off x="9356725" y="1503363"/>
              <a:ext cx="119063" cy="566738"/>
            </a:xfrm>
            <a:custGeom>
              <a:rect b="b" l="l" r="r" t="t"/>
              <a:pathLst>
                <a:path extrusionOk="0" h="133" w="28">
                  <a:moveTo>
                    <a:pt x="22" y="0"/>
                  </a:moveTo>
                  <a:cubicBezTo>
                    <a:pt x="16" y="0"/>
                    <a:pt x="10" y="6"/>
                    <a:pt x="6" y="24"/>
                  </a:cubicBezTo>
                  <a:cubicBezTo>
                    <a:pt x="0" y="54"/>
                    <a:pt x="3" y="95"/>
                    <a:pt x="10" y="133"/>
                  </a:cubicBezTo>
                  <a:cubicBezTo>
                    <a:pt x="12" y="116"/>
                    <a:pt x="15" y="96"/>
                    <a:pt x="17" y="77"/>
                  </a:cubicBezTo>
                  <a:cubicBezTo>
                    <a:pt x="21" y="49"/>
                    <a:pt x="25" y="22"/>
                    <a:pt x="28" y="2"/>
                  </a:cubicBezTo>
                  <a:cubicBezTo>
                    <a:pt x="26" y="0"/>
                    <a:pt x="24" y="0"/>
                    <a:pt x="22" y="0"/>
                  </a:cubicBezTo>
                </a:path>
              </a:pathLst>
            </a:custGeom>
            <a:solidFill>
              <a:srgbClr val="1B23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8" name="Google Shape;248;p1"/>
            <p:cNvSpPr/>
            <p:nvPr/>
          </p:nvSpPr>
          <p:spPr>
            <a:xfrm>
              <a:off x="8918575" y="989013"/>
              <a:ext cx="331788" cy="430213"/>
            </a:xfrm>
            <a:custGeom>
              <a:rect b="b" l="l" r="r" t="t"/>
              <a:pathLst>
                <a:path extrusionOk="0" h="101" w="78">
                  <a:moveTo>
                    <a:pt x="7" y="78"/>
                  </a:moveTo>
                  <a:cubicBezTo>
                    <a:pt x="28" y="74"/>
                    <a:pt x="32" y="61"/>
                    <a:pt x="30" y="47"/>
                  </a:cubicBezTo>
                  <a:cubicBezTo>
                    <a:pt x="30" y="43"/>
                    <a:pt x="29" y="40"/>
                    <a:pt x="28" y="36"/>
                  </a:cubicBezTo>
                  <a:cubicBezTo>
                    <a:pt x="54" y="15"/>
                    <a:pt x="54" y="15"/>
                    <a:pt x="54" y="15"/>
                  </a:cubicBezTo>
                  <a:cubicBezTo>
                    <a:pt x="73" y="0"/>
                    <a:pt x="73" y="0"/>
                    <a:pt x="73" y="0"/>
                  </a:cubicBezTo>
                  <a:cubicBezTo>
                    <a:pt x="68" y="23"/>
                    <a:pt x="63" y="64"/>
                    <a:pt x="78" y="80"/>
                  </a:cubicBezTo>
                  <a:cubicBezTo>
                    <a:pt x="78" y="80"/>
                    <a:pt x="65" y="101"/>
                    <a:pt x="30" y="98"/>
                  </a:cubicBezTo>
                  <a:cubicBezTo>
                    <a:pt x="0" y="96"/>
                    <a:pt x="7" y="78"/>
                    <a:pt x="7" y="78"/>
                  </a:cubicBezTo>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9" name="Google Shape;249;p1"/>
            <p:cNvSpPr/>
            <p:nvPr/>
          </p:nvSpPr>
          <p:spPr>
            <a:xfrm>
              <a:off x="9058275" y="1384301"/>
              <a:ext cx="77788" cy="55563"/>
            </a:xfrm>
            <a:custGeom>
              <a:rect b="b" l="l" r="r" t="t"/>
              <a:pathLst>
                <a:path extrusionOk="0" h="35" w="49">
                  <a:moveTo>
                    <a:pt x="16" y="0"/>
                  </a:moveTo>
                  <a:lnTo>
                    <a:pt x="0" y="17"/>
                  </a:lnTo>
                  <a:lnTo>
                    <a:pt x="49" y="35"/>
                  </a:lnTo>
                  <a:lnTo>
                    <a:pt x="43" y="17"/>
                  </a:lnTo>
                  <a:lnTo>
                    <a:pt x="16"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0" name="Google Shape;250;p1"/>
            <p:cNvSpPr/>
            <p:nvPr/>
          </p:nvSpPr>
          <p:spPr>
            <a:xfrm>
              <a:off x="9083675" y="1300163"/>
              <a:ext cx="212725" cy="177800"/>
            </a:xfrm>
            <a:custGeom>
              <a:rect b="b" l="l" r="r" t="t"/>
              <a:pathLst>
                <a:path extrusionOk="0" h="42" w="50">
                  <a:moveTo>
                    <a:pt x="14" y="42"/>
                  </a:moveTo>
                  <a:cubicBezTo>
                    <a:pt x="14" y="42"/>
                    <a:pt x="7" y="24"/>
                    <a:pt x="0" y="20"/>
                  </a:cubicBezTo>
                  <a:cubicBezTo>
                    <a:pt x="24" y="14"/>
                    <a:pt x="35" y="0"/>
                    <a:pt x="35" y="0"/>
                  </a:cubicBezTo>
                  <a:cubicBezTo>
                    <a:pt x="46" y="5"/>
                    <a:pt x="46" y="5"/>
                    <a:pt x="46" y="5"/>
                  </a:cubicBezTo>
                  <a:cubicBezTo>
                    <a:pt x="46" y="5"/>
                    <a:pt x="50" y="26"/>
                    <a:pt x="14" y="42"/>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1" name="Google Shape;251;p1"/>
            <p:cNvSpPr/>
            <p:nvPr/>
          </p:nvSpPr>
          <p:spPr>
            <a:xfrm>
              <a:off x="8977313" y="1381126"/>
              <a:ext cx="80963" cy="33338"/>
            </a:xfrm>
            <a:custGeom>
              <a:rect b="b" l="l" r="r" t="t"/>
              <a:pathLst>
                <a:path extrusionOk="0" h="21" w="51">
                  <a:moveTo>
                    <a:pt x="41" y="0"/>
                  </a:moveTo>
                  <a:lnTo>
                    <a:pt x="51" y="19"/>
                  </a:lnTo>
                  <a:lnTo>
                    <a:pt x="0" y="21"/>
                  </a:lnTo>
                  <a:lnTo>
                    <a:pt x="11" y="5"/>
                  </a:lnTo>
                  <a:lnTo>
                    <a:pt x="41"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2" name="Google Shape;252;p1"/>
            <p:cNvSpPr/>
            <p:nvPr/>
          </p:nvSpPr>
          <p:spPr>
            <a:xfrm>
              <a:off x="8870950" y="1304926"/>
              <a:ext cx="171450" cy="152400"/>
            </a:xfrm>
            <a:custGeom>
              <a:rect b="b" l="l" r="r" t="t"/>
              <a:pathLst>
                <a:path extrusionOk="0" h="36" w="40">
                  <a:moveTo>
                    <a:pt x="15" y="36"/>
                  </a:moveTo>
                  <a:cubicBezTo>
                    <a:pt x="15" y="36"/>
                    <a:pt x="25" y="25"/>
                    <a:pt x="40" y="18"/>
                  </a:cubicBezTo>
                  <a:cubicBezTo>
                    <a:pt x="29" y="15"/>
                    <a:pt x="29" y="0"/>
                    <a:pt x="29" y="0"/>
                  </a:cubicBezTo>
                  <a:cubicBezTo>
                    <a:pt x="18" y="2"/>
                    <a:pt x="18" y="2"/>
                    <a:pt x="18" y="2"/>
                  </a:cubicBezTo>
                  <a:cubicBezTo>
                    <a:pt x="18" y="2"/>
                    <a:pt x="0" y="20"/>
                    <a:pt x="15" y="36"/>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3" name="Google Shape;253;p1"/>
            <p:cNvSpPr/>
            <p:nvPr/>
          </p:nvSpPr>
          <p:spPr>
            <a:xfrm>
              <a:off x="9093200" y="1052513"/>
              <a:ext cx="55563" cy="47625"/>
            </a:xfrm>
            <a:custGeom>
              <a:rect b="b" l="l" r="r" t="t"/>
              <a:pathLst>
                <a:path extrusionOk="0" h="30" w="35">
                  <a:moveTo>
                    <a:pt x="35" y="0"/>
                  </a:moveTo>
                  <a:lnTo>
                    <a:pt x="0" y="30"/>
                  </a:lnTo>
                  <a:lnTo>
                    <a:pt x="0" y="30"/>
                  </a:lnTo>
                  <a:lnTo>
                    <a:pt x="35" y="0"/>
                  </a:lnTo>
                  <a:lnTo>
                    <a:pt x="35" y="0"/>
                  </a:lnTo>
                  <a:close/>
                </a:path>
              </a:pathLst>
            </a:custGeom>
            <a:solidFill>
              <a:srgbClr val="426D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4" name="Google Shape;254;p1"/>
            <p:cNvSpPr/>
            <p:nvPr/>
          </p:nvSpPr>
          <p:spPr>
            <a:xfrm>
              <a:off x="9093200" y="1052513"/>
              <a:ext cx="55563" cy="47625"/>
            </a:xfrm>
            <a:custGeom>
              <a:rect b="b" l="l" r="r" t="t"/>
              <a:pathLst>
                <a:path extrusionOk="0" h="30" w="35">
                  <a:moveTo>
                    <a:pt x="35" y="0"/>
                  </a:moveTo>
                  <a:lnTo>
                    <a:pt x="0" y="30"/>
                  </a:lnTo>
                  <a:lnTo>
                    <a:pt x="0" y="30"/>
                  </a:lnTo>
                  <a:lnTo>
                    <a:pt x="35" y="0"/>
                  </a:lnTo>
                  <a:lnTo>
                    <a:pt x="3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5" name="Google Shape;255;p1"/>
            <p:cNvSpPr/>
            <p:nvPr/>
          </p:nvSpPr>
          <p:spPr>
            <a:xfrm>
              <a:off x="9037638" y="1100138"/>
              <a:ext cx="55563" cy="42863"/>
            </a:xfrm>
            <a:custGeom>
              <a:rect b="b" l="l" r="r" t="t"/>
              <a:pathLst>
                <a:path extrusionOk="0" h="10" w="13">
                  <a:moveTo>
                    <a:pt x="13" y="0"/>
                  </a:moveTo>
                  <a:cubicBezTo>
                    <a:pt x="13" y="0"/>
                    <a:pt x="13" y="0"/>
                    <a:pt x="13" y="0"/>
                  </a:cubicBezTo>
                  <a:cubicBezTo>
                    <a:pt x="0" y="10"/>
                    <a:pt x="0" y="10"/>
                    <a:pt x="0" y="10"/>
                  </a:cubicBezTo>
                  <a:cubicBezTo>
                    <a:pt x="0" y="10"/>
                    <a:pt x="0" y="10"/>
                    <a:pt x="0" y="10"/>
                  </a:cubicBezTo>
                  <a:cubicBezTo>
                    <a:pt x="13" y="0"/>
                    <a:pt x="13" y="0"/>
                    <a:pt x="13" y="0"/>
                  </a:cubicBezTo>
                </a:path>
              </a:pathLst>
            </a:custGeom>
            <a:solidFill>
              <a:srgbClr val="517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6" name="Google Shape;256;p1"/>
            <p:cNvSpPr/>
            <p:nvPr/>
          </p:nvSpPr>
          <p:spPr>
            <a:xfrm>
              <a:off x="9037638" y="1052513"/>
              <a:ext cx="114300" cy="136525"/>
            </a:xfrm>
            <a:custGeom>
              <a:rect b="b" l="l" r="r" t="t"/>
              <a:pathLst>
                <a:path extrusionOk="0" h="32" w="27">
                  <a:moveTo>
                    <a:pt x="26" y="0"/>
                  </a:moveTo>
                  <a:cubicBezTo>
                    <a:pt x="26" y="0"/>
                    <a:pt x="26" y="0"/>
                    <a:pt x="26" y="0"/>
                  </a:cubicBezTo>
                  <a:cubicBezTo>
                    <a:pt x="13" y="11"/>
                    <a:pt x="13" y="11"/>
                    <a:pt x="13" y="11"/>
                  </a:cubicBezTo>
                  <a:cubicBezTo>
                    <a:pt x="0" y="21"/>
                    <a:pt x="0" y="21"/>
                    <a:pt x="0" y="21"/>
                  </a:cubicBezTo>
                  <a:cubicBezTo>
                    <a:pt x="1" y="25"/>
                    <a:pt x="2" y="28"/>
                    <a:pt x="2" y="32"/>
                  </a:cubicBezTo>
                  <a:cubicBezTo>
                    <a:pt x="12" y="30"/>
                    <a:pt x="25" y="20"/>
                    <a:pt x="26" y="10"/>
                  </a:cubicBezTo>
                  <a:cubicBezTo>
                    <a:pt x="27" y="6"/>
                    <a:pt x="27" y="3"/>
                    <a:pt x="26" y="0"/>
                  </a:cubicBezTo>
                </a:path>
              </a:pathLst>
            </a:custGeom>
            <a:solidFill>
              <a:srgbClr val="CC9C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7" name="Google Shape;257;p1"/>
            <p:cNvSpPr/>
            <p:nvPr/>
          </p:nvSpPr>
          <p:spPr>
            <a:xfrm>
              <a:off x="8867775" y="611188"/>
              <a:ext cx="169863" cy="314325"/>
            </a:xfrm>
            <a:custGeom>
              <a:rect b="b" l="l" r="r" t="t"/>
              <a:pathLst>
                <a:path extrusionOk="0" h="74" w="40">
                  <a:moveTo>
                    <a:pt x="9" y="21"/>
                  </a:moveTo>
                  <a:cubicBezTo>
                    <a:pt x="0" y="32"/>
                    <a:pt x="1" y="73"/>
                    <a:pt x="20" y="74"/>
                  </a:cubicBezTo>
                  <a:cubicBezTo>
                    <a:pt x="40" y="74"/>
                    <a:pt x="26" y="0"/>
                    <a:pt x="9" y="21"/>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8" name="Google Shape;258;p1"/>
            <p:cNvSpPr/>
            <p:nvPr/>
          </p:nvSpPr>
          <p:spPr>
            <a:xfrm>
              <a:off x="8867775" y="593726"/>
              <a:ext cx="407988" cy="617538"/>
            </a:xfrm>
            <a:custGeom>
              <a:rect b="b" l="l" r="r" t="t"/>
              <a:pathLst>
                <a:path extrusionOk="0" h="145" w="96">
                  <a:moveTo>
                    <a:pt x="94" y="55"/>
                  </a:moveTo>
                  <a:cubicBezTo>
                    <a:pt x="92" y="86"/>
                    <a:pt x="92" y="104"/>
                    <a:pt x="76" y="120"/>
                  </a:cubicBezTo>
                  <a:cubicBezTo>
                    <a:pt x="53" y="145"/>
                    <a:pt x="14" y="131"/>
                    <a:pt x="7" y="100"/>
                  </a:cubicBezTo>
                  <a:cubicBezTo>
                    <a:pt x="0" y="72"/>
                    <a:pt x="5" y="25"/>
                    <a:pt x="35" y="13"/>
                  </a:cubicBezTo>
                  <a:cubicBezTo>
                    <a:pt x="65" y="0"/>
                    <a:pt x="96" y="23"/>
                    <a:pt x="94" y="55"/>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9" name="Google Shape;259;p1"/>
            <p:cNvSpPr/>
            <p:nvPr/>
          </p:nvSpPr>
          <p:spPr>
            <a:xfrm>
              <a:off x="9118600" y="682626"/>
              <a:ext cx="369888" cy="361950"/>
            </a:xfrm>
            <a:custGeom>
              <a:rect b="b" l="l" r="r" t="t"/>
              <a:pathLst>
                <a:path extrusionOk="0" h="85" w="87">
                  <a:moveTo>
                    <a:pt x="19" y="8"/>
                  </a:moveTo>
                  <a:cubicBezTo>
                    <a:pt x="0" y="27"/>
                    <a:pt x="25" y="41"/>
                    <a:pt x="15" y="52"/>
                  </a:cubicBezTo>
                  <a:cubicBezTo>
                    <a:pt x="34" y="61"/>
                    <a:pt x="27" y="69"/>
                    <a:pt x="27" y="69"/>
                  </a:cubicBezTo>
                  <a:cubicBezTo>
                    <a:pt x="27" y="69"/>
                    <a:pt x="24" y="76"/>
                    <a:pt x="27" y="85"/>
                  </a:cubicBezTo>
                  <a:cubicBezTo>
                    <a:pt x="48" y="80"/>
                    <a:pt x="87" y="10"/>
                    <a:pt x="44" y="0"/>
                  </a:cubicBezTo>
                  <a:cubicBezTo>
                    <a:pt x="19" y="11"/>
                    <a:pt x="19" y="8"/>
                    <a:pt x="19" y="8"/>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0" name="Google Shape;260;p1"/>
            <p:cNvSpPr/>
            <p:nvPr/>
          </p:nvSpPr>
          <p:spPr>
            <a:xfrm>
              <a:off x="8855075" y="538163"/>
              <a:ext cx="496888" cy="247650"/>
            </a:xfrm>
            <a:custGeom>
              <a:rect b="b" l="l" r="r" t="t"/>
              <a:pathLst>
                <a:path extrusionOk="0" h="58" w="117">
                  <a:moveTo>
                    <a:pt x="89" y="56"/>
                  </a:moveTo>
                  <a:cubicBezTo>
                    <a:pt x="71" y="58"/>
                    <a:pt x="47" y="50"/>
                    <a:pt x="33" y="42"/>
                  </a:cubicBezTo>
                  <a:cubicBezTo>
                    <a:pt x="18" y="35"/>
                    <a:pt x="16" y="49"/>
                    <a:pt x="21" y="53"/>
                  </a:cubicBezTo>
                  <a:cubicBezTo>
                    <a:pt x="12" y="53"/>
                    <a:pt x="0" y="46"/>
                    <a:pt x="3" y="30"/>
                  </a:cubicBezTo>
                  <a:cubicBezTo>
                    <a:pt x="6" y="15"/>
                    <a:pt x="26" y="0"/>
                    <a:pt x="54" y="13"/>
                  </a:cubicBezTo>
                  <a:cubicBezTo>
                    <a:pt x="73" y="22"/>
                    <a:pt x="98" y="10"/>
                    <a:pt x="107" y="21"/>
                  </a:cubicBezTo>
                  <a:cubicBezTo>
                    <a:pt x="117" y="31"/>
                    <a:pt x="102" y="54"/>
                    <a:pt x="89" y="5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1" name="Google Shape;261;p1"/>
            <p:cNvSpPr/>
            <p:nvPr/>
          </p:nvSpPr>
          <p:spPr>
            <a:xfrm>
              <a:off x="9288463" y="588963"/>
              <a:ext cx="98425" cy="128588"/>
            </a:xfrm>
            <a:custGeom>
              <a:rect b="b" l="l" r="r" t="t"/>
              <a:pathLst>
                <a:path extrusionOk="0" h="30" w="23">
                  <a:moveTo>
                    <a:pt x="0" y="23"/>
                  </a:moveTo>
                  <a:cubicBezTo>
                    <a:pt x="12" y="22"/>
                    <a:pt x="13" y="14"/>
                    <a:pt x="9" y="0"/>
                  </a:cubicBezTo>
                  <a:cubicBezTo>
                    <a:pt x="23" y="19"/>
                    <a:pt x="18" y="25"/>
                    <a:pt x="9" y="30"/>
                  </a:cubicBezTo>
                  <a:cubicBezTo>
                    <a:pt x="1" y="27"/>
                    <a:pt x="0" y="23"/>
                    <a:pt x="0" y="2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2" name="Google Shape;262;p1"/>
            <p:cNvSpPr/>
            <p:nvPr/>
          </p:nvSpPr>
          <p:spPr>
            <a:xfrm>
              <a:off x="9194800" y="857251"/>
              <a:ext cx="119063" cy="144463"/>
            </a:xfrm>
            <a:custGeom>
              <a:rect b="b" l="l" r="r" t="t"/>
              <a:pathLst>
                <a:path extrusionOk="0" h="34" w="28">
                  <a:moveTo>
                    <a:pt x="25" y="17"/>
                  </a:moveTo>
                  <a:cubicBezTo>
                    <a:pt x="22" y="23"/>
                    <a:pt x="17" y="28"/>
                    <a:pt x="11" y="30"/>
                  </a:cubicBezTo>
                  <a:cubicBezTo>
                    <a:pt x="4" y="34"/>
                    <a:pt x="0" y="27"/>
                    <a:pt x="2" y="18"/>
                  </a:cubicBezTo>
                  <a:cubicBezTo>
                    <a:pt x="4" y="11"/>
                    <a:pt x="10" y="0"/>
                    <a:pt x="18" y="0"/>
                  </a:cubicBezTo>
                  <a:cubicBezTo>
                    <a:pt x="25" y="0"/>
                    <a:pt x="28" y="9"/>
                    <a:pt x="25" y="17"/>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3" name="Google Shape;263;p1"/>
            <p:cNvSpPr/>
            <p:nvPr/>
          </p:nvSpPr>
          <p:spPr>
            <a:xfrm>
              <a:off x="9032875" y="844551"/>
              <a:ext cx="25400" cy="42863"/>
            </a:xfrm>
            <a:custGeom>
              <a:rect b="b" l="l" r="r" t="t"/>
              <a:pathLst>
                <a:path extrusionOk="0" h="10" w="6">
                  <a:moveTo>
                    <a:pt x="6" y="5"/>
                  </a:moveTo>
                  <a:cubicBezTo>
                    <a:pt x="6" y="8"/>
                    <a:pt x="4" y="10"/>
                    <a:pt x="3" y="10"/>
                  </a:cubicBezTo>
                  <a:cubicBezTo>
                    <a:pt x="1" y="10"/>
                    <a:pt x="0" y="8"/>
                    <a:pt x="0" y="5"/>
                  </a:cubicBezTo>
                  <a:cubicBezTo>
                    <a:pt x="0" y="3"/>
                    <a:pt x="1" y="0"/>
                    <a:pt x="3" y="0"/>
                  </a:cubicBezTo>
                  <a:cubicBezTo>
                    <a:pt x="5" y="0"/>
                    <a:pt x="6" y="2"/>
                    <a:pt x="6"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4" name="Google Shape;264;p1"/>
            <p:cNvSpPr/>
            <p:nvPr/>
          </p:nvSpPr>
          <p:spPr>
            <a:xfrm>
              <a:off x="8910638" y="849313"/>
              <a:ext cx="25400" cy="38100"/>
            </a:xfrm>
            <a:prstGeom prst="ellipse">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5" name="Google Shape;265;p1"/>
            <p:cNvSpPr/>
            <p:nvPr/>
          </p:nvSpPr>
          <p:spPr>
            <a:xfrm>
              <a:off x="8931275" y="869951"/>
              <a:ext cx="50800" cy="111125"/>
            </a:xfrm>
            <a:custGeom>
              <a:rect b="b" l="l" r="r" t="t"/>
              <a:pathLst>
                <a:path extrusionOk="0" h="26" w="12">
                  <a:moveTo>
                    <a:pt x="12" y="0"/>
                  </a:moveTo>
                  <a:cubicBezTo>
                    <a:pt x="12" y="0"/>
                    <a:pt x="6" y="15"/>
                    <a:pt x="0" y="22"/>
                  </a:cubicBezTo>
                  <a:cubicBezTo>
                    <a:pt x="4" y="26"/>
                    <a:pt x="12" y="24"/>
                    <a:pt x="12" y="24"/>
                  </a:cubicBezTo>
                  <a:lnTo>
                    <a:pt x="12" y="0"/>
                  </a:lnTo>
                  <a:close/>
                </a:path>
              </a:pathLst>
            </a:custGeom>
            <a:solidFill>
              <a:srgbClr val="ED84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6" name="Google Shape;266;p1"/>
            <p:cNvSpPr/>
            <p:nvPr/>
          </p:nvSpPr>
          <p:spPr>
            <a:xfrm>
              <a:off x="9007475" y="958851"/>
              <a:ext cx="80963" cy="42863"/>
            </a:xfrm>
            <a:custGeom>
              <a:rect b="b" l="l" r="r" t="t"/>
              <a:pathLst>
                <a:path extrusionOk="0" h="10" w="19">
                  <a:moveTo>
                    <a:pt x="4" y="10"/>
                  </a:moveTo>
                  <a:cubicBezTo>
                    <a:pt x="14" y="9"/>
                    <a:pt x="19" y="2"/>
                    <a:pt x="19" y="1"/>
                  </a:cubicBezTo>
                  <a:cubicBezTo>
                    <a:pt x="19" y="0"/>
                    <a:pt x="19" y="0"/>
                    <a:pt x="19" y="0"/>
                  </a:cubicBezTo>
                  <a:cubicBezTo>
                    <a:pt x="18" y="1"/>
                    <a:pt x="18" y="1"/>
                    <a:pt x="18" y="1"/>
                  </a:cubicBezTo>
                  <a:cubicBezTo>
                    <a:pt x="17" y="1"/>
                    <a:pt x="12" y="9"/>
                    <a:pt x="1" y="9"/>
                  </a:cubicBezTo>
                  <a:cubicBezTo>
                    <a:pt x="1" y="9"/>
                    <a:pt x="0" y="9"/>
                    <a:pt x="0" y="9"/>
                  </a:cubicBezTo>
                  <a:cubicBezTo>
                    <a:pt x="0" y="10"/>
                    <a:pt x="1" y="10"/>
                    <a:pt x="1" y="10"/>
                  </a:cubicBezTo>
                  <a:cubicBezTo>
                    <a:pt x="2" y="10"/>
                    <a:pt x="3" y="10"/>
                    <a:pt x="4" y="1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7" name="Google Shape;267;p1"/>
            <p:cNvSpPr/>
            <p:nvPr/>
          </p:nvSpPr>
          <p:spPr>
            <a:xfrm>
              <a:off x="9063038" y="785813"/>
              <a:ext cx="60325" cy="38100"/>
            </a:xfrm>
            <a:custGeom>
              <a:rect b="b" l="l" r="r" t="t"/>
              <a:pathLst>
                <a:path extrusionOk="0" h="9" w="14">
                  <a:moveTo>
                    <a:pt x="13" y="9"/>
                  </a:moveTo>
                  <a:cubicBezTo>
                    <a:pt x="13" y="9"/>
                    <a:pt x="13" y="9"/>
                    <a:pt x="13" y="9"/>
                  </a:cubicBezTo>
                  <a:cubicBezTo>
                    <a:pt x="14" y="8"/>
                    <a:pt x="14" y="7"/>
                    <a:pt x="14" y="7"/>
                  </a:cubicBezTo>
                  <a:cubicBezTo>
                    <a:pt x="9" y="0"/>
                    <a:pt x="2" y="0"/>
                    <a:pt x="2" y="0"/>
                  </a:cubicBezTo>
                  <a:cubicBezTo>
                    <a:pt x="1" y="0"/>
                    <a:pt x="0" y="1"/>
                    <a:pt x="0" y="2"/>
                  </a:cubicBezTo>
                  <a:cubicBezTo>
                    <a:pt x="0" y="3"/>
                    <a:pt x="1" y="3"/>
                    <a:pt x="2" y="3"/>
                  </a:cubicBezTo>
                  <a:cubicBezTo>
                    <a:pt x="2" y="3"/>
                    <a:pt x="7" y="3"/>
                    <a:pt x="11" y="8"/>
                  </a:cubicBezTo>
                  <a:cubicBezTo>
                    <a:pt x="12" y="9"/>
                    <a:pt x="12" y="9"/>
                    <a:pt x="13"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8" name="Google Shape;268;p1"/>
            <p:cNvSpPr/>
            <p:nvPr/>
          </p:nvSpPr>
          <p:spPr>
            <a:xfrm>
              <a:off x="8880475" y="781051"/>
              <a:ext cx="55563" cy="46038"/>
            </a:xfrm>
            <a:custGeom>
              <a:rect b="b" l="l" r="r" t="t"/>
              <a:pathLst>
                <a:path extrusionOk="0" h="11" w="13">
                  <a:moveTo>
                    <a:pt x="2" y="11"/>
                  </a:moveTo>
                  <a:cubicBezTo>
                    <a:pt x="2" y="11"/>
                    <a:pt x="3" y="11"/>
                    <a:pt x="3" y="10"/>
                  </a:cubicBezTo>
                  <a:cubicBezTo>
                    <a:pt x="6" y="4"/>
                    <a:pt x="11" y="3"/>
                    <a:pt x="11" y="3"/>
                  </a:cubicBezTo>
                  <a:cubicBezTo>
                    <a:pt x="12" y="3"/>
                    <a:pt x="13" y="3"/>
                    <a:pt x="12" y="2"/>
                  </a:cubicBezTo>
                  <a:cubicBezTo>
                    <a:pt x="12" y="1"/>
                    <a:pt x="12" y="0"/>
                    <a:pt x="11" y="0"/>
                  </a:cubicBezTo>
                  <a:cubicBezTo>
                    <a:pt x="11" y="0"/>
                    <a:pt x="11" y="0"/>
                    <a:pt x="11" y="0"/>
                  </a:cubicBezTo>
                  <a:cubicBezTo>
                    <a:pt x="10" y="1"/>
                    <a:pt x="4" y="2"/>
                    <a:pt x="0" y="9"/>
                  </a:cubicBezTo>
                  <a:cubicBezTo>
                    <a:pt x="0" y="10"/>
                    <a:pt x="0" y="11"/>
                    <a:pt x="1" y="11"/>
                  </a:cubicBezTo>
                  <a:lnTo>
                    <a:pt x="2"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9" name="Google Shape;269;p1"/>
            <p:cNvSpPr/>
            <p:nvPr/>
          </p:nvSpPr>
          <p:spPr>
            <a:xfrm>
              <a:off x="9217025" y="1330326"/>
              <a:ext cx="479425" cy="1003300"/>
            </a:xfrm>
            <a:custGeom>
              <a:rect b="b" l="l" r="r" t="t"/>
              <a:pathLst>
                <a:path extrusionOk="0" h="236" w="113">
                  <a:moveTo>
                    <a:pt x="68" y="20"/>
                  </a:moveTo>
                  <a:cubicBezTo>
                    <a:pt x="73" y="30"/>
                    <a:pt x="77" y="40"/>
                    <a:pt x="81" y="50"/>
                  </a:cubicBezTo>
                  <a:cubicBezTo>
                    <a:pt x="85" y="60"/>
                    <a:pt x="89" y="70"/>
                    <a:pt x="92" y="80"/>
                  </a:cubicBezTo>
                  <a:cubicBezTo>
                    <a:pt x="99" y="101"/>
                    <a:pt x="105" y="122"/>
                    <a:pt x="109" y="144"/>
                  </a:cubicBezTo>
                  <a:cubicBezTo>
                    <a:pt x="110" y="149"/>
                    <a:pt x="111" y="155"/>
                    <a:pt x="112" y="160"/>
                  </a:cubicBezTo>
                  <a:cubicBezTo>
                    <a:pt x="112" y="165"/>
                    <a:pt x="112" y="165"/>
                    <a:pt x="112" y="165"/>
                  </a:cubicBezTo>
                  <a:cubicBezTo>
                    <a:pt x="112" y="167"/>
                    <a:pt x="112" y="167"/>
                    <a:pt x="112" y="167"/>
                  </a:cubicBezTo>
                  <a:cubicBezTo>
                    <a:pt x="113" y="168"/>
                    <a:pt x="113" y="168"/>
                    <a:pt x="113" y="168"/>
                  </a:cubicBezTo>
                  <a:cubicBezTo>
                    <a:pt x="113" y="169"/>
                    <a:pt x="113" y="169"/>
                    <a:pt x="113" y="169"/>
                  </a:cubicBezTo>
                  <a:cubicBezTo>
                    <a:pt x="113" y="173"/>
                    <a:pt x="113" y="177"/>
                    <a:pt x="113" y="182"/>
                  </a:cubicBezTo>
                  <a:cubicBezTo>
                    <a:pt x="112" y="190"/>
                    <a:pt x="109" y="200"/>
                    <a:pt x="104" y="207"/>
                  </a:cubicBezTo>
                  <a:cubicBezTo>
                    <a:pt x="99" y="215"/>
                    <a:pt x="92" y="220"/>
                    <a:pt x="85" y="224"/>
                  </a:cubicBezTo>
                  <a:cubicBezTo>
                    <a:pt x="79" y="228"/>
                    <a:pt x="72" y="231"/>
                    <a:pt x="66" y="232"/>
                  </a:cubicBezTo>
                  <a:cubicBezTo>
                    <a:pt x="60" y="234"/>
                    <a:pt x="54" y="235"/>
                    <a:pt x="48" y="236"/>
                  </a:cubicBezTo>
                  <a:cubicBezTo>
                    <a:pt x="42" y="236"/>
                    <a:pt x="36" y="236"/>
                    <a:pt x="30" y="236"/>
                  </a:cubicBezTo>
                  <a:cubicBezTo>
                    <a:pt x="24" y="236"/>
                    <a:pt x="19" y="235"/>
                    <a:pt x="13" y="234"/>
                  </a:cubicBezTo>
                  <a:cubicBezTo>
                    <a:pt x="5" y="233"/>
                    <a:pt x="0" y="226"/>
                    <a:pt x="1" y="218"/>
                  </a:cubicBezTo>
                  <a:cubicBezTo>
                    <a:pt x="2" y="213"/>
                    <a:pt x="7" y="208"/>
                    <a:pt x="12" y="207"/>
                  </a:cubicBezTo>
                  <a:cubicBezTo>
                    <a:pt x="13" y="207"/>
                    <a:pt x="13" y="207"/>
                    <a:pt x="13" y="207"/>
                  </a:cubicBezTo>
                  <a:cubicBezTo>
                    <a:pt x="17" y="206"/>
                    <a:pt x="23" y="205"/>
                    <a:pt x="27" y="204"/>
                  </a:cubicBezTo>
                  <a:cubicBezTo>
                    <a:pt x="32" y="202"/>
                    <a:pt x="36" y="201"/>
                    <a:pt x="40" y="199"/>
                  </a:cubicBezTo>
                  <a:cubicBezTo>
                    <a:pt x="49" y="196"/>
                    <a:pt x="56" y="192"/>
                    <a:pt x="61" y="188"/>
                  </a:cubicBezTo>
                  <a:cubicBezTo>
                    <a:pt x="63" y="186"/>
                    <a:pt x="64" y="184"/>
                    <a:pt x="64" y="183"/>
                  </a:cubicBezTo>
                  <a:cubicBezTo>
                    <a:pt x="64" y="182"/>
                    <a:pt x="64" y="180"/>
                    <a:pt x="64" y="179"/>
                  </a:cubicBezTo>
                  <a:cubicBezTo>
                    <a:pt x="64" y="178"/>
                    <a:pt x="64" y="177"/>
                    <a:pt x="63" y="175"/>
                  </a:cubicBezTo>
                  <a:cubicBezTo>
                    <a:pt x="62" y="169"/>
                    <a:pt x="62" y="169"/>
                    <a:pt x="62" y="169"/>
                  </a:cubicBezTo>
                  <a:cubicBezTo>
                    <a:pt x="61" y="164"/>
                    <a:pt x="60" y="160"/>
                    <a:pt x="59" y="155"/>
                  </a:cubicBezTo>
                  <a:cubicBezTo>
                    <a:pt x="56" y="146"/>
                    <a:pt x="53" y="136"/>
                    <a:pt x="50" y="127"/>
                  </a:cubicBezTo>
                  <a:cubicBezTo>
                    <a:pt x="47" y="117"/>
                    <a:pt x="44" y="108"/>
                    <a:pt x="40" y="99"/>
                  </a:cubicBezTo>
                  <a:cubicBezTo>
                    <a:pt x="37" y="89"/>
                    <a:pt x="33" y="80"/>
                    <a:pt x="29" y="70"/>
                  </a:cubicBezTo>
                  <a:cubicBezTo>
                    <a:pt x="25" y="61"/>
                    <a:pt x="22" y="52"/>
                    <a:pt x="18" y="43"/>
                  </a:cubicBezTo>
                  <a:cubicBezTo>
                    <a:pt x="18" y="42"/>
                    <a:pt x="18" y="42"/>
                    <a:pt x="18" y="42"/>
                  </a:cubicBezTo>
                  <a:cubicBezTo>
                    <a:pt x="12" y="28"/>
                    <a:pt x="18" y="12"/>
                    <a:pt x="32" y="6"/>
                  </a:cubicBezTo>
                  <a:cubicBezTo>
                    <a:pt x="46" y="0"/>
                    <a:pt x="62" y="6"/>
                    <a:pt x="68" y="2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0" name="Google Shape;270;p1"/>
            <p:cNvSpPr/>
            <p:nvPr/>
          </p:nvSpPr>
          <p:spPr>
            <a:xfrm>
              <a:off x="9139238" y="2244726"/>
              <a:ext cx="217488" cy="96838"/>
            </a:xfrm>
            <a:custGeom>
              <a:rect b="b" l="l" r="r" t="t"/>
              <a:pathLst>
                <a:path extrusionOk="0" h="23" w="51">
                  <a:moveTo>
                    <a:pt x="18" y="4"/>
                  </a:moveTo>
                  <a:cubicBezTo>
                    <a:pt x="0" y="12"/>
                    <a:pt x="0" y="12"/>
                    <a:pt x="0" y="12"/>
                  </a:cubicBezTo>
                  <a:cubicBezTo>
                    <a:pt x="31" y="23"/>
                    <a:pt x="31" y="23"/>
                    <a:pt x="31" y="23"/>
                  </a:cubicBezTo>
                  <a:cubicBezTo>
                    <a:pt x="31" y="23"/>
                    <a:pt x="51" y="16"/>
                    <a:pt x="41" y="5"/>
                  </a:cubicBezTo>
                  <a:cubicBezTo>
                    <a:pt x="36" y="3"/>
                    <a:pt x="36" y="3"/>
                    <a:pt x="36" y="3"/>
                  </a:cubicBezTo>
                  <a:cubicBezTo>
                    <a:pt x="27" y="0"/>
                    <a:pt x="22" y="1"/>
                    <a:pt x="18" y="4"/>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1" name="Google Shape;271;p1"/>
            <p:cNvSpPr/>
            <p:nvPr/>
          </p:nvSpPr>
          <p:spPr>
            <a:xfrm>
              <a:off x="9110663" y="2295526"/>
              <a:ext cx="160338" cy="106363"/>
            </a:xfrm>
            <a:custGeom>
              <a:rect b="b" l="l" r="r" t="t"/>
              <a:pathLst>
                <a:path extrusionOk="0" h="25" w="38">
                  <a:moveTo>
                    <a:pt x="9" y="22"/>
                  </a:moveTo>
                  <a:cubicBezTo>
                    <a:pt x="23" y="24"/>
                    <a:pt x="23" y="24"/>
                    <a:pt x="23" y="24"/>
                  </a:cubicBezTo>
                  <a:cubicBezTo>
                    <a:pt x="27" y="25"/>
                    <a:pt x="31" y="23"/>
                    <a:pt x="33" y="19"/>
                  </a:cubicBezTo>
                  <a:cubicBezTo>
                    <a:pt x="38" y="11"/>
                    <a:pt x="38" y="11"/>
                    <a:pt x="38" y="11"/>
                  </a:cubicBezTo>
                  <a:cubicBezTo>
                    <a:pt x="7" y="0"/>
                    <a:pt x="7" y="0"/>
                    <a:pt x="7" y="0"/>
                  </a:cubicBezTo>
                  <a:cubicBezTo>
                    <a:pt x="3" y="8"/>
                    <a:pt x="3" y="8"/>
                    <a:pt x="3" y="8"/>
                  </a:cubicBezTo>
                  <a:cubicBezTo>
                    <a:pt x="0" y="14"/>
                    <a:pt x="3" y="20"/>
                    <a:pt x="9" y="22"/>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72" name="Google Shape;272;p1"/>
          <p:cNvSpPr txBox="1"/>
          <p:nvPr/>
        </p:nvSpPr>
        <p:spPr>
          <a:xfrm>
            <a:off x="1104900" y="1333022"/>
            <a:ext cx="4563529" cy="1015663"/>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ES" sz="6000" u="none" cap="none" strike="noStrike">
                <a:solidFill>
                  <a:schemeClr val="dk1"/>
                </a:solidFill>
                <a:latin typeface="Poppins"/>
                <a:ea typeface="Poppins"/>
                <a:cs typeface="Poppins"/>
                <a:sym typeface="Poppins"/>
              </a:rPr>
              <a:t>Clase 02</a:t>
            </a:r>
            <a:endParaRPr b="0" i="0" sz="1400" u="none" cap="none" strike="noStrike">
              <a:solidFill>
                <a:srgbClr val="000000"/>
              </a:solidFill>
              <a:latin typeface="Arial"/>
              <a:ea typeface="Arial"/>
              <a:cs typeface="Arial"/>
              <a:sym typeface="Arial"/>
            </a:endParaRPr>
          </a:p>
        </p:txBody>
      </p:sp>
      <p:sp>
        <p:nvSpPr>
          <p:cNvPr id="273" name="Google Shape;273;p1"/>
          <p:cNvSpPr txBox="1"/>
          <p:nvPr/>
        </p:nvSpPr>
        <p:spPr>
          <a:xfrm>
            <a:off x="1104900" y="929147"/>
            <a:ext cx="1193596" cy="301621"/>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Programación</a:t>
            </a:r>
            <a:endParaRPr b="0" i="0" sz="1400" u="none" cap="none" strike="noStrike">
              <a:solidFill>
                <a:srgbClr val="000000"/>
              </a:solidFill>
              <a:latin typeface="Arial"/>
              <a:ea typeface="Arial"/>
              <a:cs typeface="Arial"/>
              <a:sym typeface="Arial"/>
            </a:endParaRPr>
          </a:p>
        </p:txBody>
      </p:sp>
      <p:grpSp>
        <p:nvGrpSpPr>
          <p:cNvPr id="274" name="Google Shape;274;p1"/>
          <p:cNvGrpSpPr/>
          <p:nvPr/>
        </p:nvGrpSpPr>
        <p:grpSpPr>
          <a:xfrm>
            <a:off x="1409091" y="3842795"/>
            <a:ext cx="4201202" cy="1826757"/>
            <a:chOff x="1067655" y="3842795"/>
            <a:chExt cx="3235325" cy="1826757"/>
          </a:xfrm>
        </p:grpSpPr>
        <p:sp>
          <p:nvSpPr>
            <p:cNvPr id="275" name="Google Shape;275;p1"/>
            <p:cNvSpPr/>
            <p:nvPr/>
          </p:nvSpPr>
          <p:spPr>
            <a:xfrm>
              <a:off x="1067655" y="3842795"/>
              <a:ext cx="3235325" cy="1826757"/>
            </a:xfrm>
            <a:prstGeom prst="roundRect">
              <a:avLst>
                <a:gd fmla="val 12488" name="adj"/>
              </a:avLst>
            </a:prstGeom>
            <a:solidFill>
              <a:schemeClr val="lt1"/>
            </a:solidFill>
            <a:ln>
              <a:noFill/>
            </a:ln>
            <a:effectLst>
              <a:outerShdw blurRad="254000" rotWithShape="0" algn="ctr" dir="5400000" dist="127000">
                <a:srgbClr val="000000">
                  <a:alpha val="9411"/>
                </a:srgbClr>
              </a:outerShdw>
            </a:effectLst>
          </p:spPr>
          <p:txBody>
            <a:bodyPr anchorCtr="0" anchor="b" bIns="180000" lIns="216000"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t/>
              </a:r>
              <a:endParaRPr b="1" i="0" sz="1600" u="none" cap="none" strike="noStrike">
                <a:solidFill>
                  <a:schemeClr val="dk1"/>
                </a:solidFill>
                <a:latin typeface="Poppins"/>
                <a:ea typeface="Poppins"/>
                <a:cs typeface="Poppins"/>
                <a:sym typeface="Poppins"/>
              </a:endParaRPr>
            </a:p>
          </p:txBody>
        </p:sp>
        <p:sp>
          <p:nvSpPr>
            <p:cNvPr id="276" name="Google Shape;276;p1"/>
            <p:cNvSpPr txBox="1"/>
            <p:nvPr/>
          </p:nvSpPr>
          <p:spPr>
            <a:xfrm>
              <a:off x="1286494" y="4221499"/>
              <a:ext cx="2888647" cy="1200329"/>
            </a:xfrm>
            <a:prstGeom prst="rect">
              <a:avLst/>
            </a:prstGeom>
            <a:noFill/>
            <a:ln>
              <a:noFill/>
            </a:ln>
          </p:spPr>
          <p:txBody>
            <a:bodyPr anchorCtr="0" anchor="t" bIns="91425" lIns="0" spcFirstLastPara="1" rIns="0" wrap="square" tIns="0">
              <a:spAutoFit/>
            </a:bodyPr>
            <a:lstStyle/>
            <a:p>
              <a:pPr indent="0" lvl="0" marL="0" marR="0" rtl="0" algn="ctr">
                <a:lnSpc>
                  <a:spcPct val="120000"/>
                </a:lnSpc>
                <a:spcBef>
                  <a:spcPts val="0"/>
                </a:spcBef>
                <a:spcAft>
                  <a:spcPts val="0"/>
                </a:spcAft>
                <a:buClr>
                  <a:srgbClr val="00C0FF"/>
                </a:buClr>
                <a:buSzPts val="6000"/>
                <a:buFont typeface="Poppins"/>
                <a:buNone/>
              </a:pPr>
              <a:r>
                <a:rPr b="1" i="0" lang="es-ES" sz="6000" u="none" cap="none" strike="noStrike">
                  <a:solidFill>
                    <a:srgbClr val="00C0FF"/>
                  </a:solidFill>
                  <a:latin typeface="Poppins"/>
                  <a:ea typeface="Poppins"/>
                  <a:cs typeface="Poppins"/>
                  <a:sym typeface="Poppins"/>
                </a:rPr>
                <a:t>Ejercicios</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1</a:t>
            </a:r>
            <a:endParaRPr/>
          </a:p>
        </p:txBody>
      </p:sp>
      <p:sp>
        <p:nvSpPr>
          <p:cNvPr id="282" name="Google Shape;282;p2"/>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02: Ejercicios</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1104900" y="1901821"/>
            <a:ext cx="9925049" cy="3556299"/>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Comencemos con algo sencillo. Crea dos variables, asígnale valores numéricos y realiza todas las operaciones aritméticas que viste en la clase. Asigna los resultados a variables diferentes.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Luego imprime todos los resultados concatenados entre si.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Prueba desplegar el promedio de los resultados.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2</a:t>
            </a:r>
            <a:endParaRPr/>
          </a:p>
        </p:txBody>
      </p:sp>
      <p:sp>
        <p:nvSpPr>
          <p:cNvPr id="289" name="Google Shape;289;p3"/>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02: Ejercicios</a:t>
            </a:r>
            <a:endParaRPr b="0" i="0" sz="1400" u="none" cap="none" strike="noStrike">
              <a:solidFill>
                <a:srgbClr val="000000"/>
              </a:solidFill>
              <a:latin typeface="Arial"/>
              <a:ea typeface="Arial"/>
              <a:cs typeface="Arial"/>
              <a:sym typeface="Arial"/>
            </a:endParaRPr>
          </a:p>
        </p:txBody>
      </p:sp>
      <p:sp>
        <p:nvSpPr>
          <p:cNvPr id="290" name="Google Shape;290;p3"/>
          <p:cNvSpPr/>
          <p:nvPr/>
        </p:nvSpPr>
        <p:spPr>
          <a:xfrm>
            <a:off x="1104900" y="1901821"/>
            <a:ext cx="9925049" cy="4602673"/>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Escribe un programa que pregunte por dos números y que realice lo siguiente:</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Que diga si la división entre el valor 1 y el valor 2 es entera, en caso contrario que entregue el resto.</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Si la división se indetermina, mostrar mensaje de error.</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Que muestre cual de los valores es mayor, cual es menor o que muestre si son iguales.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400"/>
              <a:buFont typeface="Arial"/>
              <a:buChar char="•"/>
            </a:pPr>
            <a:r>
              <a:rPr b="0" i="0" lang="es-ES" sz="2400" u="none" cap="none" strike="noStrike">
                <a:solidFill>
                  <a:schemeClr val="dk1"/>
                </a:solidFill>
                <a:latin typeface="Poppins"/>
                <a:ea typeface="Poppins"/>
                <a:cs typeface="Poppins"/>
                <a:sym typeface="Poppins"/>
              </a:rPr>
              <a:t>Que diga si el mayor es múltiplo del menor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3</a:t>
            </a:r>
            <a:endParaRPr/>
          </a:p>
        </p:txBody>
      </p:sp>
      <p:sp>
        <p:nvSpPr>
          <p:cNvPr id="296" name="Google Shape;296;p4"/>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02: Ejercicios</a:t>
            </a:r>
            <a:endParaRPr b="0" i="0" sz="1400" u="none" cap="none" strike="noStrike">
              <a:solidFill>
                <a:srgbClr val="000000"/>
              </a:solidFill>
              <a:latin typeface="Arial"/>
              <a:ea typeface="Arial"/>
              <a:cs typeface="Arial"/>
              <a:sym typeface="Arial"/>
            </a:endParaRPr>
          </a:p>
        </p:txBody>
      </p:sp>
      <p:sp>
        <p:nvSpPr>
          <p:cNvPr id="297" name="Google Shape;297;p4"/>
          <p:cNvSpPr/>
          <p:nvPr/>
        </p:nvSpPr>
        <p:spPr>
          <a:xfrm>
            <a:off x="1104900" y="2114720"/>
            <a:ext cx="9925049" cy="2089635"/>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ES" sz="2400" u="none" cap="none" strike="noStrike">
                <a:solidFill>
                  <a:schemeClr val="dk1"/>
                </a:solidFill>
                <a:latin typeface="Poppins"/>
                <a:ea typeface="Poppins"/>
                <a:cs typeface="Poppins"/>
                <a:sym typeface="Poppins"/>
              </a:rPr>
              <a:t>Pregunta por una figura geométrica (Triángulo, Circulo o Cubo) y luego dependiendo de cuál sea pregunta por los elementos necesarios para calcular el área.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4</a:t>
            </a:r>
            <a:endParaRPr/>
          </a:p>
        </p:txBody>
      </p:sp>
      <p:sp>
        <p:nvSpPr>
          <p:cNvPr id="303" name="Google Shape;303;p5"/>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02: Ejercicios</a:t>
            </a:r>
            <a:endParaRPr b="0" i="0" sz="1400" u="none" cap="none" strike="noStrike">
              <a:solidFill>
                <a:srgbClr val="000000"/>
              </a:solidFill>
              <a:latin typeface="Arial"/>
              <a:ea typeface="Arial"/>
              <a:cs typeface="Arial"/>
              <a:sym typeface="Arial"/>
            </a:endParaRPr>
          </a:p>
        </p:txBody>
      </p:sp>
      <p:sp>
        <p:nvSpPr>
          <p:cNvPr id="304" name="Google Shape;304;p5"/>
          <p:cNvSpPr/>
          <p:nvPr/>
        </p:nvSpPr>
        <p:spPr>
          <a:xfrm>
            <a:off x="1104900" y="2114719"/>
            <a:ext cx="9925049" cy="4389775"/>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Usando las reglas de evaluación de la asignatura (diapositiva siguiente), escribe un programa que pregunte:</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Las notas de las 3 pruebas (1, 2 y resiliencia)</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Las notas de 2 evaluaciones cortas y 2 desafíos (supongamos que en el semestre solamente se tomarán 2 de cada uno)</a:t>
            </a:r>
            <a:endParaRPr b="0" i="0" sz="1400" u="none" cap="none" strike="noStrike">
              <a:solidFill>
                <a:srgbClr val="000000"/>
              </a:solidFill>
              <a:latin typeface="Arial"/>
              <a:ea typeface="Arial"/>
              <a:cs typeface="Arial"/>
              <a:sym typeface="Arial"/>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Pregunte por el porcentaje de asistencia.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Con esos datos, calcula la nota final de la asignatura. Obviamente, si la nota no le alcanza para aprobar directamente, pero sí para el examen recuperativo, pregunta dicha nota antes de indicar si aprobó finalmente la asignatura o no.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1800"/>
              <a:buFont typeface="Arial"/>
              <a:buNone/>
            </a:pPr>
            <a:r>
              <a:rPr b="0" i="0" lang="es-ES" sz="1800" u="none" cap="none" strike="noStrike">
                <a:solidFill>
                  <a:schemeClr val="dk1"/>
                </a:solidFill>
                <a:latin typeface="Poppins"/>
                <a:ea typeface="Poppins"/>
                <a:cs typeface="Poppins"/>
                <a:sym typeface="Poppins"/>
              </a:rPr>
              <a:t>Recuerde que la asistencia mínima es del 70%.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4</a:t>
            </a:r>
            <a:endParaRPr/>
          </a:p>
        </p:txBody>
      </p:sp>
      <p:sp>
        <p:nvSpPr>
          <p:cNvPr id="310" name="Google Shape;310;p6"/>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ES" sz="1200" u="none" cap="none" strike="noStrike">
                <a:solidFill>
                  <a:schemeClr val="accent1"/>
                </a:solidFill>
                <a:latin typeface="Poppins"/>
                <a:ea typeface="Poppins"/>
                <a:cs typeface="Poppins"/>
                <a:sym typeface="Poppins"/>
              </a:rPr>
              <a:t>Clase 02: Ejercicios</a:t>
            </a:r>
            <a:endParaRPr b="0" i="0" sz="1400" u="none" cap="none" strike="noStrike">
              <a:solidFill>
                <a:srgbClr val="000000"/>
              </a:solidFill>
              <a:latin typeface="Arial"/>
              <a:ea typeface="Arial"/>
              <a:cs typeface="Arial"/>
              <a:sym typeface="Arial"/>
            </a:endParaRPr>
          </a:p>
        </p:txBody>
      </p:sp>
      <p:sp>
        <p:nvSpPr>
          <p:cNvPr id="311" name="Google Shape;311;p6"/>
          <p:cNvSpPr/>
          <p:nvPr/>
        </p:nvSpPr>
        <p:spPr>
          <a:xfrm>
            <a:off x="5289145" y="2205692"/>
            <a:ext cx="5392462" cy="2371655"/>
          </a:xfrm>
          <a:prstGeom prst="roundRect">
            <a:avLst>
              <a:gd fmla="val 12488" name="adj"/>
            </a:avLst>
          </a:prstGeom>
          <a:solidFill>
            <a:srgbClr val="FFFFFF"/>
          </a:solidFill>
          <a:ln>
            <a:noFill/>
          </a:ln>
        </p:spPr>
        <p:txBody>
          <a:bodyPr anchorCtr="0" anchor="ctr" bIns="0" lIns="274300" spcFirstLastPara="1" rIns="274300" wrap="square" tIns="0">
            <a:noAutofit/>
          </a:bodyPr>
          <a:lstStyle/>
          <a:p>
            <a:pPr indent="0" lvl="0" marL="0" marR="0" rtl="0" algn="l">
              <a:lnSpc>
                <a:spcPct val="120000"/>
              </a:lnSpc>
              <a:spcBef>
                <a:spcPts val="0"/>
              </a:spcBef>
              <a:spcAft>
                <a:spcPts val="0"/>
              </a:spcAft>
              <a:buClr>
                <a:srgbClr val="000000"/>
              </a:buClr>
              <a:buSzPts val="2800"/>
              <a:buFont typeface="Arial"/>
              <a:buNone/>
            </a:pPr>
            <a:r>
              <a:rPr b="1" i="0" lang="es-ES" sz="2800" u="none" cap="none" strike="noStrike">
                <a:solidFill>
                  <a:schemeClr val="dk1"/>
                </a:solidFill>
                <a:latin typeface="Poppins"/>
                <a:ea typeface="Poppins"/>
                <a:cs typeface="Poppins"/>
                <a:sym typeface="Poppins"/>
              </a:rPr>
              <a:t>Prueba 1  45%</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2800"/>
              <a:buFont typeface="Arial"/>
              <a:buNone/>
            </a:pPr>
            <a:r>
              <a:rPr b="1" i="0" lang="es-ES" sz="2800" u="none" cap="none" strike="noStrike">
                <a:solidFill>
                  <a:schemeClr val="dk1"/>
                </a:solidFill>
                <a:latin typeface="Poppins"/>
                <a:ea typeface="Poppins"/>
                <a:cs typeface="Poppins"/>
                <a:sym typeface="Poppins"/>
              </a:rPr>
              <a:t>                +</a:t>
            </a:r>
            <a:endParaRPr b="1" i="0" sz="2800" u="none" cap="none" strike="noStrike">
              <a:solidFill>
                <a:schemeClr val="dk1"/>
              </a:solidFill>
              <a:latin typeface="Poppins"/>
              <a:ea typeface="Poppins"/>
              <a:cs typeface="Poppins"/>
              <a:sym typeface="Poppins"/>
            </a:endParaRPr>
          </a:p>
          <a:p>
            <a:pPr indent="0" lvl="0" marL="0" marR="0" rtl="0" algn="l">
              <a:lnSpc>
                <a:spcPct val="120000"/>
              </a:lnSpc>
              <a:spcBef>
                <a:spcPts val="0"/>
              </a:spcBef>
              <a:spcAft>
                <a:spcPts val="0"/>
              </a:spcAft>
              <a:buClr>
                <a:srgbClr val="000000"/>
              </a:buClr>
              <a:buSzPts val="2800"/>
              <a:buFont typeface="Arial"/>
              <a:buNone/>
            </a:pPr>
            <a:r>
              <a:rPr b="1" i="0" lang="es-ES" sz="2800" u="none" cap="none" strike="noStrike">
                <a:solidFill>
                  <a:schemeClr val="dk1"/>
                </a:solidFill>
                <a:latin typeface="Poppins"/>
                <a:ea typeface="Poppins"/>
                <a:cs typeface="Poppins"/>
                <a:sym typeface="Poppins"/>
              </a:rPr>
              <a:t>Prueba 2  55%</a:t>
            </a:r>
            <a:endParaRPr b="0" i="0" sz="1400" u="none" cap="none" strike="noStrike">
              <a:solidFill>
                <a:srgbClr val="000000"/>
              </a:solidFill>
              <a:latin typeface="Arial"/>
              <a:ea typeface="Arial"/>
              <a:cs typeface="Arial"/>
              <a:sym typeface="Arial"/>
            </a:endParaRPr>
          </a:p>
        </p:txBody>
      </p:sp>
      <p:sp>
        <p:nvSpPr>
          <p:cNvPr id="312" name="Google Shape;312;p6"/>
          <p:cNvSpPr/>
          <p:nvPr/>
        </p:nvSpPr>
        <p:spPr>
          <a:xfrm>
            <a:off x="1104900" y="2205692"/>
            <a:ext cx="3750359" cy="3734733"/>
          </a:xfrm>
          <a:prstGeom prst="roundRect">
            <a:avLst>
              <a:gd fmla="val 9172" name="adj"/>
            </a:avLst>
          </a:prstGeom>
          <a:solidFill>
            <a:schemeClr val="accent1"/>
          </a:solidFill>
          <a:ln>
            <a:noFill/>
          </a:ln>
          <a:effectLst>
            <a:outerShdw blurRad="381000" rotWithShape="0" algn="ctr" dir="5400000" dist="127000">
              <a:srgbClr val="000000">
                <a:alpha val="29411"/>
              </a:srgbClr>
            </a:outerShdw>
          </a:effectLst>
        </p:spPr>
        <p:txBody>
          <a:bodyPr anchorCtr="0" anchor="b" bIns="108000" lIns="274300" spcFirstLastPara="1" rIns="274300" wrap="square" tIns="0">
            <a:noAutofit/>
          </a:bodyPr>
          <a:lstStyle/>
          <a:p>
            <a:pPr indent="0" lvl="0" marL="0" marR="0" rtl="0" algn="ctr">
              <a:lnSpc>
                <a:spcPct val="100000"/>
              </a:lnSpc>
              <a:spcBef>
                <a:spcPts val="0"/>
              </a:spcBef>
              <a:spcAft>
                <a:spcPts val="0"/>
              </a:spcAft>
              <a:buClr>
                <a:srgbClr val="000000"/>
              </a:buClr>
              <a:buSzPts val="8000"/>
              <a:buFont typeface="Arial"/>
              <a:buNone/>
            </a:pPr>
            <a:r>
              <a:t/>
            </a:r>
            <a:endParaRPr b="1" i="0" sz="8000" u="none" cap="none" strike="noStrike">
              <a:solidFill>
                <a:srgbClr val="FFFFFF"/>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800"/>
              <a:buFont typeface="Arial"/>
              <a:buNone/>
            </a:pPr>
            <a:r>
              <a:rPr b="1" i="0" lang="es-ES" sz="2800" u="none" cap="none" strike="noStrike">
                <a:solidFill>
                  <a:srgbClr val="FFFFFF"/>
                </a:solidFill>
                <a:latin typeface="Poppins"/>
                <a:ea typeface="Poppins"/>
                <a:cs typeface="Poppins"/>
                <a:sym typeface="Poppins"/>
              </a:rPr>
              <a:t>Aprobación Independiente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s-ES" sz="1800" u="none" cap="none" strike="noStrike">
                <a:solidFill>
                  <a:srgbClr val="FFFFFF"/>
                </a:solidFill>
                <a:latin typeface="Poppins"/>
                <a:ea typeface="Poppins"/>
                <a:cs typeface="Poppins"/>
                <a:sym typeface="Poppins"/>
              </a:rPr>
              <a:t>Si el promedio de ambas pruebas (70%) o el promedio de controles (30%) está entre</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1000"/>
              </a:spcBef>
              <a:spcAft>
                <a:spcPts val="0"/>
              </a:spcAft>
              <a:buClr>
                <a:srgbClr val="000000"/>
              </a:buClr>
              <a:buSzPts val="1800"/>
              <a:buFont typeface="Arial"/>
              <a:buNone/>
            </a:pPr>
            <a:r>
              <a:rPr b="0" i="0" lang="es-ES" sz="1800" u="none" cap="none" strike="noStrike">
                <a:solidFill>
                  <a:srgbClr val="FFFFFF"/>
                </a:solidFill>
                <a:latin typeface="Poppins"/>
                <a:ea typeface="Poppins"/>
                <a:cs typeface="Poppins"/>
                <a:sym typeface="Poppins"/>
              </a:rPr>
              <a:t>3,4 ≤ </a:t>
            </a:r>
            <a:r>
              <a:rPr b="1" i="0" lang="es-ES" sz="1800" u="none" cap="none" strike="noStrike">
                <a:solidFill>
                  <a:srgbClr val="FFFFFF"/>
                </a:solidFill>
                <a:latin typeface="Poppins"/>
                <a:ea typeface="Poppins"/>
                <a:cs typeface="Poppins"/>
                <a:sym typeface="Poppins"/>
              </a:rPr>
              <a:t>NC </a:t>
            </a:r>
            <a:r>
              <a:rPr b="0" i="0" lang="es-ES" sz="1800" u="none" cap="none" strike="noStrike">
                <a:solidFill>
                  <a:srgbClr val="FFFFFF"/>
                </a:solidFill>
                <a:latin typeface="Poppins"/>
                <a:ea typeface="Poppins"/>
                <a:cs typeface="Poppins"/>
                <a:sym typeface="Poppins"/>
              </a:rPr>
              <a:t>&lt; 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1800"/>
              <a:buFont typeface="Arial"/>
              <a:buNone/>
            </a:pPr>
            <a:r>
              <a:rPr b="0" i="0" lang="es-ES" sz="1800" u="none" cap="none" strike="noStrike">
                <a:solidFill>
                  <a:srgbClr val="FFFFFF"/>
                </a:solidFill>
                <a:latin typeface="Poppins"/>
                <a:ea typeface="Poppins"/>
                <a:cs typeface="Poppins"/>
                <a:sym typeface="Poppins"/>
              </a:rPr>
              <a:t>Irás a examen recuperativo</a:t>
            </a:r>
            <a:endParaRPr b="0" i="0" sz="1400" u="none" cap="none" strike="noStrike">
              <a:solidFill>
                <a:srgbClr val="000000"/>
              </a:solidFill>
              <a:latin typeface="Arial"/>
              <a:ea typeface="Arial"/>
              <a:cs typeface="Arial"/>
              <a:sym typeface="Arial"/>
            </a:endParaRPr>
          </a:p>
        </p:txBody>
      </p:sp>
      <p:sp>
        <p:nvSpPr>
          <p:cNvPr id="313" name="Google Shape;313;p6"/>
          <p:cNvSpPr/>
          <p:nvPr/>
        </p:nvSpPr>
        <p:spPr>
          <a:xfrm>
            <a:off x="5289146" y="4780547"/>
            <a:ext cx="5392462" cy="1159878"/>
          </a:xfrm>
          <a:prstGeom prst="roundRect">
            <a:avLst>
              <a:gd fmla="val 15374" name="adj"/>
            </a:avLst>
          </a:prstGeom>
          <a:solidFill>
            <a:srgbClr val="FFFFFF"/>
          </a:solidFill>
          <a:ln>
            <a:noFill/>
          </a:ln>
        </p:spPr>
        <p:txBody>
          <a:bodyPr anchorCtr="0" anchor="ctr" bIns="0" lIns="274300" spcFirstLastPara="1" rIns="274300" wrap="square" tIns="0">
            <a:noAutofit/>
          </a:bodyPr>
          <a:lstStyle/>
          <a:p>
            <a:pPr indent="0" lvl="0" marL="0" marR="0" rtl="0" algn="ctr">
              <a:lnSpc>
                <a:spcPct val="120000"/>
              </a:lnSpc>
              <a:spcBef>
                <a:spcPts val="0"/>
              </a:spcBef>
              <a:spcAft>
                <a:spcPts val="0"/>
              </a:spcAft>
              <a:buClr>
                <a:srgbClr val="000000"/>
              </a:buClr>
              <a:buSzPts val="2800"/>
              <a:buFont typeface="Arial"/>
              <a:buNone/>
            </a:pPr>
            <a:r>
              <a:rPr b="1" i="0" lang="es-ES" sz="2800" u="none" cap="none" strike="noStrike">
                <a:solidFill>
                  <a:schemeClr val="dk1"/>
                </a:solidFill>
                <a:latin typeface="Poppins"/>
                <a:ea typeface="Poppins"/>
                <a:cs typeface="Poppins"/>
                <a:sym typeface="Poppins"/>
              </a:rPr>
              <a:t>Controles y Desafíos </a:t>
            </a:r>
            <a:r>
              <a:rPr b="1" i="0" lang="es-ES" sz="3600" u="none" cap="none" strike="noStrike">
                <a:solidFill>
                  <a:schemeClr val="dk1"/>
                </a:solidFill>
                <a:latin typeface="Poppins"/>
                <a:ea typeface="Poppins"/>
                <a:cs typeface="Poppins"/>
                <a:sym typeface="Poppins"/>
              </a:rPr>
              <a:t>30%</a:t>
            </a:r>
            <a:endParaRPr b="0" i="0" sz="1400" u="none" cap="none" strike="noStrike">
              <a:solidFill>
                <a:srgbClr val="000000"/>
              </a:solidFill>
              <a:latin typeface="Arial"/>
              <a:ea typeface="Arial"/>
              <a:cs typeface="Arial"/>
              <a:sym typeface="Arial"/>
            </a:endParaRPr>
          </a:p>
        </p:txBody>
      </p:sp>
      <p:sp>
        <p:nvSpPr>
          <p:cNvPr id="314" name="Google Shape;314;p6"/>
          <p:cNvSpPr txBox="1"/>
          <p:nvPr/>
        </p:nvSpPr>
        <p:spPr>
          <a:xfrm>
            <a:off x="8948821" y="3196740"/>
            <a:ext cx="115235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dk1"/>
                </a:solidFill>
                <a:latin typeface="Poppins"/>
                <a:ea typeface="Poppins"/>
                <a:cs typeface="Poppins"/>
                <a:sym typeface="Poppins"/>
              </a:rPr>
              <a:t>70%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5</a:t>
            </a:r>
            <a:endParaRPr/>
          </a:p>
        </p:txBody>
      </p:sp>
      <p:sp>
        <p:nvSpPr>
          <p:cNvPr id="320" name="Google Shape;320;p7"/>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chemeClr val="accent1"/>
              </a:buClr>
              <a:buSzPts val="1200"/>
              <a:buFont typeface="Poppins"/>
              <a:buNone/>
            </a:pPr>
            <a:r>
              <a:rPr b="0" i="0" lang="es-ES" sz="1200" u="none" cap="none" strike="noStrike">
                <a:solidFill>
                  <a:schemeClr val="accent1"/>
                </a:solidFill>
                <a:latin typeface="Poppins"/>
                <a:ea typeface="Poppins"/>
                <a:cs typeface="Poppins"/>
                <a:sym typeface="Poppins"/>
              </a:rPr>
              <a:t>Clase 02: Ejercicios</a:t>
            </a:r>
            <a:endParaRPr b="0" i="0" sz="1800" u="none" cap="none" strike="noStrike">
              <a:solidFill>
                <a:schemeClr val="dk1"/>
              </a:solidFill>
              <a:latin typeface="Poppins"/>
              <a:ea typeface="Poppins"/>
              <a:cs typeface="Poppins"/>
              <a:sym typeface="Poppins"/>
            </a:endParaRPr>
          </a:p>
        </p:txBody>
      </p:sp>
      <p:sp>
        <p:nvSpPr>
          <p:cNvPr id="321" name="Google Shape;321;p7"/>
          <p:cNvSpPr/>
          <p:nvPr/>
        </p:nvSpPr>
        <p:spPr>
          <a:xfrm>
            <a:off x="1104900" y="1736934"/>
            <a:ext cx="9925049" cy="4638976"/>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chemeClr val="dk1"/>
              </a:buClr>
              <a:buSzPts val="2400"/>
              <a:buFont typeface="Poppins"/>
              <a:buNone/>
            </a:pPr>
            <a:r>
              <a:rPr b="0" i="0" lang="es-ES" sz="2000" u="none" cap="none" strike="noStrike">
                <a:solidFill>
                  <a:schemeClr val="dk1"/>
                </a:solidFill>
                <a:latin typeface="Poppins"/>
                <a:ea typeface="Poppins"/>
                <a:cs typeface="Poppins"/>
                <a:sym typeface="Poppins"/>
              </a:rPr>
              <a:t>Crea un programa que determine si un año es o no bisiesto. El programa debe pedir el año por input.</a:t>
            </a:r>
            <a:endParaRPr b="0" i="0" sz="16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chemeClr val="dk1"/>
              </a:buClr>
              <a:buSzPts val="2400"/>
              <a:buFont typeface="Poppins"/>
              <a:buNone/>
            </a:pPr>
            <a:r>
              <a:rPr b="0" i="0" lang="es-ES" sz="2000" u="none" cap="none" strike="noStrike">
                <a:solidFill>
                  <a:schemeClr val="dk1"/>
                </a:solidFill>
                <a:latin typeface="Poppins"/>
                <a:ea typeface="Poppins"/>
                <a:cs typeface="Poppins"/>
                <a:sym typeface="Poppins"/>
              </a:rPr>
              <a:t>Un año bisiesto se determina como un año que cumpla con las siguientes características:</a:t>
            </a:r>
            <a:endParaRPr b="0" i="0" sz="1600" u="none" cap="none" strike="noStrike">
              <a:solidFill>
                <a:schemeClr val="dk1"/>
              </a:solidFill>
              <a:latin typeface="Poppins"/>
              <a:ea typeface="Poppins"/>
              <a:cs typeface="Poppins"/>
              <a:sym typeface="Poppins"/>
            </a:endParaRPr>
          </a:p>
          <a:p>
            <a:pPr indent="-342900" lvl="0" marL="342900" marR="0" rtl="0" algn="l">
              <a:lnSpc>
                <a:spcPct val="120000"/>
              </a:lnSpc>
              <a:spcBef>
                <a:spcPts val="1000"/>
              </a:spcBef>
              <a:spcAft>
                <a:spcPts val="0"/>
              </a:spcAft>
              <a:buClr>
                <a:schemeClr val="dk1"/>
              </a:buClr>
              <a:buSzPts val="2400"/>
              <a:buFont typeface="Arial"/>
              <a:buChar char="•"/>
            </a:pPr>
            <a:r>
              <a:rPr b="0" i="0" lang="es-ES" sz="2000" u="none" cap="none" strike="noStrike">
                <a:solidFill>
                  <a:schemeClr val="dk1"/>
                </a:solidFill>
                <a:latin typeface="Poppins"/>
                <a:ea typeface="Poppins"/>
                <a:cs typeface="Poppins"/>
                <a:sym typeface="Poppins"/>
              </a:rPr>
              <a:t>Tiene que ser divisible por 4 y no por 100</a:t>
            </a:r>
            <a:endParaRPr b="0" i="0" sz="1600" u="none" cap="none" strike="noStrike">
              <a:solidFill>
                <a:schemeClr val="dk1"/>
              </a:solidFill>
              <a:latin typeface="Poppins"/>
              <a:ea typeface="Poppins"/>
              <a:cs typeface="Poppins"/>
              <a:sym typeface="Poppins"/>
            </a:endParaRPr>
          </a:p>
          <a:p>
            <a:pPr indent="-342900" lvl="0" marL="342900" marR="0" rtl="0" algn="l">
              <a:lnSpc>
                <a:spcPct val="120000"/>
              </a:lnSpc>
              <a:spcBef>
                <a:spcPts val="1000"/>
              </a:spcBef>
              <a:spcAft>
                <a:spcPts val="0"/>
              </a:spcAft>
              <a:buClr>
                <a:schemeClr val="dk1"/>
              </a:buClr>
              <a:buSzPts val="2400"/>
              <a:buFont typeface="Arial"/>
              <a:buChar char="•"/>
            </a:pPr>
            <a:r>
              <a:rPr b="0" i="0" lang="es-ES" sz="2000" u="none" cap="none" strike="noStrike">
                <a:solidFill>
                  <a:schemeClr val="dk1"/>
                </a:solidFill>
                <a:latin typeface="Poppins"/>
                <a:ea typeface="Poppins"/>
                <a:cs typeface="Poppins"/>
                <a:sym typeface="Poppins"/>
              </a:rPr>
              <a:t>Tiene que ser divisible por 400</a:t>
            </a:r>
            <a:endParaRPr b="0" i="0" sz="16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chemeClr val="dk1"/>
              </a:buClr>
              <a:buSzPts val="2400"/>
              <a:buFont typeface="Poppins"/>
              <a:buNone/>
            </a:pPr>
            <a:r>
              <a:rPr b="0" i="0" lang="es-ES" sz="2000" u="none" cap="none" strike="noStrike">
                <a:solidFill>
                  <a:schemeClr val="dk1"/>
                </a:solidFill>
                <a:latin typeface="Poppins"/>
                <a:ea typeface="Poppins"/>
                <a:cs typeface="Poppins"/>
                <a:sym typeface="Poppins"/>
              </a:rPr>
              <a:t>Ejemplo: 2400 será bisiesto,  2020 es bisiesto, 2024 será bisiesto y 2200 no será bisiesto.</a:t>
            </a:r>
            <a:endParaRPr b="0" i="0" sz="16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chemeClr val="dk1"/>
              </a:buClr>
              <a:buSzPts val="2400"/>
              <a:buFont typeface="Poppins"/>
              <a:buNone/>
            </a:pPr>
            <a:r>
              <a:rPr b="0" i="0" lang="es-ES" sz="2000" u="none" cap="none" strike="noStrike">
                <a:solidFill>
                  <a:schemeClr val="dk1"/>
                </a:solidFill>
                <a:latin typeface="Poppins"/>
                <a:ea typeface="Poppins"/>
                <a:cs typeface="Poppins"/>
                <a:sym typeface="Poppins"/>
              </a:rPr>
              <a:t>Si tienes dudas revisa Wikipedia.</a:t>
            </a:r>
            <a:endParaRPr b="0" i="0" sz="16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ES"/>
              <a:t>Ejercicio 6</a:t>
            </a:r>
            <a:endParaRPr/>
          </a:p>
        </p:txBody>
      </p:sp>
      <p:sp>
        <p:nvSpPr>
          <p:cNvPr id="328" name="Google Shape;328;p8"/>
          <p:cNvSpPr txBox="1"/>
          <p:nvPr/>
        </p:nvSpPr>
        <p:spPr>
          <a:xfrm>
            <a:off x="1112989" y="615954"/>
            <a:ext cx="1541448"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chemeClr val="accent1"/>
              </a:buClr>
              <a:buSzPts val="1200"/>
              <a:buFont typeface="Poppins"/>
              <a:buNone/>
            </a:pPr>
            <a:r>
              <a:rPr b="0" i="0" lang="es-ES" sz="1200" u="none" cap="none" strike="noStrike">
                <a:solidFill>
                  <a:schemeClr val="accent1"/>
                </a:solidFill>
                <a:latin typeface="Poppins"/>
                <a:ea typeface="Poppins"/>
                <a:cs typeface="Poppins"/>
                <a:sym typeface="Poppins"/>
              </a:rPr>
              <a:t>Clase 02: Ejercicios</a:t>
            </a:r>
            <a:endParaRPr b="0" i="0" sz="1800" u="none" cap="none" strike="noStrike">
              <a:solidFill>
                <a:schemeClr val="dk1"/>
              </a:solidFill>
              <a:latin typeface="Poppins"/>
              <a:ea typeface="Poppins"/>
              <a:cs typeface="Poppins"/>
              <a:sym typeface="Poppins"/>
            </a:endParaRPr>
          </a:p>
        </p:txBody>
      </p:sp>
      <p:sp>
        <p:nvSpPr>
          <p:cNvPr id="329" name="Google Shape;329;p8"/>
          <p:cNvSpPr/>
          <p:nvPr/>
        </p:nvSpPr>
        <p:spPr>
          <a:xfrm>
            <a:off x="1104900" y="1736934"/>
            <a:ext cx="9925049" cy="4638976"/>
          </a:xfrm>
          <a:prstGeom prst="roundRect">
            <a:avLst>
              <a:gd fmla="val 5915" name="adj"/>
            </a:avLst>
          </a:prstGeom>
          <a:solidFill>
            <a:srgbClr val="FFFFFF"/>
          </a:solidFill>
          <a:ln>
            <a:noFill/>
          </a:ln>
        </p:spPr>
        <p:txBody>
          <a:bodyPr anchorCtr="1" anchor="ctr" bIns="0" lIns="360000" spcFirstLastPara="1" rIns="360000" wrap="square" tIns="0">
            <a:noAutofit/>
          </a:bodyPr>
          <a:lstStyle/>
          <a:p>
            <a:pPr indent="0" lvl="0" marL="0" marR="0" rtl="0" algn="l">
              <a:lnSpc>
                <a:spcPct val="120000"/>
              </a:lnSpc>
              <a:spcBef>
                <a:spcPts val="0"/>
              </a:spcBef>
              <a:spcAft>
                <a:spcPts val="0"/>
              </a:spcAft>
              <a:buClr>
                <a:schemeClr val="dk1"/>
              </a:buClr>
              <a:buSzPts val="1800"/>
              <a:buFont typeface="Poppins"/>
              <a:buNone/>
            </a:pPr>
            <a:r>
              <a:rPr b="0" i="0" lang="es-ES" sz="1800" u="none" cap="none" strike="noStrike">
                <a:solidFill>
                  <a:schemeClr val="dk1"/>
                </a:solidFill>
                <a:latin typeface="Poppins"/>
                <a:ea typeface="Poppins"/>
                <a:cs typeface="Poppins"/>
                <a:sym typeface="Poppins"/>
              </a:rPr>
              <a:t>Estás construyendo un sistema de cobro para un parque de entretenciones que ofrece distintos precios basados en la edad de la persona y otros descuentos especiales. Escribe un programa que le solicite por input la edad de la persona y si tiene un cupón de descuento para calcular y mostrar el precio final del ticket de entrada siguiendo las siguientes reglas:</a:t>
            </a:r>
            <a:endParaRPr b="0" i="0" sz="1800" u="none" cap="none" strike="noStrike">
              <a:solidFill>
                <a:schemeClr val="dk1"/>
              </a:solidFill>
              <a:latin typeface="Poppins"/>
              <a:ea typeface="Poppins"/>
              <a:cs typeface="Poppins"/>
              <a:sym typeface="Poppins"/>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Niños(as) de 3 o menos entran gratis</a:t>
            </a:r>
            <a:endParaRPr b="0" i="0" sz="1800" u="none" cap="none" strike="noStrike">
              <a:solidFill>
                <a:schemeClr val="dk1"/>
              </a:solidFill>
              <a:latin typeface="Poppins"/>
              <a:ea typeface="Poppins"/>
              <a:cs typeface="Poppins"/>
              <a:sym typeface="Poppins"/>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Niños(as) de 4 a 12 el ticket vale $5000</a:t>
            </a:r>
            <a:endParaRPr b="0" i="0" sz="1800" u="none" cap="none" strike="noStrike">
              <a:solidFill>
                <a:schemeClr val="dk1"/>
              </a:solidFill>
              <a:latin typeface="Poppins"/>
              <a:ea typeface="Poppins"/>
              <a:cs typeface="Poppins"/>
              <a:sym typeface="Poppins"/>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Personas de 13 a 64 tienen el precio regular de $10000</a:t>
            </a:r>
            <a:endParaRPr b="0" i="0" sz="1800" u="none" cap="none" strike="noStrike">
              <a:solidFill>
                <a:schemeClr val="dk1"/>
              </a:solidFill>
              <a:latin typeface="Poppins"/>
              <a:ea typeface="Poppins"/>
              <a:cs typeface="Poppins"/>
              <a:sym typeface="Poppins"/>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Personas de 65 o más tienen el precio de $7500</a:t>
            </a:r>
            <a:endParaRPr b="0" i="0" sz="1800" u="none" cap="none" strike="noStrike">
              <a:solidFill>
                <a:schemeClr val="dk1"/>
              </a:solidFill>
              <a:latin typeface="Poppins"/>
              <a:ea typeface="Poppins"/>
              <a:cs typeface="Poppins"/>
              <a:sym typeface="Poppins"/>
            </a:endParaRPr>
          </a:p>
          <a:p>
            <a:pPr indent="-285750" lvl="0" marL="285750" marR="0" rtl="0" algn="l">
              <a:lnSpc>
                <a:spcPct val="120000"/>
              </a:lnSpc>
              <a:spcBef>
                <a:spcPts val="1000"/>
              </a:spcBef>
              <a:spcAft>
                <a:spcPts val="0"/>
              </a:spcAft>
              <a:buClr>
                <a:schemeClr val="dk1"/>
              </a:buClr>
              <a:buSzPts val="1800"/>
              <a:buFont typeface="Arial"/>
              <a:buChar char="•"/>
            </a:pPr>
            <a:r>
              <a:rPr b="0" i="0" lang="es-ES" sz="1800" u="none" cap="none" strike="noStrike">
                <a:solidFill>
                  <a:schemeClr val="dk1"/>
                </a:solidFill>
                <a:latin typeface="Poppins"/>
                <a:ea typeface="Poppins"/>
                <a:cs typeface="Poppins"/>
                <a:sym typeface="Poppins"/>
              </a:rPr>
              <a:t>Si la persona tiene el cupón de descuento se le debe descontar $2000 del precio.</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STARTUP">
      <a:dk1>
        <a:srgbClr val="000000"/>
      </a:dk1>
      <a:lt1>
        <a:srgbClr val="FFFFFF"/>
      </a:lt1>
      <a:dk2>
        <a:srgbClr val="2C2C2C"/>
      </a:dk2>
      <a:lt2>
        <a:srgbClr val="E7E7E9"/>
      </a:lt2>
      <a:accent1>
        <a:srgbClr val="005FF9"/>
      </a:accent1>
      <a:accent2>
        <a:srgbClr val="FC2C38"/>
      </a:accent2>
      <a:accent3>
        <a:srgbClr val="FF9E00"/>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2020-12-19T16:12:24Z</dcterms:created>
  <dc:creator>Munkhuu</dc:creator>
</cp:coreProperties>
</file>